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embeddedFontLst>
    <p:embeddedFont>
      <p:font typeface="Roboto Medium"/>
      <p:regular r:id="rId33"/>
      <p:bold r:id="rId34"/>
      <p:italic r:id="rId35"/>
      <p:boldItalic r:id="rId36"/>
    </p:embeddedFont>
    <p:embeddedFont>
      <p:font typeface="Robot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160">
          <p15:clr>
            <a:srgbClr val="747775"/>
          </p15:clr>
        </p15:guide>
        <p15:guide id="2" pos="360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23CAE65-7C68-45C5-BD05-FEC7A40881DF}">
  <a:tblStyle styleId="{923CAE65-7C68-45C5-BD05-FEC7A40881D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EB54D14-0B5B-4DD1-B3A9-1F7807479A40}"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160" orient="horz"/>
        <p:guide pos="360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Medium-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Medium-italic.fntdata"/><Relationship Id="rId12" Type="http://schemas.openxmlformats.org/officeDocument/2006/relationships/slide" Target="slides/slide6.xml"/><Relationship Id="rId34" Type="http://schemas.openxmlformats.org/officeDocument/2006/relationships/font" Target="fonts/RobotoMedium-bold.fntdata"/><Relationship Id="rId15" Type="http://schemas.openxmlformats.org/officeDocument/2006/relationships/slide" Target="slides/slide9.xml"/><Relationship Id="rId37" Type="http://schemas.openxmlformats.org/officeDocument/2006/relationships/font" Target="fonts/Roboto-regular.fntdata"/><Relationship Id="rId14" Type="http://schemas.openxmlformats.org/officeDocument/2006/relationships/slide" Target="slides/slide8.xml"/><Relationship Id="rId36" Type="http://schemas.openxmlformats.org/officeDocument/2006/relationships/font" Target="fonts/RobotoMedium-boldItalic.fntdata"/><Relationship Id="rId17" Type="http://schemas.openxmlformats.org/officeDocument/2006/relationships/slide" Target="slides/slide11.xml"/><Relationship Id="rId39" Type="http://schemas.openxmlformats.org/officeDocument/2006/relationships/font" Target="fonts/Roboto-italic.fntdata"/><Relationship Id="rId16" Type="http://schemas.openxmlformats.org/officeDocument/2006/relationships/slide" Target="slides/slide10.xml"/><Relationship Id="rId38" Type="http://schemas.openxmlformats.org/officeDocument/2006/relationships/font" Target="fonts/Roboto-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highlight>
                <a:srgbClr val="C6C6C6"/>
              </a:highlight>
            </a:endParaRPr>
          </a:p>
          <a:p>
            <a:pPr indent="0" lvl="0" marL="0" rtl="0" algn="l">
              <a:lnSpc>
                <a:spcPct val="115000"/>
              </a:lnSpc>
              <a:spcBef>
                <a:spcPts val="800"/>
              </a:spcBef>
              <a:spcAft>
                <a:spcPts val="0"/>
              </a:spcAft>
              <a:buClr>
                <a:schemeClr val="dk1"/>
              </a:buClr>
              <a:buSzPts val="1100"/>
              <a:buFont typeface="Arial"/>
              <a:buNone/>
            </a:pPr>
            <a:r>
              <a:rPr lang="en" sz="1200">
                <a:solidFill>
                  <a:schemeClr val="dk1"/>
                </a:solidFill>
              </a:rPr>
              <a:t>WHOLE TEAM — brief cold open (~20 sec, not counted in the 6x per-person split).</a:t>
            </a:r>
            <a:br>
              <a:rPr lang="en" sz="1200">
                <a:solidFill>
                  <a:schemeClr val="dk1"/>
                </a:solidFill>
              </a:rPr>
            </a:br>
            <a:r>
              <a:rPr lang="en" sz="1200">
                <a:solidFill>
                  <a:schemeClr val="dk1"/>
                </a:solidFill>
              </a:rPr>
              <a:t> Patricia: Welcome the panel, introduce the team by name, and state in one sentence what the system does (secure QR code authentication with tamper detection) before moving to the agenda slide.</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5" name="Google Shape;965;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3" name="Google Shape;983;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6" name="Google Shape;1026;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54dda1946d_4_2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54dda1946d_4_2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54dda1946d_4_2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0" name="Google Shape;1280;g54dda1946d_4_2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0" name="Shape 1450"/>
        <p:cNvGrpSpPr/>
        <p:nvPr/>
      </p:nvGrpSpPr>
      <p:grpSpPr>
        <a:xfrm>
          <a:off x="0" y="0"/>
          <a:ext cx="0" cy="0"/>
          <a:chOff x="0" y="0"/>
          <a:chExt cx="0" cy="0"/>
        </a:xfrm>
      </p:grpSpPr>
      <p:sp>
        <p:nvSpPr>
          <p:cNvPr id="1451" name="Google Shape;1451;g3f3bbdaa60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2" name="Google Shape;1452;g3f3bbdaa60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3" name="Shape 1493"/>
        <p:cNvGrpSpPr/>
        <p:nvPr/>
      </p:nvGrpSpPr>
      <p:grpSpPr>
        <a:xfrm>
          <a:off x="0" y="0"/>
          <a:ext cx="0" cy="0"/>
          <a:chOff x="0" y="0"/>
          <a:chExt cx="0" cy="0"/>
        </a:xfrm>
      </p:grpSpPr>
      <p:sp>
        <p:nvSpPr>
          <p:cNvPr id="1494" name="Google Shape;1494;g3f3bbdaa602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5" name="Google Shape;1495;g3f3bbdaa602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8" name="Shape 1718"/>
        <p:cNvGrpSpPr/>
        <p:nvPr/>
      </p:nvGrpSpPr>
      <p:grpSpPr>
        <a:xfrm>
          <a:off x="0" y="0"/>
          <a:ext cx="0" cy="0"/>
          <a:chOff x="0" y="0"/>
          <a:chExt cx="0" cy="0"/>
        </a:xfrm>
      </p:grpSpPr>
      <p:sp>
        <p:nvSpPr>
          <p:cNvPr id="1719" name="Google Shape;1719;g184d99d1a7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0" name="Google Shape;1720;g184d99d1a7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9" name="Shape 1739"/>
        <p:cNvGrpSpPr/>
        <p:nvPr/>
      </p:nvGrpSpPr>
      <p:grpSpPr>
        <a:xfrm>
          <a:off x="0" y="0"/>
          <a:ext cx="0" cy="0"/>
          <a:chOff x="0" y="0"/>
          <a:chExt cx="0" cy="0"/>
        </a:xfrm>
      </p:grpSpPr>
      <p:sp>
        <p:nvSpPr>
          <p:cNvPr id="1740" name="Google Shape;1740;g3f3bbdaa602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1" name="Google Shape;1741;g3f3bbdaa602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2" name="Shape 1782"/>
        <p:cNvGrpSpPr/>
        <p:nvPr/>
      </p:nvGrpSpPr>
      <p:grpSpPr>
        <a:xfrm>
          <a:off x="0" y="0"/>
          <a:ext cx="0" cy="0"/>
          <a:chOff x="0" y="0"/>
          <a:chExt cx="0" cy="0"/>
        </a:xfrm>
      </p:grpSpPr>
      <p:sp>
        <p:nvSpPr>
          <p:cNvPr id="1783" name="Google Shape;1783;g3f3bbdaa602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4" name="Google Shape;1784;g3f3bbdaa602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Backwards compatibility is to ensure a wider adoption of our QR Code system.</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5" name="Shape 1795"/>
        <p:cNvGrpSpPr/>
        <p:nvPr/>
      </p:nvGrpSpPr>
      <p:grpSpPr>
        <a:xfrm>
          <a:off x="0" y="0"/>
          <a:ext cx="0" cy="0"/>
          <a:chOff x="0" y="0"/>
          <a:chExt cx="0" cy="0"/>
        </a:xfrm>
      </p:grpSpPr>
      <p:sp>
        <p:nvSpPr>
          <p:cNvPr id="1796" name="Google Shape;1796;g3f59b0ef42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7" name="Google Shape;1797;g3f59b0ef42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3" name="Shape 1803"/>
        <p:cNvGrpSpPr/>
        <p:nvPr/>
      </p:nvGrpSpPr>
      <p:grpSpPr>
        <a:xfrm>
          <a:off x="0" y="0"/>
          <a:ext cx="0" cy="0"/>
          <a:chOff x="0" y="0"/>
          <a:chExt cx="0" cy="0"/>
        </a:xfrm>
      </p:grpSpPr>
      <p:sp>
        <p:nvSpPr>
          <p:cNvPr id="1804" name="Google Shape;1804;g3f59b0ef420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5" name="Google Shape;1805;g3f59b0ef420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2" name="Shape 1812"/>
        <p:cNvGrpSpPr/>
        <p:nvPr/>
      </p:nvGrpSpPr>
      <p:grpSpPr>
        <a:xfrm>
          <a:off x="0" y="0"/>
          <a:ext cx="0" cy="0"/>
          <a:chOff x="0" y="0"/>
          <a:chExt cx="0" cy="0"/>
        </a:xfrm>
      </p:grpSpPr>
      <p:sp>
        <p:nvSpPr>
          <p:cNvPr id="1813" name="Google Shape;1813;g3f59b0ef420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4" name="Google Shape;1814;g3f59b0ef420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0" name="Shape 1820"/>
        <p:cNvGrpSpPr/>
        <p:nvPr/>
      </p:nvGrpSpPr>
      <p:grpSpPr>
        <a:xfrm>
          <a:off x="0" y="0"/>
          <a:ext cx="0" cy="0"/>
          <a:chOff x="0" y="0"/>
          <a:chExt cx="0" cy="0"/>
        </a:xfrm>
      </p:grpSpPr>
      <p:sp>
        <p:nvSpPr>
          <p:cNvPr id="1821" name="Google Shape;1821;g3f3bbdaa602_0_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2" name="Google Shape;1822;g3f3bbdaa602_0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25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9" name="Shape 1829"/>
        <p:cNvGrpSpPr/>
        <p:nvPr/>
      </p:nvGrpSpPr>
      <p:grpSpPr>
        <a:xfrm>
          <a:off x="0" y="0"/>
          <a:ext cx="0" cy="0"/>
          <a:chOff x="0" y="0"/>
          <a:chExt cx="0" cy="0"/>
        </a:xfrm>
      </p:grpSpPr>
      <p:sp>
        <p:nvSpPr>
          <p:cNvPr id="1830" name="Google Shape;1830;g3f3bbdaa602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1" name="Google Shape;1831;g3f3bbdaa602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21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2" name="Shape 1872"/>
        <p:cNvGrpSpPr/>
        <p:nvPr/>
      </p:nvGrpSpPr>
      <p:grpSpPr>
        <a:xfrm>
          <a:off x="0" y="0"/>
          <a:ext cx="0" cy="0"/>
          <a:chOff x="0" y="0"/>
          <a:chExt cx="0" cy="0"/>
        </a:xfrm>
      </p:grpSpPr>
      <p:sp>
        <p:nvSpPr>
          <p:cNvPr id="1873" name="Google Shape;1873;g3f3bbdaa602_0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4" name="Google Shape;1874;g3f3bbdaa602_0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2" name="Shape 1882"/>
        <p:cNvGrpSpPr/>
        <p:nvPr/>
      </p:nvGrpSpPr>
      <p:grpSpPr>
        <a:xfrm>
          <a:off x="0" y="0"/>
          <a:ext cx="0" cy="0"/>
          <a:chOff x="0" y="0"/>
          <a:chExt cx="0" cy="0"/>
        </a:xfrm>
      </p:grpSpPr>
      <p:sp>
        <p:nvSpPr>
          <p:cNvPr id="1883" name="Google Shape;1883;g3f95bfeec8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4" name="Google Shape;1884;g3f95bfeec8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1" name="Shape 1891"/>
        <p:cNvGrpSpPr/>
        <p:nvPr/>
      </p:nvGrpSpPr>
      <p:grpSpPr>
        <a:xfrm>
          <a:off x="0" y="0"/>
          <a:ext cx="0" cy="0"/>
          <a:chOff x="0" y="0"/>
          <a:chExt cx="0" cy="0"/>
        </a:xfrm>
      </p:grpSpPr>
      <p:sp>
        <p:nvSpPr>
          <p:cNvPr id="1892" name="Google Shape;1892;g3f3bbdaa602_0_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3" name="Google Shape;1893;g3f3bbdaa602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2100">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9" name="Shape 1899"/>
        <p:cNvGrpSpPr/>
        <p:nvPr/>
      </p:nvGrpSpPr>
      <p:grpSpPr>
        <a:xfrm>
          <a:off x="0" y="0"/>
          <a:ext cx="0" cy="0"/>
          <a:chOff x="0" y="0"/>
          <a:chExt cx="0" cy="0"/>
        </a:xfrm>
      </p:grpSpPr>
      <p:sp>
        <p:nvSpPr>
          <p:cNvPr id="1900" name="Google Shape;1900;g3f95bfeec8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1" name="Google Shape;1901;g3f95bfeec8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2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5" name="Shape 1905"/>
        <p:cNvGrpSpPr/>
        <p:nvPr/>
      </p:nvGrpSpPr>
      <p:grpSpPr>
        <a:xfrm>
          <a:off x="0" y="0"/>
          <a:ext cx="0" cy="0"/>
          <a:chOff x="0" y="0"/>
          <a:chExt cx="0" cy="0"/>
        </a:xfrm>
      </p:grpSpPr>
      <p:sp>
        <p:nvSpPr>
          <p:cNvPr id="1906" name="Google Shape;1906;g3f3bbdaa602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7" name="Google Shape;1907;g3f3bbdaa602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8" name="Shape 1948"/>
        <p:cNvGrpSpPr/>
        <p:nvPr/>
      </p:nvGrpSpPr>
      <p:grpSpPr>
        <a:xfrm>
          <a:off x="0" y="0"/>
          <a:ext cx="0" cy="0"/>
          <a:chOff x="0" y="0"/>
          <a:chExt cx="0" cy="0"/>
        </a:xfrm>
      </p:grpSpPr>
      <p:sp>
        <p:nvSpPr>
          <p:cNvPr id="1949" name="Google Shape;1949;g3f3bbdaa602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0" name="Google Shape;1950;g3f3bbdaa602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6" name="Shape 1956"/>
        <p:cNvGrpSpPr/>
        <p:nvPr/>
      </p:nvGrpSpPr>
      <p:grpSpPr>
        <a:xfrm>
          <a:off x="0" y="0"/>
          <a:ext cx="0" cy="0"/>
          <a:chOff x="0" y="0"/>
          <a:chExt cx="0" cy="0"/>
        </a:xfrm>
      </p:grpSpPr>
      <p:sp>
        <p:nvSpPr>
          <p:cNvPr id="1957" name="Google Shape;1957;g3f3bbdaa602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8" name="Google Shape;1958;g3f3bbdaa602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9" name="Shape 1999"/>
        <p:cNvGrpSpPr/>
        <p:nvPr/>
      </p:nvGrpSpPr>
      <p:grpSpPr>
        <a:xfrm>
          <a:off x="0" y="0"/>
          <a:ext cx="0" cy="0"/>
          <a:chOff x="0" y="0"/>
          <a:chExt cx="0" cy="0"/>
        </a:xfrm>
      </p:grpSpPr>
      <p:sp>
        <p:nvSpPr>
          <p:cNvPr id="2000" name="Google Shape;2000;g184d99d1a7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1" name="Google Shape;2001;g184d99d1a7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8" name="Shape 2008"/>
        <p:cNvGrpSpPr/>
        <p:nvPr/>
      </p:nvGrpSpPr>
      <p:grpSpPr>
        <a:xfrm>
          <a:off x="0" y="0"/>
          <a:ext cx="0" cy="0"/>
          <a:chOff x="0" y="0"/>
          <a:chExt cx="0" cy="0"/>
        </a:xfrm>
      </p:grpSpPr>
      <p:sp>
        <p:nvSpPr>
          <p:cNvPr id="2009" name="Google Shape;2009;g3f3bbdaa602_0_6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0" name="Google Shape;2010;g3f3bbdaa602_0_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7" name="Shape 2127"/>
        <p:cNvGrpSpPr/>
        <p:nvPr/>
      </p:nvGrpSpPr>
      <p:grpSpPr>
        <a:xfrm>
          <a:off x="0" y="0"/>
          <a:ext cx="0" cy="0"/>
          <a:chOff x="0" y="0"/>
          <a:chExt cx="0" cy="0"/>
        </a:xfrm>
      </p:grpSpPr>
      <p:sp>
        <p:nvSpPr>
          <p:cNvPr id="2128" name="Google Shape;2128;g3f95bfeec84_6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9" name="Google Shape;2129;g3f95bfeec84_6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92725" y="1161475"/>
            <a:ext cx="5238000" cy="22134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191919"/>
              </a:buClr>
              <a:buSzPts val="5200"/>
              <a:buNone/>
              <a:defRPr sz="4900"/>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3192725" y="3415350"/>
            <a:ext cx="5238000" cy="4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solidFill>
                  <a:schemeClr val="dk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grpSp>
        <p:nvGrpSpPr>
          <p:cNvPr id="12" name="Google Shape;12;p2"/>
          <p:cNvGrpSpPr/>
          <p:nvPr/>
        </p:nvGrpSpPr>
        <p:grpSpPr>
          <a:xfrm>
            <a:off x="281094" y="1722676"/>
            <a:ext cx="448225" cy="448223"/>
            <a:chOff x="281094" y="1722676"/>
            <a:chExt cx="448225" cy="448223"/>
          </a:xfrm>
        </p:grpSpPr>
        <p:sp>
          <p:nvSpPr>
            <p:cNvPr id="13" name="Google Shape;13;p2"/>
            <p:cNvSpPr/>
            <p:nvPr/>
          </p:nvSpPr>
          <p:spPr>
            <a:xfrm>
              <a:off x="281094" y="1722676"/>
              <a:ext cx="448225" cy="448223"/>
            </a:xfrm>
            <a:custGeom>
              <a:rect b="b" l="l" r="r" t="t"/>
              <a:pathLst>
                <a:path extrusionOk="0" h="246" w="246">
                  <a:moveTo>
                    <a:pt x="123" y="246"/>
                  </a:moveTo>
                  <a:lnTo>
                    <a:pt x="169" y="246"/>
                  </a:lnTo>
                  <a:cubicBezTo>
                    <a:pt x="211" y="246"/>
                    <a:pt x="246" y="212"/>
                    <a:pt x="246" y="170"/>
                  </a:cubicBezTo>
                  <a:lnTo>
                    <a:pt x="246" y="76"/>
                  </a:lnTo>
                  <a:cubicBezTo>
                    <a:pt x="246" y="34"/>
                    <a:pt x="211" y="0"/>
                    <a:pt x="169" y="0"/>
                  </a:cubicBezTo>
                  <a:lnTo>
                    <a:pt x="76" y="0"/>
                  </a:lnTo>
                  <a:cubicBezTo>
                    <a:pt x="34" y="0"/>
                    <a:pt x="0" y="34"/>
                    <a:pt x="0" y="76"/>
                  </a:cubicBezTo>
                  <a:lnTo>
                    <a:pt x="0" y="170"/>
                  </a:lnTo>
                  <a:cubicBezTo>
                    <a:pt x="0" y="212"/>
                    <a:pt x="34" y="246"/>
                    <a:pt x="76" y="246"/>
                  </a:cubicBezTo>
                  <a:lnTo>
                    <a:pt x="123" y="246"/>
                  </a:lnTo>
                  <a:close/>
                </a:path>
              </a:pathLst>
            </a:custGeom>
            <a:solidFill>
              <a:schemeClr val="dk2"/>
            </a:solidFill>
            <a:ln>
              <a:noFill/>
            </a:ln>
          </p:spPr>
          <p:txBody>
            <a:bodyPr anchorCtr="1" anchor="ctr" bIns="43550" lIns="90000" spcFirstLastPara="1" rIns="90000" wrap="square" tIns="435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 name="Google Shape;14;p2"/>
            <p:cNvSpPr/>
            <p:nvPr/>
          </p:nvSpPr>
          <p:spPr>
            <a:xfrm>
              <a:off x="430503" y="1901237"/>
              <a:ext cx="158519" cy="18220"/>
            </a:xfrm>
            <a:custGeom>
              <a:rect b="b" l="l" r="r" t="t"/>
              <a:pathLst>
                <a:path extrusionOk="0" h="10" w="87">
                  <a:moveTo>
                    <a:pt x="0" y="0"/>
                  </a:moveTo>
                  <a:lnTo>
                    <a:pt x="87" y="0"/>
                  </a:lnTo>
                  <a:lnTo>
                    <a:pt x="87" y="10"/>
                  </a:lnTo>
                  <a:lnTo>
                    <a:pt x="0" y="10"/>
                  </a:lnTo>
                  <a:lnTo>
                    <a:pt x="0" y="0"/>
                  </a:ln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 name="Google Shape;15;p2"/>
            <p:cNvSpPr/>
            <p:nvPr/>
          </p:nvSpPr>
          <p:spPr>
            <a:xfrm>
              <a:off x="430503" y="1941322"/>
              <a:ext cx="158519" cy="18220"/>
            </a:xfrm>
            <a:custGeom>
              <a:rect b="b" l="l" r="r" t="t"/>
              <a:pathLst>
                <a:path extrusionOk="0" h="10" w="87">
                  <a:moveTo>
                    <a:pt x="0" y="0"/>
                  </a:moveTo>
                  <a:lnTo>
                    <a:pt x="87" y="0"/>
                  </a:lnTo>
                  <a:lnTo>
                    <a:pt x="87" y="10"/>
                  </a:lnTo>
                  <a:lnTo>
                    <a:pt x="0" y="10"/>
                  </a:lnTo>
                  <a:lnTo>
                    <a:pt x="0" y="0"/>
                  </a:ln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 name="Google Shape;16;p2"/>
            <p:cNvSpPr/>
            <p:nvPr/>
          </p:nvSpPr>
          <p:spPr>
            <a:xfrm>
              <a:off x="430503" y="1981407"/>
              <a:ext cx="158519" cy="18220"/>
            </a:xfrm>
            <a:custGeom>
              <a:rect b="b" l="l" r="r" t="t"/>
              <a:pathLst>
                <a:path extrusionOk="0" h="10" w="87">
                  <a:moveTo>
                    <a:pt x="0" y="0"/>
                  </a:moveTo>
                  <a:lnTo>
                    <a:pt x="87" y="0"/>
                  </a:lnTo>
                  <a:lnTo>
                    <a:pt x="87" y="10"/>
                  </a:lnTo>
                  <a:lnTo>
                    <a:pt x="0" y="10"/>
                  </a:lnTo>
                  <a:lnTo>
                    <a:pt x="0" y="0"/>
                  </a:ln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7" name="Google Shape;17;p2"/>
          <p:cNvGrpSpPr/>
          <p:nvPr/>
        </p:nvGrpSpPr>
        <p:grpSpPr>
          <a:xfrm>
            <a:off x="1042712" y="-336237"/>
            <a:ext cx="8514088" cy="5580922"/>
            <a:chOff x="1042712" y="-336237"/>
            <a:chExt cx="8514088" cy="5580922"/>
          </a:xfrm>
        </p:grpSpPr>
        <p:grpSp>
          <p:nvGrpSpPr>
            <p:cNvPr id="18" name="Google Shape;18;p2"/>
            <p:cNvGrpSpPr/>
            <p:nvPr/>
          </p:nvGrpSpPr>
          <p:grpSpPr>
            <a:xfrm>
              <a:off x="8430772" y="3448146"/>
              <a:ext cx="1126028" cy="1796538"/>
              <a:chOff x="8430772" y="3448146"/>
              <a:chExt cx="1126028" cy="1796538"/>
            </a:xfrm>
          </p:grpSpPr>
          <p:sp>
            <p:nvSpPr>
              <p:cNvPr id="19" name="Google Shape;19;p2"/>
              <p:cNvSpPr/>
              <p:nvPr/>
            </p:nvSpPr>
            <p:spPr>
              <a:xfrm>
                <a:off x="8430772" y="4116838"/>
                <a:ext cx="1126028" cy="1127846"/>
              </a:xfrm>
              <a:custGeom>
                <a:rect b="b" l="l" r="r" t="t"/>
                <a:pathLst>
                  <a:path extrusionOk="0" h="619" w="618">
                    <a:moveTo>
                      <a:pt x="564" y="269"/>
                    </a:moveTo>
                    <a:cubicBezTo>
                      <a:pt x="568" y="292"/>
                      <a:pt x="568" y="315"/>
                      <a:pt x="566" y="337"/>
                    </a:cubicBezTo>
                    <a:lnTo>
                      <a:pt x="618" y="372"/>
                    </a:lnTo>
                    <a:lnTo>
                      <a:pt x="581" y="470"/>
                    </a:lnTo>
                    <a:lnTo>
                      <a:pt x="518" y="461"/>
                    </a:lnTo>
                    <a:cubicBezTo>
                      <a:pt x="505" y="479"/>
                      <a:pt x="489" y="496"/>
                      <a:pt x="471" y="511"/>
                    </a:cubicBezTo>
                    <a:lnTo>
                      <a:pt x="483" y="573"/>
                    </a:lnTo>
                    <a:lnTo>
                      <a:pt x="387" y="615"/>
                    </a:lnTo>
                    <a:lnTo>
                      <a:pt x="350" y="564"/>
                    </a:lnTo>
                    <a:cubicBezTo>
                      <a:pt x="327" y="568"/>
                      <a:pt x="304" y="569"/>
                      <a:pt x="281" y="566"/>
                    </a:cubicBezTo>
                    <a:lnTo>
                      <a:pt x="246" y="619"/>
                    </a:lnTo>
                    <a:lnTo>
                      <a:pt x="148" y="581"/>
                    </a:lnTo>
                    <a:lnTo>
                      <a:pt x="157" y="518"/>
                    </a:lnTo>
                    <a:cubicBezTo>
                      <a:pt x="139" y="505"/>
                      <a:pt x="122" y="489"/>
                      <a:pt x="108" y="471"/>
                    </a:cubicBezTo>
                    <a:lnTo>
                      <a:pt x="46" y="484"/>
                    </a:lnTo>
                    <a:lnTo>
                      <a:pt x="3" y="388"/>
                    </a:lnTo>
                    <a:lnTo>
                      <a:pt x="54" y="350"/>
                    </a:lnTo>
                    <a:cubicBezTo>
                      <a:pt x="50" y="327"/>
                      <a:pt x="50" y="304"/>
                      <a:pt x="52" y="281"/>
                    </a:cubicBezTo>
                    <a:lnTo>
                      <a:pt x="0" y="246"/>
                    </a:lnTo>
                    <a:lnTo>
                      <a:pt x="37" y="148"/>
                    </a:lnTo>
                    <a:lnTo>
                      <a:pt x="100" y="157"/>
                    </a:lnTo>
                    <a:cubicBezTo>
                      <a:pt x="113" y="139"/>
                      <a:pt x="129" y="122"/>
                      <a:pt x="147" y="108"/>
                    </a:cubicBezTo>
                    <a:lnTo>
                      <a:pt x="135" y="46"/>
                    </a:lnTo>
                    <a:lnTo>
                      <a:pt x="231" y="3"/>
                    </a:lnTo>
                    <a:lnTo>
                      <a:pt x="268" y="54"/>
                    </a:lnTo>
                    <a:cubicBezTo>
                      <a:pt x="291" y="50"/>
                      <a:pt x="314" y="50"/>
                      <a:pt x="337" y="52"/>
                    </a:cubicBezTo>
                    <a:lnTo>
                      <a:pt x="372" y="0"/>
                    </a:lnTo>
                    <a:lnTo>
                      <a:pt x="470" y="37"/>
                    </a:lnTo>
                    <a:lnTo>
                      <a:pt x="461" y="100"/>
                    </a:lnTo>
                    <a:cubicBezTo>
                      <a:pt x="479" y="113"/>
                      <a:pt x="496" y="129"/>
                      <a:pt x="510" y="147"/>
                    </a:cubicBezTo>
                    <a:lnTo>
                      <a:pt x="572" y="135"/>
                    </a:lnTo>
                    <a:lnTo>
                      <a:pt x="615" y="231"/>
                    </a:lnTo>
                    <a:lnTo>
                      <a:pt x="564" y="269"/>
                    </a:lnTo>
                    <a:moveTo>
                      <a:pt x="414" y="268"/>
                    </a:moveTo>
                    <a:cubicBezTo>
                      <a:pt x="388" y="211"/>
                      <a:pt x="322" y="186"/>
                      <a:pt x="265" y="211"/>
                    </a:cubicBezTo>
                    <a:cubicBezTo>
                      <a:pt x="208" y="236"/>
                      <a:pt x="183" y="303"/>
                      <a:pt x="208" y="359"/>
                    </a:cubicBezTo>
                    <a:cubicBezTo>
                      <a:pt x="233" y="416"/>
                      <a:pt x="300" y="442"/>
                      <a:pt x="356" y="417"/>
                    </a:cubicBezTo>
                    <a:cubicBezTo>
                      <a:pt x="413" y="391"/>
                      <a:pt x="439" y="325"/>
                      <a:pt x="414" y="268"/>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20" name="Google Shape;20;p2"/>
              <p:cNvGrpSpPr/>
              <p:nvPr/>
            </p:nvGrpSpPr>
            <p:grpSpPr>
              <a:xfrm>
                <a:off x="8892173" y="3448146"/>
                <a:ext cx="417250" cy="417248"/>
                <a:chOff x="8892173" y="3448146"/>
                <a:chExt cx="417250" cy="417248"/>
              </a:xfrm>
            </p:grpSpPr>
            <p:sp>
              <p:nvSpPr>
                <p:cNvPr id="21" name="Google Shape;21;p2"/>
                <p:cNvSpPr/>
                <p:nvPr/>
              </p:nvSpPr>
              <p:spPr>
                <a:xfrm>
                  <a:off x="9019717" y="3581155"/>
                  <a:ext cx="154874" cy="153052"/>
                </a:xfrm>
                <a:custGeom>
                  <a:rect b="b" l="l" r="r" t="t"/>
                  <a:pathLst>
                    <a:path extrusionOk="0" h="84" w="85">
                      <a:moveTo>
                        <a:pt x="59" y="80"/>
                      </a:moveTo>
                      <a:cubicBezTo>
                        <a:pt x="59" y="80"/>
                        <a:pt x="59" y="81"/>
                        <a:pt x="57" y="81"/>
                      </a:cubicBezTo>
                      <a:cubicBezTo>
                        <a:pt x="56" y="82"/>
                        <a:pt x="53" y="83"/>
                        <a:pt x="50" y="84"/>
                      </a:cubicBezTo>
                      <a:cubicBezTo>
                        <a:pt x="44" y="85"/>
                        <a:pt x="33" y="85"/>
                        <a:pt x="23" y="80"/>
                      </a:cubicBezTo>
                      <a:cubicBezTo>
                        <a:pt x="12" y="74"/>
                        <a:pt x="2" y="62"/>
                        <a:pt x="0" y="46"/>
                      </a:cubicBezTo>
                      <a:cubicBezTo>
                        <a:pt x="0" y="38"/>
                        <a:pt x="1" y="29"/>
                        <a:pt x="6" y="22"/>
                      </a:cubicBezTo>
                      <a:cubicBezTo>
                        <a:pt x="10" y="14"/>
                        <a:pt x="17" y="8"/>
                        <a:pt x="25" y="4"/>
                      </a:cubicBezTo>
                      <a:cubicBezTo>
                        <a:pt x="34" y="0"/>
                        <a:pt x="43" y="-1"/>
                        <a:pt x="52" y="1"/>
                      </a:cubicBezTo>
                      <a:cubicBezTo>
                        <a:pt x="60" y="3"/>
                        <a:pt x="68" y="7"/>
                        <a:pt x="73" y="13"/>
                      </a:cubicBezTo>
                      <a:cubicBezTo>
                        <a:pt x="85" y="25"/>
                        <a:pt x="87" y="41"/>
                        <a:pt x="84" y="52"/>
                      </a:cubicBezTo>
                      <a:cubicBezTo>
                        <a:pt x="81" y="64"/>
                        <a:pt x="74" y="72"/>
                        <a:pt x="68" y="75"/>
                      </a:cubicBezTo>
                      <a:cubicBezTo>
                        <a:pt x="66" y="77"/>
                        <a:pt x="64" y="79"/>
                        <a:pt x="62" y="79"/>
                      </a:cubicBezTo>
                      <a:cubicBezTo>
                        <a:pt x="60" y="80"/>
                        <a:pt x="59" y="80"/>
                        <a:pt x="59" y="80"/>
                      </a:cubicBezTo>
                      <a:cubicBezTo>
                        <a:pt x="59" y="80"/>
                        <a:pt x="63" y="79"/>
                        <a:pt x="68" y="74"/>
                      </a:cubicBezTo>
                      <a:cubicBezTo>
                        <a:pt x="72" y="70"/>
                        <a:pt x="79" y="63"/>
                        <a:pt x="81" y="52"/>
                      </a:cubicBezTo>
                      <a:cubicBezTo>
                        <a:pt x="84" y="41"/>
                        <a:pt x="82" y="26"/>
                        <a:pt x="71" y="15"/>
                      </a:cubicBezTo>
                      <a:cubicBezTo>
                        <a:pt x="66" y="10"/>
                        <a:pt x="59" y="6"/>
                        <a:pt x="51" y="4"/>
                      </a:cubicBezTo>
                      <a:cubicBezTo>
                        <a:pt x="43" y="3"/>
                        <a:pt x="35" y="4"/>
                        <a:pt x="27" y="7"/>
                      </a:cubicBezTo>
                      <a:cubicBezTo>
                        <a:pt x="19" y="10"/>
                        <a:pt x="13" y="16"/>
                        <a:pt x="9" y="23"/>
                      </a:cubicBezTo>
                      <a:cubicBezTo>
                        <a:pt x="5" y="30"/>
                        <a:pt x="3" y="38"/>
                        <a:pt x="4" y="45"/>
                      </a:cubicBezTo>
                      <a:cubicBezTo>
                        <a:pt x="4" y="60"/>
                        <a:pt x="14" y="72"/>
                        <a:pt x="24" y="78"/>
                      </a:cubicBezTo>
                      <a:cubicBezTo>
                        <a:pt x="34" y="83"/>
                        <a:pt x="43" y="83"/>
                        <a:pt x="50" y="82"/>
                      </a:cubicBezTo>
                      <a:cubicBezTo>
                        <a:pt x="56" y="81"/>
                        <a:pt x="59" y="80"/>
                        <a:pt x="59" y="80"/>
                      </a:cubicBezTo>
                      <a:close/>
                    </a:path>
                  </a:pathLst>
                </a:custGeom>
                <a:solidFill>
                  <a:schemeClr val="dk2"/>
                </a:solidFill>
                <a:ln cap="flat" cmpd="sng" w="9525">
                  <a:solidFill>
                    <a:schemeClr val="dk2"/>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 name="Google Shape;22;p2"/>
                <p:cNvSpPr/>
                <p:nvPr/>
              </p:nvSpPr>
              <p:spPr>
                <a:xfrm>
                  <a:off x="8892173" y="3448146"/>
                  <a:ext cx="417250" cy="417248"/>
                </a:xfrm>
                <a:custGeom>
                  <a:rect b="b" l="l" r="r" t="t"/>
                  <a:pathLst>
                    <a:path extrusionOk="0" h="229" w="229">
                      <a:moveTo>
                        <a:pt x="129" y="208"/>
                      </a:moveTo>
                      <a:cubicBezTo>
                        <a:pt x="129" y="208"/>
                        <a:pt x="130" y="208"/>
                        <a:pt x="130" y="209"/>
                      </a:cubicBezTo>
                      <a:cubicBezTo>
                        <a:pt x="131" y="210"/>
                        <a:pt x="132" y="211"/>
                        <a:pt x="133" y="212"/>
                      </a:cubicBezTo>
                      <a:cubicBezTo>
                        <a:pt x="135" y="216"/>
                        <a:pt x="139" y="220"/>
                        <a:pt x="143" y="226"/>
                      </a:cubicBezTo>
                      <a:lnTo>
                        <a:pt x="143" y="226"/>
                      </a:lnTo>
                      <a:cubicBezTo>
                        <a:pt x="152" y="222"/>
                        <a:pt x="163" y="217"/>
                        <a:pt x="178" y="210"/>
                      </a:cubicBezTo>
                      <a:lnTo>
                        <a:pt x="177" y="211"/>
                      </a:lnTo>
                      <a:cubicBezTo>
                        <a:pt x="176" y="204"/>
                        <a:pt x="174" y="197"/>
                        <a:pt x="172" y="189"/>
                      </a:cubicBezTo>
                      <a:lnTo>
                        <a:pt x="172" y="188"/>
                      </a:lnTo>
                      <a:lnTo>
                        <a:pt x="173" y="188"/>
                      </a:lnTo>
                      <a:cubicBezTo>
                        <a:pt x="179" y="183"/>
                        <a:pt x="185" y="177"/>
                        <a:pt x="190" y="170"/>
                      </a:cubicBezTo>
                      <a:lnTo>
                        <a:pt x="190" y="169"/>
                      </a:lnTo>
                      <a:lnTo>
                        <a:pt x="191" y="169"/>
                      </a:lnTo>
                      <a:cubicBezTo>
                        <a:pt x="198" y="170"/>
                        <a:pt x="205" y="171"/>
                        <a:pt x="213" y="172"/>
                      </a:cubicBezTo>
                      <a:lnTo>
                        <a:pt x="212" y="173"/>
                      </a:lnTo>
                      <a:cubicBezTo>
                        <a:pt x="216" y="162"/>
                        <a:pt x="221" y="150"/>
                        <a:pt x="226" y="138"/>
                      </a:cubicBezTo>
                      <a:lnTo>
                        <a:pt x="226" y="139"/>
                      </a:lnTo>
                      <a:cubicBezTo>
                        <a:pt x="220" y="135"/>
                        <a:pt x="214" y="131"/>
                        <a:pt x="207" y="126"/>
                      </a:cubicBezTo>
                      <a:lnTo>
                        <a:pt x="206" y="126"/>
                      </a:lnTo>
                      <a:lnTo>
                        <a:pt x="206" y="125"/>
                      </a:lnTo>
                      <a:cubicBezTo>
                        <a:pt x="207" y="117"/>
                        <a:pt x="207" y="109"/>
                        <a:pt x="206" y="101"/>
                      </a:cubicBezTo>
                      <a:lnTo>
                        <a:pt x="206" y="100"/>
                      </a:lnTo>
                      <a:lnTo>
                        <a:pt x="206" y="99"/>
                      </a:lnTo>
                      <a:cubicBezTo>
                        <a:pt x="212" y="95"/>
                        <a:pt x="218" y="90"/>
                        <a:pt x="225" y="85"/>
                      </a:cubicBezTo>
                      <a:lnTo>
                        <a:pt x="224" y="87"/>
                      </a:lnTo>
                      <a:cubicBezTo>
                        <a:pt x="220" y="76"/>
                        <a:pt x="214" y="64"/>
                        <a:pt x="209" y="52"/>
                      </a:cubicBezTo>
                      <a:lnTo>
                        <a:pt x="211" y="53"/>
                      </a:lnTo>
                      <a:cubicBezTo>
                        <a:pt x="204" y="55"/>
                        <a:pt x="196" y="56"/>
                        <a:pt x="188" y="58"/>
                      </a:cubicBezTo>
                      <a:lnTo>
                        <a:pt x="187" y="58"/>
                      </a:lnTo>
                      <a:lnTo>
                        <a:pt x="187" y="57"/>
                      </a:lnTo>
                      <a:cubicBezTo>
                        <a:pt x="182" y="51"/>
                        <a:pt x="176" y="45"/>
                        <a:pt x="169" y="40"/>
                      </a:cubicBezTo>
                      <a:lnTo>
                        <a:pt x="168" y="40"/>
                      </a:lnTo>
                      <a:lnTo>
                        <a:pt x="168" y="39"/>
                      </a:lnTo>
                      <a:cubicBezTo>
                        <a:pt x="169" y="32"/>
                        <a:pt x="170" y="24"/>
                        <a:pt x="171" y="16"/>
                      </a:cubicBezTo>
                      <a:lnTo>
                        <a:pt x="172" y="18"/>
                      </a:lnTo>
                      <a:cubicBezTo>
                        <a:pt x="161" y="13"/>
                        <a:pt x="149" y="9"/>
                        <a:pt x="137" y="4"/>
                      </a:cubicBezTo>
                      <a:lnTo>
                        <a:pt x="139" y="3"/>
                      </a:lnTo>
                      <a:cubicBezTo>
                        <a:pt x="135" y="9"/>
                        <a:pt x="130" y="16"/>
                        <a:pt x="126" y="23"/>
                      </a:cubicBezTo>
                      <a:lnTo>
                        <a:pt x="125" y="23"/>
                      </a:lnTo>
                      <a:lnTo>
                        <a:pt x="124" y="23"/>
                      </a:lnTo>
                      <a:cubicBezTo>
                        <a:pt x="117" y="22"/>
                        <a:pt x="108" y="23"/>
                        <a:pt x="100" y="24"/>
                      </a:cubicBezTo>
                      <a:lnTo>
                        <a:pt x="100" y="24"/>
                      </a:lnTo>
                      <a:cubicBezTo>
                        <a:pt x="99" y="24"/>
                        <a:pt x="102" y="24"/>
                        <a:pt x="98" y="23"/>
                      </a:cubicBezTo>
                      <a:lnTo>
                        <a:pt x="98" y="23"/>
                      </a:lnTo>
                      <a:lnTo>
                        <a:pt x="98" y="23"/>
                      </a:lnTo>
                      <a:lnTo>
                        <a:pt x="98" y="23"/>
                      </a:lnTo>
                      <a:lnTo>
                        <a:pt x="98" y="23"/>
                      </a:lnTo>
                      <a:lnTo>
                        <a:pt x="97" y="22"/>
                      </a:lnTo>
                      <a:lnTo>
                        <a:pt x="97" y="21"/>
                      </a:lnTo>
                      <a:lnTo>
                        <a:pt x="95" y="19"/>
                      </a:lnTo>
                      <a:lnTo>
                        <a:pt x="91" y="14"/>
                      </a:lnTo>
                      <a:cubicBezTo>
                        <a:pt x="89" y="11"/>
                        <a:pt x="87" y="8"/>
                        <a:pt x="85" y="5"/>
                      </a:cubicBezTo>
                      <a:lnTo>
                        <a:pt x="87" y="5"/>
                      </a:lnTo>
                      <a:cubicBezTo>
                        <a:pt x="75" y="10"/>
                        <a:pt x="63" y="16"/>
                        <a:pt x="52" y="21"/>
                      </a:cubicBezTo>
                      <a:lnTo>
                        <a:pt x="53" y="19"/>
                      </a:lnTo>
                      <a:cubicBezTo>
                        <a:pt x="54" y="26"/>
                        <a:pt x="56" y="34"/>
                        <a:pt x="57" y="41"/>
                      </a:cubicBezTo>
                      <a:lnTo>
                        <a:pt x="57" y="42"/>
                      </a:lnTo>
                      <a:lnTo>
                        <a:pt x="57" y="43"/>
                      </a:lnTo>
                      <a:cubicBezTo>
                        <a:pt x="50" y="48"/>
                        <a:pt x="44" y="54"/>
                        <a:pt x="40" y="61"/>
                      </a:cubicBezTo>
                      <a:lnTo>
                        <a:pt x="39" y="61"/>
                      </a:lnTo>
                      <a:lnTo>
                        <a:pt x="38" y="61"/>
                      </a:lnTo>
                      <a:cubicBezTo>
                        <a:pt x="30" y="60"/>
                        <a:pt x="23" y="59"/>
                        <a:pt x="15" y="58"/>
                      </a:cubicBezTo>
                      <a:lnTo>
                        <a:pt x="17" y="57"/>
                      </a:lnTo>
                      <a:cubicBezTo>
                        <a:pt x="12" y="69"/>
                        <a:pt x="8" y="81"/>
                        <a:pt x="3" y="93"/>
                      </a:cubicBezTo>
                      <a:lnTo>
                        <a:pt x="3" y="91"/>
                      </a:lnTo>
                      <a:cubicBezTo>
                        <a:pt x="9" y="95"/>
                        <a:pt x="16" y="99"/>
                        <a:pt x="22" y="104"/>
                      </a:cubicBezTo>
                      <a:lnTo>
                        <a:pt x="23" y="104"/>
                      </a:lnTo>
                      <a:lnTo>
                        <a:pt x="22" y="105"/>
                      </a:lnTo>
                      <a:cubicBezTo>
                        <a:pt x="22" y="113"/>
                        <a:pt x="22" y="122"/>
                        <a:pt x="23" y="129"/>
                      </a:cubicBezTo>
                      <a:lnTo>
                        <a:pt x="23" y="130"/>
                      </a:lnTo>
                      <a:lnTo>
                        <a:pt x="22" y="131"/>
                      </a:lnTo>
                      <a:cubicBezTo>
                        <a:pt x="16" y="136"/>
                        <a:pt x="10" y="140"/>
                        <a:pt x="4" y="145"/>
                      </a:cubicBezTo>
                      <a:lnTo>
                        <a:pt x="4" y="143"/>
                      </a:lnTo>
                      <a:cubicBezTo>
                        <a:pt x="10" y="155"/>
                        <a:pt x="15" y="167"/>
                        <a:pt x="20" y="178"/>
                      </a:cubicBezTo>
                      <a:lnTo>
                        <a:pt x="18" y="177"/>
                      </a:lnTo>
                      <a:cubicBezTo>
                        <a:pt x="26" y="176"/>
                        <a:pt x="34" y="174"/>
                        <a:pt x="41" y="173"/>
                      </a:cubicBezTo>
                      <a:lnTo>
                        <a:pt x="42" y="173"/>
                      </a:lnTo>
                      <a:lnTo>
                        <a:pt x="42" y="173"/>
                      </a:lnTo>
                      <a:cubicBezTo>
                        <a:pt x="48" y="180"/>
                        <a:pt x="54" y="186"/>
                        <a:pt x="60" y="190"/>
                      </a:cubicBezTo>
                      <a:lnTo>
                        <a:pt x="60" y="191"/>
                      </a:lnTo>
                      <a:lnTo>
                        <a:pt x="60" y="191"/>
                      </a:lnTo>
                      <a:cubicBezTo>
                        <a:pt x="59" y="200"/>
                        <a:pt x="58" y="207"/>
                        <a:pt x="57" y="214"/>
                      </a:cubicBezTo>
                      <a:lnTo>
                        <a:pt x="56" y="213"/>
                      </a:lnTo>
                      <a:cubicBezTo>
                        <a:pt x="70" y="219"/>
                        <a:pt x="82" y="223"/>
                        <a:pt x="92" y="227"/>
                      </a:cubicBezTo>
                      <a:lnTo>
                        <a:pt x="91" y="227"/>
                      </a:lnTo>
                      <a:cubicBezTo>
                        <a:pt x="96" y="220"/>
                        <a:pt x="100" y="213"/>
                        <a:pt x="104" y="208"/>
                      </a:cubicBezTo>
                      <a:lnTo>
                        <a:pt x="104" y="208"/>
                      </a:lnTo>
                      <a:lnTo>
                        <a:pt x="104" y="208"/>
                      </a:lnTo>
                      <a:cubicBezTo>
                        <a:pt x="113" y="209"/>
                        <a:pt x="119" y="209"/>
                        <a:pt x="123" y="208"/>
                      </a:cubicBezTo>
                      <a:cubicBezTo>
                        <a:pt x="125" y="208"/>
                        <a:pt x="126" y="208"/>
                        <a:pt x="128" y="208"/>
                      </a:cubicBezTo>
                      <a:cubicBezTo>
                        <a:pt x="129" y="208"/>
                        <a:pt x="129" y="208"/>
                        <a:pt x="129" y="208"/>
                      </a:cubicBezTo>
                      <a:lnTo>
                        <a:pt x="128" y="208"/>
                      </a:lnTo>
                      <a:cubicBezTo>
                        <a:pt x="127" y="209"/>
                        <a:pt x="125" y="209"/>
                        <a:pt x="123" y="209"/>
                      </a:cubicBezTo>
                      <a:cubicBezTo>
                        <a:pt x="119" y="209"/>
                        <a:pt x="113" y="210"/>
                        <a:pt x="104" y="209"/>
                      </a:cubicBezTo>
                      <a:lnTo>
                        <a:pt x="105" y="209"/>
                      </a:lnTo>
                      <a:cubicBezTo>
                        <a:pt x="101" y="214"/>
                        <a:pt x="97" y="221"/>
                        <a:pt x="92" y="228"/>
                      </a:cubicBezTo>
                      <a:lnTo>
                        <a:pt x="92" y="229"/>
                      </a:lnTo>
                      <a:lnTo>
                        <a:pt x="91" y="228"/>
                      </a:lnTo>
                      <a:cubicBezTo>
                        <a:pt x="81" y="225"/>
                        <a:pt x="69" y="220"/>
                        <a:pt x="56" y="215"/>
                      </a:cubicBezTo>
                      <a:lnTo>
                        <a:pt x="55" y="215"/>
                      </a:lnTo>
                      <a:lnTo>
                        <a:pt x="55" y="214"/>
                      </a:lnTo>
                      <a:cubicBezTo>
                        <a:pt x="56" y="207"/>
                        <a:pt x="57" y="199"/>
                        <a:pt x="58" y="191"/>
                      </a:cubicBezTo>
                      <a:lnTo>
                        <a:pt x="59" y="192"/>
                      </a:lnTo>
                      <a:cubicBezTo>
                        <a:pt x="52" y="187"/>
                        <a:pt x="46" y="182"/>
                        <a:pt x="40" y="175"/>
                      </a:cubicBezTo>
                      <a:lnTo>
                        <a:pt x="41" y="175"/>
                      </a:lnTo>
                      <a:cubicBezTo>
                        <a:pt x="34" y="177"/>
                        <a:pt x="27" y="178"/>
                        <a:pt x="19" y="180"/>
                      </a:cubicBezTo>
                      <a:lnTo>
                        <a:pt x="18" y="180"/>
                      </a:lnTo>
                      <a:lnTo>
                        <a:pt x="17" y="179"/>
                      </a:lnTo>
                      <a:cubicBezTo>
                        <a:pt x="12" y="168"/>
                        <a:pt x="7" y="156"/>
                        <a:pt x="2" y="144"/>
                      </a:cubicBezTo>
                      <a:lnTo>
                        <a:pt x="1" y="143"/>
                      </a:lnTo>
                      <a:lnTo>
                        <a:pt x="2" y="142"/>
                      </a:lnTo>
                      <a:cubicBezTo>
                        <a:pt x="8" y="138"/>
                        <a:pt x="14" y="133"/>
                        <a:pt x="21" y="129"/>
                      </a:cubicBezTo>
                      <a:lnTo>
                        <a:pt x="20" y="130"/>
                      </a:lnTo>
                      <a:cubicBezTo>
                        <a:pt x="19" y="122"/>
                        <a:pt x="18" y="113"/>
                        <a:pt x="19" y="105"/>
                      </a:cubicBezTo>
                      <a:lnTo>
                        <a:pt x="20" y="106"/>
                      </a:lnTo>
                      <a:cubicBezTo>
                        <a:pt x="14" y="102"/>
                        <a:pt x="7" y="98"/>
                        <a:pt x="1" y="93"/>
                      </a:cubicBezTo>
                      <a:lnTo>
                        <a:pt x="0" y="93"/>
                      </a:lnTo>
                      <a:lnTo>
                        <a:pt x="0" y="92"/>
                      </a:lnTo>
                      <a:cubicBezTo>
                        <a:pt x="5" y="80"/>
                        <a:pt x="9" y="68"/>
                        <a:pt x="14" y="56"/>
                      </a:cubicBezTo>
                      <a:lnTo>
                        <a:pt x="14" y="55"/>
                      </a:lnTo>
                      <a:lnTo>
                        <a:pt x="16" y="55"/>
                      </a:lnTo>
                      <a:cubicBezTo>
                        <a:pt x="23" y="56"/>
                        <a:pt x="31" y="57"/>
                        <a:pt x="39" y="58"/>
                      </a:cubicBezTo>
                      <a:lnTo>
                        <a:pt x="37" y="59"/>
                      </a:lnTo>
                      <a:cubicBezTo>
                        <a:pt x="42" y="52"/>
                        <a:pt x="48" y="46"/>
                        <a:pt x="54" y="40"/>
                      </a:cubicBezTo>
                      <a:lnTo>
                        <a:pt x="54" y="42"/>
                      </a:lnTo>
                      <a:cubicBezTo>
                        <a:pt x="52" y="35"/>
                        <a:pt x="51" y="27"/>
                        <a:pt x="49" y="19"/>
                      </a:cubicBezTo>
                      <a:lnTo>
                        <a:pt x="49" y="18"/>
                      </a:lnTo>
                      <a:lnTo>
                        <a:pt x="50" y="18"/>
                      </a:lnTo>
                      <a:cubicBezTo>
                        <a:pt x="62" y="13"/>
                        <a:pt x="74" y="7"/>
                        <a:pt x="85" y="2"/>
                      </a:cubicBezTo>
                      <a:lnTo>
                        <a:pt x="87" y="2"/>
                      </a:lnTo>
                      <a:lnTo>
                        <a:pt x="87" y="3"/>
                      </a:lnTo>
                      <a:cubicBezTo>
                        <a:pt x="90" y="6"/>
                        <a:pt x="92" y="9"/>
                        <a:pt x="94" y="12"/>
                      </a:cubicBezTo>
                      <a:lnTo>
                        <a:pt x="98" y="17"/>
                      </a:lnTo>
                      <a:lnTo>
                        <a:pt x="99" y="19"/>
                      </a:lnTo>
                      <a:lnTo>
                        <a:pt x="100" y="20"/>
                      </a:lnTo>
                      <a:lnTo>
                        <a:pt x="101" y="21"/>
                      </a:lnTo>
                      <a:lnTo>
                        <a:pt x="101" y="21"/>
                      </a:lnTo>
                      <a:lnTo>
                        <a:pt x="101" y="21"/>
                      </a:lnTo>
                      <a:lnTo>
                        <a:pt x="101" y="21"/>
                      </a:lnTo>
                      <a:lnTo>
                        <a:pt x="101" y="21"/>
                      </a:lnTo>
                      <a:lnTo>
                        <a:pt x="101" y="21"/>
                      </a:lnTo>
                      <a:cubicBezTo>
                        <a:pt x="98" y="20"/>
                        <a:pt x="100" y="21"/>
                        <a:pt x="99" y="21"/>
                      </a:cubicBezTo>
                      <a:lnTo>
                        <a:pt x="99" y="21"/>
                      </a:lnTo>
                      <a:cubicBezTo>
                        <a:pt x="108" y="19"/>
                        <a:pt x="117" y="19"/>
                        <a:pt x="125" y="20"/>
                      </a:cubicBezTo>
                      <a:lnTo>
                        <a:pt x="123" y="21"/>
                      </a:lnTo>
                      <a:cubicBezTo>
                        <a:pt x="128" y="14"/>
                        <a:pt x="132" y="8"/>
                        <a:pt x="136" y="2"/>
                      </a:cubicBezTo>
                      <a:lnTo>
                        <a:pt x="137" y="0"/>
                      </a:lnTo>
                      <a:lnTo>
                        <a:pt x="138" y="1"/>
                      </a:lnTo>
                      <a:cubicBezTo>
                        <a:pt x="150" y="6"/>
                        <a:pt x="162" y="10"/>
                        <a:pt x="174" y="15"/>
                      </a:cubicBezTo>
                      <a:lnTo>
                        <a:pt x="175" y="15"/>
                      </a:lnTo>
                      <a:lnTo>
                        <a:pt x="175" y="16"/>
                      </a:lnTo>
                      <a:cubicBezTo>
                        <a:pt x="174" y="24"/>
                        <a:pt x="172" y="32"/>
                        <a:pt x="171" y="39"/>
                      </a:cubicBezTo>
                      <a:lnTo>
                        <a:pt x="171" y="38"/>
                      </a:lnTo>
                      <a:cubicBezTo>
                        <a:pt x="178" y="43"/>
                        <a:pt x="184" y="49"/>
                        <a:pt x="189" y="55"/>
                      </a:cubicBezTo>
                      <a:lnTo>
                        <a:pt x="187" y="55"/>
                      </a:lnTo>
                      <a:cubicBezTo>
                        <a:pt x="195" y="53"/>
                        <a:pt x="203" y="52"/>
                        <a:pt x="210" y="50"/>
                      </a:cubicBezTo>
                      <a:lnTo>
                        <a:pt x="211" y="50"/>
                      </a:lnTo>
                      <a:lnTo>
                        <a:pt x="212" y="51"/>
                      </a:lnTo>
                      <a:cubicBezTo>
                        <a:pt x="217" y="63"/>
                        <a:pt x="222" y="75"/>
                        <a:pt x="227" y="86"/>
                      </a:cubicBezTo>
                      <a:lnTo>
                        <a:pt x="228" y="87"/>
                      </a:lnTo>
                      <a:lnTo>
                        <a:pt x="227" y="88"/>
                      </a:lnTo>
                      <a:cubicBezTo>
                        <a:pt x="220" y="93"/>
                        <a:pt x="214" y="97"/>
                        <a:pt x="208" y="102"/>
                      </a:cubicBezTo>
                      <a:lnTo>
                        <a:pt x="209" y="100"/>
                      </a:lnTo>
                      <a:cubicBezTo>
                        <a:pt x="210" y="109"/>
                        <a:pt x="210" y="118"/>
                        <a:pt x="209" y="125"/>
                      </a:cubicBezTo>
                      <a:lnTo>
                        <a:pt x="209" y="124"/>
                      </a:lnTo>
                      <a:cubicBezTo>
                        <a:pt x="216" y="129"/>
                        <a:pt x="222" y="133"/>
                        <a:pt x="228" y="137"/>
                      </a:cubicBezTo>
                      <a:lnTo>
                        <a:pt x="229" y="138"/>
                      </a:lnTo>
                      <a:lnTo>
                        <a:pt x="229" y="139"/>
                      </a:lnTo>
                      <a:cubicBezTo>
                        <a:pt x="224" y="151"/>
                        <a:pt x="219" y="163"/>
                        <a:pt x="215" y="174"/>
                      </a:cubicBezTo>
                      <a:lnTo>
                        <a:pt x="214" y="175"/>
                      </a:lnTo>
                      <a:lnTo>
                        <a:pt x="213" y="175"/>
                      </a:lnTo>
                      <a:cubicBezTo>
                        <a:pt x="205" y="174"/>
                        <a:pt x="198" y="173"/>
                        <a:pt x="191" y="172"/>
                      </a:cubicBezTo>
                      <a:lnTo>
                        <a:pt x="192" y="171"/>
                      </a:lnTo>
                      <a:cubicBezTo>
                        <a:pt x="186" y="178"/>
                        <a:pt x="180" y="184"/>
                        <a:pt x="174" y="189"/>
                      </a:cubicBezTo>
                      <a:lnTo>
                        <a:pt x="175" y="188"/>
                      </a:lnTo>
                      <a:cubicBezTo>
                        <a:pt x="176" y="196"/>
                        <a:pt x="178" y="204"/>
                        <a:pt x="179" y="211"/>
                      </a:cubicBezTo>
                      <a:lnTo>
                        <a:pt x="179" y="212"/>
                      </a:lnTo>
                      <a:lnTo>
                        <a:pt x="178" y="212"/>
                      </a:lnTo>
                      <a:cubicBezTo>
                        <a:pt x="164" y="218"/>
                        <a:pt x="152" y="223"/>
                        <a:pt x="143" y="227"/>
                      </a:cubicBezTo>
                      <a:lnTo>
                        <a:pt x="143" y="227"/>
                      </a:lnTo>
                      <a:lnTo>
                        <a:pt x="143" y="227"/>
                      </a:lnTo>
                      <a:cubicBezTo>
                        <a:pt x="138" y="221"/>
                        <a:pt x="135" y="216"/>
                        <a:pt x="133" y="213"/>
                      </a:cubicBezTo>
                      <a:cubicBezTo>
                        <a:pt x="132" y="212"/>
                        <a:pt x="131" y="210"/>
                        <a:pt x="130" y="209"/>
                      </a:cubicBezTo>
                      <a:lnTo>
                        <a:pt x="129" y="208"/>
                      </a:lnTo>
                      <a:close/>
                    </a:path>
                  </a:pathLst>
                </a:custGeom>
                <a:solidFill>
                  <a:schemeClr val="dk2"/>
                </a:solidFill>
                <a:ln cap="flat" cmpd="sng" w="9525">
                  <a:solidFill>
                    <a:schemeClr val="dk2"/>
                  </a:solidFill>
                  <a:prstDash val="solid"/>
                  <a:round/>
                  <a:headEnd len="sm" w="sm" type="none"/>
                  <a:tailEnd len="sm" w="sm" type="none"/>
                </a:ln>
              </p:spPr>
              <p:txBody>
                <a:bodyPr anchorCtr="1" anchor="ctr" bIns="37425" lIns="90000" spcFirstLastPara="1" rIns="90000" wrap="square" tIns="37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23" name="Google Shape;23;p2"/>
            <p:cNvSpPr/>
            <p:nvPr/>
          </p:nvSpPr>
          <p:spPr>
            <a:xfrm>
              <a:off x="1042712" y="-336237"/>
              <a:ext cx="807169" cy="807166"/>
            </a:xfrm>
            <a:custGeom>
              <a:rect b="b" l="l" r="r" t="t"/>
              <a:pathLst>
                <a:path extrusionOk="0" h="443" w="443">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24" name="Google Shape;24;p2"/>
            <p:cNvGrpSpPr/>
            <p:nvPr/>
          </p:nvGrpSpPr>
          <p:grpSpPr>
            <a:xfrm>
              <a:off x="2013865" y="139317"/>
              <a:ext cx="278774" cy="278773"/>
              <a:chOff x="2013865" y="139317"/>
              <a:chExt cx="278774" cy="278773"/>
            </a:xfrm>
          </p:grpSpPr>
          <p:sp>
            <p:nvSpPr>
              <p:cNvPr id="25" name="Google Shape;25;p2"/>
              <p:cNvSpPr/>
              <p:nvPr/>
            </p:nvSpPr>
            <p:spPr>
              <a:xfrm>
                <a:off x="2015687" y="139317"/>
                <a:ext cx="275130" cy="276951"/>
              </a:xfrm>
              <a:custGeom>
                <a:rect b="b" l="l" r="r" t="t"/>
                <a:pathLst>
                  <a:path extrusionOk="0" h="152" w="151">
                    <a:moveTo>
                      <a:pt x="85" y="139"/>
                    </a:moveTo>
                    <a:cubicBezTo>
                      <a:pt x="80" y="140"/>
                      <a:pt x="74" y="140"/>
                      <a:pt x="69" y="139"/>
                    </a:cubicBezTo>
                    <a:lnTo>
                      <a:pt x="60" y="152"/>
                    </a:lnTo>
                    <a:lnTo>
                      <a:pt x="36" y="143"/>
                    </a:lnTo>
                    <a:lnTo>
                      <a:pt x="38" y="128"/>
                    </a:lnTo>
                    <a:cubicBezTo>
                      <a:pt x="34" y="124"/>
                      <a:pt x="30" y="120"/>
                      <a:pt x="26" y="116"/>
                    </a:cubicBezTo>
                    <a:lnTo>
                      <a:pt x="11" y="119"/>
                    </a:lnTo>
                    <a:lnTo>
                      <a:pt x="0" y="96"/>
                    </a:lnTo>
                    <a:lnTo>
                      <a:pt x="13" y="86"/>
                    </a:lnTo>
                    <a:cubicBezTo>
                      <a:pt x="12" y="81"/>
                      <a:pt x="12" y="75"/>
                      <a:pt x="13" y="69"/>
                    </a:cubicBezTo>
                    <a:lnTo>
                      <a:pt x="0" y="61"/>
                    </a:lnTo>
                    <a:lnTo>
                      <a:pt x="9" y="37"/>
                    </a:lnTo>
                    <a:lnTo>
                      <a:pt x="24" y="39"/>
                    </a:lnTo>
                    <a:cubicBezTo>
                      <a:pt x="27" y="35"/>
                      <a:pt x="31" y="30"/>
                      <a:pt x="36" y="27"/>
                    </a:cubicBezTo>
                    <a:lnTo>
                      <a:pt x="33" y="12"/>
                    </a:lnTo>
                    <a:lnTo>
                      <a:pt x="56" y="1"/>
                    </a:lnTo>
                    <a:lnTo>
                      <a:pt x="66" y="14"/>
                    </a:lnTo>
                    <a:cubicBezTo>
                      <a:pt x="71" y="13"/>
                      <a:pt x="77" y="13"/>
                      <a:pt x="82" y="13"/>
                    </a:cubicBezTo>
                    <a:lnTo>
                      <a:pt x="91" y="0"/>
                    </a:lnTo>
                    <a:lnTo>
                      <a:pt x="115" y="10"/>
                    </a:lnTo>
                    <a:lnTo>
                      <a:pt x="113" y="25"/>
                    </a:lnTo>
                    <a:cubicBezTo>
                      <a:pt x="117" y="28"/>
                      <a:pt x="121" y="32"/>
                      <a:pt x="125" y="37"/>
                    </a:cubicBezTo>
                    <a:lnTo>
                      <a:pt x="140" y="34"/>
                    </a:lnTo>
                    <a:lnTo>
                      <a:pt x="151" y="57"/>
                    </a:lnTo>
                    <a:lnTo>
                      <a:pt x="138" y="66"/>
                    </a:lnTo>
                    <a:cubicBezTo>
                      <a:pt x="139" y="72"/>
                      <a:pt x="139" y="78"/>
                      <a:pt x="138" y="83"/>
                    </a:cubicBezTo>
                    <a:lnTo>
                      <a:pt x="151" y="92"/>
                    </a:lnTo>
                    <a:lnTo>
                      <a:pt x="142" y="116"/>
                    </a:lnTo>
                    <a:lnTo>
                      <a:pt x="127" y="114"/>
                    </a:lnTo>
                    <a:cubicBezTo>
                      <a:pt x="124" y="118"/>
                      <a:pt x="120" y="122"/>
                      <a:pt x="115" y="126"/>
                    </a:cubicBezTo>
                    <a:lnTo>
                      <a:pt x="118" y="141"/>
                    </a:lnTo>
                    <a:lnTo>
                      <a:pt x="95" y="151"/>
                    </a:lnTo>
                    <a:lnTo>
                      <a:pt x="85" y="139"/>
                    </a:lnTo>
                    <a:moveTo>
                      <a:pt x="86" y="102"/>
                    </a:moveTo>
                    <a:cubicBezTo>
                      <a:pt x="99" y="96"/>
                      <a:pt x="106" y="79"/>
                      <a:pt x="100" y="66"/>
                    </a:cubicBezTo>
                    <a:cubicBezTo>
                      <a:pt x="93" y="52"/>
                      <a:pt x="77" y="45"/>
                      <a:pt x="63" y="52"/>
                    </a:cubicBezTo>
                    <a:cubicBezTo>
                      <a:pt x="49" y="58"/>
                      <a:pt x="43" y="74"/>
                      <a:pt x="49" y="88"/>
                    </a:cubicBezTo>
                    <a:cubicBezTo>
                      <a:pt x="55" y="102"/>
                      <a:pt x="72" y="108"/>
                      <a:pt x="86" y="102"/>
                    </a:cubicBezTo>
                    <a:close/>
                  </a:path>
                </a:pathLst>
              </a:custGeom>
              <a:solidFill>
                <a:schemeClr val="lt2"/>
              </a:solidFill>
              <a:ln>
                <a:noFill/>
              </a:ln>
            </p:spPr>
            <p:txBody>
              <a:bodyPr anchorCtr="1" anchor="ctr" bIns="9700" lIns="90000" spcFirstLastPara="1" rIns="90000" wrap="square" tIns="97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6" name="Google Shape;26;p2"/>
              <p:cNvSpPr/>
              <p:nvPr/>
            </p:nvSpPr>
            <p:spPr>
              <a:xfrm>
                <a:off x="2099501" y="226775"/>
                <a:ext cx="102035" cy="103857"/>
              </a:xfrm>
              <a:custGeom>
                <a:rect b="b" l="l" r="r" t="t"/>
                <a:pathLst>
                  <a:path extrusionOk="0" h="57" w="56">
                    <a:moveTo>
                      <a:pt x="40" y="54"/>
                    </a:moveTo>
                    <a:cubicBezTo>
                      <a:pt x="40" y="54"/>
                      <a:pt x="38" y="55"/>
                      <a:pt x="33" y="56"/>
                    </a:cubicBezTo>
                    <a:cubicBezTo>
                      <a:pt x="29" y="57"/>
                      <a:pt x="22" y="57"/>
                      <a:pt x="15" y="53"/>
                    </a:cubicBezTo>
                    <a:cubicBezTo>
                      <a:pt x="11" y="52"/>
                      <a:pt x="8" y="49"/>
                      <a:pt x="5" y="45"/>
                    </a:cubicBezTo>
                    <a:cubicBezTo>
                      <a:pt x="2" y="41"/>
                      <a:pt x="0" y="36"/>
                      <a:pt x="0" y="31"/>
                    </a:cubicBezTo>
                    <a:cubicBezTo>
                      <a:pt x="0" y="28"/>
                      <a:pt x="0" y="25"/>
                      <a:pt x="1" y="23"/>
                    </a:cubicBezTo>
                    <a:cubicBezTo>
                      <a:pt x="1" y="20"/>
                      <a:pt x="2" y="17"/>
                      <a:pt x="4" y="15"/>
                    </a:cubicBezTo>
                    <a:cubicBezTo>
                      <a:pt x="7" y="10"/>
                      <a:pt x="11" y="5"/>
                      <a:pt x="17" y="3"/>
                    </a:cubicBezTo>
                    <a:cubicBezTo>
                      <a:pt x="22" y="0"/>
                      <a:pt x="29" y="0"/>
                      <a:pt x="34" y="1"/>
                    </a:cubicBezTo>
                    <a:cubicBezTo>
                      <a:pt x="37" y="2"/>
                      <a:pt x="40" y="3"/>
                      <a:pt x="42" y="4"/>
                    </a:cubicBezTo>
                    <a:cubicBezTo>
                      <a:pt x="45" y="5"/>
                      <a:pt x="47" y="7"/>
                      <a:pt x="49" y="9"/>
                    </a:cubicBezTo>
                    <a:cubicBezTo>
                      <a:pt x="53" y="13"/>
                      <a:pt x="55" y="18"/>
                      <a:pt x="56" y="22"/>
                    </a:cubicBezTo>
                    <a:cubicBezTo>
                      <a:pt x="57" y="27"/>
                      <a:pt x="57" y="31"/>
                      <a:pt x="56" y="35"/>
                    </a:cubicBezTo>
                    <a:cubicBezTo>
                      <a:pt x="54" y="43"/>
                      <a:pt x="49" y="48"/>
                      <a:pt x="46" y="51"/>
                    </a:cubicBezTo>
                    <a:cubicBezTo>
                      <a:pt x="42" y="53"/>
                      <a:pt x="40" y="54"/>
                      <a:pt x="40" y="54"/>
                    </a:cubicBezTo>
                    <a:cubicBezTo>
                      <a:pt x="39" y="54"/>
                      <a:pt x="42" y="53"/>
                      <a:pt x="45" y="50"/>
                    </a:cubicBezTo>
                    <a:cubicBezTo>
                      <a:pt x="48" y="48"/>
                      <a:pt x="53" y="43"/>
                      <a:pt x="55" y="35"/>
                    </a:cubicBezTo>
                    <a:cubicBezTo>
                      <a:pt x="55" y="31"/>
                      <a:pt x="56" y="27"/>
                      <a:pt x="55" y="23"/>
                    </a:cubicBezTo>
                    <a:cubicBezTo>
                      <a:pt x="53" y="18"/>
                      <a:pt x="51" y="14"/>
                      <a:pt x="48" y="10"/>
                    </a:cubicBezTo>
                    <a:cubicBezTo>
                      <a:pt x="46" y="8"/>
                      <a:pt x="44" y="7"/>
                      <a:pt x="42" y="6"/>
                    </a:cubicBezTo>
                    <a:cubicBezTo>
                      <a:pt x="39" y="4"/>
                      <a:pt x="37" y="3"/>
                      <a:pt x="34" y="3"/>
                    </a:cubicBezTo>
                    <a:cubicBezTo>
                      <a:pt x="29" y="1"/>
                      <a:pt x="23" y="2"/>
                      <a:pt x="17" y="4"/>
                    </a:cubicBezTo>
                    <a:cubicBezTo>
                      <a:pt x="12" y="7"/>
                      <a:pt x="8" y="11"/>
                      <a:pt x="5" y="16"/>
                    </a:cubicBezTo>
                    <a:cubicBezTo>
                      <a:pt x="4" y="18"/>
                      <a:pt x="3" y="20"/>
                      <a:pt x="2" y="23"/>
                    </a:cubicBezTo>
                    <a:cubicBezTo>
                      <a:pt x="2" y="26"/>
                      <a:pt x="1" y="28"/>
                      <a:pt x="2" y="31"/>
                    </a:cubicBezTo>
                    <a:cubicBezTo>
                      <a:pt x="2" y="36"/>
                      <a:pt x="4" y="40"/>
                      <a:pt x="6" y="44"/>
                    </a:cubicBezTo>
                    <a:cubicBezTo>
                      <a:pt x="9" y="48"/>
                      <a:pt x="12" y="51"/>
                      <a:pt x="15" y="53"/>
                    </a:cubicBezTo>
                    <a:cubicBezTo>
                      <a:pt x="22" y="56"/>
                      <a:pt x="29" y="56"/>
                      <a:pt x="33" y="56"/>
                    </a:cubicBezTo>
                    <a:cubicBezTo>
                      <a:pt x="37" y="55"/>
                      <a:pt x="40" y="54"/>
                      <a:pt x="40" y="54"/>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7" name="Google Shape;27;p2"/>
              <p:cNvSpPr/>
              <p:nvPr/>
            </p:nvSpPr>
            <p:spPr>
              <a:xfrm>
                <a:off x="2013865" y="139317"/>
                <a:ext cx="278774" cy="278773"/>
              </a:xfrm>
              <a:custGeom>
                <a:rect b="b" l="l" r="r" t="t"/>
                <a:pathLst>
                  <a:path extrusionOk="0" h="153" w="153">
                    <a:moveTo>
                      <a:pt x="86" y="139"/>
                    </a:moveTo>
                    <a:cubicBezTo>
                      <a:pt x="86" y="139"/>
                      <a:pt x="87" y="139"/>
                      <a:pt x="87" y="140"/>
                    </a:cubicBezTo>
                    <a:lnTo>
                      <a:pt x="89" y="142"/>
                    </a:lnTo>
                    <a:cubicBezTo>
                      <a:pt x="90" y="144"/>
                      <a:pt x="93" y="147"/>
                      <a:pt x="96" y="151"/>
                    </a:cubicBezTo>
                    <a:lnTo>
                      <a:pt x="96" y="151"/>
                    </a:lnTo>
                    <a:cubicBezTo>
                      <a:pt x="102" y="148"/>
                      <a:pt x="109" y="145"/>
                      <a:pt x="119" y="141"/>
                    </a:cubicBezTo>
                    <a:lnTo>
                      <a:pt x="119" y="141"/>
                    </a:lnTo>
                    <a:cubicBezTo>
                      <a:pt x="118" y="136"/>
                      <a:pt x="117" y="131"/>
                      <a:pt x="116" y="126"/>
                    </a:cubicBezTo>
                    <a:lnTo>
                      <a:pt x="116" y="125"/>
                    </a:lnTo>
                    <a:lnTo>
                      <a:pt x="116" y="125"/>
                    </a:lnTo>
                    <a:cubicBezTo>
                      <a:pt x="120" y="122"/>
                      <a:pt x="124" y="118"/>
                      <a:pt x="127" y="113"/>
                    </a:cubicBezTo>
                    <a:lnTo>
                      <a:pt x="128" y="113"/>
                    </a:lnTo>
                    <a:lnTo>
                      <a:pt x="128" y="113"/>
                    </a:lnTo>
                    <a:cubicBezTo>
                      <a:pt x="133" y="114"/>
                      <a:pt x="138" y="114"/>
                      <a:pt x="143" y="115"/>
                    </a:cubicBezTo>
                    <a:lnTo>
                      <a:pt x="143" y="116"/>
                    </a:lnTo>
                    <a:cubicBezTo>
                      <a:pt x="146" y="108"/>
                      <a:pt x="149" y="100"/>
                      <a:pt x="152" y="92"/>
                    </a:cubicBezTo>
                    <a:lnTo>
                      <a:pt x="152" y="92"/>
                    </a:lnTo>
                    <a:cubicBezTo>
                      <a:pt x="148" y="90"/>
                      <a:pt x="144" y="87"/>
                      <a:pt x="139" y="84"/>
                    </a:cubicBezTo>
                    <a:lnTo>
                      <a:pt x="139" y="83"/>
                    </a:lnTo>
                    <a:lnTo>
                      <a:pt x="139" y="83"/>
                    </a:lnTo>
                    <a:cubicBezTo>
                      <a:pt x="139" y="78"/>
                      <a:pt x="139" y="72"/>
                      <a:pt x="138" y="67"/>
                    </a:cubicBezTo>
                    <a:lnTo>
                      <a:pt x="138" y="66"/>
                    </a:lnTo>
                    <a:lnTo>
                      <a:pt x="139" y="66"/>
                    </a:lnTo>
                    <a:cubicBezTo>
                      <a:pt x="143" y="63"/>
                      <a:pt x="147" y="60"/>
                      <a:pt x="151" y="57"/>
                    </a:cubicBezTo>
                    <a:lnTo>
                      <a:pt x="151" y="57"/>
                    </a:lnTo>
                    <a:cubicBezTo>
                      <a:pt x="148" y="50"/>
                      <a:pt x="144" y="42"/>
                      <a:pt x="141" y="34"/>
                    </a:cubicBezTo>
                    <a:lnTo>
                      <a:pt x="141" y="34"/>
                    </a:lnTo>
                    <a:cubicBezTo>
                      <a:pt x="137" y="35"/>
                      <a:pt x="131" y="36"/>
                      <a:pt x="126" y="37"/>
                    </a:cubicBezTo>
                    <a:lnTo>
                      <a:pt x="126" y="37"/>
                    </a:lnTo>
                    <a:lnTo>
                      <a:pt x="125" y="37"/>
                    </a:lnTo>
                    <a:cubicBezTo>
                      <a:pt x="122" y="33"/>
                      <a:pt x="118" y="29"/>
                      <a:pt x="113" y="26"/>
                    </a:cubicBezTo>
                    <a:lnTo>
                      <a:pt x="113" y="26"/>
                    </a:lnTo>
                    <a:lnTo>
                      <a:pt x="113" y="25"/>
                    </a:lnTo>
                    <a:cubicBezTo>
                      <a:pt x="114" y="20"/>
                      <a:pt x="115" y="15"/>
                      <a:pt x="115" y="10"/>
                    </a:cubicBezTo>
                    <a:lnTo>
                      <a:pt x="116" y="11"/>
                    </a:lnTo>
                    <a:cubicBezTo>
                      <a:pt x="108" y="8"/>
                      <a:pt x="100" y="4"/>
                      <a:pt x="92" y="1"/>
                    </a:cubicBezTo>
                    <a:lnTo>
                      <a:pt x="93" y="1"/>
                    </a:lnTo>
                    <a:cubicBezTo>
                      <a:pt x="90" y="5"/>
                      <a:pt x="87" y="9"/>
                      <a:pt x="84" y="14"/>
                    </a:cubicBezTo>
                    <a:lnTo>
                      <a:pt x="84" y="14"/>
                    </a:lnTo>
                    <a:lnTo>
                      <a:pt x="83" y="14"/>
                    </a:lnTo>
                    <a:cubicBezTo>
                      <a:pt x="78" y="14"/>
                      <a:pt x="72" y="14"/>
                      <a:pt x="67" y="15"/>
                    </a:cubicBezTo>
                    <a:lnTo>
                      <a:pt x="67" y="15"/>
                    </a:lnTo>
                    <a:cubicBezTo>
                      <a:pt x="66" y="14"/>
                      <a:pt x="68" y="15"/>
                      <a:pt x="66" y="14"/>
                    </a:cubicBezTo>
                    <a:lnTo>
                      <a:pt x="66" y="14"/>
                    </a:lnTo>
                    <a:lnTo>
                      <a:pt x="66" y="14"/>
                    </a:lnTo>
                    <a:lnTo>
                      <a:pt x="66" y="14"/>
                    </a:lnTo>
                    <a:lnTo>
                      <a:pt x="65" y="14"/>
                    </a:lnTo>
                    <a:lnTo>
                      <a:pt x="65" y="13"/>
                    </a:lnTo>
                    <a:lnTo>
                      <a:pt x="64" y="11"/>
                    </a:lnTo>
                    <a:lnTo>
                      <a:pt x="61" y="8"/>
                    </a:lnTo>
                    <a:cubicBezTo>
                      <a:pt x="60" y="6"/>
                      <a:pt x="58" y="4"/>
                      <a:pt x="57" y="2"/>
                    </a:cubicBezTo>
                    <a:lnTo>
                      <a:pt x="58" y="2"/>
                    </a:lnTo>
                    <a:cubicBezTo>
                      <a:pt x="50" y="6"/>
                      <a:pt x="42" y="9"/>
                      <a:pt x="34" y="13"/>
                    </a:cubicBezTo>
                    <a:lnTo>
                      <a:pt x="35" y="12"/>
                    </a:lnTo>
                    <a:cubicBezTo>
                      <a:pt x="36" y="17"/>
                      <a:pt x="37" y="22"/>
                      <a:pt x="38" y="27"/>
                    </a:cubicBezTo>
                    <a:lnTo>
                      <a:pt x="38" y="27"/>
                    </a:lnTo>
                    <a:lnTo>
                      <a:pt x="37" y="28"/>
                    </a:lnTo>
                    <a:cubicBezTo>
                      <a:pt x="33" y="31"/>
                      <a:pt x="29" y="35"/>
                      <a:pt x="26" y="40"/>
                    </a:cubicBezTo>
                    <a:lnTo>
                      <a:pt x="26" y="40"/>
                    </a:lnTo>
                    <a:lnTo>
                      <a:pt x="25" y="40"/>
                    </a:lnTo>
                    <a:cubicBezTo>
                      <a:pt x="20" y="39"/>
                      <a:pt x="15" y="39"/>
                      <a:pt x="10" y="38"/>
                    </a:cubicBezTo>
                    <a:lnTo>
                      <a:pt x="11" y="37"/>
                    </a:lnTo>
                    <a:cubicBezTo>
                      <a:pt x="8" y="46"/>
                      <a:pt x="4" y="53"/>
                      <a:pt x="1" y="61"/>
                    </a:cubicBezTo>
                    <a:lnTo>
                      <a:pt x="1" y="60"/>
                    </a:lnTo>
                    <a:cubicBezTo>
                      <a:pt x="6" y="63"/>
                      <a:pt x="10" y="66"/>
                      <a:pt x="14" y="69"/>
                    </a:cubicBezTo>
                    <a:lnTo>
                      <a:pt x="14" y="69"/>
                    </a:lnTo>
                    <a:lnTo>
                      <a:pt x="14" y="70"/>
                    </a:lnTo>
                    <a:cubicBezTo>
                      <a:pt x="14" y="75"/>
                      <a:pt x="14" y="81"/>
                      <a:pt x="15" y="86"/>
                    </a:cubicBezTo>
                    <a:lnTo>
                      <a:pt x="15" y="87"/>
                    </a:lnTo>
                    <a:lnTo>
                      <a:pt x="14" y="87"/>
                    </a:lnTo>
                    <a:cubicBezTo>
                      <a:pt x="10" y="90"/>
                      <a:pt x="6" y="93"/>
                      <a:pt x="2" y="96"/>
                    </a:cubicBezTo>
                    <a:lnTo>
                      <a:pt x="2" y="96"/>
                    </a:lnTo>
                    <a:cubicBezTo>
                      <a:pt x="6" y="104"/>
                      <a:pt x="9" y="112"/>
                      <a:pt x="13" y="119"/>
                    </a:cubicBezTo>
                    <a:lnTo>
                      <a:pt x="12" y="119"/>
                    </a:lnTo>
                    <a:cubicBezTo>
                      <a:pt x="17" y="118"/>
                      <a:pt x="22" y="117"/>
                      <a:pt x="27" y="116"/>
                    </a:cubicBezTo>
                    <a:lnTo>
                      <a:pt x="27" y="116"/>
                    </a:lnTo>
                    <a:lnTo>
                      <a:pt x="28" y="116"/>
                    </a:lnTo>
                    <a:cubicBezTo>
                      <a:pt x="31" y="121"/>
                      <a:pt x="35" y="124"/>
                      <a:pt x="40" y="127"/>
                    </a:cubicBezTo>
                    <a:lnTo>
                      <a:pt x="40" y="128"/>
                    </a:lnTo>
                    <a:lnTo>
                      <a:pt x="40" y="128"/>
                    </a:lnTo>
                    <a:cubicBezTo>
                      <a:pt x="39" y="134"/>
                      <a:pt x="38" y="139"/>
                      <a:pt x="38" y="143"/>
                    </a:cubicBezTo>
                    <a:lnTo>
                      <a:pt x="37" y="143"/>
                    </a:lnTo>
                    <a:cubicBezTo>
                      <a:pt x="47" y="146"/>
                      <a:pt x="55" y="150"/>
                      <a:pt x="61" y="152"/>
                    </a:cubicBezTo>
                    <a:lnTo>
                      <a:pt x="61" y="152"/>
                    </a:lnTo>
                    <a:cubicBezTo>
                      <a:pt x="64" y="147"/>
                      <a:pt x="67" y="143"/>
                      <a:pt x="70" y="139"/>
                    </a:cubicBezTo>
                    <a:lnTo>
                      <a:pt x="70" y="139"/>
                    </a:lnTo>
                    <a:lnTo>
                      <a:pt x="70" y="139"/>
                    </a:lnTo>
                    <a:cubicBezTo>
                      <a:pt x="75" y="140"/>
                      <a:pt x="80" y="140"/>
                      <a:pt x="82" y="140"/>
                    </a:cubicBezTo>
                    <a:lnTo>
                      <a:pt x="85" y="139"/>
                    </a:lnTo>
                    <a:cubicBezTo>
                      <a:pt x="86" y="139"/>
                      <a:pt x="87" y="139"/>
                      <a:pt x="87" y="139"/>
                    </a:cubicBezTo>
                    <a:cubicBezTo>
                      <a:pt x="87" y="139"/>
                      <a:pt x="85" y="138"/>
                      <a:pt x="85" y="139"/>
                    </a:cubicBezTo>
                    <a:cubicBezTo>
                      <a:pt x="84" y="140"/>
                      <a:pt x="84" y="140"/>
                      <a:pt x="82" y="140"/>
                    </a:cubicBezTo>
                    <a:cubicBezTo>
                      <a:pt x="80" y="140"/>
                      <a:pt x="75" y="140"/>
                      <a:pt x="70" y="140"/>
                    </a:cubicBezTo>
                    <a:lnTo>
                      <a:pt x="70" y="140"/>
                    </a:lnTo>
                    <a:cubicBezTo>
                      <a:pt x="68" y="143"/>
                      <a:pt x="65" y="148"/>
                      <a:pt x="61" y="153"/>
                    </a:cubicBezTo>
                    <a:lnTo>
                      <a:pt x="61" y="153"/>
                    </a:lnTo>
                    <a:lnTo>
                      <a:pt x="61" y="153"/>
                    </a:lnTo>
                    <a:cubicBezTo>
                      <a:pt x="54" y="150"/>
                      <a:pt x="46" y="147"/>
                      <a:pt x="37" y="144"/>
                    </a:cubicBezTo>
                    <a:lnTo>
                      <a:pt x="37" y="144"/>
                    </a:lnTo>
                    <a:lnTo>
                      <a:pt x="37" y="143"/>
                    </a:lnTo>
                    <a:cubicBezTo>
                      <a:pt x="37" y="138"/>
                      <a:pt x="38" y="133"/>
                      <a:pt x="39" y="128"/>
                    </a:cubicBezTo>
                    <a:lnTo>
                      <a:pt x="39" y="128"/>
                    </a:lnTo>
                    <a:cubicBezTo>
                      <a:pt x="35" y="125"/>
                      <a:pt x="31" y="121"/>
                      <a:pt x="27" y="117"/>
                    </a:cubicBezTo>
                    <a:lnTo>
                      <a:pt x="27" y="117"/>
                    </a:lnTo>
                    <a:cubicBezTo>
                      <a:pt x="23" y="118"/>
                      <a:pt x="17" y="119"/>
                      <a:pt x="12" y="120"/>
                    </a:cubicBezTo>
                    <a:lnTo>
                      <a:pt x="12" y="120"/>
                    </a:lnTo>
                    <a:lnTo>
                      <a:pt x="11" y="120"/>
                    </a:lnTo>
                    <a:cubicBezTo>
                      <a:pt x="8" y="112"/>
                      <a:pt x="5" y="104"/>
                      <a:pt x="1" y="96"/>
                    </a:cubicBezTo>
                    <a:lnTo>
                      <a:pt x="1" y="96"/>
                    </a:lnTo>
                    <a:lnTo>
                      <a:pt x="1" y="95"/>
                    </a:lnTo>
                    <a:cubicBezTo>
                      <a:pt x="5" y="92"/>
                      <a:pt x="9" y="89"/>
                      <a:pt x="14" y="86"/>
                    </a:cubicBezTo>
                    <a:lnTo>
                      <a:pt x="13" y="87"/>
                    </a:lnTo>
                    <a:cubicBezTo>
                      <a:pt x="12" y="81"/>
                      <a:pt x="12" y="76"/>
                      <a:pt x="13" y="70"/>
                    </a:cubicBezTo>
                    <a:lnTo>
                      <a:pt x="13" y="70"/>
                    </a:lnTo>
                    <a:cubicBezTo>
                      <a:pt x="9" y="68"/>
                      <a:pt x="5" y="65"/>
                      <a:pt x="0" y="62"/>
                    </a:cubicBezTo>
                    <a:lnTo>
                      <a:pt x="0" y="61"/>
                    </a:lnTo>
                    <a:lnTo>
                      <a:pt x="0" y="61"/>
                    </a:lnTo>
                    <a:cubicBezTo>
                      <a:pt x="3" y="53"/>
                      <a:pt x="6" y="45"/>
                      <a:pt x="9" y="37"/>
                    </a:cubicBezTo>
                    <a:lnTo>
                      <a:pt x="10" y="36"/>
                    </a:lnTo>
                    <a:lnTo>
                      <a:pt x="10" y="36"/>
                    </a:lnTo>
                    <a:cubicBezTo>
                      <a:pt x="15" y="37"/>
                      <a:pt x="20" y="38"/>
                      <a:pt x="25" y="39"/>
                    </a:cubicBezTo>
                    <a:lnTo>
                      <a:pt x="25" y="39"/>
                    </a:lnTo>
                    <a:cubicBezTo>
                      <a:pt x="28" y="34"/>
                      <a:pt x="32" y="30"/>
                      <a:pt x="36" y="27"/>
                    </a:cubicBezTo>
                    <a:lnTo>
                      <a:pt x="36" y="27"/>
                    </a:lnTo>
                    <a:cubicBezTo>
                      <a:pt x="35" y="22"/>
                      <a:pt x="34" y="17"/>
                      <a:pt x="33" y="12"/>
                    </a:cubicBezTo>
                    <a:lnTo>
                      <a:pt x="33" y="12"/>
                    </a:lnTo>
                    <a:lnTo>
                      <a:pt x="34" y="11"/>
                    </a:lnTo>
                    <a:cubicBezTo>
                      <a:pt x="41" y="8"/>
                      <a:pt x="49" y="4"/>
                      <a:pt x="57" y="1"/>
                    </a:cubicBezTo>
                    <a:lnTo>
                      <a:pt x="58" y="1"/>
                    </a:lnTo>
                    <a:lnTo>
                      <a:pt x="58" y="1"/>
                    </a:lnTo>
                    <a:lnTo>
                      <a:pt x="63" y="7"/>
                    </a:lnTo>
                    <a:lnTo>
                      <a:pt x="65" y="11"/>
                    </a:lnTo>
                    <a:lnTo>
                      <a:pt x="66" y="12"/>
                    </a:lnTo>
                    <a:lnTo>
                      <a:pt x="67" y="13"/>
                    </a:lnTo>
                    <a:lnTo>
                      <a:pt x="67" y="13"/>
                    </a:lnTo>
                    <a:lnTo>
                      <a:pt x="67" y="13"/>
                    </a:lnTo>
                    <a:lnTo>
                      <a:pt x="67" y="14"/>
                    </a:lnTo>
                    <a:lnTo>
                      <a:pt x="67" y="14"/>
                    </a:lnTo>
                    <a:cubicBezTo>
                      <a:pt x="66" y="13"/>
                      <a:pt x="67" y="14"/>
                      <a:pt x="67" y="13"/>
                    </a:cubicBezTo>
                    <a:lnTo>
                      <a:pt x="67" y="13"/>
                    </a:lnTo>
                    <a:cubicBezTo>
                      <a:pt x="72" y="12"/>
                      <a:pt x="78" y="12"/>
                      <a:pt x="84" y="13"/>
                    </a:cubicBezTo>
                    <a:lnTo>
                      <a:pt x="83" y="13"/>
                    </a:lnTo>
                    <a:cubicBezTo>
                      <a:pt x="86" y="9"/>
                      <a:pt x="89" y="4"/>
                      <a:pt x="91" y="0"/>
                    </a:cubicBezTo>
                    <a:lnTo>
                      <a:pt x="92" y="0"/>
                    </a:lnTo>
                    <a:lnTo>
                      <a:pt x="92" y="0"/>
                    </a:lnTo>
                    <a:cubicBezTo>
                      <a:pt x="101" y="3"/>
                      <a:pt x="109" y="6"/>
                      <a:pt x="116" y="9"/>
                    </a:cubicBezTo>
                    <a:lnTo>
                      <a:pt x="117" y="10"/>
                    </a:lnTo>
                    <a:lnTo>
                      <a:pt x="117" y="10"/>
                    </a:lnTo>
                    <a:cubicBezTo>
                      <a:pt x="116" y="15"/>
                      <a:pt x="115" y="21"/>
                      <a:pt x="115" y="25"/>
                    </a:cubicBezTo>
                    <a:lnTo>
                      <a:pt x="114" y="25"/>
                    </a:lnTo>
                    <a:cubicBezTo>
                      <a:pt x="119" y="28"/>
                      <a:pt x="123" y="32"/>
                      <a:pt x="127" y="36"/>
                    </a:cubicBezTo>
                    <a:lnTo>
                      <a:pt x="126" y="36"/>
                    </a:lnTo>
                    <a:cubicBezTo>
                      <a:pt x="131" y="35"/>
                      <a:pt x="136" y="34"/>
                      <a:pt x="141" y="33"/>
                    </a:cubicBezTo>
                    <a:lnTo>
                      <a:pt x="142" y="33"/>
                    </a:lnTo>
                    <a:lnTo>
                      <a:pt x="142" y="34"/>
                    </a:lnTo>
                    <a:cubicBezTo>
                      <a:pt x="146" y="42"/>
                      <a:pt x="149" y="50"/>
                      <a:pt x="152" y="57"/>
                    </a:cubicBezTo>
                    <a:lnTo>
                      <a:pt x="153" y="58"/>
                    </a:lnTo>
                    <a:lnTo>
                      <a:pt x="152" y="58"/>
                    </a:lnTo>
                    <a:cubicBezTo>
                      <a:pt x="148" y="61"/>
                      <a:pt x="144" y="64"/>
                      <a:pt x="140" y="67"/>
                    </a:cubicBezTo>
                    <a:lnTo>
                      <a:pt x="140" y="67"/>
                    </a:lnTo>
                    <a:cubicBezTo>
                      <a:pt x="141" y="72"/>
                      <a:pt x="141" y="78"/>
                      <a:pt x="140" y="84"/>
                    </a:cubicBezTo>
                    <a:lnTo>
                      <a:pt x="140" y="83"/>
                    </a:lnTo>
                    <a:cubicBezTo>
                      <a:pt x="145" y="86"/>
                      <a:pt x="149" y="89"/>
                      <a:pt x="153" y="92"/>
                    </a:cubicBezTo>
                    <a:lnTo>
                      <a:pt x="153" y="92"/>
                    </a:lnTo>
                    <a:lnTo>
                      <a:pt x="153" y="92"/>
                    </a:lnTo>
                    <a:cubicBezTo>
                      <a:pt x="150" y="101"/>
                      <a:pt x="147" y="109"/>
                      <a:pt x="144" y="116"/>
                    </a:cubicBezTo>
                    <a:lnTo>
                      <a:pt x="144" y="117"/>
                    </a:lnTo>
                    <a:lnTo>
                      <a:pt x="143" y="117"/>
                    </a:lnTo>
                    <a:cubicBezTo>
                      <a:pt x="138" y="116"/>
                      <a:pt x="133" y="115"/>
                      <a:pt x="128" y="114"/>
                    </a:cubicBezTo>
                    <a:lnTo>
                      <a:pt x="128" y="114"/>
                    </a:lnTo>
                    <a:cubicBezTo>
                      <a:pt x="125" y="119"/>
                      <a:pt x="121" y="123"/>
                      <a:pt x="117" y="126"/>
                    </a:cubicBezTo>
                    <a:lnTo>
                      <a:pt x="117" y="126"/>
                    </a:lnTo>
                    <a:cubicBezTo>
                      <a:pt x="118" y="132"/>
                      <a:pt x="119" y="137"/>
                      <a:pt x="120" y="141"/>
                    </a:cubicBezTo>
                    <a:lnTo>
                      <a:pt x="120" y="142"/>
                    </a:lnTo>
                    <a:lnTo>
                      <a:pt x="120" y="142"/>
                    </a:lnTo>
                    <a:cubicBezTo>
                      <a:pt x="110" y="146"/>
                      <a:pt x="102" y="149"/>
                      <a:pt x="96" y="152"/>
                    </a:cubicBezTo>
                    <a:lnTo>
                      <a:pt x="96" y="152"/>
                    </a:lnTo>
                    <a:cubicBezTo>
                      <a:pt x="93" y="148"/>
                      <a:pt x="90" y="145"/>
                      <a:pt x="89" y="143"/>
                    </a:cubicBezTo>
                    <a:lnTo>
                      <a:pt x="87" y="140"/>
                    </a:lnTo>
                    <a:lnTo>
                      <a:pt x="87" y="139"/>
                    </a:lnTo>
                    <a:lnTo>
                      <a:pt x="86" y="139"/>
                    </a:lnTo>
                    <a:close/>
                  </a:path>
                </a:pathLst>
              </a:custGeom>
              <a:solidFill>
                <a:schemeClr val="dk1"/>
              </a:solidFill>
              <a:ln>
                <a:noFill/>
              </a:ln>
            </p:spPr>
            <p:txBody>
              <a:bodyPr anchorCtr="1" anchor="ctr" bIns="10075" lIns="90000" spcFirstLastPara="1" rIns="90000" wrap="square" tIns="100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28" name="Google Shape;28;p2"/>
          <p:cNvGrpSpPr/>
          <p:nvPr/>
        </p:nvGrpSpPr>
        <p:grpSpPr>
          <a:xfrm>
            <a:off x="-1203881" y="139313"/>
            <a:ext cx="2082593" cy="4823632"/>
            <a:chOff x="-1203881" y="139313"/>
            <a:chExt cx="2082593" cy="4823632"/>
          </a:xfrm>
        </p:grpSpPr>
        <p:grpSp>
          <p:nvGrpSpPr>
            <p:cNvPr id="29" name="Google Shape;29;p2"/>
            <p:cNvGrpSpPr/>
            <p:nvPr/>
          </p:nvGrpSpPr>
          <p:grpSpPr>
            <a:xfrm>
              <a:off x="-187189" y="139313"/>
              <a:ext cx="1065901" cy="619495"/>
              <a:chOff x="-192639" y="64613"/>
              <a:chExt cx="1065901" cy="619495"/>
            </a:xfrm>
          </p:grpSpPr>
          <p:sp>
            <p:nvSpPr>
              <p:cNvPr id="30" name="Google Shape;30;p2"/>
              <p:cNvSpPr/>
              <p:nvPr/>
            </p:nvSpPr>
            <p:spPr>
              <a:xfrm>
                <a:off x="-192639" y="64613"/>
                <a:ext cx="1065901" cy="619495"/>
              </a:xfrm>
              <a:custGeom>
                <a:rect b="b" l="l" r="r" t="t"/>
                <a:pathLst>
                  <a:path extrusionOk="0" h="340" w="585">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1" name="Google Shape;31;p2"/>
              <p:cNvSpPr/>
              <p:nvPr/>
            </p:nvSpPr>
            <p:spPr>
              <a:xfrm>
                <a:off x="-188995" y="139317"/>
                <a:ext cx="1060435" cy="3644"/>
              </a:xfrm>
              <a:custGeom>
                <a:rect b="b" l="l" r="r" t="t"/>
                <a:pathLst>
                  <a:path extrusionOk="0" h="2" w="582">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2" name="Google Shape;32;p2"/>
              <p:cNvSpPr/>
              <p:nvPr/>
            </p:nvSpPr>
            <p:spPr>
              <a:xfrm>
                <a:off x="-99714" y="243174"/>
                <a:ext cx="327969" cy="327968"/>
              </a:xfrm>
              <a:custGeom>
                <a:rect b="b" l="l" r="r" t="t"/>
                <a:pathLst>
                  <a:path extrusionOk="0" h="180" w="180">
                    <a:moveTo>
                      <a:pt x="0" y="0"/>
                    </a:moveTo>
                    <a:lnTo>
                      <a:pt x="180" y="0"/>
                    </a:lnTo>
                    <a:lnTo>
                      <a:pt x="180" y="180"/>
                    </a:lnTo>
                    <a:lnTo>
                      <a:pt x="0" y="180"/>
                    </a:lnTo>
                    <a:lnTo>
                      <a:pt x="0" y="0"/>
                    </a:lnTo>
                    <a:close/>
                  </a:path>
                </a:pathLst>
              </a:custGeom>
              <a:solidFill>
                <a:schemeClr val="accent2"/>
              </a:solidFill>
              <a:ln>
                <a:noFill/>
              </a:ln>
            </p:spPr>
            <p:txBody>
              <a:bodyPr anchorCtr="1" anchor="ctr" bIns="19800" lIns="90000" spcFirstLastPara="1" rIns="90000" wrap="square" tIns="19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3" name="Google Shape;33;p2"/>
              <p:cNvSpPr/>
              <p:nvPr/>
            </p:nvSpPr>
            <p:spPr>
              <a:xfrm>
                <a:off x="319358" y="294191"/>
                <a:ext cx="475556" cy="5466"/>
              </a:xfrm>
              <a:custGeom>
                <a:rect b="b" l="l" r="r" t="t"/>
                <a:pathLst>
                  <a:path extrusionOk="0" h="3" w="261">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4" name="Google Shape;34;p2"/>
              <p:cNvSpPr/>
              <p:nvPr/>
            </p:nvSpPr>
            <p:spPr>
              <a:xfrm>
                <a:off x="319358" y="368895"/>
                <a:ext cx="484666" cy="3644"/>
              </a:xfrm>
              <a:custGeom>
                <a:rect b="b" l="l" r="r" t="t"/>
                <a:pathLst>
                  <a:path extrusionOk="0" h="2" w="266">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5" name="Google Shape;35;p2"/>
              <p:cNvSpPr/>
              <p:nvPr/>
            </p:nvSpPr>
            <p:spPr>
              <a:xfrm>
                <a:off x="319358" y="441777"/>
                <a:ext cx="484666" cy="3644"/>
              </a:xfrm>
              <a:custGeom>
                <a:rect b="b" l="l" r="r" t="t"/>
                <a:pathLst>
                  <a:path extrusionOk="0" h="2" w="266">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6" name="Google Shape;36;p2"/>
              <p:cNvSpPr/>
              <p:nvPr/>
            </p:nvSpPr>
            <p:spPr>
              <a:xfrm>
                <a:off x="319358" y="514659"/>
                <a:ext cx="484666" cy="3644"/>
              </a:xfrm>
              <a:custGeom>
                <a:rect b="b" l="l" r="r" t="t"/>
                <a:pathLst>
                  <a:path extrusionOk="0" h="2" w="266">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37" name="Google Shape;37;p2"/>
            <p:cNvGrpSpPr/>
            <p:nvPr/>
          </p:nvGrpSpPr>
          <p:grpSpPr>
            <a:xfrm>
              <a:off x="-1203881" y="4245059"/>
              <a:ext cx="1754642" cy="717886"/>
              <a:chOff x="-1340531" y="3895472"/>
              <a:chExt cx="1754642" cy="717886"/>
            </a:xfrm>
          </p:grpSpPr>
          <p:sp>
            <p:nvSpPr>
              <p:cNvPr id="38" name="Google Shape;38;p2"/>
              <p:cNvSpPr/>
              <p:nvPr/>
            </p:nvSpPr>
            <p:spPr>
              <a:xfrm>
                <a:off x="-1340525" y="3895472"/>
                <a:ext cx="1754637" cy="717886"/>
              </a:xfrm>
              <a:custGeom>
                <a:rect b="b" l="l" r="r" t="t"/>
                <a:pathLst>
                  <a:path extrusionOk="0" h="394" w="963">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9" name="Google Shape;39;p2"/>
              <p:cNvSpPr/>
              <p:nvPr/>
            </p:nvSpPr>
            <p:spPr>
              <a:xfrm>
                <a:off x="-1340531" y="3989303"/>
                <a:ext cx="1749170" cy="5466"/>
              </a:xfrm>
              <a:custGeom>
                <a:rect b="b" l="l" r="r" t="t"/>
                <a:pathLst>
                  <a:path extrusionOk="0" h="3" w="96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0" name="Google Shape;40;p2"/>
              <p:cNvSpPr/>
              <p:nvPr/>
            </p:nvSpPr>
            <p:spPr>
              <a:xfrm>
                <a:off x="-1291336" y="3936463"/>
                <a:ext cx="23687" cy="25509"/>
              </a:xfrm>
              <a:custGeom>
                <a:rect b="b" l="l" r="r" t="t"/>
                <a:pathLst>
                  <a:path extrusionOk="0" h="14" w="13">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1" name="Google Shape;41;p2"/>
              <p:cNvSpPr/>
              <p:nvPr/>
            </p:nvSpPr>
            <p:spPr>
              <a:xfrm>
                <a:off x="-1249428" y="3936463"/>
                <a:ext cx="25509" cy="25509"/>
              </a:xfrm>
              <a:custGeom>
                <a:rect b="b" l="l" r="r" t="t"/>
                <a:pathLst>
                  <a:path extrusionOk="0" h="14" w="14">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2" name="Google Shape;42;p2"/>
              <p:cNvSpPr/>
              <p:nvPr/>
            </p:nvSpPr>
            <p:spPr>
              <a:xfrm>
                <a:off x="-1205699" y="3936463"/>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3" name="Google Shape;43;p2"/>
              <p:cNvSpPr/>
              <p:nvPr/>
            </p:nvSpPr>
            <p:spPr>
              <a:xfrm>
                <a:off x="-1224695" y="4075986"/>
                <a:ext cx="422716" cy="422714"/>
              </a:xfrm>
              <a:custGeom>
                <a:rect b="b" l="l" r="r" t="t"/>
                <a:pathLst>
                  <a:path extrusionOk="0" h="232" w="232">
                    <a:moveTo>
                      <a:pt x="0" y="0"/>
                    </a:moveTo>
                    <a:lnTo>
                      <a:pt x="232" y="0"/>
                    </a:lnTo>
                    <a:lnTo>
                      <a:pt x="232" y="232"/>
                    </a:lnTo>
                    <a:lnTo>
                      <a:pt x="0" y="232"/>
                    </a:lnTo>
                    <a:lnTo>
                      <a:pt x="0" y="0"/>
                    </a:lnTo>
                    <a:close/>
                  </a:path>
                </a:pathLst>
              </a:custGeom>
              <a:solidFill>
                <a:schemeClr val="accent2"/>
              </a:solidFill>
              <a:ln>
                <a:noFill/>
              </a:ln>
            </p:spPr>
            <p:txBody>
              <a:bodyPr anchorCtr="1" anchor="ctr" bIns="38500" lIns="90000" spcFirstLastPara="1" rIns="90000" wrap="square" tIns="385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4" name="Google Shape;44;p2"/>
              <p:cNvSpPr/>
              <p:nvPr/>
            </p:nvSpPr>
            <p:spPr>
              <a:xfrm>
                <a:off x="-681493" y="4344218"/>
                <a:ext cx="972976" cy="5466"/>
              </a:xfrm>
              <a:custGeom>
                <a:rect b="b" l="l" r="r" t="t"/>
                <a:pathLst>
                  <a:path extrusionOk="0" h="3" w="534">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5" name="Google Shape;45;p2"/>
              <p:cNvSpPr/>
              <p:nvPr/>
            </p:nvSpPr>
            <p:spPr>
              <a:xfrm>
                <a:off x="-681493" y="4429855"/>
                <a:ext cx="972976" cy="5466"/>
              </a:xfrm>
              <a:custGeom>
                <a:rect b="b" l="l" r="r" t="t"/>
                <a:pathLst>
                  <a:path extrusionOk="0" h="3" w="534">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6" name="Google Shape;46;p2"/>
              <p:cNvSpPr/>
              <p:nvPr/>
            </p:nvSpPr>
            <p:spPr>
              <a:xfrm>
                <a:off x="-335303" y="4517313"/>
                <a:ext cx="626786" cy="3644"/>
              </a:xfrm>
              <a:custGeom>
                <a:rect b="b" l="l" r="r" t="t"/>
                <a:pathLst>
                  <a:path extrusionOk="0" h="2" w="344">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7" name="Google Shape;47;p2"/>
              <p:cNvSpPr/>
              <p:nvPr/>
            </p:nvSpPr>
            <p:spPr>
              <a:xfrm>
                <a:off x="-428227" y="41172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 name="Google Shape;48;p2"/>
              <p:cNvSpPr/>
              <p:nvPr/>
            </p:nvSpPr>
            <p:spPr>
              <a:xfrm>
                <a:off x="-428227" y="41955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9" name="Google Shape;49;p2"/>
              <p:cNvSpPr/>
              <p:nvPr/>
            </p:nvSpPr>
            <p:spPr>
              <a:xfrm>
                <a:off x="-133055" y="42720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50" name="Google Shape;50;p2"/>
            <p:cNvGrpSpPr/>
            <p:nvPr/>
          </p:nvGrpSpPr>
          <p:grpSpPr>
            <a:xfrm>
              <a:off x="-744312" y="3030012"/>
              <a:ext cx="1550567" cy="1051320"/>
              <a:chOff x="-872012" y="2723887"/>
              <a:chExt cx="1550567" cy="1051320"/>
            </a:xfrm>
          </p:grpSpPr>
          <p:sp>
            <p:nvSpPr>
              <p:cNvPr id="51" name="Google Shape;51;p2"/>
              <p:cNvSpPr/>
              <p:nvPr/>
            </p:nvSpPr>
            <p:spPr>
              <a:xfrm>
                <a:off x="-872012" y="2723887"/>
                <a:ext cx="1550567" cy="1051320"/>
              </a:xfrm>
              <a:custGeom>
                <a:rect b="b" l="l" r="r" t="t"/>
                <a:pathLst>
                  <a:path extrusionOk="0" h="577" w="851">
                    <a:moveTo>
                      <a:pt x="850" y="576"/>
                    </a:moveTo>
                    <a:cubicBezTo>
                      <a:pt x="850" y="576"/>
                      <a:pt x="850" y="572"/>
                      <a:pt x="850" y="565"/>
                    </a:cubicBezTo>
                    <a:cubicBezTo>
                      <a:pt x="850" y="558"/>
                      <a:pt x="850" y="548"/>
                      <a:pt x="850" y="535"/>
                    </a:cubicBezTo>
                    <a:cubicBezTo>
                      <a:pt x="850" y="508"/>
                      <a:pt x="850" y="469"/>
                      <a:pt x="850" y="420"/>
                    </a:cubicBezTo>
                    <a:cubicBezTo>
                      <a:pt x="849" y="320"/>
                      <a:pt x="849" y="177"/>
                      <a:pt x="849" y="2"/>
                    </a:cubicBezTo>
                    <a:lnTo>
                      <a:pt x="850" y="3"/>
                    </a:lnTo>
                    <a:cubicBezTo>
                      <a:pt x="616" y="3"/>
                      <a:pt x="321" y="3"/>
                      <a:pt x="1" y="3"/>
                    </a:cubicBezTo>
                    <a:lnTo>
                      <a:pt x="1" y="3"/>
                    </a:lnTo>
                    <a:lnTo>
                      <a:pt x="3" y="2"/>
                    </a:lnTo>
                    <a:cubicBezTo>
                      <a:pt x="3" y="206"/>
                      <a:pt x="3" y="401"/>
                      <a:pt x="3" y="576"/>
                    </a:cubicBezTo>
                    <a:lnTo>
                      <a:pt x="1" y="574"/>
                    </a:lnTo>
                    <a:cubicBezTo>
                      <a:pt x="251" y="574"/>
                      <a:pt x="463" y="575"/>
                      <a:pt x="613" y="575"/>
                    </a:cubicBezTo>
                    <a:cubicBezTo>
                      <a:pt x="688" y="575"/>
                      <a:pt x="747" y="575"/>
                      <a:pt x="788" y="575"/>
                    </a:cubicBezTo>
                    <a:cubicBezTo>
                      <a:pt x="808" y="575"/>
                      <a:pt x="823" y="575"/>
                      <a:pt x="834" y="576"/>
                    </a:cubicBezTo>
                    <a:cubicBezTo>
                      <a:pt x="839" y="576"/>
                      <a:pt x="843" y="576"/>
                      <a:pt x="846" y="576"/>
                    </a:cubicBezTo>
                    <a:cubicBezTo>
                      <a:pt x="849" y="576"/>
                      <a:pt x="850" y="576"/>
                      <a:pt x="850" y="576"/>
                    </a:cubicBezTo>
                    <a:cubicBezTo>
                      <a:pt x="850" y="576"/>
                      <a:pt x="849" y="576"/>
                      <a:pt x="846" y="576"/>
                    </a:cubicBezTo>
                    <a:cubicBezTo>
                      <a:pt x="844" y="576"/>
                      <a:pt x="840" y="576"/>
                      <a:pt x="834" y="576"/>
                    </a:cubicBezTo>
                    <a:cubicBezTo>
                      <a:pt x="824" y="576"/>
                      <a:pt x="808" y="576"/>
                      <a:pt x="788" y="576"/>
                    </a:cubicBezTo>
                    <a:cubicBezTo>
                      <a:pt x="748" y="576"/>
                      <a:pt x="689" y="576"/>
                      <a:pt x="614" y="576"/>
                    </a:cubicBezTo>
                    <a:cubicBezTo>
                      <a:pt x="464" y="577"/>
                      <a:pt x="251" y="577"/>
                      <a:pt x="1" y="577"/>
                    </a:cubicBezTo>
                    <a:lnTo>
                      <a:pt x="0" y="577"/>
                    </a:lnTo>
                    <a:lnTo>
                      <a:pt x="0" y="576"/>
                    </a:lnTo>
                    <a:cubicBezTo>
                      <a:pt x="0" y="401"/>
                      <a:pt x="0" y="206"/>
                      <a:pt x="0" y="2"/>
                    </a:cubicBezTo>
                    <a:lnTo>
                      <a:pt x="0" y="0"/>
                    </a:lnTo>
                    <a:lnTo>
                      <a:pt x="1" y="0"/>
                    </a:lnTo>
                    <a:cubicBezTo>
                      <a:pt x="321" y="0"/>
                      <a:pt x="616" y="1"/>
                      <a:pt x="850" y="1"/>
                    </a:cubicBezTo>
                    <a:lnTo>
                      <a:pt x="851" y="1"/>
                    </a:lnTo>
                    <a:lnTo>
                      <a:pt x="851" y="2"/>
                    </a:lnTo>
                    <a:cubicBezTo>
                      <a:pt x="851" y="177"/>
                      <a:pt x="851" y="320"/>
                      <a:pt x="851" y="420"/>
                    </a:cubicBezTo>
                    <a:cubicBezTo>
                      <a:pt x="851" y="470"/>
                      <a:pt x="851" y="509"/>
                      <a:pt x="850" y="535"/>
                    </a:cubicBezTo>
                    <a:cubicBezTo>
                      <a:pt x="850" y="549"/>
                      <a:pt x="850" y="559"/>
                      <a:pt x="850" y="565"/>
                    </a:cubicBezTo>
                    <a:cubicBezTo>
                      <a:pt x="850" y="572"/>
                      <a:pt x="850" y="576"/>
                      <a:pt x="850" y="576"/>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 name="Google Shape;52;p2"/>
              <p:cNvSpPr/>
              <p:nvPr/>
            </p:nvSpPr>
            <p:spPr>
              <a:xfrm>
                <a:off x="-870190" y="2818634"/>
                <a:ext cx="1545101" cy="5466"/>
              </a:xfrm>
              <a:custGeom>
                <a:rect b="b" l="l" r="r" t="t"/>
                <a:pathLst>
                  <a:path extrusionOk="0" h="3" w="848">
                    <a:moveTo>
                      <a:pt x="0" y="1"/>
                    </a:moveTo>
                    <a:cubicBezTo>
                      <a:pt x="0" y="0"/>
                      <a:pt x="190" y="0"/>
                      <a:pt x="424" y="0"/>
                    </a:cubicBezTo>
                    <a:cubicBezTo>
                      <a:pt x="658" y="0"/>
                      <a:pt x="848" y="0"/>
                      <a:pt x="848" y="1"/>
                    </a:cubicBezTo>
                    <a:cubicBezTo>
                      <a:pt x="848" y="2"/>
                      <a:pt x="658" y="3"/>
                      <a:pt x="424" y="3"/>
                    </a:cubicBezTo>
                    <a:cubicBezTo>
                      <a:pt x="189" y="3"/>
                      <a:pt x="0" y="2"/>
                      <a:pt x="0"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3" name="Google Shape;53;p2"/>
              <p:cNvSpPr/>
              <p:nvPr/>
            </p:nvSpPr>
            <p:spPr>
              <a:xfrm>
                <a:off x="-833749" y="2760328"/>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4" name="Google Shape;54;p2"/>
              <p:cNvSpPr/>
              <p:nvPr/>
            </p:nvSpPr>
            <p:spPr>
              <a:xfrm>
                <a:off x="-791842" y="2760328"/>
                <a:ext cx="25509" cy="25509"/>
              </a:xfrm>
              <a:custGeom>
                <a:rect b="b" l="l" r="r" t="t"/>
                <a:pathLst>
                  <a:path extrusionOk="0" h="14" w="14">
                    <a:moveTo>
                      <a:pt x="14" y="7"/>
                    </a:moveTo>
                    <a:cubicBezTo>
                      <a:pt x="14" y="8"/>
                      <a:pt x="14" y="10"/>
                      <a:pt x="13" y="11"/>
                    </a:cubicBezTo>
                    <a:cubicBezTo>
                      <a:pt x="12" y="12"/>
                      <a:pt x="12" y="12"/>
                      <a:pt x="11"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1" y="1"/>
                    </a:cubicBezTo>
                    <a:cubicBezTo>
                      <a:pt x="13" y="1"/>
                      <a:pt x="12"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5" name="Google Shape;55;p2"/>
              <p:cNvSpPr/>
              <p:nvPr/>
            </p:nvSpPr>
            <p:spPr>
              <a:xfrm>
                <a:off x="-749935" y="2760328"/>
                <a:ext cx="25509" cy="25509"/>
              </a:xfrm>
              <a:custGeom>
                <a:rect b="b" l="l" r="r" t="t"/>
                <a:pathLst>
                  <a:path extrusionOk="0" h="14" w="14">
                    <a:moveTo>
                      <a:pt x="14" y="7"/>
                    </a:moveTo>
                    <a:cubicBezTo>
                      <a:pt x="14" y="8"/>
                      <a:pt x="14" y="10"/>
                      <a:pt x="13" y="11"/>
                    </a:cubicBezTo>
                    <a:cubicBezTo>
                      <a:pt x="12" y="12"/>
                      <a:pt x="11" y="12"/>
                      <a:pt x="10"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0" y="1"/>
                    </a:cubicBezTo>
                    <a:cubicBezTo>
                      <a:pt x="11" y="1"/>
                      <a:pt x="12"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6" name="Google Shape;56;p2"/>
              <p:cNvSpPr/>
              <p:nvPr/>
            </p:nvSpPr>
            <p:spPr>
              <a:xfrm>
                <a:off x="-737180" y="2929779"/>
                <a:ext cx="413606" cy="415426"/>
              </a:xfrm>
              <a:custGeom>
                <a:rect b="b" l="l" r="r" t="t"/>
                <a:pathLst>
                  <a:path extrusionOk="0" h="228" w="227">
                    <a:moveTo>
                      <a:pt x="0" y="0"/>
                    </a:moveTo>
                    <a:lnTo>
                      <a:pt x="227" y="0"/>
                    </a:lnTo>
                    <a:lnTo>
                      <a:pt x="227" y="228"/>
                    </a:lnTo>
                    <a:lnTo>
                      <a:pt x="0" y="228"/>
                    </a:lnTo>
                    <a:lnTo>
                      <a:pt x="0" y="0"/>
                    </a:lnTo>
                    <a:close/>
                  </a:path>
                </a:pathLst>
              </a:custGeom>
              <a:solidFill>
                <a:schemeClr val="accent2"/>
              </a:solidFill>
              <a:ln>
                <a:noFill/>
              </a:ln>
            </p:spPr>
            <p:txBody>
              <a:bodyPr anchorCtr="1" anchor="ctr" bIns="37075" lIns="90000" spcFirstLastPara="1" rIns="90000" wrap="square" tIns="370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 name="Google Shape;57;p2"/>
              <p:cNvSpPr/>
              <p:nvPr/>
            </p:nvSpPr>
            <p:spPr>
              <a:xfrm>
                <a:off x="-749922"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8" name="Google Shape;58;p2"/>
              <p:cNvSpPr/>
              <p:nvPr/>
            </p:nvSpPr>
            <p:spPr>
              <a:xfrm>
                <a:off x="-398266"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9" name="Google Shape;59;p2"/>
              <p:cNvSpPr/>
              <p:nvPr/>
            </p:nvSpPr>
            <p:spPr>
              <a:xfrm>
                <a:off x="-46610"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0" name="Google Shape;60;p2"/>
              <p:cNvSpPr/>
              <p:nvPr/>
            </p:nvSpPr>
            <p:spPr>
              <a:xfrm>
                <a:off x="305046"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1" name="Google Shape;61;p2"/>
              <p:cNvSpPr/>
              <p:nvPr/>
            </p:nvSpPr>
            <p:spPr>
              <a:xfrm>
                <a:off x="-215912" y="31841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 name="Google Shape;62;p2"/>
              <p:cNvSpPr/>
              <p:nvPr/>
            </p:nvSpPr>
            <p:spPr>
              <a:xfrm>
                <a:off x="-215912" y="32624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3" name="Google Shape;63;p2"/>
              <p:cNvSpPr/>
              <p:nvPr/>
            </p:nvSpPr>
            <p:spPr>
              <a:xfrm>
                <a:off x="-215912" y="33389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64" name="Google Shape;64;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 name="Shape 65"/>
        <p:cNvGrpSpPr/>
        <p:nvPr/>
      </p:nvGrpSpPr>
      <p:grpSpPr>
        <a:xfrm>
          <a:off x="0" y="0"/>
          <a:ext cx="0" cy="0"/>
          <a:chOff x="0" y="0"/>
          <a:chExt cx="0" cy="0"/>
        </a:xfrm>
      </p:grpSpPr>
      <p:sp>
        <p:nvSpPr>
          <p:cNvPr id="66" name="Google Shape;66;p3"/>
          <p:cNvSpPr txBox="1"/>
          <p:nvPr>
            <p:ph type="title"/>
          </p:nvPr>
        </p:nvSpPr>
        <p:spPr>
          <a:xfrm>
            <a:off x="3989375" y="2571975"/>
            <a:ext cx="4383600" cy="8418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7" name="Google Shape;67;p3"/>
          <p:cNvSpPr txBox="1"/>
          <p:nvPr>
            <p:ph hasCustomPrompt="1" idx="2" type="title"/>
          </p:nvPr>
        </p:nvSpPr>
        <p:spPr>
          <a:xfrm>
            <a:off x="5642675" y="1454775"/>
            <a:ext cx="1077000" cy="962100"/>
          </a:xfrm>
          <a:prstGeom prst="rect">
            <a:avLst/>
          </a:prstGeom>
          <a:solidFill>
            <a:schemeClr val="dk2"/>
          </a:solidFill>
          <a:ln cap="flat" cmpd="sng" w="1524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b="1" sz="6000">
                <a:solidFill>
                  <a:schemeClr val="lt1"/>
                </a:solidFill>
                <a:latin typeface="Roboto"/>
                <a:ea typeface="Roboto"/>
                <a:cs typeface="Roboto"/>
                <a:sym typeface="Roboto"/>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grpSp>
        <p:nvGrpSpPr>
          <p:cNvPr id="68" name="Google Shape;68;p3"/>
          <p:cNvGrpSpPr/>
          <p:nvPr/>
        </p:nvGrpSpPr>
        <p:grpSpPr>
          <a:xfrm>
            <a:off x="-1105181" y="273787"/>
            <a:ext cx="2010135" cy="1932933"/>
            <a:chOff x="-1105181" y="273787"/>
            <a:chExt cx="2010135" cy="1932933"/>
          </a:xfrm>
        </p:grpSpPr>
        <p:grpSp>
          <p:nvGrpSpPr>
            <p:cNvPr id="69" name="Google Shape;69;p3"/>
            <p:cNvGrpSpPr/>
            <p:nvPr/>
          </p:nvGrpSpPr>
          <p:grpSpPr>
            <a:xfrm>
              <a:off x="-1105181" y="1488834"/>
              <a:ext cx="1754642" cy="717886"/>
              <a:chOff x="-1340531" y="3895472"/>
              <a:chExt cx="1754642" cy="717886"/>
            </a:xfrm>
          </p:grpSpPr>
          <p:sp>
            <p:nvSpPr>
              <p:cNvPr id="70" name="Google Shape;70;p3"/>
              <p:cNvSpPr/>
              <p:nvPr/>
            </p:nvSpPr>
            <p:spPr>
              <a:xfrm>
                <a:off x="-1340525" y="3895472"/>
                <a:ext cx="1754637" cy="717886"/>
              </a:xfrm>
              <a:custGeom>
                <a:rect b="b" l="l" r="r" t="t"/>
                <a:pathLst>
                  <a:path extrusionOk="0" h="394" w="963">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 name="Google Shape;71;p3"/>
              <p:cNvSpPr/>
              <p:nvPr/>
            </p:nvSpPr>
            <p:spPr>
              <a:xfrm>
                <a:off x="-1340531" y="3989303"/>
                <a:ext cx="1749170" cy="5466"/>
              </a:xfrm>
              <a:custGeom>
                <a:rect b="b" l="l" r="r" t="t"/>
                <a:pathLst>
                  <a:path extrusionOk="0" h="3" w="96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 name="Google Shape;72;p3"/>
              <p:cNvSpPr/>
              <p:nvPr/>
            </p:nvSpPr>
            <p:spPr>
              <a:xfrm>
                <a:off x="-1291336" y="3936463"/>
                <a:ext cx="23687" cy="25509"/>
              </a:xfrm>
              <a:custGeom>
                <a:rect b="b" l="l" r="r" t="t"/>
                <a:pathLst>
                  <a:path extrusionOk="0" h="14" w="13">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3" name="Google Shape;73;p3"/>
              <p:cNvSpPr/>
              <p:nvPr/>
            </p:nvSpPr>
            <p:spPr>
              <a:xfrm>
                <a:off x="-1249428" y="3936463"/>
                <a:ext cx="25509" cy="25509"/>
              </a:xfrm>
              <a:custGeom>
                <a:rect b="b" l="l" r="r" t="t"/>
                <a:pathLst>
                  <a:path extrusionOk="0" h="14" w="14">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4" name="Google Shape;74;p3"/>
              <p:cNvSpPr/>
              <p:nvPr/>
            </p:nvSpPr>
            <p:spPr>
              <a:xfrm>
                <a:off x="-1205699" y="3936463"/>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 name="Google Shape;75;p3"/>
              <p:cNvSpPr/>
              <p:nvPr/>
            </p:nvSpPr>
            <p:spPr>
              <a:xfrm>
                <a:off x="-1224695" y="4075986"/>
                <a:ext cx="422716" cy="422714"/>
              </a:xfrm>
              <a:custGeom>
                <a:rect b="b" l="l" r="r" t="t"/>
                <a:pathLst>
                  <a:path extrusionOk="0" h="232" w="232">
                    <a:moveTo>
                      <a:pt x="0" y="0"/>
                    </a:moveTo>
                    <a:lnTo>
                      <a:pt x="232" y="0"/>
                    </a:lnTo>
                    <a:lnTo>
                      <a:pt x="232" y="232"/>
                    </a:lnTo>
                    <a:lnTo>
                      <a:pt x="0" y="232"/>
                    </a:lnTo>
                    <a:lnTo>
                      <a:pt x="0" y="0"/>
                    </a:lnTo>
                    <a:close/>
                  </a:path>
                </a:pathLst>
              </a:custGeom>
              <a:solidFill>
                <a:schemeClr val="accent2"/>
              </a:solidFill>
              <a:ln>
                <a:noFill/>
              </a:ln>
            </p:spPr>
            <p:txBody>
              <a:bodyPr anchorCtr="1" anchor="ctr" bIns="38500" lIns="90000" spcFirstLastPara="1" rIns="90000" wrap="square" tIns="385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 name="Google Shape;76;p3"/>
              <p:cNvSpPr/>
              <p:nvPr/>
            </p:nvSpPr>
            <p:spPr>
              <a:xfrm>
                <a:off x="-681493" y="4344218"/>
                <a:ext cx="972976" cy="5466"/>
              </a:xfrm>
              <a:custGeom>
                <a:rect b="b" l="l" r="r" t="t"/>
                <a:pathLst>
                  <a:path extrusionOk="0" h="3" w="534">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 name="Google Shape;77;p3"/>
              <p:cNvSpPr/>
              <p:nvPr/>
            </p:nvSpPr>
            <p:spPr>
              <a:xfrm>
                <a:off x="-681493" y="4429855"/>
                <a:ext cx="972976" cy="5466"/>
              </a:xfrm>
              <a:custGeom>
                <a:rect b="b" l="l" r="r" t="t"/>
                <a:pathLst>
                  <a:path extrusionOk="0" h="3" w="534">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8" name="Google Shape;78;p3"/>
              <p:cNvSpPr/>
              <p:nvPr/>
            </p:nvSpPr>
            <p:spPr>
              <a:xfrm>
                <a:off x="-335303" y="4517313"/>
                <a:ext cx="626786" cy="3644"/>
              </a:xfrm>
              <a:custGeom>
                <a:rect b="b" l="l" r="r" t="t"/>
                <a:pathLst>
                  <a:path extrusionOk="0" h="2" w="344">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 name="Google Shape;79;p3"/>
              <p:cNvSpPr/>
              <p:nvPr/>
            </p:nvSpPr>
            <p:spPr>
              <a:xfrm>
                <a:off x="-428227" y="41172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0" name="Google Shape;80;p3"/>
              <p:cNvSpPr/>
              <p:nvPr/>
            </p:nvSpPr>
            <p:spPr>
              <a:xfrm>
                <a:off x="-428227" y="41955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1" name="Google Shape;81;p3"/>
              <p:cNvSpPr/>
              <p:nvPr/>
            </p:nvSpPr>
            <p:spPr>
              <a:xfrm>
                <a:off x="-133055" y="42720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82" name="Google Shape;82;p3"/>
            <p:cNvGrpSpPr/>
            <p:nvPr/>
          </p:nvGrpSpPr>
          <p:grpSpPr>
            <a:xfrm>
              <a:off x="-645612" y="273787"/>
              <a:ext cx="1550567" cy="1051320"/>
              <a:chOff x="-872012" y="2723887"/>
              <a:chExt cx="1550567" cy="1051320"/>
            </a:xfrm>
          </p:grpSpPr>
          <p:sp>
            <p:nvSpPr>
              <p:cNvPr id="83" name="Google Shape;83;p3"/>
              <p:cNvSpPr/>
              <p:nvPr/>
            </p:nvSpPr>
            <p:spPr>
              <a:xfrm>
                <a:off x="-872012" y="2723887"/>
                <a:ext cx="1550567" cy="1051320"/>
              </a:xfrm>
              <a:custGeom>
                <a:rect b="b" l="l" r="r" t="t"/>
                <a:pathLst>
                  <a:path extrusionOk="0" h="577" w="851">
                    <a:moveTo>
                      <a:pt x="850" y="576"/>
                    </a:moveTo>
                    <a:cubicBezTo>
                      <a:pt x="850" y="576"/>
                      <a:pt x="850" y="572"/>
                      <a:pt x="850" y="565"/>
                    </a:cubicBezTo>
                    <a:cubicBezTo>
                      <a:pt x="850" y="558"/>
                      <a:pt x="850" y="548"/>
                      <a:pt x="850" y="535"/>
                    </a:cubicBezTo>
                    <a:cubicBezTo>
                      <a:pt x="850" y="508"/>
                      <a:pt x="850" y="469"/>
                      <a:pt x="850" y="420"/>
                    </a:cubicBezTo>
                    <a:cubicBezTo>
                      <a:pt x="849" y="320"/>
                      <a:pt x="849" y="177"/>
                      <a:pt x="849" y="2"/>
                    </a:cubicBezTo>
                    <a:lnTo>
                      <a:pt x="850" y="3"/>
                    </a:lnTo>
                    <a:cubicBezTo>
                      <a:pt x="616" y="3"/>
                      <a:pt x="321" y="3"/>
                      <a:pt x="1" y="3"/>
                    </a:cubicBezTo>
                    <a:lnTo>
                      <a:pt x="1" y="3"/>
                    </a:lnTo>
                    <a:lnTo>
                      <a:pt x="3" y="2"/>
                    </a:lnTo>
                    <a:cubicBezTo>
                      <a:pt x="3" y="206"/>
                      <a:pt x="3" y="401"/>
                      <a:pt x="3" y="576"/>
                    </a:cubicBezTo>
                    <a:lnTo>
                      <a:pt x="1" y="574"/>
                    </a:lnTo>
                    <a:cubicBezTo>
                      <a:pt x="251" y="574"/>
                      <a:pt x="463" y="575"/>
                      <a:pt x="613" y="575"/>
                    </a:cubicBezTo>
                    <a:cubicBezTo>
                      <a:pt x="688" y="575"/>
                      <a:pt x="747" y="575"/>
                      <a:pt x="788" y="575"/>
                    </a:cubicBezTo>
                    <a:cubicBezTo>
                      <a:pt x="808" y="575"/>
                      <a:pt x="823" y="575"/>
                      <a:pt x="834" y="576"/>
                    </a:cubicBezTo>
                    <a:cubicBezTo>
                      <a:pt x="839" y="576"/>
                      <a:pt x="843" y="576"/>
                      <a:pt x="846" y="576"/>
                    </a:cubicBezTo>
                    <a:cubicBezTo>
                      <a:pt x="849" y="576"/>
                      <a:pt x="850" y="576"/>
                      <a:pt x="850" y="576"/>
                    </a:cubicBezTo>
                    <a:cubicBezTo>
                      <a:pt x="850" y="576"/>
                      <a:pt x="849" y="576"/>
                      <a:pt x="846" y="576"/>
                    </a:cubicBezTo>
                    <a:cubicBezTo>
                      <a:pt x="844" y="576"/>
                      <a:pt x="840" y="576"/>
                      <a:pt x="834" y="576"/>
                    </a:cubicBezTo>
                    <a:cubicBezTo>
                      <a:pt x="824" y="576"/>
                      <a:pt x="808" y="576"/>
                      <a:pt x="788" y="576"/>
                    </a:cubicBezTo>
                    <a:cubicBezTo>
                      <a:pt x="748" y="576"/>
                      <a:pt x="689" y="576"/>
                      <a:pt x="614" y="576"/>
                    </a:cubicBezTo>
                    <a:cubicBezTo>
                      <a:pt x="464" y="577"/>
                      <a:pt x="251" y="577"/>
                      <a:pt x="1" y="577"/>
                    </a:cubicBezTo>
                    <a:lnTo>
                      <a:pt x="0" y="577"/>
                    </a:lnTo>
                    <a:lnTo>
                      <a:pt x="0" y="576"/>
                    </a:lnTo>
                    <a:cubicBezTo>
                      <a:pt x="0" y="401"/>
                      <a:pt x="0" y="206"/>
                      <a:pt x="0" y="2"/>
                    </a:cubicBezTo>
                    <a:lnTo>
                      <a:pt x="0" y="0"/>
                    </a:lnTo>
                    <a:lnTo>
                      <a:pt x="1" y="0"/>
                    </a:lnTo>
                    <a:cubicBezTo>
                      <a:pt x="321" y="0"/>
                      <a:pt x="616" y="1"/>
                      <a:pt x="850" y="1"/>
                    </a:cubicBezTo>
                    <a:lnTo>
                      <a:pt x="851" y="1"/>
                    </a:lnTo>
                    <a:lnTo>
                      <a:pt x="851" y="2"/>
                    </a:lnTo>
                    <a:cubicBezTo>
                      <a:pt x="851" y="177"/>
                      <a:pt x="851" y="320"/>
                      <a:pt x="851" y="420"/>
                    </a:cubicBezTo>
                    <a:cubicBezTo>
                      <a:pt x="851" y="470"/>
                      <a:pt x="851" y="509"/>
                      <a:pt x="850" y="535"/>
                    </a:cubicBezTo>
                    <a:cubicBezTo>
                      <a:pt x="850" y="549"/>
                      <a:pt x="850" y="559"/>
                      <a:pt x="850" y="565"/>
                    </a:cubicBezTo>
                    <a:cubicBezTo>
                      <a:pt x="850" y="572"/>
                      <a:pt x="850" y="576"/>
                      <a:pt x="850" y="576"/>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4" name="Google Shape;84;p3"/>
              <p:cNvSpPr/>
              <p:nvPr/>
            </p:nvSpPr>
            <p:spPr>
              <a:xfrm>
                <a:off x="-870190" y="2818634"/>
                <a:ext cx="1545101" cy="5466"/>
              </a:xfrm>
              <a:custGeom>
                <a:rect b="b" l="l" r="r" t="t"/>
                <a:pathLst>
                  <a:path extrusionOk="0" h="3" w="848">
                    <a:moveTo>
                      <a:pt x="0" y="1"/>
                    </a:moveTo>
                    <a:cubicBezTo>
                      <a:pt x="0" y="0"/>
                      <a:pt x="190" y="0"/>
                      <a:pt x="424" y="0"/>
                    </a:cubicBezTo>
                    <a:cubicBezTo>
                      <a:pt x="658" y="0"/>
                      <a:pt x="848" y="0"/>
                      <a:pt x="848" y="1"/>
                    </a:cubicBezTo>
                    <a:cubicBezTo>
                      <a:pt x="848" y="2"/>
                      <a:pt x="658" y="3"/>
                      <a:pt x="424" y="3"/>
                    </a:cubicBezTo>
                    <a:cubicBezTo>
                      <a:pt x="189" y="3"/>
                      <a:pt x="0" y="2"/>
                      <a:pt x="0"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 name="Google Shape;85;p3"/>
              <p:cNvSpPr/>
              <p:nvPr/>
            </p:nvSpPr>
            <p:spPr>
              <a:xfrm>
                <a:off x="-833749" y="2760328"/>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6" name="Google Shape;86;p3"/>
              <p:cNvSpPr/>
              <p:nvPr/>
            </p:nvSpPr>
            <p:spPr>
              <a:xfrm>
                <a:off x="-791842" y="2760328"/>
                <a:ext cx="25509" cy="25509"/>
              </a:xfrm>
              <a:custGeom>
                <a:rect b="b" l="l" r="r" t="t"/>
                <a:pathLst>
                  <a:path extrusionOk="0" h="14" w="14">
                    <a:moveTo>
                      <a:pt x="14" y="7"/>
                    </a:moveTo>
                    <a:cubicBezTo>
                      <a:pt x="14" y="8"/>
                      <a:pt x="14" y="10"/>
                      <a:pt x="13" y="11"/>
                    </a:cubicBezTo>
                    <a:cubicBezTo>
                      <a:pt x="12" y="12"/>
                      <a:pt x="12" y="12"/>
                      <a:pt x="11"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1" y="1"/>
                    </a:cubicBezTo>
                    <a:cubicBezTo>
                      <a:pt x="13" y="1"/>
                      <a:pt x="12"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7" name="Google Shape;87;p3"/>
              <p:cNvSpPr/>
              <p:nvPr/>
            </p:nvSpPr>
            <p:spPr>
              <a:xfrm>
                <a:off x="-749935" y="2760328"/>
                <a:ext cx="25509" cy="25509"/>
              </a:xfrm>
              <a:custGeom>
                <a:rect b="b" l="l" r="r" t="t"/>
                <a:pathLst>
                  <a:path extrusionOk="0" h="14" w="14">
                    <a:moveTo>
                      <a:pt x="14" y="7"/>
                    </a:moveTo>
                    <a:cubicBezTo>
                      <a:pt x="14" y="8"/>
                      <a:pt x="14" y="10"/>
                      <a:pt x="13" y="11"/>
                    </a:cubicBezTo>
                    <a:cubicBezTo>
                      <a:pt x="12" y="12"/>
                      <a:pt x="11" y="12"/>
                      <a:pt x="10"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0" y="1"/>
                    </a:cubicBezTo>
                    <a:cubicBezTo>
                      <a:pt x="11" y="1"/>
                      <a:pt x="12"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8" name="Google Shape;88;p3"/>
              <p:cNvSpPr/>
              <p:nvPr/>
            </p:nvSpPr>
            <p:spPr>
              <a:xfrm>
                <a:off x="-737180" y="2929779"/>
                <a:ext cx="413606" cy="415426"/>
              </a:xfrm>
              <a:custGeom>
                <a:rect b="b" l="l" r="r" t="t"/>
                <a:pathLst>
                  <a:path extrusionOk="0" h="228" w="227">
                    <a:moveTo>
                      <a:pt x="0" y="0"/>
                    </a:moveTo>
                    <a:lnTo>
                      <a:pt x="227" y="0"/>
                    </a:lnTo>
                    <a:lnTo>
                      <a:pt x="227" y="228"/>
                    </a:lnTo>
                    <a:lnTo>
                      <a:pt x="0" y="228"/>
                    </a:lnTo>
                    <a:lnTo>
                      <a:pt x="0" y="0"/>
                    </a:lnTo>
                    <a:close/>
                  </a:path>
                </a:pathLst>
              </a:custGeom>
              <a:solidFill>
                <a:schemeClr val="accent2"/>
              </a:solidFill>
              <a:ln>
                <a:noFill/>
              </a:ln>
            </p:spPr>
            <p:txBody>
              <a:bodyPr anchorCtr="1" anchor="ctr" bIns="37075" lIns="90000" spcFirstLastPara="1" rIns="90000" wrap="square" tIns="370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9" name="Google Shape;89;p3"/>
              <p:cNvSpPr/>
              <p:nvPr/>
            </p:nvSpPr>
            <p:spPr>
              <a:xfrm>
                <a:off x="-749922"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0" name="Google Shape;90;p3"/>
              <p:cNvSpPr/>
              <p:nvPr/>
            </p:nvSpPr>
            <p:spPr>
              <a:xfrm>
                <a:off x="-398266"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 name="Google Shape;91;p3"/>
              <p:cNvSpPr/>
              <p:nvPr/>
            </p:nvSpPr>
            <p:spPr>
              <a:xfrm>
                <a:off x="-46610"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2" name="Google Shape;92;p3"/>
              <p:cNvSpPr/>
              <p:nvPr/>
            </p:nvSpPr>
            <p:spPr>
              <a:xfrm>
                <a:off x="305046"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 name="Google Shape;93;p3"/>
              <p:cNvSpPr/>
              <p:nvPr/>
            </p:nvSpPr>
            <p:spPr>
              <a:xfrm>
                <a:off x="-215912" y="31841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4" name="Google Shape;94;p3"/>
              <p:cNvSpPr/>
              <p:nvPr/>
            </p:nvSpPr>
            <p:spPr>
              <a:xfrm>
                <a:off x="-215912" y="32624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5" name="Google Shape;95;p3"/>
              <p:cNvSpPr/>
              <p:nvPr/>
            </p:nvSpPr>
            <p:spPr>
              <a:xfrm>
                <a:off x="-215912" y="33389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96" name="Google Shape;96;p3"/>
          <p:cNvGrpSpPr/>
          <p:nvPr/>
        </p:nvGrpSpPr>
        <p:grpSpPr>
          <a:xfrm>
            <a:off x="-190973" y="2491125"/>
            <a:ext cx="4432548" cy="2947650"/>
            <a:chOff x="-190973" y="2491125"/>
            <a:chExt cx="4432548" cy="2947650"/>
          </a:xfrm>
        </p:grpSpPr>
        <p:grpSp>
          <p:nvGrpSpPr>
            <p:cNvPr id="97" name="Google Shape;97;p3"/>
            <p:cNvGrpSpPr/>
            <p:nvPr/>
          </p:nvGrpSpPr>
          <p:grpSpPr>
            <a:xfrm>
              <a:off x="-190973" y="2491125"/>
              <a:ext cx="453184" cy="454844"/>
              <a:chOff x="1031102" y="400625"/>
              <a:chExt cx="453184" cy="454844"/>
            </a:xfrm>
          </p:grpSpPr>
          <p:sp>
            <p:nvSpPr>
              <p:cNvPr id="98" name="Google Shape;98;p3"/>
              <p:cNvSpPr/>
              <p:nvPr/>
            </p:nvSpPr>
            <p:spPr>
              <a:xfrm>
                <a:off x="1172203" y="546706"/>
                <a:ext cx="164341" cy="166002"/>
              </a:xfrm>
              <a:custGeom>
                <a:rect b="b" l="l" r="r" t="t"/>
                <a:pathLst>
                  <a:path extrusionOk="0" h="100" w="99">
                    <a:moveTo>
                      <a:pt x="69" y="95"/>
                    </a:moveTo>
                    <a:cubicBezTo>
                      <a:pt x="69" y="95"/>
                      <a:pt x="68" y="95"/>
                      <a:pt x="67" y="96"/>
                    </a:cubicBezTo>
                    <a:cubicBezTo>
                      <a:pt x="65" y="97"/>
                      <a:pt x="62" y="98"/>
                      <a:pt x="58" y="99"/>
                    </a:cubicBezTo>
                    <a:cubicBezTo>
                      <a:pt x="51" y="101"/>
                      <a:pt x="38" y="101"/>
                      <a:pt x="26" y="94"/>
                    </a:cubicBezTo>
                    <a:cubicBezTo>
                      <a:pt x="13" y="88"/>
                      <a:pt x="1" y="73"/>
                      <a:pt x="0" y="54"/>
                    </a:cubicBezTo>
                    <a:cubicBezTo>
                      <a:pt x="-1" y="45"/>
                      <a:pt x="1" y="35"/>
                      <a:pt x="6" y="26"/>
                    </a:cubicBezTo>
                    <a:cubicBezTo>
                      <a:pt x="11" y="17"/>
                      <a:pt x="19" y="9"/>
                      <a:pt x="29" y="5"/>
                    </a:cubicBezTo>
                    <a:cubicBezTo>
                      <a:pt x="39" y="0"/>
                      <a:pt x="51" y="-1"/>
                      <a:pt x="61" y="1"/>
                    </a:cubicBezTo>
                    <a:cubicBezTo>
                      <a:pt x="71" y="4"/>
                      <a:pt x="79" y="9"/>
                      <a:pt x="86" y="16"/>
                    </a:cubicBezTo>
                    <a:cubicBezTo>
                      <a:pt x="99" y="30"/>
                      <a:pt x="102" y="49"/>
                      <a:pt x="98" y="62"/>
                    </a:cubicBezTo>
                    <a:cubicBezTo>
                      <a:pt x="95" y="76"/>
                      <a:pt x="86" y="85"/>
                      <a:pt x="80" y="89"/>
                    </a:cubicBezTo>
                    <a:cubicBezTo>
                      <a:pt x="77" y="92"/>
                      <a:pt x="74" y="93"/>
                      <a:pt x="72" y="94"/>
                    </a:cubicBezTo>
                    <a:cubicBezTo>
                      <a:pt x="70" y="95"/>
                      <a:pt x="69" y="95"/>
                      <a:pt x="69" y="95"/>
                    </a:cubicBezTo>
                    <a:cubicBezTo>
                      <a:pt x="69" y="94"/>
                      <a:pt x="73" y="93"/>
                      <a:pt x="79" y="88"/>
                    </a:cubicBezTo>
                    <a:cubicBezTo>
                      <a:pt x="85" y="83"/>
                      <a:pt x="92" y="75"/>
                      <a:pt x="95" y="61"/>
                    </a:cubicBezTo>
                    <a:cubicBezTo>
                      <a:pt x="99" y="49"/>
                      <a:pt x="96" y="31"/>
                      <a:pt x="83" y="18"/>
                    </a:cubicBezTo>
                    <a:cubicBezTo>
                      <a:pt x="77" y="12"/>
                      <a:pt x="69" y="7"/>
                      <a:pt x="60" y="5"/>
                    </a:cubicBezTo>
                    <a:cubicBezTo>
                      <a:pt x="51" y="3"/>
                      <a:pt x="40" y="4"/>
                      <a:pt x="31" y="8"/>
                    </a:cubicBezTo>
                    <a:cubicBezTo>
                      <a:pt x="22" y="12"/>
                      <a:pt x="14" y="19"/>
                      <a:pt x="10" y="28"/>
                    </a:cubicBezTo>
                    <a:cubicBezTo>
                      <a:pt x="5" y="36"/>
                      <a:pt x="3" y="45"/>
                      <a:pt x="3" y="54"/>
                    </a:cubicBezTo>
                    <a:cubicBezTo>
                      <a:pt x="5" y="71"/>
                      <a:pt x="16" y="85"/>
                      <a:pt x="27" y="92"/>
                    </a:cubicBezTo>
                    <a:cubicBezTo>
                      <a:pt x="39" y="98"/>
                      <a:pt x="51" y="99"/>
                      <a:pt x="58" y="97"/>
                    </a:cubicBezTo>
                    <a:cubicBezTo>
                      <a:pt x="65" y="96"/>
                      <a:pt x="69" y="94"/>
                      <a:pt x="69" y="95"/>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9" name="Google Shape;99;p3"/>
              <p:cNvSpPr/>
              <p:nvPr/>
            </p:nvSpPr>
            <p:spPr>
              <a:xfrm>
                <a:off x="1032762" y="403945"/>
                <a:ext cx="448204" cy="448204"/>
              </a:xfrm>
              <a:custGeom>
                <a:rect b="b" l="l" r="r" t="t"/>
                <a:pathLst>
                  <a:path extrusionOk="0" h="270" w="270">
                    <a:moveTo>
                      <a:pt x="153" y="245"/>
                    </a:moveTo>
                    <a:cubicBezTo>
                      <a:pt x="153" y="245"/>
                      <a:pt x="153" y="246"/>
                      <a:pt x="154" y="247"/>
                    </a:cubicBezTo>
                    <a:cubicBezTo>
                      <a:pt x="155" y="248"/>
                      <a:pt x="156" y="249"/>
                      <a:pt x="157" y="251"/>
                    </a:cubicBezTo>
                    <a:cubicBezTo>
                      <a:pt x="160" y="254"/>
                      <a:pt x="164" y="260"/>
                      <a:pt x="170" y="267"/>
                    </a:cubicBezTo>
                    <a:lnTo>
                      <a:pt x="169" y="267"/>
                    </a:lnTo>
                    <a:cubicBezTo>
                      <a:pt x="180" y="262"/>
                      <a:pt x="193" y="256"/>
                      <a:pt x="210" y="248"/>
                    </a:cubicBezTo>
                    <a:lnTo>
                      <a:pt x="210" y="249"/>
                    </a:lnTo>
                    <a:cubicBezTo>
                      <a:pt x="208" y="241"/>
                      <a:pt x="206" y="232"/>
                      <a:pt x="204" y="222"/>
                    </a:cubicBezTo>
                    <a:lnTo>
                      <a:pt x="204" y="222"/>
                    </a:lnTo>
                    <a:lnTo>
                      <a:pt x="205" y="221"/>
                    </a:lnTo>
                    <a:cubicBezTo>
                      <a:pt x="212" y="215"/>
                      <a:pt x="218" y="208"/>
                      <a:pt x="224" y="200"/>
                    </a:cubicBezTo>
                    <a:lnTo>
                      <a:pt x="225" y="199"/>
                    </a:lnTo>
                    <a:lnTo>
                      <a:pt x="226" y="200"/>
                    </a:lnTo>
                    <a:cubicBezTo>
                      <a:pt x="234" y="201"/>
                      <a:pt x="243" y="202"/>
                      <a:pt x="253" y="203"/>
                    </a:cubicBezTo>
                    <a:lnTo>
                      <a:pt x="251" y="204"/>
                    </a:lnTo>
                    <a:cubicBezTo>
                      <a:pt x="256" y="191"/>
                      <a:pt x="261" y="177"/>
                      <a:pt x="267" y="162"/>
                    </a:cubicBezTo>
                    <a:lnTo>
                      <a:pt x="268" y="164"/>
                    </a:lnTo>
                    <a:cubicBezTo>
                      <a:pt x="261" y="159"/>
                      <a:pt x="253" y="154"/>
                      <a:pt x="245" y="149"/>
                    </a:cubicBezTo>
                    <a:lnTo>
                      <a:pt x="244" y="148"/>
                    </a:lnTo>
                    <a:lnTo>
                      <a:pt x="244" y="147"/>
                    </a:lnTo>
                    <a:cubicBezTo>
                      <a:pt x="245" y="138"/>
                      <a:pt x="245" y="128"/>
                      <a:pt x="244" y="118"/>
                    </a:cubicBezTo>
                    <a:lnTo>
                      <a:pt x="243" y="117"/>
                    </a:lnTo>
                    <a:lnTo>
                      <a:pt x="244" y="117"/>
                    </a:lnTo>
                    <a:cubicBezTo>
                      <a:pt x="251" y="112"/>
                      <a:pt x="258" y="106"/>
                      <a:pt x="266" y="100"/>
                    </a:cubicBezTo>
                    <a:lnTo>
                      <a:pt x="265" y="103"/>
                    </a:lnTo>
                    <a:cubicBezTo>
                      <a:pt x="260" y="90"/>
                      <a:pt x="253" y="76"/>
                      <a:pt x="247" y="61"/>
                    </a:cubicBezTo>
                    <a:lnTo>
                      <a:pt x="249" y="62"/>
                    </a:lnTo>
                    <a:cubicBezTo>
                      <a:pt x="241" y="64"/>
                      <a:pt x="232" y="66"/>
                      <a:pt x="222" y="68"/>
                    </a:cubicBezTo>
                    <a:lnTo>
                      <a:pt x="221" y="68"/>
                    </a:lnTo>
                    <a:lnTo>
                      <a:pt x="221" y="67"/>
                    </a:lnTo>
                    <a:cubicBezTo>
                      <a:pt x="215" y="60"/>
                      <a:pt x="208" y="53"/>
                      <a:pt x="200" y="47"/>
                    </a:cubicBezTo>
                    <a:lnTo>
                      <a:pt x="199" y="46"/>
                    </a:lnTo>
                    <a:lnTo>
                      <a:pt x="199" y="45"/>
                    </a:lnTo>
                    <a:cubicBezTo>
                      <a:pt x="200" y="37"/>
                      <a:pt x="201" y="28"/>
                      <a:pt x="203" y="18"/>
                    </a:cubicBezTo>
                    <a:lnTo>
                      <a:pt x="204" y="20"/>
                    </a:lnTo>
                    <a:cubicBezTo>
                      <a:pt x="191" y="15"/>
                      <a:pt x="176" y="10"/>
                      <a:pt x="162" y="4"/>
                    </a:cubicBezTo>
                    <a:lnTo>
                      <a:pt x="164" y="4"/>
                    </a:lnTo>
                    <a:cubicBezTo>
                      <a:pt x="160" y="11"/>
                      <a:pt x="154" y="18"/>
                      <a:pt x="149" y="26"/>
                    </a:cubicBezTo>
                    <a:lnTo>
                      <a:pt x="148" y="27"/>
                    </a:lnTo>
                    <a:lnTo>
                      <a:pt x="147" y="27"/>
                    </a:lnTo>
                    <a:cubicBezTo>
                      <a:pt x="138" y="26"/>
                      <a:pt x="128" y="26"/>
                      <a:pt x="118" y="28"/>
                    </a:cubicBezTo>
                    <a:lnTo>
                      <a:pt x="118" y="28"/>
                    </a:lnTo>
                    <a:cubicBezTo>
                      <a:pt x="118" y="27"/>
                      <a:pt x="120" y="28"/>
                      <a:pt x="117" y="27"/>
                    </a:cubicBezTo>
                    <a:lnTo>
                      <a:pt x="117" y="27"/>
                    </a:lnTo>
                    <a:lnTo>
                      <a:pt x="117" y="27"/>
                    </a:lnTo>
                    <a:lnTo>
                      <a:pt x="116" y="27"/>
                    </a:lnTo>
                    <a:lnTo>
                      <a:pt x="116" y="26"/>
                    </a:lnTo>
                    <a:lnTo>
                      <a:pt x="116" y="26"/>
                    </a:lnTo>
                    <a:lnTo>
                      <a:pt x="115" y="24"/>
                    </a:lnTo>
                    <a:lnTo>
                      <a:pt x="112" y="21"/>
                    </a:lnTo>
                    <a:lnTo>
                      <a:pt x="108" y="16"/>
                    </a:lnTo>
                    <a:cubicBezTo>
                      <a:pt x="106" y="12"/>
                      <a:pt x="103" y="9"/>
                      <a:pt x="100" y="5"/>
                    </a:cubicBezTo>
                    <a:lnTo>
                      <a:pt x="103" y="6"/>
                    </a:lnTo>
                    <a:cubicBezTo>
                      <a:pt x="89" y="12"/>
                      <a:pt x="75" y="18"/>
                      <a:pt x="61" y="24"/>
                    </a:cubicBezTo>
                    <a:lnTo>
                      <a:pt x="63" y="22"/>
                    </a:lnTo>
                    <a:cubicBezTo>
                      <a:pt x="64" y="31"/>
                      <a:pt x="66" y="40"/>
                      <a:pt x="68" y="49"/>
                    </a:cubicBezTo>
                    <a:lnTo>
                      <a:pt x="68" y="50"/>
                    </a:lnTo>
                    <a:lnTo>
                      <a:pt x="67" y="50"/>
                    </a:lnTo>
                    <a:cubicBezTo>
                      <a:pt x="60" y="57"/>
                      <a:pt x="53" y="64"/>
                      <a:pt x="47" y="71"/>
                    </a:cubicBezTo>
                    <a:lnTo>
                      <a:pt x="47" y="72"/>
                    </a:lnTo>
                    <a:lnTo>
                      <a:pt x="45" y="72"/>
                    </a:lnTo>
                    <a:cubicBezTo>
                      <a:pt x="36" y="71"/>
                      <a:pt x="27" y="69"/>
                      <a:pt x="18" y="68"/>
                    </a:cubicBezTo>
                    <a:lnTo>
                      <a:pt x="21" y="67"/>
                    </a:lnTo>
                    <a:cubicBezTo>
                      <a:pt x="15" y="81"/>
                      <a:pt x="10" y="95"/>
                      <a:pt x="4" y="109"/>
                    </a:cubicBezTo>
                    <a:lnTo>
                      <a:pt x="4" y="107"/>
                    </a:lnTo>
                    <a:cubicBezTo>
                      <a:pt x="11" y="112"/>
                      <a:pt x="19" y="117"/>
                      <a:pt x="26" y="122"/>
                    </a:cubicBezTo>
                    <a:lnTo>
                      <a:pt x="27" y="123"/>
                    </a:lnTo>
                    <a:lnTo>
                      <a:pt x="27" y="124"/>
                    </a:lnTo>
                    <a:cubicBezTo>
                      <a:pt x="26" y="134"/>
                      <a:pt x="26" y="143"/>
                      <a:pt x="28" y="153"/>
                    </a:cubicBezTo>
                    <a:lnTo>
                      <a:pt x="28" y="154"/>
                    </a:lnTo>
                    <a:lnTo>
                      <a:pt x="27" y="154"/>
                    </a:lnTo>
                    <a:cubicBezTo>
                      <a:pt x="19" y="160"/>
                      <a:pt x="12" y="165"/>
                      <a:pt x="5" y="171"/>
                    </a:cubicBezTo>
                    <a:lnTo>
                      <a:pt x="6" y="169"/>
                    </a:lnTo>
                    <a:cubicBezTo>
                      <a:pt x="12" y="183"/>
                      <a:pt x="18" y="197"/>
                      <a:pt x="24" y="210"/>
                    </a:cubicBezTo>
                    <a:lnTo>
                      <a:pt x="22" y="209"/>
                    </a:lnTo>
                    <a:cubicBezTo>
                      <a:pt x="31" y="207"/>
                      <a:pt x="40" y="205"/>
                      <a:pt x="49" y="204"/>
                    </a:cubicBezTo>
                    <a:lnTo>
                      <a:pt x="50" y="204"/>
                    </a:lnTo>
                    <a:lnTo>
                      <a:pt x="50" y="204"/>
                    </a:lnTo>
                    <a:cubicBezTo>
                      <a:pt x="57" y="212"/>
                      <a:pt x="64" y="219"/>
                      <a:pt x="71" y="224"/>
                    </a:cubicBezTo>
                    <a:lnTo>
                      <a:pt x="72" y="225"/>
                    </a:lnTo>
                    <a:lnTo>
                      <a:pt x="72" y="226"/>
                    </a:lnTo>
                    <a:cubicBezTo>
                      <a:pt x="70" y="235"/>
                      <a:pt x="69" y="244"/>
                      <a:pt x="68" y="252"/>
                    </a:cubicBezTo>
                    <a:lnTo>
                      <a:pt x="67" y="251"/>
                    </a:lnTo>
                    <a:cubicBezTo>
                      <a:pt x="83" y="258"/>
                      <a:pt x="97" y="263"/>
                      <a:pt x="109" y="268"/>
                    </a:cubicBezTo>
                    <a:lnTo>
                      <a:pt x="108" y="268"/>
                    </a:lnTo>
                    <a:cubicBezTo>
                      <a:pt x="114" y="259"/>
                      <a:pt x="119" y="252"/>
                      <a:pt x="123" y="246"/>
                    </a:cubicBezTo>
                    <a:lnTo>
                      <a:pt x="123" y="245"/>
                    </a:lnTo>
                    <a:lnTo>
                      <a:pt x="124" y="245"/>
                    </a:lnTo>
                    <a:cubicBezTo>
                      <a:pt x="134" y="246"/>
                      <a:pt x="141" y="246"/>
                      <a:pt x="146" y="246"/>
                    </a:cubicBezTo>
                    <a:cubicBezTo>
                      <a:pt x="148" y="246"/>
                      <a:pt x="150" y="245"/>
                      <a:pt x="151" y="245"/>
                    </a:cubicBezTo>
                    <a:cubicBezTo>
                      <a:pt x="153" y="245"/>
                      <a:pt x="153" y="245"/>
                      <a:pt x="153" y="245"/>
                    </a:cubicBezTo>
                    <a:cubicBezTo>
                      <a:pt x="153" y="245"/>
                      <a:pt x="152" y="245"/>
                      <a:pt x="151" y="246"/>
                    </a:cubicBezTo>
                    <a:cubicBezTo>
                      <a:pt x="150" y="246"/>
                      <a:pt x="148" y="246"/>
                      <a:pt x="146" y="246"/>
                    </a:cubicBezTo>
                    <a:cubicBezTo>
                      <a:pt x="141" y="247"/>
                      <a:pt x="134" y="247"/>
                      <a:pt x="124" y="246"/>
                    </a:cubicBezTo>
                    <a:lnTo>
                      <a:pt x="124" y="246"/>
                    </a:lnTo>
                    <a:cubicBezTo>
                      <a:pt x="120" y="252"/>
                      <a:pt x="115" y="260"/>
                      <a:pt x="109" y="269"/>
                    </a:cubicBezTo>
                    <a:lnTo>
                      <a:pt x="109" y="270"/>
                    </a:lnTo>
                    <a:lnTo>
                      <a:pt x="108" y="269"/>
                    </a:lnTo>
                    <a:cubicBezTo>
                      <a:pt x="96" y="265"/>
                      <a:pt x="82" y="260"/>
                      <a:pt x="66" y="253"/>
                    </a:cubicBezTo>
                    <a:lnTo>
                      <a:pt x="65" y="253"/>
                    </a:lnTo>
                    <a:lnTo>
                      <a:pt x="65" y="252"/>
                    </a:lnTo>
                    <a:cubicBezTo>
                      <a:pt x="66" y="244"/>
                      <a:pt x="68" y="235"/>
                      <a:pt x="69" y="225"/>
                    </a:cubicBezTo>
                    <a:lnTo>
                      <a:pt x="70" y="226"/>
                    </a:lnTo>
                    <a:cubicBezTo>
                      <a:pt x="62" y="221"/>
                      <a:pt x="55" y="214"/>
                      <a:pt x="48" y="206"/>
                    </a:cubicBezTo>
                    <a:lnTo>
                      <a:pt x="49" y="206"/>
                    </a:lnTo>
                    <a:cubicBezTo>
                      <a:pt x="41" y="208"/>
                      <a:pt x="32" y="210"/>
                      <a:pt x="23" y="212"/>
                    </a:cubicBezTo>
                    <a:lnTo>
                      <a:pt x="21" y="212"/>
                    </a:lnTo>
                    <a:lnTo>
                      <a:pt x="21" y="211"/>
                    </a:lnTo>
                    <a:cubicBezTo>
                      <a:pt x="15" y="198"/>
                      <a:pt x="9" y="184"/>
                      <a:pt x="3" y="170"/>
                    </a:cubicBezTo>
                    <a:lnTo>
                      <a:pt x="2" y="169"/>
                    </a:lnTo>
                    <a:lnTo>
                      <a:pt x="3" y="168"/>
                    </a:lnTo>
                    <a:cubicBezTo>
                      <a:pt x="10" y="162"/>
                      <a:pt x="17" y="157"/>
                      <a:pt x="25" y="151"/>
                    </a:cubicBezTo>
                    <a:lnTo>
                      <a:pt x="24" y="153"/>
                    </a:lnTo>
                    <a:cubicBezTo>
                      <a:pt x="23" y="143"/>
                      <a:pt x="22" y="133"/>
                      <a:pt x="23" y="123"/>
                    </a:cubicBezTo>
                    <a:lnTo>
                      <a:pt x="24" y="125"/>
                    </a:lnTo>
                    <a:cubicBezTo>
                      <a:pt x="17" y="120"/>
                      <a:pt x="9" y="115"/>
                      <a:pt x="2" y="110"/>
                    </a:cubicBezTo>
                    <a:lnTo>
                      <a:pt x="0" y="109"/>
                    </a:lnTo>
                    <a:lnTo>
                      <a:pt x="1" y="108"/>
                    </a:lnTo>
                    <a:cubicBezTo>
                      <a:pt x="6" y="94"/>
                      <a:pt x="12" y="80"/>
                      <a:pt x="17" y="65"/>
                    </a:cubicBezTo>
                    <a:lnTo>
                      <a:pt x="18" y="64"/>
                    </a:lnTo>
                    <a:lnTo>
                      <a:pt x="19" y="64"/>
                    </a:lnTo>
                    <a:cubicBezTo>
                      <a:pt x="28" y="66"/>
                      <a:pt x="37" y="67"/>
                      <a:pt x="46" y="68"/>
                    </a:cubicBezTo>
                    <a:lnTo>
                      <a:pt x="44" y="69"/>
                    </a:lnTo>
                    <a:cubicBezTo>
                      <a:pt x="50" y="61"/>
                      <a:pt x="57" y="54"/>
                      <a:pt x="65" y="47"/>
                    </a:cubicBezTo>
                    <a:lnTo>
                      <a:pt x="64" y="49"/>
                    </a:lnTo>
                    <a:cubicBezTo>
                      <a:pt x="62" y="40"/>
                      <a:pt x="61" y="31"/>
                      <a:pt x="59" y="22"/>
                    </a:cubicBezTo>
                    <a:lnTo>
                      <a:pt x="58" y="21"/>
                    </a:lnTo>
                    <a:lnTo>
                      <a:pt x="60" y="20"/>
                    </a:lnTo>
                    <a:cubicBezTo>
                      <a:pt x="73" y="14"/>
                      <a:pt x="87" y="8"/>
                      <a:pt x="101" y="2"/>
                    </a:cubicBezTo>
                    <a:lnTo>
                      <a:pt x="103" y="1"/>
                    </a:lnTo>
                    <a:lnTo>
                      <a:pt x="103" y="3"/>
                    </a:lnTo>
                    <a:cubicBezTo>
                      <a:pt x="106" y="6"/>
                      <a:pt x="109" y="10"/>
                      <a:pt x="112" y="13"/>
                    </a:cubicBezTo>
                    <a:lnTo>
                      <a:pt x="116" y="19"/>
                    </a:lnTo>
                    <a:lnTo>
                      <a:pt x="118" y="22"/>
                    </a:lnTo>
                    <a:lnTo>
                      <a:pt x="119" y="23"/>
                    </a:lnTo>
                    <a:lnTo>
                      <a:pt x="119" y="24"/>
                    </a:lnTo>
                    <a:lnTo>
                      <a:pt x="120" y="24"/>
                    </a:lnTo>
                    <a:lnTo>
                      <a:pt x="120" y="24"/>
                    </a:lnTo>
                    <a:lnTo>
                      <a:pt x="120" y="24"/>
                    </a:lnTo>
                    <a:lnTo>
                      <a:pt x="120" y="24"/>
                    </a:lnTo>
                    <a:lnTo>
                      <a:pt x="120" y="24"/>
                    </a:lnTo>
                    <a:cubicBezTo>
                      <a:pt x="116" y="23"/>
                      <a:pt x="119" y="24"/>
                      <a:pt x="118" y="24"/>
                    </a:cubicBezTo>
                    <a:lnTo>
                      <a:pt x="118" y="24"/>
                    </a:lnTo>
                    <a:cubicBezTo>
                      <a:pt x="128" y="22"/>
                      <a:pt x="138" y="22"/>
                      <a:pt x="148" y="23"/>
                    </a:cubicBezTo>
                    <a:lnTo>
                      <a:pt x="146" y="24"/>
                    </a:lnTo>
                    <a:cubicBezTo>
                      <a:pt x="151" y="16"/>
                      <a:pt x="156" y="8"/>
                      <a:pt x="161" y="1"/>
                    </a:cubicBezTo>
                    <a:lnTo>
                      <a:pt x="162" y="0"/>
                    </a:lnTo>
                    <a:lnTo>
                      <a:pt x="163" y="0"/>
                    </a:lnTo>
                    <a:cubicBezTo>
                      <a:pt x="178" y="6"/>
                      <a:pt x="192" y="11"/>
                      <a:pt x="205" y="17"/>
                    </a:cubicBezTo>
                    <a:lnTo>
                      <a:pt x="207" y="17"/>
                    </a:lnTo>
                    <a:lnTo>
                      <a:pt x="207" y="19"/>
                    </a:lnTo>
                    <a:cubicBezTo>
                      <a:pt x="205" y="28"/>
                      <a:pt x="204" y="37"/>
                      <a:pt x="203" y="46"/>
                    </a:cubicBezTo>
                    <a:lnTo>
                      <a:pt x="202" y="44"/>
                    </a:lnTo>
                    <a:cubicBezTo>
                      <a:pt x="210" y="50"/>
                      <a:pt x="218" y="57"/>
                      <a:pt x="224" y="64"/>
                    </a:cubicBezTo>
                    <a:lnTo>
                      <a:pt x="222" y="64"/>
                    </a:lnTo>
                    <a:cubicBezTo>
                      <a:pt x="231" y="62"/>
                      <a:pt x="240" y="60"/>
                      <a:pt x="248" y="59"/>
                    </a:cubicBezTo>
                    <a:lnTo>
                      <a:pt x="250" y="58"/>
                    </a:lnTo>
                    <a:lnTo>
                      <a:pt x="251" y="60"/>
                    </a:lnTo>
                    <a:cubicBezTo>
                      <a:pt x="257" y="74"/>
                      <a:pt x="263" y="88"/>
                      <a:pt x="269" y="101"/>
                    </a:cubicBezTo>
                    <a:lnTo>
                      <a:pt x="269" y="102"/>
                    </a:lnTo>
                    <a:lnTo>
                      <a:pt x="268" y="103"/>
                    </a:lnTo>
                    <a:cubicBezTo>
                      <a:pt x="261" y="109"/>
                      <a:pt x="253" y="114"/>
                      <a:pt x="246" y="119"/>
                    </a:cubicBezTo>
                    <a:lnTo>
                      <a:pt x="247" y="118"/>
                    </a:lnTo>
                    <a:cubicBezTo>
                      <a:pt x="249" y="128"/>
                      <a:pt x="249" y="138"/>
                      <a:pt x="248" y="148"/>
                    </a:cubicBezTo>
                    <a:lnTo>
                      <a:pt x="247" y="146"/>
                    </a:lnTo>
                    <a:cubicBezTo>
                      <a:pt x="255" y="151"/>
                      <a:pt x="262" y="157"/>
                      <a:pt x="269" y="161"/>
                    </a:cubicBezTo>
                    <a:lnTo>
                      <a:pt x="270" y="162"/>
                    </a:lnTo>
                    <a:lnTo>
                      <a:pt x="270" y="163"/>
                    </a:lnTo>
                    <a:cubicBezTo>
                      <a:pt x="264" y="178"/>
                      <a:pt x="259" y="192"/>
                      <a:pt x="254" y="205"/>
                    </a:cubicBezTo>
                    <a:lnTo>
                      <a:pt x="253" y="206"/>
                    </a:lnTo>
                    <a:lnTo>
                      <a:pt x="252" y="206"/>
                    </a:lnTo>
                    <a:cubicBezTo>
                      <a:pt x="243" y="205"/>
                      <a:pt x="234" y="203"/>
                      <a:pt x="225" y="202"/>
                    </a:cubicBezTo>
                    <a:lnTo>
                      <a:pt x="226" y="201"/>
                    </a:lnTo>
                    <a:cubicBezTo>
                      <a:pt x="220" y="210"/>
                      <a:pt x="213" y="217"/>
                      <a:pt x="206" y="223"/>
                    </a:cubicBezTo>
                    <a:lnTo>
                      <a:pt x="206" y="222"/>
                    </a:lnTo>
                    <a:cubicBezTo>
                      <a:pt x="208" y="231"/>
                      <a:pt x="210" y="240"/>
                      <a:pt x="211" y="248"/>
                    </a:cubicBezTo>
                    <a:lnTo>
                      <a:pt x="212" y="249"/>
                    </a:lnTo>
                    <a:lnTo>
                      <a:pt x="211" y="250"/>
                    </a:lnTo>
                    <a:cubicBezTo>
                      <a:pt x="194" y="257"/>
                      <a:pt x="180" y="263"/>
                      <a:pt x="169" y="267"/>
                    </a:cubicBezTo>
                    <a:lnTo>
                      <a:pt x="169" y="268"/>
                    </a:lnTo>
                    <a:lnTo>
                      <a:pt x="169" y="267"/>
                    </a:lnTo>
                    <a:cubicBezTo>
                      <a:pt x="164" y="260"/>
                      <a:pt x="160" y="255"/>
                      <a:pt x="157" y="251"/>
                    </a:cubicBezTo>
                    <a:cubicBezTo>
                      <a:pt x="156" y="249"/>
                      <a:pt x="155" y="248"/>
                      <a:pt x="154" y="247"/>
                    </a:cubicBezTo>
                    <a:cubicBezTo>
                      <a:pt x="153" y="246"/>
                      <a:pt x="153" y="245"/>
                      <a:pt x="153" y="245"/>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0" name="Google Shape;100;p3"/>
              <p:cNvSpPr/>
              <p:nvPr/>
            </p:nvSpPr>
            <p:spPr>
              <a:xfrm>
                <a:off x="1170543" y="545046"/>
                <a:ext cx="169322" cy="167662"/>
              </a:xfrm>
              <a:custGeom>
                <a:rect b="b" l="l" r="r" t="t"/>
                <a:pathLst>
                  <a:path extrusionOk="0" h="101" w="102">
                    <a:moveTo>
                      <a:pt x="70" y="96"/>
                    </a:moveTo>
                    <a:lnTo>
                      <a:pt x="69" y="96"/>
                    </a:lnTo>
                    <a:cubicBezTo>
                      <a:pt x="68" y="97"/>
                      <a:pt x="67" y="97"/>
                      <a:pt x="65" y="98"/>
                    </a:cubicBezTo>
                    <a:cubicBezTo>
                      <a:pt x="61" y="99"/>
                      <a:pt x="55" y="100"/>
                      <a:pt x="47" y="100"/>
                    </a:cubicBezTo>
                    <a:cubicBezTo>
                      <a:pt x="40" y="99"/>
                      <a:pt x="30" y="97"/>
                      <a:pt x="22" y="90"/>
                    </a:cubicBezTo>
                    <a:cubicBezTo>
                      <a:pt x="13" y="84"/>
                      <a:pt x="5" y="73"/>
                      <a:pt x="3" y="59"/>
                    </a:cubicBezTo>
                    <a:cubicBezTo>
                      <a:pt x="0" y="46"/>
                      <a:pt x="4" y="29"/>
                      <a:pt x="16" y="18"/>
                    </a:cubicBezTo>
                    <a:cubicBezTo>
                      <a:pt x="27" y="6"/>
                      <a:pt x="46" y="-1"/>
                      <a:pt x="64" y="5"/>
                    </a:cubicBezTo>
                    <a:cubicBezTo>
                      <a:pt x="73" y="7"/>
                      <a:pt x="81" y="12"/>
                      <a:pt x="88" y="20"/>
                    </a:cubicBezTo>
                    <a:cubicBezTo>
                      <a:pt x="94" y="27"/>
                      <a:pt x="98" y="36"/>
                      <a:pt x="99" y="46"/>
                    </a:cubicBezTo>
                    <a:cubicBezTo>
                      <a:pt x="101" y="56"/>
                      <a:pt x="99" y="67"/>
                      <a:pt x="94" y="76"/>
                    </a:cubicBezTo>
                    <a:cubicBezTo>
                      <a:pt x="91" y="81"/>
                      <a:pt x="88" y="85"/>
                      <a:pt x="84" y="88"/>
                    </a:cubicBezTo>
                    <a:cubicBezTo>
                      <a:pt x="82" y="90"/>
                      <a:pt x="80" y="92"/>
                      <a:pt x="78" y="93"/>
                    </a:cubicBezTo>
                    <a:cubicBezTo>
                      <a:pt x="77" y="94"/>
                      <a:pt x="76" y="95"/>
                      <a:pt x="74" y="96"/>
                    </a:cubicBezTo>
                    <a:lnTo>
                      <a:pt x="73" y="96"/>
                    </a:lnTo>
                    <a:lnTo>
                      <a:pt x="72" y="97"/>
                    </a:lnTo>
                    <a:lnTo>
                      <a:pt x="72" y="97"/>
                    </a:lnTo>
                    <a:lnTo>
                      <a:pt x="72" y="97"/>
                    </a:lnTo>
                    <a:lnTo>
                      <a:pt x="72" y="97"/>
                    </a:lnTo>
                    <a:cubicBezTo>
                      <a:pt x="71" y="97"/>
                      <a:pt x="73" y="96"/>
                      <a:pt x="72" y="95"/>
                    </a:cubicBezTo>
                    <a:lnTo>
                      <a:pt x="70" y="94"/>
                    </a:lnTo>
                    <a:cubicBezTo>
                      <a:pt x="71" y="93"/>
                      <a:pt x="74" y="92"/>
                      <a:pt x="75" y="91"/>
                    </a:cubicBezTo>
                    <a:cubicBezTo>
                      <a:pt x="93" y="81"/>
                      <a:pt x="101" y="59"/>
                      <a:pt x="97" y="41"/>
                    </a:cubicBezTo>
                    <a:cubicBezTo>
                      <a:pt x="93" y="22"/>
                      <a:pt x="77" y="8"/>
                      <a:pt x="60" y="5"/>
                    </a:cubicBezTo>
                    <a:cubicBezTo>
                      <a:pt x="42" y="1"/>
                      <a:pt x="25" y="8"/>
                      <a:pt x="15" y="20"/>
                    </a:cubicBezTo>
                    <a:cubicBezTo>
                      <a:pt x="4" y="31"/>
                      <a:pt x="1" y="47"/>
                      <a:pt x="3" y="60"/>
                    </a:cubicBezTo>
                    <a:cubicBezTo>
                      <a:pt x="6" y="73"/>
                      <a:pt x="13" y="84"/>
                      <a:pt x="22" y="90"/>
                    </a:cubicBezTo>
                    <a:cubicBezTo>
                      <a:pt x="30" y="97"/>
                      <a:pt x="40" y="99"/>
                      <a:pt x="47" y="100"/>
                    </a:cubicBezTo>
                    <a:cubicBezTo>
                      <a:pt x="55" y="100"/>
                      <a:pt x="61" y="99"/>
                      <a:pt x="65" y="98"/>
                    </a:cubicBezTo>
                    <a:cubicBezTo>
                      <a:pt x="68" y="97"/>
                      <a:pt x="70" y="96"/>
                      <a:pt x="70" y="96"/>
                    </a:cubicBezTo>
                    <a:cubicBezTo>
                      <a:pt x="70" y="96"/>
                      <a:pt x="69" y="97"/>
                      <a:pt x="65" y="99"/>
                    </a:cubicBezTo>
                    <a:cubicBezTo>
                      <a:pt x="61" y="100"/>
                      <a:pt x="55" y="102"/>
                      <a:pt x="47" y="101"/>
                    </a:cubicBezTo>
                    <a:cubicBezTo>
                      <a:pt x="39" y="101"/>
                      <a:pt x="30" y="99"/>
                      <a:pt x="21" y="92"/>
                    </a:cubicBezTo>
                    <a:cubicBezTo>
                      <a:pt x="11" y="86"/>
                      <a:pt x="3" y="75"/>
                      <a:pt x="1" y="61"/>
                    </a:cubicBezTo>
                    <a:cubicBezTo>
                      <a:pt x="-2" y="47"/>
                      <a:pt x="1" y="30"/>
                      <a:pt x="12" y="18"/>
                    </a:cubicBezTo>
                    <a:cubicBezTo>
                      <a:pt x="23" y="5"/>
                      <a:pt x="42" y="-3"/>
                      <a:pt x="61" y="1"/>
                    </a:cubicBezTo>
                    <a:cubicBezTo>
                      <a:pt x="70" y="3"/>
                      <a:pt x="79" y="7"/>
                      <a:pt x="86" y="14"/>
                    </a:cubicBezTo>
                    <a:cubicBezTo>
                      <a:pt x="93" y="21"/>
                      <a:pt x="99" y="30"/>
                      <a:pt x="101" y="40"/>
                    </a:cubicBezTo>
                    <a:cubicBezTo>
                      <a:pt x="106" y="60"/>
                      <a:pt x="97" y="84"/>
                      <a:pt x="77" y="95"/>
                    </a:cubicBezTo>
                    <a:cubicBezTo>
                      <a:pt x="75" y="96"/>
                      <a:pt x="73" y="97"/>
                      <a:pt x="71" y="98"/>
                    </a:cubicBezTo>
                    <a:lnTo>
                      <a:pt x="69" y="98"/>
                    </a:lnTo>
                    <a:lnTo>
                      <a:pt x="69" y="97"/>
                    </a:lnTo>
                    <a:cubicBezTo>
                      <a:pt x="68" y="96"/>
                      <a:pt x="69" y="94"/>
                      <a:pt x="69" y="95"/>
                    </a:cubicBezTo>
                    <a:cubicBezTo>
                      <a:pt x="69" y="94"/>
                      <a:pt x="69" y="94"/>
                      <a:pt x="69" y="94"/>
                    </a:cubicBezTo>
                    <a:lnTo>
                      <a:pt x="70" y="94"/>
                    </a:lnTo>
                    <a:lnTo>
                      <a:pt x="70" y="94"/>
                    </a:lnTo>
                    <a:lnTo>
                      <a:pt x="71" y="93"/>
                    </a:lnTo>
                    <a:lnTo>
                      <a:pt x="73" y="92"/>
                    </a:lnTo>
                    <a:cubicBezTo>
                      <a:pt x="74" y="92"/>
                      <a:pt x="75" y="91"/>
                      <a:pt x="76" y="90"/>
                    </a:cubicBezTo>
                    <a:cubicBezTo>
                      <a:pt x="78" y="89"/>
                      <a:pt x="80" y="87"/>
                      <a:pt x="81" y="86"/>
                    </a:cubicBezTo>
                    <a:cubicBezTo>
                      <a:pt x="85" y="82"/>
                      <a:pt x="88" y="79"/>
                      <a:pt x="90" y="74"/>
                    </a:cubicBezTo>
                    <a:cubicBezTo>
                      <a:pt x="95" y="66"/>
                      <a:pt x="97" y="56"/>
                      <a:pt x="96" y="47"/>
                    </a:cubicBezTo>
                    <a:cubicBezTo>
                      <a:pt x="95" y="38"/>
                      <a:pt x="91" y="29"/>
                      <a:pt x="85" y="22"/>
                    </a:cubicBezTo>
                    <a:cubicBezTo>
                      <a:pt x="79" y="16"/>
                      <a:pt x="71" y="11"/>
                      <a:pt x="63" y="8"/>
                    </a:cubicBezTo>
                    <a:cubicBezTo>
                      <a:pt x="46" y="4"/>
                      <a:pt x="29" y="9"/>
                      <a:pt x="18" y="20"/>
                    </a:cubicBezTo>
                    <a:cubicBezTo>
                      <a:pt x="7" y="31"/>
                      <a:pt x="3" y="46"/>
                      <a:pt x="6" y="59"/>
                    </a:cubicBezTo>
                    <a:cubicBezTo>
                      <a:pt x="8" y="72"/>
                      <a:pt x="15" y="83"/>
                      <a:pt x="23" y="89"/>
                    </a:cubicBezTo>
                    <a:cubicBezTo>
                      <a:pt x="31" y="95"/>
                      <a:pt x="40" y="98"/>
                      <a:pt x="47" y="99"/>
                    </a:cubicBezTo>
                    <a:cubicBezTo>
                      <a:pt x="55" y="99"/>
                      <a:pt x="61" y="98"/>
                      <a:pt x="64" y="97"/>
                    </a:cubicBezTo>
                    <a:cubicBezTo>
                      <a:pt x="68" y="97"/>
                      <a:pt x="70" y="96"/>
                      <a:pt x="70" y="96"/>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1" name="Google Shape;101;p3"/>
              <p:cNvSpPr/>
              <p:nvPr/>
            </p:nvSpPr>
            <p:spPr>
              <a:xfrm>
                <a:off x="1031102" y="400625"/>
                <a:ext cx="453184" cy="454844"/>
              </a:xfrm>
              <a:custGeom>
                <a:rect b="b" l="l" r="r" t="t"/>
                <a:pathLst>
                  <a:path extrusionOk="0" h="274" w="273">
                    <a:moveTo>
                      <a:pt x="154" y="247"/>
                    </a:moveTo>
                    <a:cubicBezTo>
                      <a:pt x="156" y="250"/>
                      <a:pt x="160" y="256"/>
                      <a:pt x="171" y="270"/>
                    </a:cubicBezTo>
                    <a:lnTo>
                      <a:pt x="170" y="269"/>
                    </a:lnTo>
                    <a:cubicBezTo>
                      <a:pt x="181" y="265"/>
                      <a:pt x="195" y="258"/>
                      <a:pt x="212" y="251"/>
                    </a:cubicBezTo>
                    <a:lnTo>
                      <a:pt x="212" y="252"/>
                    </a:lnTo>
                    <a:cubicBezTo>
                      <a:pt x="210" y="243"/>
                      <a:pt x="208" y="234"/>
                      <a:pt x="206" y="224"/>
                    </a:cubicBezTo>
                    <a:lnTo>
                      <a:pt x="208" y="224"/>
                    </a:lnTo>
                    <a:lnTo>
                      <a:pt x="208" y="225"/>
                    </a:lnTo>
                    <a:lnTo>
                      <a:pt x="206" y="224"/>
                    </a:lnTo>
                    <a:cubicBezTo>
                      <a:pt x="214" y="218"/>
                      <a:pt x="221" y="211"/>
                      <a:pt x="227" y="203"/>
                    </a:cubicBezTo>
                    <a:lnTo>
                      <a:pt x="228" y="204"/>
                    </a:lnTo>
                    <a:lnTo>
                      <a:pt x="227" y="205"/>
                    </a:lnTo>
                    <a:lnTo>
                      <a:pt x="227" y="203"/>
                    </a:lnTo>
                    <a:cubicBezTo>
                      <a:pt x="235" y="204"/>
                      <a:pt x="245" y="205"/>
                      <a:pt x="254" y="207"/>
                    </a:cubicBezTo>
                    <a:lnTo>
                      <a:pt x="253" y="208"/>
                    </a:lnTo>
                    <a:cubicBezTo>
                      <a:pt x="258" y="194"/>
                      <a:pt x="264" y="179"/>
                      <a:pt x="270" y="164"/>
                    </a:cubicBezTo>
                    <a:lnTo>
                      <a:pt x="271" y="165"/>
                    </a:lnTo>
                    <a:cubicBezTo>
                      <a:pt x="263" y="161"/>
                      <a:pt x="255" y="155"/>
                      <a:pt x="247" y="150"/>
                    </a:cubicBezTo>
                    <a:lnTo>
                      <a:pt x="249" y="148"/>
                    </a:lnTo>
                    <a:lnTo>
                      <a:pt x="249" y="149"/>
                    </a:lnTo>
                    <a:lnTo>
                      <a:pt x="247" y="150"/>
                    </a:lnTo>
                    <a:cubicBezTo>
                      <a:pt x="248" y="141"/>
                      <a:pt x="248" y="130"/>
                      <a:pt x="246" y="120"/>
                    </a:cubicBezTo>
                    <a:lnTo>
                      <a:pt x="249" y="120"/>
                    </a:lnTo>
                    <a:lnTo>
                      <a:pt x="248" y="122"/>
                    </a:lnTo>
                    <a:lnTo>
                      <a:pt x="246" y="120"/>
                    </a:lnTo>
                    <a:cubicBezTo>
                      <a:pt x="253" y="115"/>
                      <a:pt x="261" y="109"/>
                      <a:pt x="269" y="103"/>
                    </a:cubicBezTo>
                    <a:lnTo>
                      <a:pt x="269" y="105"/>
                    </a:lnTo>
                    <a:cubicBezTo>
                      <a:pt x="263" y="92"/>
                      <a:pt x="256" y="77"/>
                      <a:pt x="249" y="62"/>
                    </a:cubicBezTo>
                    <a:lnTo>
                      <a:pt x="251" y="63"/>
                    </a:lnTo>
                    <a:cubicBezTo>
                      <a:pt x="243" y="64"/>
                      <a:pt x="233" y="66"/>
                      <a:pt x="223" y="68"/>
                    </a:cubicBezTo>
                    <a:lnTo>
                      <a:pt x="224" y="65"/>
                    </a:lnTo>
                    <a:lnTo>
                      <a:pt x="225" y="66"/>
                    </a:lnTo>
                    <a:lnTo>
                      <a:pt x="223" y="68"/>
                    </a:lnTo>
                    <a:cubicBezTo>
                      <a:pt x="218" y="61"/>
                      <a:pt x="210" y="54"/>
                      <a:pt x="202" y="48"/>
                    </a:cubicBezTo>
                    <a:lnTo>
                      <a:pt x="204" y="46"/>
                    </a:lnTo>
                    <a:lnTo>
                      <a:pt x="205" y="47"/>
                    </a:lnTo>
                    <a:lnTo>
                      <a:pt x="202" y="48"/>
                    </a:lnTo>
                    <a:cubicBezTo>
                      <a:pt x="203" y="39"/>
                      <a:pt x="204" y="30"/>
                      <a:pt x="206" y="20"/>
                    </a:cubicBezTo>
                    <a:lnTo>
                      <a:pt x="207" y="21"/>
                    </a:lnTo>
                    <a:cubicBezTo>
                      <a:pt x="193" y="16"/>
                      <a:pt x="178" y="10"/>
                      <a:pt x="163" y="4"/>
                    </a:cubicBezTo>
                    <a:lnTo>
                      <a:pt x="165" y="4"/>
                    </a:lnTo>
                    <a:cubicBezTo>
                      <a:pt x="160" y="11"/>
                      <a:pt x="154" y="19"/>
                      <a:pt x="149" y="27"/>
                    </a:cubicBezTo>
                    <a:lnTo>
                      <a:pt x="147" y="25"/>
                    </a:lnTo>
                    <a:lnTo>
                      <a:pt x="148" y="24"/>
                    </a:lnTo>
                    <a:lnTo>
                      <a:pt x="149" y="27"/>
                    </a:lnTo>
                    <a:cubicBezTo>
                      <a:pt x="140" y="27"/>
                      <a:pt x="130" y="27"/>
                      <a:pt x="119" y="28"/>
                    </a:cubicBezTo>
                    <a:lnTo>
                      <a:pt x="120" y="28"/>
                    </a:lnTo>
                    <a:lnTo>
                      <a:pt x="120" y="25"/>
                    </a:lnTo>
                    <a:lnTo>
                      <a:pt x="120" y="25"/>
                    </a:lnTo>
                    <a:lnTo>
                      <a:pt x="119" y="28"/>
                    </a:lnTo>
                    <a:lnTo>
                      <a:pt x="118" y="28"/>
                    </a:lnTo>
                    <a:lnTo>
                      <a:pt x="118" y="28"/>
                    </a:lnTo>
                    <a:lnTo>
                      <a:pt x="119" y="28"/>
                    </a:lnTo>
                    <a:lnTo>
                      <a:pt x="120" y="25"/>
                    </a:lnTo>
                    <a:lnTo>
                      <a:pt x="120" y="25"/>
                    </a:lnTo>
                    <a:lnTo>
                      <a:pt x="120" y="25"/>
                    </a:lnTo>
                    <a:lnTo>
                      <a:pt x="120" y="25"/>
                    </a:lnTo>
                    <a:lnTo>
                      <a:pt x="120" y="25"/>
                    </a:lnTo>
                    <a:lnTo>
                      <a:pt x="121" y="26"/>
                    </a:lnTo>
                    <a:lnTo>
                      <a:pt x="119" y="28"/>
                    </a:lnTo>
                    <a:cubicBezTo>
                      <a:pt x="114" y="21"/>
                      <a:pt x="108" y="13"/>
                      <a:pt x="102" y="5"/>
                    </a:cubicBezTo>
                    <a:lnTo>
                      <a:pt x="104" y="6"/>
                    </a:lnTo>
                    <a:cubicBezTo>
                      <a:pt x="91" y="12"/>
                      <a:pt x="76" y="19"/>
                      <a:pt x="61" y="25"/>
                    </a:cubicBezTo>
                    <a:lnTo>
                      <a:pt x="62" y="23"/>
                    </a:lnTo>
                    <a:cubicBezTo>
                      <a:pt x="64" y="32"/>
                      <a:pt x="66" y="41"/>
                      <a:pt x="68" y="51"/>
                    </a:cubicBezTo>
                    <a:lnTo>
                      <a:pt x="64" y="51"/>
                    </a:lnTo>
                    <a:lnTo>
                      <a:pt x="65" y="49"/>
                    </a:lnTo>
                    <a:lnTo>
                      <a:pt x="67" y="52"/>
                    </a:lnTo>
                    <a:cubicBezTo>
                      <a:pt x="60" y="57"/>
                      <a:pt x="53" y="64"/>
                      <a:pt x="47" y="73"/>
                    </a:cubicBezTo>
                    <a:lnTo>
                      <a:pt x="45" y="70"/>
                    </a:lnTo>
                    <a:lnTo>
                      <a:pt x="46" y="69"/>
                    </a:lnTo>
                    <a:lnTo>
                      <a:pt x="47" y="73"/>
                    </a:lnTo>
                    <a:cubicBezTo>
                      <a:pt x="38" y="72"/>
                      <a:pt x="28" y="70"/>
                      <a:pt x="19" y="69"/>
                    </a:cubicBezTo>
                    <a:lnTo>
                      <a:pt x="21" y="68"/>
                    </a:lnTo>
                    <a:cubicBezTo>
                      <a:pt x="16" y="81"/>
                      <a:pt x="10" y="97"/>
                      <a:pt x="4" y="112"/>
                    </a:cubicBezTo>
                    <a:lnTo>
                      <a:pt x="3" y="109"/>
                    </a:lnTo>
                    <a:cubicBezTo>
                      <a:pt x="11" y="114"/>
                      <a:pt x="19" y="120"/>
                      <a:pt x="27" y="125"/>
                    </a:cubicBezTo>
                    <a:lnTo>
                      <a:pt x="24" y="128"/>
                    </a:lnTo>
                    <a:lnTo>
                      <a:pt x="23" y="126"/>
                    </a:lnTo>
                    <a:lnTo>
                      <a:pt x="27" y="126"/>
                    </a:lnTo>
                    <a:cubicBezTo>
                      <a:pt x="26" y="135"/>
                      <a:pt x="26" y="145"/>
                      <a:pt x="28" y="155"/>
                    </a:cubicBezTo>
                    <a:lnTo>
                      <a:pt x="24" y="155"/>
                    </a:lnTo>
                    <a:lnTo>
                      <a:pt x="25" y="154"/>
                    </a:lnTo>
                    <a:lnTo>
                      <a:pt x="28" y="156"/>
                    </a:lnTo>
                    <a:cubicBezTo>
                      <a:pt x="21" y="161"/>
                      <a:pt x="13" y="167"/>
                      <a:pt x="5" y="173"/>
                    </a:cubicBezTo>
                    <a:lnTo>
                      <a:pt x="6" y="170"/>
                    </a:lnTo>
                    <a:cubicBezTo>
                      <a:pt x="11" y="184"/>
                      <a:pt x="18" y="198"/>
                      <a:pt x="25" y="213"/>
                    </a:cubicBezTo>
                    <a:lnTo>
                      <a:pt x="22" y="212"/>
                    </a:lnTo>
                    <a:cubicBezTo>
                      <a:pt x="31" y="210"/>
                      <a:pt x="40" y="208"/>
                      <a:pt x="50" y="207"/>
                    </a:cubicBezTo>
                    <a:lnTo>
                      <a:pt x="50" y="210"/>
                    </a:lnTo>
                    <a:lnTo>
                      <a:pt x="49" y="210"/>
                    </a:lnTo>
                    <a:lnTo>
                      <a:pt x="51" y="207"/>
                    </a:lnTo>
                    <a:cubicBezTo>
                      <a:pt x="57" y="214"/>
                      <a:pt x="64" y="221"/>
                      <a:pt x="72" y="227"/>
                    </a:cubicBezTo>
                    <a:lnTo>
                      <a:pt x="69" y="229"/>
                    </a:lnTo>
                    <a:lnTo>
                      <a:pt x="69" y="228"/>
                    </a:lnTo>
                    <a:lnTo>
                      <a:pt x="72" y="228"/>
                    </a:lnTo>
                    <a:cubicBezTo>
                      <a:pt x="71" y="237"/>
                      <a:pt x="70" y="246"/>
                      <a:pt x="69" y="256"/>
                    </a:cubicBezTo>
                    <a:lnTo>
                      <a:pt x="67" y="253"/>
                    </a:lnTo>
                    <a:cubicBezTo>
                      <a:pt x="81" y="259"/>
                      <a:pt x="96" y="264"/>
                      <a:pt x="110" y="270"/>
                    </a:cubicBezTo>
                    <a:lnTo>
                      <a:pt x="108" y="271"/>
                    </a:lnTo>
                    <a:cubicBezTo>
                      <a:pt x="113" y="263"/>
                      <a:pt x="118" y="255"/>
                      <a:pt x="123" y="247"/>
                    </a:cubicBezTo>
                    <a:lnTo>
                      <a:pt x="126" y="250"/>
                    </a:lnTo>
                    <a:lnTo>
                      <a:pt x="126" y="251"/>
                    </a:lnTo>
                    <a:lnTo>
                      <a:pt x="125" y="247"/>
                    </a:lnTo>
                    <a:cubicBezTo>
                      <a:pt x="133" y="248"/>
                      <a:pt x="141" y="248"/>
                      <a:pt x="150" y="246"/>
                    </a:cubicBezTo>
                    <a:lnTo>
                      <a:pt x="152" y="246"/>
                    </a:lnTo>
                    <a:lnTo>
                      <a:pt x="152" y="246"/>
                    </a:lnTo>
                    <a:lnTo>
                      <a:pt x="152" y="247"/>
                    </a:lnTo>
                    <a:lnTo>
                      <a:pt x="152" y="247"/>
                    </a:lnTo>
                    <a:lnTo>
                      <a:pt x="152" y="247"/>
                    </a:lnTo>
                    <a:lnTo>
                      <a:pt x="153" y="250"/>
                    </a:lnTo>
                    <a:lnTo>
                      <a:pt x="154" y="250"/>
                    </a:lnTo>
                    <a:lnTo>
                      <a:pt x="154" y="250"/>
                    </a:lnTo>
                    <a:lnTo>
                      <a:pt x="154" y="250"/>
                    </a:lnTo>
                    <a:lnTo>
                      <a:pt x="150" y="250"/>
                    </a:lnTo>
                    <a:cubicBezTo>
                      <a:pt x="147" y="250"/>
                      <a:pt x="144" y="251"/>
                      <a:pt x="141" y="251"/>
                    </a:cubicBezTo>
                    <a:cubicBezTo>
                      <a:pt x="136" y="251"/>
                      <a:pt x="130" y="251"/>
                      <a:pt x="124" y="250"/>
                    </a:cubicBezTo>
                    <a:lnTo>
                      <a:pt x="126" y="249"/>
                    </a:lnTo>
                    <a:cubicBezTo>
                      <a:pt x="121" y="257"/>
                      <a:pt x="116" y="264"/>
                      <a:pt x="111" y="272"/>
                    </a:cubicBezTo>
                    <a:lnTo>
                      <a:pt x="109" y="269"/>
                    </a:lnTo>
                    <a:lnTo>
                      <a:pt x="109" y="269"/>
                    </a:lnTo>
                    <a:lnTo>
                      <a:pt x="109" y="272"/>
                    </a:lnTo>
                    <a:cubicBezTo>
                      <a:pt x="95" y="267"/>
                      <a:pt x="81" y="261"/>
                      <a:pt x="67" y="256"/>
                    </a:cubicBezTo>
                    <a:lnTo>
                      <a:pt x="70" y="253"/>
                    </a:lnTo>
                    <a:lnTo>
                      <a:pt x="70" y="254"/>
                    </a:lnTo>
                    <a:lnTo>
                      <a:pt x="66" y="255"/>
                    </a:lnTo>
                    <a:cubicBezTo>
                      <a:pt x="68" y="245"/>
                      <a:pt x="69" y="236"/>
                      <a:pt x="71" y="227"/>
                    </a:cubicBezTo>
                    <a:lnTo>
                      <a:pt x="71" y="229"/>
                    </a:lnTo>
                    <a:cubicBezTo>
                      <a:pt x="63" y="223"/>
                      <a:pt x="55" y="216"/>
                      <a:pt x="49" y="208"/>
                    </a:cubicBezTo>
                    <a:lnTo>
                      <a:pt x="51" y="208"/>
                    </a:lnTo>
                    <a:cubicBezTo>
                      <a:pt x="42" y="210"/>
                      <a:pt x="33" y="212"/>
                      <a:pt x="24" y="214"/>
                    </a:cubicBezTo>
                    <a:lnTo>
                      <a:pt x="24" y="210"/>
                    </a:lnTo>
                    <a:lnTo>
                      <a:pt x="25" y="211"/>
                    </a:lnTo>
                    <a:lnTo>
                      <a:pt x="23" y="213"/>
                    </a:lnTo>
                    <a:cubicBezTo>
                      <a:pt x="17" y="199"/>
                      <a:pt x="11" y="185"/>
                      <a:pt x="5" y="172"/>
                    </a:cubicBezTo>
                    <a:lnTo>
                      <a:pt x="8" y="172"/>
                    </a:lnTo>
                    <a:lnTo>
                      <a:pt x="8" y="173"/>
                    </a:lnTo>
                    <a:lnTo>
                      <a:pt x="5" y="171"/>
                    </a:lnTo>
                    <a:cubicBezTo>
                      <a:pt x="12" y="165"/>
                      <a:pt x="20" y="160"/>
                      <a:pt x="27" y="154"/>
                    </a:cubicBezTo>
                    <a:lnTo>
                      <a:pt x="26" y="156"/>
                    </a:lnTo>
                    <a:cubicBezTo>
                      <a:pt x="25" y="146"/>
                      <a:pt x="24" y="135"/>
                      <a:pt x="26" y="125"/>
                    </a:cubicBezTo>
                    <a:lnTo>
                      <a:pt x="26" y="127"/>
                    </a:lnTo>
                    <a:cubicBezTo>
                      <a:pt x="19" y="122"/>
                      <a:pt x="11" y="116"/>
                      <a:pt x="3" y="111"/>
                    </a:cubicBezTo>
                    <a:lnTo>
                      <a:pt x="6" y="109"/>
                    </a:lnTo>
                    <a:lnTo>
                      <a:pt x="7" y="111"/>
                    </a:lnTo>
                    <a:lnTo>
                      <a:pt x="3" y="111"/>
                    </a:lnTo>
                    <a:cubicBezTo>
                      <a:pt x="9" y="96"/>
                      <a:pt x="14" y="82"/>
                      <a:pt x="19" y="68"/>
                    </a:cubicBezTo>
                    <a:lnTo>
                      <a:pt x="22" y="71"/>
                    </a:lnTo>
                    <a:lnTo>
                      <a:pt x="21" y="72"/>
                    </a:lnTo>
                    <a:lnTo>
                      <a:pt x="20" y="68"/>
                    </a:lnTo>
                    <a:cubicBezTo>
                      <a:pt x="29" y="70"/>
                      <a:pt x="39" y="71"/>
                      <a:pt x="48" y="72"/>
                    </a:cubicBezTo>
                    <a:lnTo>
                      <a:pt x="46" y="73"/>
                    </a:lnTo>
                    <a:cubicBezTo>
                      <a:pt x="52" y="64"/>
                      <a:pt x="59" y="57"/>
                      <a:pt x="67" y="50"/>
                    </a:cubicBezTo>
                    <a:lnTo>
                      <a:pt x="67" y="52"/>
                    </a:lnTo>
                    <a:cubicBezTo>
                      <a:pt x="65" y="43"/>
                      <a:pt x="63" y="34"/>
                      <a:pt x="61" y="25"/>
                    </a:cubicBezTo>
                    <a:lnTo>
                      <a:pt x="65" y="25"/>
                    </a:lnTo>
                    <a:lnTo>
                      <a:pt x="64" y="27"/>
                    </a:lnTo>
                    <a:lnTo>
                      <a:pt x="62" y="24"/>
                    </a:lnTo>
                    <a:cubicBezTo>
                      <a:pt x="76" y="18"/>
                      <a:pt x="89" y="12"/>
                      <a:pt x="103" y="6"/>
                    </a:cubicBezTo>
                    <a:lnTo>
                      <a:pt x="103" y="9"/>
                    </a:lnTo>
                    <a:lnTo>
                      <a:pt x="101" y="9"/>
                    </a:lnTo>
                    <a:lnTo>
                      <a:pt x="103" y="6"/>
                    </a:lnTo>
                    <a:cubicBezTo>
                      <a:pt x="109" y="14"/>
                      <a:pt x="114" y="21"/>
                      <a:pt x="119" y="28"/>
                    </a:cubicBezTo>
                    <a:lnTo>
                      <a:pt x="119" y="27"/>
                    </a:lnTo>
                    <a:lnTo>
                      <a:pt x="120" y="28"/>
                    </a:lnTo>
                    <a:lnTo>
                      <a:pt x="120" y="28"/>
                    </a:lnTo>
                    <a:lnTo>
                      <a:pt x="120" y="28"/>
                    </a:lnTo>
                    <a:lnTo>
                      <a:pt x="118" y="29"/>
                    </a:lnTo>
                    <a:lnTo>
                      <a:pt x="119" y="31"/>
                    </a:lnTo>
                    <a:lnTo>
                      <a:pt x="119" y="31"/>
                    </a:lnTo>
                    <a:lnTo>
                      <a:pt x="119" y="31"/>
                    </a:lnTo>
                    <a:lnTo>
                      <a:pt x="119" y="31"/>
                    </a:lnTo>
                    <a:lnTo>
                      <a:pt x="120" y="28"/>
                    </a:lnTo>
                    <a:lnTo>
                      <a:pt x="119" y="28"/>
                    </a:lnTo>
                    <a:cubicBezTo>
                      <a:pt x="130" y="26"/>
                      <a:pt x="140" y="26"/>
                      <a:pt x="149" y="27"/>
                    </a:cubicBezTo>
                    <a:lnTo>
                      <a:pt x="148" y="28"/>
                    </a:lnTo>
                    <a:cubicBezTo>
                      <a:pt x="153" y="20"/>
                      <a:pt x="158" y="12"/>
                      <a:pt x="164" y="4"/>
                    </a:cubicBezTo>
                    <a:lnTo>
                      <a:pt x="165" y="7"/>
                    </a:lnTo>
                    <a:lnTo>
                      <a:pt x="164" y="7"/>
                    </a:lnTo>
                    <a:lnTo>
                      <a:pt x="164" y="4"/>
                    </a:lnTo>
                    <a:cubicBezTo>
                      <a:pt x="179" y="10"/>
                      <a:pt x="192" y="15"/>
                      <a:pt x="206" y="21"/>
                    </a:cubicBezTo>
                    <a:lnTo>
                      <a:pt x="204" y="23"/>
                    </a:lnTo>
                    <a:lnTo>
                      <a:pt x="203" y="21"/>
                    </a:lnTo>
                    <a:lnTo>
                      <a:pt x="206" y="21"/>
                    </a:lnTo>
                    <a:cubicBezTo>
                      <a:pt x="205" y="31"/>
                      <a:pt x="203" y="40"/>
                      <a:pt x="202" y="48"/>
                    </a:cubicBezTo>
                    <a:lnTo>
                      <a:pt x="201" y="47"/>
                    </a:lnTo>
                    <a:cubicBezTo>
                      <a:pt x="210" y="53"/>
                      <a:pt x="218" y="61"/>
                      <a:pt x="224" y="68"/>
                    </a:cubicBezTo>
                    <a:lnTo>
                      <a:pt x="222" y="68"/>
                    </a:lnTo>
                    <a:cubicBezTo>
                      <a:pt x="232" y="66"/>
                      <a:pt x="241" y="64"/>
                      <a:pt x="250" y="62"/>
                    </a:cubicBezTo>
                    <a:lnTo>
                      <a:pt x="249" y="65"/>
                    </a:lnTo>
                    <a:lnTo>
                      <a:pt x="248" y="64"/>
                    </a:lnTo>
                    <a:lnTo>
                      <a:pt x="250" y="62"/>
                    </a:lnTo>
                    <a:cubicBezTo>
                      <a:pt x="257" y="77"/>
                      <a:pt x="263" y="91"/>
                      <a:pt x="268" y="104"/>
                    </a:cubicBezTo>
                    <a:lnTo>
                      <a:pt x="266" y="104"/>
                    </a:lnTo>
                    <a:lnTo>
                      <a:pt x="266" y="102"/>
                    </a:lnTo>
                    <a:lnTo>
                      <a:pt x="268" y="104"/>
                    </a:lnTo>
                    <a:cubicBezTo>
                      <a:pt x="260" y="110"/>
                      <a:pt x="253" y="115"/>
                      <a:pt x="246" y="121"/>
                    </a:cubicBezTo>
                    <a:lnTo>
                      <a:pt x="246" y="119"/>
                    </a:lnTo>
                    <a:cubicBezTo>
                      <a:pt x="248" y="131"/>
                      <a:pt x="248" y="141"/>
                      <a:pt x="247" y="150"/>
                    </a:cubicBezTo>
                    <a:lnTo>
                      <a:pt x="247" y="149"/>
                    </a:lnTo>
                    <a:cubicBezTo>
                      <a:pt x="255" y="155"/>
                      <a:pt x="263" y="160"/>
                      <a:pt x="270" y="165"/>
                    </a:cubicBezTo>
                    <a:lnTo>
                      <a:pt x="268" y="166"/>
                    </a:lnTo>
                    <a:lnTo>
                      <a:pt x="268" y="165"/>
                    </a:lnTo>
                    <a:lnTo>
                      <a:pt x="270" y="165"/>
                    </a:lnTo>
                    <a:cubicBezTo>
                      <a:pt x="264" y="181"/>
                      <a:pt x="258" y="194"/>
                      <a:pt x="254" y="207"/>
                    </a:cubicBezTo>
                    <a:lnTo>
                      <a:pt x="252" y="205"/>
                    </a:lnTo>
                    <a:lnTo>
                      <a:pt x="253" y="205"/>
                    </a:lnTo>
                    <a:lnTo>
                      <a:pt x="254" y="207"/>
                    </a:lnTo>
                    <a:cubicBezTo>
                      <a:pt x="243" y="205"/>
                      <a:pt x="234" y="204"/>
                      <a:pt x="226" y="203"/>
                    </a:cubicBezTo>
                    <a:lnTo>
                      <a:pt x="227" y="202"/>
                    </a:lnTo>
                    <a:cubicBezTo>
                      <a:pt x="220" y="212"/>
                      <a:pt x="213" y="219"/>
                      <a:pt x="206" y="224"/>
                    </a:cubicBezTo>
                    <a:lnTo>
                      <a:pt x="206" y="224"/>
                    </a:lnTo>
                    <a:cubicBezTo>
                      <a:pt x="209" y="235"/>
                      <a:pt x="210" y="243"/>
                      <a:pt x="212" y="251"/>
                    </a:cubicBezTo>
                    <a:lnTo>
                      <a:pt x="210" y="251"/>
                    </a:lnTo>
                    <a:lnTo>
                      <a:pt x="211" y="250"/>
                    </a:lnTo>
                    <a:lnTo>
                      <a:pt x="212" y="251"/>
                    </a:lnTo>
                    <a:cubicBezTo>
                      <a:pt x="194" y="259"/>
                      <a:pt x="181" y="265"/>
                      <a:pt x="170" y="269"/>
                    </a:cubicBezTo>
                    <a:lnTo>
                      <a:pt x="170" y="268"/>
                    </a:lnTo>
                    <a:lnTo>
                      <a:pt x="171" y="268"/>
                    </a:lnTo>
                    <a:lnTo>
                      <a:pt x="170" y="269"/>
                    </a:lnTo>
                    <a:cubicBezTo>
                      <a:pt x="160" y="255"/>
                      <a:pt x="156" y="250"/>
                      <a:pt x="154" y="247"/>
                    </a:cubicBezTo>
                    <a:cubicBezTo>
                      <a:pt x="154" y="247"/>
                      <a:pt x="156" y="249"/>
                      <a:pt x="158" y="252"/>
                    </a:cubicBezTo>
                    <a:cubicBezTo>
                      <a:pt x="161" y="256"/>
                      <a:pt x="166" y="261"/>
                      <a:pt x="171" y="269"/>
                    </a:cubicBezTo>
                    <a:lnTo>
                      <a:pt x="172" y="269"/>
                    </a:lnTo>
                    <a:lnTo>
                      <a:pt x="171" y="269"/>
                    </a:lnTo>
                    <a:lnTo>
                      <a:pt x="170" y="269"/>
                    </a:lnTo>
                    <a:lnTo>
                      <a:pt x="169" y="269"/>
                    </a:lnTo>
                    <a:lnTo>
                      <a:pt x="170" y="268"/>
                    </a:lnTo>
                    <a:cubicBezTo>
                      <a:pt x="180" y="264"/>
                      <a:pt x="193" y="258"/>
                      <a:pt x="211" y="249"/>
                    </a:cubicBezTo>
                    <a:lnTo>
                      <a:pt x="213" y="249"/>
                    </a:lnTo>
                    <a:lnTo>
                      <a:pt x="212" y="250"/>
                    </a:lnTo>
                    <a:lnTo>
                      <a:pt x="212" y="251"/>
                    </a:lnTo>
                    <a:lnTo>
                      <a:pt x="211" y="253"/>
                    </a:lnTo>
                    <a:lnTo>
                      <a:pt x="210" y="251"/>
                    </a:lnTo>
                    <a:cubicBezTo>
                      <a:pt x="209" y="243"/>
                      <a:pt x="207" y="235"/>
                      <a:pt x="205" y="224"/>
                    </a:cubicBezTo>
                    <a:lnTo>
                      <a:pt x="205" y="223"/>
                    </a:lnTo>
                    <a:lnTo>
                      <a:pt x="205" y="223"/>
                    </a:lnTo>
                    <a:cubicBezTo>
                      <a:pt x="212" y="218"/>
                      <a:pt x="218" y="211"/>
                      <a:pt x="225" y="201"/>
                    </a:cubicBezTo>
                    <a:lnTo>
                      <a:pt x="226" y="201"/>
                    </a:lnTo>
                    <a:lnTo>
                      <a:pt x="226" y="201"/>
                    </a:lnTo>
                    <a:cubicBezTo>
                      <a:pt x="234" y="202"/>
                      <a:pt x="243" y="203"/>
                      <a:pt x="254" y="205"/>
                    </a:cubicBezTo>
                    <a:lnTo>
                      <a:pt x="257" y="205"/>
                    </a:lnTo>
                    <a:lnTo>
                      <a:pt x="254" y="207"/>
                    </a:lnTo>
                    <a:lnTo>
                      <a:pt x="253" y="207"/>
                    </a:lnTo>
                    <a:lnTo>
                      <a:pt x="251" y="209"/>
                    </a:lnTo>
                    <a:lnTo>
                      <a:pt x="252" y="206"/>
                    </a:lnTo>
                    <a:cubicBezTo>
                      <a:pt x="257" y="193"/>
                      <a:pt x="262" y="180"/>
                      <a:pt x="268" y="164"/>
                    </a:cubicBezTo>
                    <a:lnTo>
                      <a:pt x="269" y="161"/>
                    </a:lnTo>
                    <a:lnTo>
                      <a:pt x="270" y="164"/>
                    </a:lnTo>
                    <a:lnTo>
                      <a:pt x="270" y="165"/>
                    </a:lnTo>
                    <a:lnTo>
                      <a:pt x="271" y="168"/>
                    </a:lnTo>
                    <a:lnTo>
                      <a:pt x="269" y="167"/>
                    </a:lnTo>
                    <a:cubicBezTo>
                      <a:pt x="261" y="162"/>
                      <a:pt x="254" y="157"/>
                      <a:pt x="245" y="151"/>
                    </a:cubicBezTo>
                    <a:lnTo>
                      <a:pt x="245" y="151"/>
                    </a:lnTo>
                    <a:lnTo>
                      <a:pt x="245" y="150"/>
                    </a:lnTo>
                    <a:cubicBezTo>
                      <a:pt x="246" y="141"/>
                      <a:pt x="246" y="131"/>
                      <a:pt x="244" y="120"/>
                    </a:cubicBezTo>
                    <a:lnTo>
                      <a:pt x="244" y="119"/>
                    </a:lnTo>
                    <a:lnTo>
                      <a:pt x="244" y="119"/>
                    </a:lnTo>
                    <a:cubicBezTo>
                      <a:pt x="251" y="113"/>
                      <a:pt x="258" y="108"/>
                      <a:pt x="267" y="102"/>
                    </a:cubicBezTo>
                    <a:lnTo>
                      <a:pt x="270" y="99"/>
                    </a:lnTo>
                    <a:lnTo>
                      <a:pt x="269" y="103"/>
                    </a:lnTo>
                    <a:lnTo>
                      <a:pt x="268" y="105"/>
                    </a:lnTo>
                    <a:lnTo>
                      <a:pt x="267" y="108"/>
                    </a:lnTo>
                    <a:lnTo>
                      <a:pt x="266" y="105"/>
                    </a:lnTo>
                    <a:cubicBezTo>
                      <a:pt x="260" y="92"/>
                      <a:pt x="254" y="79"/>
                      <a:pt x="247" y="64"/>
                    </a:cubicBezTo>
                    <a:lnTo>
                      <a:pt x="246" y="60"/>
                    </a:lnTo>
                    <a:lnTo>
                      <a:pt x="249" y="62"/>
                    </a:lnTo>
                    <a:lnTo>
                      <a:pt x="251" y="63"/>
                    </a:lnTo>
                    <a:lnTo>
                      <a:pt x="254" y="64"/>
                    </a:lnTo>
                    <a:lnTo>
                      <a:pt x="250" y="65"/>
                    </a:lnTo>
                    <a:cubicBezTo>
                      <a:pt x="242" y="67"/>
                      <a:pt x="233" y="69"/>
                      <a:pt x="223" y="71"/>
                    </a:cubicBezTo>
                    <a:lnTo>
                      <a:pt x="222" y="71"/>
                    </a:lnTo>
                    <a:lnTo>
                      <a:pt x="222" y="70"/>
                    </a:lnTo>
                    <a:cubicBezTo>
                      <a:pt x="215" y="63"/>
                      <a:pt x="208" y="56"/>
                      <a:pt x="200" y="49"/>
                    </a:cubicBezTo>
                    <a:lnTo>
                      <a:pt x="199" y="49"/>
                    </a:lnTo>
                    <a:lnTo>
                      <a:pt x="199" y="48"/>
                    </a:lnTo>
                    <a:cubicBezTo>
                      <a:pt x="200" y="39"/>
                      <a:pt x="201" y="30"/>
                      <a:pt x="203" y="20"/>
                    </a:cubicBezTo>
                    <a:lnTo>
                      <a:pt x="204" y="16"/>
                    </a:lnTo>
                    <a:lnTo>
                      <a:pt x="206" y="20"/>
                    </a:lnTo>
                    <a:lnTo>
                      <a:pt x="207" y="21"/>
                    </a:lnTo>
                    <a:lnTo>
                      <a:pt x="209" y="25"/>
                    </a:lnTo>
                    <a:lnTo>
                      <a:pt x="205" y="23"/>
                    </a:lnTo>
                    <a:cubicBezTo>
                      <a:pt x="191" y="18"/>
                      <a:pt x="177" y="13"/>
                      <a:pt x="163" y="7"/>
                    </a:cubicBezTo>
                    <a:lnTo>
                      <a:pt x="158" y="6"/>
                    </a:lnTo>
                    <a:lnTo>
                      <a:pt x="163" y="4"/>
                    </a:lnTo>
                    <a:lnTo>
                      <a:pt x="164" y="4"/>
                    </a:lnTo>
                    <a:lnTo>
                      <a:pt x="169" y="2"/>
                    </a:lnTo>
                    <a:lnTo>
                      <a:pt x="166" y="6"/>
                    </a:lnTo>
                    <a:cubicBezTo>
                      <a:pt x="161" y="14"/>
                      <a:pt x="156" y="21"/>
                      <a:pt x="151" y="29"/>
                    </a:cubicBezTo>
                    <a:lnTo>
                      <a:pt x="150" y="30"/>
                    </a:lnTo>
                    <a:lnTo>
                      <a:pt x="149" y="30"/>
                    </a:lnTo>
                    <a:cubicBezTo>
                      <a:pt x="139" y="29"/>
                      <a:pt x="130" y="29"/>
                      <a:pt x="120" y="31"/>
                    </a:cubicBezTo>
                    <a:lnTo>
                      <a:pt x="119" y="31"/>
                    </a:lnTo>
                    <a:lnTo>
                      <a:pt x="119" y="31"/>
                    </a:lnTo>
                    <a:lnTo>
                      <a:pt x="119" y="31"/>
                    </a:lnTo>
                    <a:lnTo>
                      <a:pt x="119" y="30"/>
                    </a:lnTo>
                    <a:lnTo>
                      <a:pt x="119" y="30"/>
                    </a:lnTo>
                    <a:lnTo>
                      <a:pt x="120" y="28"/>
                    </a:lnTo>
                    <a:cubicBezTo>
                      <a:pt x="120" y="27"/>
                      <a:pt x="120" y="27"/>
                      <a:pt x="120" y="27"/>
                    </a:cubicBezTo>
                    <a:lnTo>
                      <a:pt x="120" y="27"/>
                    </a:lnTo>
                    <a:lnTo>
                      <a:pt x="120" y="28"/>
                    </a:lnTo>
                    <a:lnTo>
                      <a:pt x="120" y="28"/>
                    </a:lnTo>
                    <a:lnTo>
                      <a:pt x="121" y="30"/>
                    </a:lnTo>
                    <a:lnTo>
                      <a:pt x="119" y="31"/>
                    </a:lnTo>
                    <a:lnTo>
                      <a:pt x="119" y="31"/>
                    </a:lnTo>
                    <a:lnTo>
                      <a:pt x="119" y="31"/>
                    </a:lnTo>
                    <a:lnTo>
                      <a:pt x="119" y="31"/>
                    </a:lnTo>
                    <a:lnTo>
                      <a:pt x="118" y="31"/>
                    </a:lnTo>
                    <a:lnTo>
                      <a:pt x="117" y="30"/>
                    </a:lnTo>
                    <a:lnTo>
                      <a:pt x="117" y="30"/>
                    </a:lnTo>
                    <a:lnTo>
                      <a:pt x="117" y="30"/>
                    </a:lnTo>
                    <a:cubicBezTo>
                      <a:pt x="111" y="23"/>
                      <a:pt x="106" y="15"/>
                      <a:pt x="100" y="8"/>
                    </a:cubicBezTo>
                    <a:lnTo>
                      <a:pt x="97" y="4"/>
                    </a:lnTo>
                    <a:lnTo>
                      <a:pt x="102" y="5"/>
                    </a:lnTo>
                    <a:lnTo>
                      <a:pt x="104" y="5"/>
                    </a:lnTo>
                    <a:lnTo>
                      <a:pt x="109" y="7"/>
                    </a:lnTo>
                    <a:lnTo>
                      <a:pt x="104" y="9"/>
                    </a:lnTo>
                    <a:cubicBezTo>
                      <a:pt x="91" y="15"/>
                      <a:pt x="77" y="21"/>
                      <a:pt x="63" y="27"/>
                    </a:cubicBezTo>
                    <a:lnTo>
                      <a:pt x="58" y="29"/>
                    </a:lnTo>
                    <a:lnTo>
                      <a:pt x="61" y="25"/>
                    </a:lnTo>
                    <a:lnTo>
                      <a:pt x="62" y="23"/>
                    </a:lnTo>
                    <a:lnTo>
                      <a:pt x="64" y="18"/>
                    </a:lnTo>
                    <a:lnTo>
                      <a:pt x="65" y="23"/>
                    </a:lnTo>
                    <a:cubicBezTo>
                      <a:pt x="67" y="32"/>
                      <a:pt x="68" y="42"/>
                      <a:pt x="70" y="51"/>
                    </a:cubicBezTo>
                    <a:lnTo>
                      <a:pt x="70" y="52"/>
                    </a:lnTo>
                    <a:lnTo>
                      <a:pt x="70" y="53"/>
                    </a:lnTo>
                    <a:cubicBezTo>
                      <a:pt x="62" y="59"/>
                      <a:pt x="55" y="66"/>
                      <a:pt x="49" y="75"/>
                    </a:cubicBezTo>
                    <a:lnTo>
                      <a:pt x="48" y="76"/>
                    </a:lnTo>
                    <a:lnTo>
                      <a:pt x="47" y="75"/>
                    </a:lnTo>
                    <a:cubicBezTo>
                      <a:pt x="38" y="74"/>
                      <a:pt x="29" y="73"/>
                      <a:pt x="19" y="71"/>
                    </a:cubicBezTo>
                    <a:lnTo>
                      <a:pt x="14" y="71"/>
                    </a:lnTo>
                    <a:lnTo>
                      <a:pt x="19" y="68"/>
                    </a:lnTo>
                    <a:lnTo>
                      <a:pt x="20" y="67"/>
                    </a:lnTo>
                    <a:lnTo>
                      <a:pt x="25" y="64"/>
                    </a:lnTo>
                    <a:lnTo>
                      <a:pt x="23" y="69"/>
                    </a:lnTo>
                    <a:cubicBezTo>
                      <a:pt x="17" y="83"/>
                      <a:pt x="12" y="97"/>
                      <a:pt x="6" y="111"/>
                    </a:cubicBezTo>
                    <a:lnTo>
                      <a:pt x="5" y="116"/>
                    </a:lnTo>
                    <a:lnTo>
                      <a:pt x="3" y="111"/>
                    </a:lnTo>
                    <a:lnTo>
                      <a:pt x="2" y="110"/>
                    </a:lnTo>
                    <a:lnTo>
                      <a:pt x="1" y="105"/>
                    </a:lnTo>
                    <a:lnTo>
                      <a:pt x="5" y="108"/>
                    </a:lnTo>
                    <a:cubicBezTo>
                      <a:pt x="13" y="113"/>
                      <a:pt x="21" y="118"/>
                      <a:pt x="29" y="123"/>
                    </a:cubicBezTo>
                    <a:lnTo>
                      <a:pt x="30" y="124"/>
                    </a:lnTo>
                    <a:lnTo>
                      <a:pt x="29" y="125"/>
                    </a:lnTo>
                    <a:cubicBezTo>
                      <a:pt x="28" y="135"/>
                      <a:pt x="28" y="145"/>
                      <a:pt x="30" y="155"/>
                    </a:cubicBezTo>
                    <a:lnTo>
                      <a:pt x="30" y="156"/>
                    </a:lnTo>
                    <a:lnTo>
                      <a:pt x="29" y="157"/>
                    </a:lnTo>
                    <a:cubicBezTo>
                      <a:pt x="22" y="163"/>
                      <a:pt x="15" y="168"/>
                      <a:pt x="7" y="174"/>
                    </a:cubicBezTo>
                    <a:lnTo>
                      <a:pt x="3" y="177"/>
                    </a:lnTo>
                    <a:lnTo>
                      <a:pt x="4" y="172"/>
                    </a:lnTo>
                    <a:lnTo>
                      <a:pt x="4" y="170"/>
                    </a:lnTo>
                    <a:lnTo>
                      <a:pt x="6" y="165"/>
                    </a:lnTo>
                    <a:lnTo>
                      <a:pt x="8" y="170"/>
                    </a:lnTo>
                    <a:cubicBezTo>
                      <a:pt x="14" y="184"/>
                      <a:pt x="20" y="197"/>
                      <a:pt x="26" y="211"/>
                    </a:cubicBezTo>
                    <a:lnTo>
                      <a:pt x="29" y="216"/>
                    </a:lnTo>
                    <a:lnTo>
                      <a:pt x="24" y="214"/>
                    </a:lnTo>
                    <a:lnTo>
                      <a:pt x="22" y="213"/>
                    </a:lnTo>
                    <a:lnTo>
                      <a:pt x="18" y="211"/>
                    </a:lnTo>
                    <a:lnTo>
                      <a:pt x="23" y="209"/>
                    </a:lnTo>
                    <a:cubicBezTo>
                      <a:pt x="32" y="208"/>
                      <a:pt x="41" y="206"/>
                      <a:pt x="50" y="204"/>
                    </a:cubicBezTo>
                    <a:lnTo>
                      <a:pt x="52" y="204"/>
                    </a:lnTo>
                    <a:lnTo>
                      <a:pt x="52" y="205"/>
                    </a:lnTo>
                    <a:cubicBezTo>
                      <a:pt x="58" y="213"/>
                      <a:pt x="66" y="220"/>
                      <a:pt x="74" y="225"/>
                    </a:cubicBezTo>
                    <a:lnTo>
                      <a:pt x="75" y="226"/>
                    </a:lnTo>
                    <a:lnTo>
                      <a:pt x="75" y="227"/>
                    </a:lnTo>
                    <a:cubicBezTo>
                      <a:pt x="73" y="236"/>
                      <a:pt x="72" y="246"/>
                      <a:pt x="70" y="255"/>
                    </a:cubicBezTo>
                    <a:lnTo>
                      <a:pt x="70" y="260"/>
                    </a:lnTo>
                    <a:lnTo>
                      <a:pt x="67" y="255"/>
                    </a:lnTo>
                    <a:lnTo>
                      <a:pt x="66" y="255"/>
                    </a:lnTo>
                    <a:lnTo>
                      <a:pt x="63" y="250"/>
                    </a:lnTo>
                    <a:lnTo>
                      <a:pt x="69" y="252"/>
                    </a:lnTo>
                    <a:cubicBezTo>
                      <a:pt x="83" y="257"/>
                      <a:pt x="97" y="263"/>
                      <a:pt x="111" y="268"/>
                    </a:cubicBezTo>
                    <a:lnTo>
                      <a:pt x="116" y="270"/>
                    </a:lnTo>
                    <a:lnTo>
                      <a:pt x="111" y="272"/>
                    </a:lnTo>
                    <a:lnTo>
                      <a:pt x="110" y="272"/>
                    </a:lnTo>
                    <a:lnTo>
                      <a:pt x="104" y="274"/>
                    </a:lnTo>
                    <a:lnTo>
                      <a:pt x="108" y="269"/>
                    </a:lnTo>
                    <a:cubicBezTo>
                      <a:pt x="113" y="262"/>
                      <a:pt x="118" y="254"/>
                      <a:pt x="123" y="246"/>
                    </a:cubicBezTo>
                    <a:lnTo>
                      <a:pt x="124" y="245"/>
                    </a:lnTo>
                    <a:lnTo>
                      <a:pt x="125" y="246"/>
                    </a:lnTo>
                    <a:cubicBezTo>
                      <a:pt x="130" y="246"/>
                      <a:pt x="136" y="246"/>
                      <a:pt x="141" y="246"/>
                    </a:cubicBezTo>
                    <a:cubicBezTo>
                      <a:pt x="144" y="246"/>
                      <a:pt x="147" y="246"/>
                      <a:pt x="150" y="246"/>
                    </a:cubicBezTo>
                    <a:lnTo>
                      <a:pt x="154" y="245"/>
                    </a:lnTo>
                    <a:lnTo>
                      <a:pt x="154" y="245"/>
                    </a:lnTo>
                    <a:lnTo>
                      <a:pt x="155" y="245"/>
                    </a:lnTo>
                    <a:lnTo>
                      <a:pt x="155" y="245"/>
                    </a:lnTo>
                    <a:cubicBezTo>
                      <a:pt x="156" y="245"/>
                      <a:pt x="157" y="248"/>
                      <a:pt x="156" y="248"/>
                    </a:cubicBezTo>
                    <a:lnTo>
                      <a:pt x="156" y="248"/>
                    </a:lnTo>
                    <a:lnTo>
                      <a:pt x="156" y="248"/>
                    </a:lnTo>
                    <a:lnTo>
                      <a:pt x="155" y="249"/>
                    </a:lnTo>
                    <a:cubicBezTo>
                      <a:pt x="154" y="249"/>
                      <a:pt x="153" y="250"/>
                      <a:pt x="153" y="250"/>
                    </a:cubicBezTo>
                    <a:lnTo>
                      <a:pt x="151" y="250"/>
                    </a:lnTo>
                    <a:cubicBezTo>
                      <a:pt x="142" y="251"/>
                      <a:pt x="133" y="251"/>
                      <a:pt x="125" y="250"/>
                    </a:cubicBezTo>
                    <a:lnTo>
                      <a:pt x="118" y="250"/>
                    </a:lnTo>
                    <a:lnTo>
                      <a:pt x="124" y="247"/>
                    </a:lnTo>
                    <a:lnTo>
                      <a:pt x="125" y="246"/>
                    </a:lnTo>
                    <a:lnTo>
                      <a:pt x="131" y="243"/>
                    </a:lnTo>
                    <a:lnTo>
                      <a:pt x="127" y="249"/>
                    </a:lnTo>
                    <a:cubicBezTo>
                      <a:pt x="122" y="257"/>
                      <a:pt x="117" y="265"/>
                      <a:pt x="112" y="273"/>
                    </a:cubicBezTo>
                    <a:lnTo>
                      <a:pt x="111" y="274"/>
                    </a:lnTo>
                    <a:lnTo>
                      <a:pt x="109" y="273"/>
                    </a:lnTo>
                    <a:cubicBezTo>
                      <a:pt x="95" y="268"/>
                      <a:pt x="80" y="262"/>
                      <a:pt x="66" y="257"/>
                    </a:cubicBezTo>
                    <a:lnTo>
                      <a:pt x="65" y="256"/>
                    </a:lnTo>
                    <a:lnTo>
                      <a:pt x="65" y="255"/>
                    </a:lnTo>
                    <a:cubicBezTo>
                      <a:pt x="66" y="245"/>
                      <a:pt x="68" y="236"/>
                      <a:pt x="69" y="227"/>
                    </a:cubicBezTo>
                    <a:lnTo>
                      <a:pt x="70" y="220"/>
                    </a:lnTo>
                    <a:lnTo>
                      <a:pt x="73" y="227"/>
                    </a:lnTo>
                    <a:lnTo>
                      <a:pt x="73" y="227"/>
                    </a:lnTo>
                    <a:lnTo>
                      <a:pt x="76" y="234"/>
                    </a:lnTo>
                    <a:lnTo>
                      <a:pt x="70" y="230"/>
                    </a:lnTo>
                    <a:cubicBezTo>
                      <a:pt x="62" y="224"/>
                      <a:pt x="54" y="216"/>
                      <a:pt x="48" y="209"/>
                    </a:cubicBezTo>
                    <a:lnTo>
                      <a:pt x="44" y="204"/>
                    </a:lnTo>
                    <a:lnTo>
                      <a:pt x="50" y="206"/>
                    </a:lnTo>
                    <a:lnTo>
                      <a:pt x="51" y="206"/>
                    </a:lnTo>
                    <a:lnTo>
                      <a:pt x="58" y="209"/>
                    </a:lnTo>
                    <a:lnTo>
                      <a:pt x="51" y="210"/>
                    </a:lnTo>
                    <a:cubicBezTo>
                      <a:pt x="41" y="212"/>
                      <a:pt x="32" y="214"/>
                      <a:pt x="23" y="215"/>
                    </a:cubicBezTo>
                    <a:lnTo>
                      <a:pt x="22" y="216"/>
                    </a:lnTo>
                    <a:lnTo>
                      <a:pt x="21" y="214"/>
                    </a:lnTo>
                    <a:cubicBezTo>
                      <a:pt x="15" y="200"/>
                      <a:pt x="8" y="185"/>
                      <a:pt x="2" y="172"/>
                    </a:cubicBezTo>
                    <a:lnTo>
                      <a:pt x="2" y="170"/>
                    </a:lnTo>
                    <a:lnTo>
                      <a:pt x="3" y="169"/>
                    </a:lnTo>
                    <a:cubicBezTo>
                      <a:pt x="11" y="163"/>
                      <a:pt x="18" y="158"/>
                      <a:pt x="25" y="152"/>
                    </a:cubicBezTo>
                    <a:lnTo>
                      <a:pt x="31" y="148"/>
                    </a:lnTo>
                    <a:lnTo>
                      <a:pt x="28" y="155"/>
                    </a:lnTo>
                    <a:lnTo>
                      <a:pt x="28" y="156"/>
                    </a:lnTo>
                    <a:lnTo>
                      <a:pt x="25" y="162"/>
                    </a:lnTo>
                    <a:lnTo>
                      <a:pt x="24" y="155"/>
                    </a:lnTo>
                    <a:cubicBezTo>
                      <a:pt x="22" y="145"/>
                      <a:pt x="22" y="134"/>
                      <a:pt x="23" y="125"/>
                    </a:cubicBezTo>
                    <a:lnTo>
                      <a:pt x="24" y="118"/>
                    </a:lnTo>
                    <a:lnTo>
                      <a:pt x="27" y="125"/>
                    </a:lnTo>
                    <a:lnTo>
                      <a:pt x="28" y="126"/>
                    </a:lnTo>
                    <a:lnTo>
                      <a:pt x="30" y="132"/>
                    </a:lnTo>
                    <a:lnTo>
                      <a:pt x="25" y="128"/>
                    </a:lnTo>
                    <a:cubicBezTo>
                      <a:pt x="17" y="123"/>
                      <a:pt x="9" y="117"/>
                      <a:pt x="1" y="112"/>
                    </a:cubicBezTo>
                    <a:lnTo>
                      <a:pt x="0" y="112"/>
                    </a:lnTo>
                    <a:lnTo>
                      <a:pt x="1" y="110"/>
                    </a:lnTo>
                    <a:cubicBezTo>
                      <a:pt x="6" y="95"/>
                      <a:pt x="12" y="80"/>
                      <a:pt x="18" y="66"/>
                    </a:cubicBezTo>
                    <a:lnTo>
                      <a:pt x="18" y="65"/>
                    </a:lnTo>
                    <a:lnTo>
                      <a:pt x="20" y="65"/>
                    </a:lnTo>
                    <a:cubicBezTo>
                      <a:pt x="29" y="66"/>
                      <a:pt x="39" y="68"/>
                      <a:pt x="48" y="69"/>
                    </a:cubicBezTo>
                    <a:lnTo>
                      <a:pt x="54" y="70"/>
                    </a:lnTo>
                    <a:lnTo>
                      <a:pt x="48" y="73"/>
                    </a:lnTo>
                    <a:lnTo>
                      <a:pt x="47" y="73"/>
                    </a:lnTo>
                    <a:lnTo>
                      <a:pt x="41" y="76"/>
                    </a:lnTo>
                    <a:lnTo>
                      <a:pt x="44" y="70"/>
                    </a:lnTo>
                    <a:cubicBezTo>
                      <a:pt x="51" y="62"/>
                      <a:pt x="58" y="54"/>
                      <a:pt x="65" y="48"/>
                    </a:cubicBezTo>
                    <a:lnTo>
                      <a:pt x="70" y="44"/>
                    </a:lnTo>
                    <a:lnTo>
                      <a:pt x="68" y="50"/>
                    </a:lnTo>
                    <a:lnTo>
                      <a:pt x="68" y="52"/>
                    </a:lnTo>
                    <a:lnTo>
                      <a:pt x="65" y="58"/>
                    </a:lnTo>
                    <a:lnTo>
                      <a:pt x="64" y="51"/>
                    </a:lnTo>
                    <a:cubicBezTo>
                      <a:pt x="62" y="42"/>
                      <a:pt x="60" y="32"/>
                      <a:pt x="59" y="24"/>
                    </a:cubicBezTo>
                    <a:lnTo>
                      <a:pt x="58" y="22"/>
                    </a:lnTo>
                    <a:lnTo>
                      <a:pt x="60" y="22"/>
                    </a:lnTo>
                    <a:cubicBezTo>
                      <a:pt x="75" y="15"/>
                      <a:pt x="90" y="8"/>
                      <a:pt x="103" y="2"/>
                    </a:cubicBezTo>
                    <a:lnTo>
                      <a:pt x="104" y="2"/>
                    </a:lnTo>
                    <a:lnTo>
                      <a:pt x="105" y="3"/>
                    </a:lnTo>
                    <a:cubicBezTo>
                      <a:pt x="111" y="11"/>
                      <a:pt x="117" y="19"/>
                      <a:pt x="122" y="26"/>
                    </a:cubicBezTo>
                    <a:lnTo>
                      <a:pt x="126" y="31"/>
                    </a:lnTo>
                    <a:lnTo>
                      <a:pt x="120" y="28"/>
                    </a:lnTo>
                    <a:lnTo>
                      <a:pt x="119" y="28"/>
                    </a:lnTo>
                    <a:lnTo>
                      <a:pt x="119" y="28"/>
                    </a:lnTo>
                    <a:lnTo>
                      <a:pt x="118" y="28"/>
                    </a:lnTo>
                    <a:lnTo>
                      <a:pt x="118" y="28"/>
                    </a:lnTo>
                    <a:lnTo>
                      <a:pt x="118" y="27"/>
                    </a:lnTo>
                    <a:lnTo>
                      <a:pt x="119" y="24"/>
                    </a:lnTo>
                    <a:cubicBezTo>
                      <a:pt x="120" y="24"/>
                      <a:pt x="120" y="24"/>
                      <a:pt x="120" y="25"/>
                    </a:cubicBezTo>
                    <a:lnTo>
                      <a:pt x="120" y="25"/>
                    </a:lnTo>
                    <a:lnTo>
                      <a:pt x="120" y="25"/>
                    </a:lnTo>
                    <a:lnTo>
                      <a:pt x="120" y="25"/>
                    </a:lnTo>
                    <a:cubicBezTo>
                      <a:pt x="120" y="25"/>
                      <a:pt x="120" y="24"/>
                      <a:pt x="120" y="25"/>
                    </a:cubicBezTo>
                    <a:lnTo>
                      <a:pt x="119" y="27"/>
                    </a:lnTo>
                    <a:lnTo>
                      <a:pt x="119" y="27"/>
                    </a:lnTo>
                    <a:lnTo>
                      <a:pt x="119" y="28"/>
                    </a:lnTo>
                    <a:lnTo>
                      <a:pt x="119" y="28"/>
                    </a:lnTo>
                    <a:lnTo>
                      <a:pt x="114" y="26"/>
                    </a:lnTo>
                    <a:lnTo>
                      <a:pt x="119" y="25"/>
                    </a:lnTo>
                    <a:lnTo>
                      <a:pt x="119" y="25"/>
                    </a:lnTo>
                    <a:cubicBezTo>
                      <a:pt x="129" y="23"/>
                      <a:pt x="140" y="23"/>
                      <a:pt x="149" y="24"/>
                    </a:cubicBezTo>
                    <a:lnTo>
                      <a:pt x="155" y="24"/>
                    </a:lnTo>
                    <a:lnTo>
                      <a:pt x="150" y="27"/>
                    </a:lnTo>
                    <a:lnTo>
                      <a:pt x="148" y="28"/>
                    </a:lnTo>
                    <a:lnTo>
                      <a:pt x="143" y="30"/>
                    </a:lnTo>
                    <a:lnTo>
                      <a:pt x="146" y="25"/>
                    </a:lnTo>
                    <a:cubicBezTo>
                      <a:pt x="152" y="17"/>
                      <a:pt x="157" y="9"/>
                      <a:pt x="162" y="2"/>
                    </a:cubicBezTo>
                    <a:lnTo>
                      <a:pt x="163" y="0"/>
                    </a:lnTo>
                    <a:lnTo>
                      <a:pt x="164" y="1"/>
                    </a:lnTo>
                    <a:cubicBezTo>
                      <a:pt x="179" y="7"/>
                      <a:pt x="195" y="13"/>
                      <a:pt x="208" y="18"/>
                    </a:cubicBezTo>
                    <a:lnTo>
                      <a:pt x="209" y="18"/>
                    </a:lnTo>
                    <a:lnTo>
                      <a:pt x="209" y="20"/>
                    </a:lnTo>
                    <a:cubicBezTo>
                      <a:pt x="208" y="30"/>
                      <a:pt x="206" y="39"/>
                      <a:pt x="205" y="48"/>
                    </a:cubicBezTo>
                    <a:lnTo>
                      <a:pt x="204" y="53"/>
                    </a:lnTo>
                    <a:lnTo>
                      <a:pt x="202" y="48"/>
                    </a:lnTo>
                    <a:lnTo>
                      <a:pt x="201" y="47"/>
                    </a:lnTo>
                    <a:lnTo>
                      <a:pt x="199" y="42"/>
                    </a:lnTo>
                    <a:lnTo>
                      <a:pt x="204" y="45"/>
                    </a:lnTo>
                    <a:cubicBezTo>
                      <a:pt x="212" y="51"/>
                      <a:pt x="220" y="59"/>
                      <a:pt x="226" y="66"/>
                    </a:cubicBezTo>
                    <a:lnTo>
                      <a:pt x="229" y="70"/>
                    </a:lnTo>
                    <a:lnTo>
                      <a:pt x="224" y="68"/>
                    </a:lnTo>
                    <a:lnTo>
                      <a:pt x="223" y="68"/>
                    </a:lnTo>
                    <a:lnTo>
                      <a:pt x="218" y="66"/>
                    </a:lnTo>
                    <a:lnTo>
                      <a:pt x="223" y="65"/>
                    </a:lnTo>
                    <a:cubicBezTo>
                      <a:pt x="233" y="63"/>
                      <a:pt x="242" y="61"/>
                      <a:pt x="251" y="60"/>
                    </a:cubicBezTo>
                    <a:lnTo>
                      <a:pt x="252" y="59"/>
                    </a:lnTo>
                    <a:lnTo>
                      <a:pt x="252" y="60"/>
                    </a:lnTo>
                    <a:cubicBezTo>
                      <a:pt x="259" y="75"/>
                      <a:pt x="265" y="90"/>
                      <a:pt x="271" y="103"/>
                    </a:cubicBezTo>
                    <a:lnTo>
                      <a:pt x="272" y="104"/>
                    </a:lnTo>
                    <a:lnTo>
                      <a:pt x="271" y="105"/>
                    </a:lnTo>
                    <a:cubicBezTo>
                      <a:pt x="263" y="111"/>
                      <a:pt x="255" y="117"/>
                      <a:pt x="248" y="122"/>
                    </a:cubicBezTo>
                    <a:lnTo>
                      <a:pt x="244" y="125"/>
                    </a:lnTo>
                    <a:lnTo>
                      <a:pt x="246" y="120"/>
                    </a:lnTo>
                    <a:lnTo>
                      <a:pt x="246" y="119"/>
                    </a:lnTo>
                    <a:lnTo>
                      <a:pt x="248" y="115"/>
                    </a:lnTo>
                    <a:lnTo>
                      <a:pt x="249" y="120"/>
                    </a:lnTo>
                    <a:cubicBezTo>
                      <a:pt x="251" y="130"/>
                      <a:pt x="251" y="141"/>
                      <a:pt x="250" y="150"/>
                    </a:cubicBezTo>
                    <a:lnTo>
                      <a:pt x="249" y="154"/>
                    </a:lnTo>
                    <a:lnTo>
                      <a:pt x="247" y="150"/>
                    </a:lnTo>
                    <a:lnTo>
                      <a:pt x="247" y="149"/>
                    </a:lnTo>
                    <a:lnTo>
                      <a:pt x="245" y="145"/>
                    </a:lnTo>
                    <a:lnTo>
                      <a:pt x="248" y="147"/>
                    </a:lnTo>
                    <a:cubicBezTo>
                      <a:pt x="257" y="153"/>
                      <a:pt x="265" y="158"/>
                      <a:pt x="272" y="163"/>
                    </a:cubicBezTo>
                    <a:lnTo>
                      <a:pt x="273" y="164"/>
                    </a:lnTo>
                    <a:lnTo>
                      <a:pt x="272" y="165"/>
                    </a:lnTo>
                    <a:cubicBezTo>
                      <a:pt x="266" y="180"/>
                      <a:pt x="260" y="194"/>
                      <a:pt x="255" y="208"/>
                    </a:cubicBezTo>
                    <a:lnTo>
                      <a:pt x="255" y="209"/>
                    </a:lnTo>
                    <a:lnTo>
                      <a:pt x="254" y="209"/>
                    </a:lnTo>
                    <a:cubicBezTo>
                      <a:pt x="244" y="207"/>
                      <a:pt x="235" y="206"/>
                      <a:pt x="226" y="204"/>
                    </a:cubicBezTo>
                    <a:lnTo>
                      <a:pt x="223" y="204"/>
                    </a:lnTo>
                    <a:lnTo>
                      <a:pt x="226" y="203"/>
                    </a:lnTo>
                    <a:lnTo>
                      <a:pt x="227" y="202"/>
                    </a:lnTo>
                    <a:lnTo>
                      <a:pt x="230" y="201"/>
                    </a:lnTo>
                    <a:lnTo>
                      <a:pt x="228" y="204"/>
                    </a:lnTo>
                    <a:cubicBezTo>
                      <a:pt x="222" y="212"/>
                      <a:pt x="215" y="219"/>
                      <a:pt x="207" y="225"/>
                    </a:cubicBezTo>
                    <a:lnTo>
                      <a:pt x="205" y="227"/>
                    </a:lnTo>
                    <a:lnTo>
                      <a:pt x="206" y="224"/>
                    </a:lnTo>
                    <a:lnTo>
                      <a:pt x="206" y="224"/>
                    </a:lnTo>
                    <a:lnTo>
                      <a:pt x="207" y="221"/>
                    </a:lnTo>
                    <a:lnTo>
                      <a:pt x="208" y="224"/>
                    </a:lnTo>
                    <a:cubicBezTo>
                      <a:pt x="210" y="234"/>
                      <a:pt x="211" y="243"/>
                      <a:pt x="213" y="251"/>
                    </a:cubicBezTo>
                    <a:lnTo>
                      <a:pt x="213" y="252"/>
                    </a:lnTo>
                    <a:lnTo>
                      <a:pt x="213" y="252"/>
                    </a:lnTo>
                    <a:cubicBezTo>
                      <a:pt x="195" y="259"/>
                      <a:pt x="181" y="265"/>
                      <a:pt x="170" y="270"/>
                    </a:cubicBezTo>
                    <a:lnTo>
                      <a:pt x="170" y="270"/>
                    </a:lnTo>
                    <a:lnTo>
                      <a:pt x="170" y="270"/>
                    </a:lnTo>
                    <a:cubicBezTo>
                      <a:pt x="165" y="263"/>
                      <a:pt x="161" y="257"/>
                      <a:pt x="158" y="253"/>
                    </a:cubicBezTo>
                    <a:cubicBezTo>
                      <a:pt x="157" y="251"/>
                      <a:pt x="156" y="250"/>
                      <a:pt x="155" y="249"/>
                    </a:cubicBezTo>
                    <a:cubicBezTo>
                      <a:pt x="154" y="248"/>
                      <a:pt x="154" y="247"/>
                      <a:pt x="154" y="247"/>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102" name="Google Shape;102;p3"/>
            <p:cNvSpPr/>
            <p:nvPr/>
          </p:nvSpPr>
          <p:spPr>
            <a:xfrm>
              <a:off x="3424847" y="4620388"/>
              <a:ext cx="816727" cy="818387"/>
            </a:xfrm>
            <a:custGeom>
              <a:rect b="b" l="l" r="r" t="t"/>
              <a:pathLst>
                <a:path extrusionOk="0" h="493" w="492">
                  <a:moveTo>
                    <a:pt x="92" y="112"/>
                  </a:moveTo>
                  <a:cubicBezTo>
                    <a:pt x="104" y="98"/>
                    <a:pt x="118" y="86"/>
                    <a:pt x="133" y="76"/>
                  </a:cubicBezTo>
                  <a:lnTo>
                    <a:pt x="128" y="26"/>
                  </a:lnTo>
                  <a:lnTo>
                    <a:pt x="206" y="0"/>
                  </a:lnTo>
                  <a:lnTo>
                    <a:pt x="233" y="42"/>
                  </a:lnTo>
                  <a:cubicBezTo>
                    <a:pt x="250" y="41"/>
                    <a:pt x="269" y="42"/>
                    <a:pt x="287" y="46"/>
                  </a:cubicBezTo>
                  <a:lnTo>
                    <a:pt x="318" y="7"/>
                  </a:lnTo>
                  <a:lnTo>
                    <a:pt x="393" y="44"/>
                  </a:lnTo>
                  <a:lnTo>
                    <a:pt x="381" y="92"/>
                  </a:lnTo>
                  <a:cubicBezTo>
                    <a:pt x="395" y="104"/>
                    <a:pt x="407" y="118"/>
                    <a:pt x="416" y="133"/>
                  </a:cubicBezTo>
                  <a:lnTo>
                    <a:pt x="465" y="128"/>
                  </a:lnTo>
                  <a:lnTo>
                    <a:pt x="492" y="206"/>
                  </a:lnTo>
                  <a:lnTo>
                    <a:pt x="449" y="233"/>
                  </a:lnTo>
                  <a:cubicBezTo>
                    <a:pt x="450" y="250"/>
                    <a:pt x="449" y="269"/>
                    <a:pt x="446" y="287"/>
                  </a:cubicBezTo>
                  <a:lnTo>
                    <a:pt x="485" y="318"/>
                  </a:lnTo>
                  <a:lnTo>
                    <a:pt x="448" y="393"/>
                  </a:lnTo>
                  <a:lnTo>
                    <a:pt x="400" y="381"/>
                  </a:lnTo>
                  <a:cubicBezTo>
                    <a:pt x="388" y="395"/>
                    <a:pt x="375" y="407"/>
                    <a:pt x="360" y="416"/>
                  </a:cubicBezTo>
                  <a:lnTo>
                    <a:pt x="365" y="466"/>
                  </a:lnTo>
                  <a:lnTo>
                    <a:pt x="286" y="493"/>
                  </a:lnTo>
                  <a:lnTo>
                    <a:pt x="260" y="450"/>
                  </a:lnTo>
                  <a:cubicBezTo>
                    <a:pt x="242" y="452"/>
                    <a:pt x="224" y="450"/>
                    <a:pt x="206" y="447"/>
                  </a:cubicBezTo>
                  <a:lnTo>
                    <a:pt x="174" y="486"/>
                  </a:lnTo>
                  <a:lnTo>
                    <a:pt x="100" y="449"/>
                  </a:lnTo>
                  <a:lnTo>
                    <a:pt x="112" y="400"/>
                  </a:lnTo>
                  <a:cubicBezTo>
                    <a:pt x="98" y="388"/>
                    <a:pt x="86" y="375"/>
                    <a:pt x="76" y="360"/>
                  </a:cubicBezTo>
                  <a:lnTo>
                    <a:pt x="26" y="365"/>
                  </a:lnTo>
                  <a:lnTo>
                    <a:pt x="0" y="286"/>
                  </a:lnTo>
                  <a:lnTo>
                    <a:pt x="42" y="260"/>
                  </a:lnTo>
                  <a:cubicBezTo>
                    <a:pt x="41" y="242"/>
                    <a:pt x="42" y="224"/>
                    <a:pt x="46" y="206"/>
                  </a:cubicBezTo>
                  <a:lnTo>
                    <a:pt x="7" y="175"/>
                  </a:lnTo>
                  <a:lnTo>
                    <a:pt x="44" y="100"/>
                  </a:lnTo>
                  <a:lnTo>
                    <a:pt x="92" y="112"/>
                  </a:lnTo>
                  <a:moveTo>
                    <a:pt x="168" y="204"/>
                  </a:moveTo>
                  <a:cubicBezTo>
                    <a:pt x="146" y="248"/>
                    <a:pt x="165" y="301"/>
                    <a:pt x="209" y="323"/>
                  </a:cubicBezTo>
                  <a:cubicBezTo>
                    <a:pt x="253" y="344"/>
                    <a:pt x="306" y="326"/>
                    <a:pt x="328" y="282"/>
                  </a:cubicBezTo>
                  <a:cubicBezTo>
                    <a:pt x="350" y="238"/>
                    <a:pt x="331" y="185"/>
                    <a:pt x="287" y="163"/>
                  </a:cubicBezTo>
                  <a:cubicBezTo>
                    <a:pt x="243" y="141"/>
                    <a:pt x="190" y="159"/>
                    <a:pt x="168" y="204"/>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03" name="Google Shape;103;p3"/>
          <p:cNvGrpSpPr/>
          <p:nvPr/>
        </p:nvGrpSpPr>
        <p:grpSpPr>
          <a:xfrm>
            <a:off x="4436569" y="-378425"/>
            <a:ext cx="5710067" cy="5683730"/>
            <a:chOff x="4436569" y="-378425"/>
            <a:chExt cx="5710067" cy="5683730"/>
          </a:xfrm>
        </p:grpSpPr>
        <p:grpSp>
          <p:nvGrpSpPr>
            <p:cNvPr id="104" name="Google Shape;104;p3"/>
            <p:cNvGrpSpPr/>
            <p:nvPr/>
          </p:nvGrpSpPr>
          <p:grpSpPr>
            <a:xfrm rot="-5400000">
              <a:off x="4348614" y="4946476"/>
              <a:ext cx="446784" cy="270873"/>
              <a:chOff x="13937051" y="251501"/>
              <a:chExt cx="446784" cy="270873"/>
            </a:xfrm>
          </p:grpSpPr>
          <p:sp>
            <p:nvSpPr>
              <p:cNvPr id="105" name="Google Shape;105;p3"/>
              <p:cNvSpPr/>
              <p:nvPr/>
            </p:nvSpPr>
            <p:spPr>
              <a:xfrm>
                <a:off x="14329349" y="467888"/>
                <a:ext cx="54486" cy="54486"/>
              </a:xfrm>
              <a:custGeom>
                <a:rect b="b" l="l" r="r" t="t"/>
                <a:pathLst>
                  <a:path extrusionOk="0" h="35" w="35">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6" name="Google Shape;106;p3"/>
              <p:cNvSpPr/>
              <p:nvPr/>
            </p:nvSpPr>
            <p:spPr>
              <a:xfrm>
                <a:off x="13937051" y="251501"/>
                <a:ext cx="418763" cy="249078"/>
              </a:xfrm>
              <a:custGeom>
                <a:rect b="b" l="l" r="r" t="t"/>
                <a:pathLst>
                  <a:path extrusionOk="0" h="160" w="269">
                    <a:moveTo>
                      <a:pt x="269" y="160"/>
                    </a:moveTo>
                    <a:lnTo>
                      <a:pt x="211" y="160"/>
                    </a:lnTo>
                    <a:cubicBezTo>
                      <a:pt x="158" y="160"/>
                      <a:pt x="115" y="117"/>
                      <a:pt x="115" y="64"/>
                    </a:cubicBezTo>
                    <a:cubicBezTo>
                      <a:pt x="115" y="29"/>
                      <a:pt x="113" y="7"/>
                      <a:pt x="82" y="7"/>
                    </a:cubicBezTo>
                    <a:lnTo>
                      <a:pt x="0" y="7"/>
                    </a:lnTo>
                    <a:lnTo>
                      <a:pt x="0" y="0"/>
                    </a:lnTo>
                    <a:lnTo>
                      <a:pt x="82" y="0"/>
                    </a:lnTo>
                    <a:cubicBezTo>
                      <a:pt x="122" y="0"/>
                      <a:pt x="122" y="34"/>
                      <a:pt x="122" y="63"/>
                    </a:cubicBezTo>
                    <a:cubicBezTo>
                      <a:pt x="122" y="113"/>
                      <a:pt x="162" y="153"/>
                      <a:pt x="211" y="153"/>
                    </a:cubicBezTo>
                    <a:lnTo>
                      <a:pt x="269" y="153"/>
                    </a:lnTo>
                    <a:lnTo>
                      <a:pt x="269" y="160"/>
                    </a:lnTo>
                    <a:close/>
                  </a:path>
                </a:pathLst>
              </a:custGeom>
              <a:solidFill>
                <a:schemeClr val="lt2"/>
              </a:solidFill>
              <a:ln>
                <a:noFill/>
              </a:ln>
            </p:spPr>
            <p:txBody>
              <a:bodyPr anchorCtr="1" anchor="ctr" bIns="12600" lIns="90000" spcFirstLastPara="1" rIns="90000" wrap="square" tIns="126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107" name="Google Shape;107;p3"/>
            <p:cNvGrpSpPr/>
            <p:nvPr/>
          </p:nvGrpSpPr>
          <p:grpSpPr>
            <a:xfrm>
              <a:off x="8242875" y="-378425"/>
              <a:ext cx="1903762" cy="1293604"/>
              <a:chOff x="8242875" y="-378425"/>
              <a:chExt cx="1903762" cy="1293604"/>
            </a:xfrm>
          </p:grpSpPr>
          <p:grpSp>
            <p:nvGrpSpPr>
              <p:cNvPr id="108" name="Google Shape;108;p3"/>
              <p:cNvGrpSpPr/>
              <p:nvPr/>
            </p:nvGrpSpPr>
            <p:grpSpPr>
              <a:xfrm flipH="1" rot="10800000">
                <a:off x="8516730" y="406125"/>
                <a:ext cx="1629907" cy="509054"/>
                <a:chOff x="5401930" y="789587"/>
                <a:chExt cx="1629907" cy="509054"/>
              </a:xfrm>
            </p:grpSpPr>
            <p:sp>
              <p:nvSpPr>
                <p:cNvPr id="109" name="Google Shape;109;p3"/>
                <p:cNvSpPr/>
                <p:nvPr/>
              </p:nvSpPr>
              <p:spPr>
                <a:xfrm>
                  <a:off x="5401930" y="1244155"/>
                  <a:ext cx="54486" cy="54486"/>
                </a:xfrm>
                <a:custGeom>
                  <a:rect b="b" l="l" r="r" t="t"/>
                  <a:pathLst>
                    <a:path extrusionOk="0" h="35" w="35">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0" name="Google Shape;110;p3"/>
                <p:cNvSpPr/>
                <p:nvPr/>
              </p:nvSpPr>
              <p:spPr>
                <a:xfrm>
                  <a:off x="5423724" y="789587"/>
                  <a:ext cx="1608112" cy="470135"/>
                </a:xfrm>
                <a:custGeom>
                  <a:rect b="b" l="l" r="r" t="t"/>
                  <a:pathLst>
                    <a:path extrusionOk="0" h="302" w="1033">
                      <a:moveTo>
                        <a:pt x="6" y="302"/>
                      </a:moveTo>
                      <a:lnTo>
                        <a:pt x="0" y="302"/>
                      </a:lnTo>
                      <a:lnTo>
                        <a:pt x="0" y="96"/>
                      </a:lnTo>
                      <a:cubicBezTo>
                        <a:pt x="0" y="43"/>
                        <a:pt x="43" y="0"/>
                        <a:pt x="95" y="0"/>
                      </a:cubicBezTo>
                      <a:lnTo>
                        <a:pt x="937" y="0"/>
                      </a:lnTo>
                      <a:cubicBezTo>
                        <a:pt x="990" y="0"/>
                        <a:pt x="1033" y="43"/>
                        <a:pt x="1033" y="96"/>
                      </a:cubicBezTo>
                      <a:lnTo>
                        <a:pt x="1033" y="129"/>
                      </a:lnTo>
                      <a:lnTo>
                        <a:pt x="1026" y="129"/>
                      </a:lnTo>
                      <a:lnTo>
                        <a:pt x="1026" y="96"/>
                      </a:lnTo>
                      <a:cubicBezTo>
                        <a:pt x="1026" y="47"/>
                        <a:pt x="986" y="7"/>
                        <a:pt x="937" y="7"/>
                      </a:cubicBezTo>
                      <a:lnTo>
                        <a:pt x="95" y="7"/>
                      </a:lnTo>
                      <a:cubicBezTo>
                        <a:pt x="46" y="7"/>
                        <a:pt x="6" y="47"/>
                        <a:pt x="6" y="96"/>
                      </a:cubicBezTo>
                      <a:lnTo>
                        <a:pt x="6" y="302"/>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
            <p:nvSpPr>
              <p:cNvPr id="111" name="Google Shape;111;p3"/>
              <p:cNvSpPr/>
              <p:nvPr/>
            </p:nvSpPr>
            <p:spPr>
              <a:xfrm>
                <a:off x="8242875" y="-378425"/>
                <a:ext cx="652200" cy="652200"/>
              </a:xfrm>
              <a:prstGeom prst="roundRect">
                <a:avLst>
                  <a:gd fmla="val 30579"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sp>
        <p:nvSpPr>
          <p:cNvPr id="112" name="Google Shape;112;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3" name="Shape 113"/>
        <p:cNvGrpSpPr/>
        <p:nvPr/>
      </p:nvGrpSpPr>
      <p:grpSpPr>
        <a:xfrm>
          <a:off x="0" y="0"/>
          <a:ext cx="0" cy="0"/>
          <a:chOff x="0" y="0"/>
          <a:chExt cx="0" cy="0"/>
        </a:xfrm>
      </p:grpSpPr>
      <p:sp>
        <p:nvSpPr>
          <p:cNvPr id="114" name="Google Shape;114;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5" name="Google Shape;115;p4"/>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116" name="Google Shape;116;p4"/>
          <p:cNvGrpSpPr/>
          <p:nvPr/>
        </p:nvGrpSpPr>
        <p:grpSpPr>
          <a:xfrm>
            <a:off x="8672408" y="4756412"/>
            <a:ext cx="521107" cy="335256"/>
            <a:chOff x="9601058" y="4286612"/>
            <a:chExt cx="521107" cy="335256"/>
          </a:xfrm>
        </p:grpSpPr>
        <p:sp>
          <p:nvSpPr>
            <p:cNvPr id="117" name="Google Shape;117;p4"/>
            <p:cNvSpPr/>
            <p:nvPr/>
          </p:nvSpPr>
          <p:spPr>
            <a:xfrm>
              <a:off x="9601058" y="4286612"/>
              <a:ext cx="61950" cy="67416"/>
            </a:xfrm>
            <a:custGeom>
              <a:rect b="b" l="l" r="r" t="t"/>
              <a:pathLst>
                <a:path extrusionOk="0" h="37" w="34">
                  <a:moveTo>
                    <a:pt x="0" y="19"/>
                  </a:moveTo>
                  <a:cubicBezTo>
                    <a:pt x="0" y="9"/>
                    <a:pt x="7" y="0"/>
                    <a:pt x="17" y="0"/>
                  </a:cubicBezTo>
                  <a:cubicBezTo>
                    <a:pt x="26" y="0"/>
                    <a:pt x="34" y="9"/>
                    <a:pt x="34" y="19"/>
                  </a:cubicBezTo>
                  <a:cubicBezTo>
                    <a:pt x="34" y="29"/>
                    <a:pt x="26" y="37"/>
                    <a:pt x="17" y="37"/>
                  </a:cubicBezTo>
                  <a:cubicBezTo>
                    <a:pt x="7" y="37"/>
                    <a:pt x="0" y="29"/>
                    <a:pt x="0" y="19"/>
                  </a:cubicBez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8" name="Google Shape;118;p4"/>
            <p:cNvSpPr/>
            <p:nvPr/>
          </p:nvSpPr>
          <p:spPr>
            <a:xfrm>
              <a:off x="9632033" y="4313943"/>
              <a:ext cx="490132" cy="307926"/>
            </a:xfrm>
            <a:custGeom>
              <a:rect b="b" l="l" r="r" t="t"/>
              <a:pathLst>
                <a:path extrusionOk="0" h="169" w="269">
                  <a:moveTo>
                    <a:pt x="0" y="0"/>
                  </a:moveTo>
                  <a:lnTo>
                    <a:pt x="58" y="0"/>
                  </a:lnTo>
                  <a:cubicBezTo>
                    <a:pt x="111" y="0"/>
                    <a:pt x="154" y="46"/>
                    <a:pt x="154" y="102"/>
                  </a:cubicBezTo>
                  <a:cubicBezTo>
                    <a:pt x="154" y="139"/>
                    <a:pt x="156" y="162"/>
                    <a:pt x="187" y="162"/>
                  </a:cubicBezTo>
                  <a:lnTo>
                    <a:pt x="269" y="162"/>
                  </a:lnTo>
                  <a:lnTo>
                    <a:pt x="269" y="169"/>
                  </a:lnTo>
                  <a:lnTo>
                    <a:pt x="187" y="169"/>
                  </a:lnTo>
                  <a:cubicBezTo>
                    <a:pt x="148" y="169"/>
                    <a:pt x="148" y="134"/>
                    <a:pt x="148" y="102"/>
                  </a:cubicBezTo>
                  <a:cubicBezTo>
                    <a:pt x="148" y="50"/>
                    <a:pt x="108" y="7"/>
                    <a:pt x="58" y="7"/>
                  </a:cubicBezTo>
                  <a:lnTo>
                    <a:pt x="0" y="7"/>
                  </a:lnTo>
                  <a:lnTo>
                    <a:pt x="0" y="0"/>
                  </a:lnTo>
                  <a:close/>
                </a:path>
              </a:pathLst>
            </a:custGeom>
            <a:solidFill>
              <a:schemeClr val="lt2"/>
            </a:solidFill>
            <a:ln>
              <a:noFill/>
            </a:ln>
          </p:spPr>
          <p:txBody>
            <a:bodyPr anchorCtr="1" anchor="ctr" bIns="15825" lIns="90000" spcFirstLastPara="1" rIns="90000" wrap="square" tIns="158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119" name="Google Shape;119;p4"/>
          <p:cNvGrpSpPr/>
          <p:nvPr/>
        </p:nvGrpSpPr>
        <p:grpSpPr>
          <a:xfrm>
            <a:off x="-1156756" y="299834"/>
            <a:ext cx="11137385" cy="4198999"/>
            <a:chOff x="-1156756" y="299834"/>
            <a:chExt cx="11137385" cy="4198999"/>
          </a:xfrm>
        </p:grpSpPr>
        <p:grpSp>
          <p:nvGrpSpPr>
            <p:cNvPr id="120" name="Google Shape;120;p4"/>
            <p:cNvGrpSpPr/>
            <p:nvPr/>
          </p:nvGrpSpPr>
          <p:grpSpPr>
            <a:xfrm>
              <a:off x="-1156756" y="299834"/>
              <a:ext cx="1754642" cy="717886"/>
              <a:chOff x="-1340531" y="3895472"/>
              <a:chExt cx="1754642" cy="717886"/>
            </a:xfrm>
          </p:grpSpPr>
          <p:sp>
            <p:nvSpPr>
              <p:cNvPr id="121" name="Google Shape;121;p4"/>
              <p:cNvSpPr/>
              <p:nvPr/>
            </p:nvSpPr>
            <p:spPr>
              <a:xfrm>
                <a:off x="-1340525" y="3895472"/>
                <a:ext cx="1754637" cy="717886"/>
              </a:xfrm>
              <a:custGeom>
                <a:rect b="b" l="l" r="r" t="t"/>
                <a:pathLst>
                  <a:path extrusionOk="0" h="394" w="963">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 name="Google Shape;122;p4"/>
              <p:cNvSpPr/>
              <p:nvPr/>
            </p:nvSpPr>
            <p:spPr>
              <a:xfrm>
                <a:off x="-1340531" y="3989303"/>
                <a:ext cx="1749170" cy="5466"/>
              </a:xfrm>
              <a:custGeom>
                <a:rect b="b" l="l" r="r" t="t"/>
                <a:pathLst>
                  <a:path extrusionOk="0" h="3" w="96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 name="Google Shape;123;p4"/>
              <p:cNvSpPr/>
              <p:nvPr/>
            </p:nvSpPr>
            <p:spPr>
              <a:xfrm>
                <a:off x="-1291336" y="3936463"/>
                <a:ext cx="23687" cy="25509"/>
              </a:xfrm>
              <a:custGeom>
                <a:rect b="b" l="l" r="r" t="t"/>
                <a:pathLst>
                  <a:path extrusionOk="0" h="14" w="13">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4" name="Google Shape;124;p4"/>
              <p:cNvSpPr/>
              <p:nvPr/>
            </p:nvSpPr>
            <p:spPr>
              <a:xfrm>
                <a:off x="-1249428" y="3936463"/>
                <a:ext cx="25509" cy="25509"/>
              </a:xfrm>
              <a:custGeom>
                <a:rect b="b" l="l" r="r" t="t"/>
                <a:pathLst>
                  <a:path extrusionOk="0" h="14" w="14">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5" name="Google Shape;125;p4"/>
              <p:cNvSpPr/>
              <p:nvPr/>
            </p:nvSpPr>
            <p:spPr>
              <a:xfrm>
                <a:off x="-1205699" y="3936463"/>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 name="Google Shape;126;p4"/>
              <p:cNvSpPr/>
              <p:nvPr/>
            </p:nvSpPr>
            <p:spPr>
              <a:xfrm>
                <a:off x="-1224695" y="4075986"/>
                <a:ext cx="422716" cy="422714"/>
              </a:xfrm>
              <a:custGeom>
                <a:rect b="b" l="l" r="r" t="t"/>
                <a:pathLst>
                  <a:path extrusionOk="0" h="232" w="232">
                    <a:moveTo>
                      <a:pt x="0" y="0"/>
                    </a:moveTo>
                    <a:lnTo>
                      <a:pt x="232" y="0"/>
                    </a:lnTo>
                    <a:lnTo>
                      <a:pt x="232" y="232"/>
                    </a:lnTo>
                    <a:lnTo>
                      <a:pt x="0" y="232"/>
                    </a:lnTo>
                    <a:lnTo>
                      <a:pt x="0" y="0"/>
                    </a:lnTo>
                    <a:close/>
                  </a:path>
                </a:pathLst>
              </a:custGeom>
              <a:solidFill>
                <a:schemeClr val="accent2"/>
              </a:solidFill>
              <a:ln>
                <a:noFill/>
              </a:ln>
            </p:spPr>
            <p:txBody>
              <a:bodyPr anchorCtr="1" anchor="ctr" bIns="38500" lIns="90000" spcFirstLastPara="1" rIns="90000" wrap="square" tIns="385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7" name="Google Shape;127;p4"/>
              <p:cNvSpPr/>
              <p:nvPr/>
            </p:nvSpPr>
            <p:spPr>
              <a:xfrm>
                <a:off x="-681493" y="4344218"/>
                <a:ext cx="972976" cy="5466"/>
              </a:xfrm>
              <a:custGeom>
                <a:rect b="b" l="l" r="r" t="t"/>
                <a:pathLst>
                  <a:path extrusionOk="0" h="3" w="534">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8" name="Google Shape;128;p4"/>
              <p:cNvSpPr/>
              <p:nvPr/>
            </p:nvSpPr>
            <p:spPr>
              <a:xfrm>
                <a:off x="-681493" y="4429855"/>
                <a:ext cx="972976" cy="5466"/>
              </a:xfrm>
              <a:custGeom>
                <a:rect b="b" l="l" r="r" t="t"/>
                <a:pathLst>
                  <a:path extrusionOk="0" h="3" w="534">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9" name="Google Shape;129;p4"/>
              <p:cNvSpPr/>
              <p:nvPr/>
            </p:nvSpPr>
            <p:spPr>
              <a:xfrm>
                <a:off x="-335303" y="4517313"/>
                <a:ext cx="626786" cy="3644"/>
              </a:xfrm>
              <a:custGeom>
                <a:rect b="b" l="l" r="r" t="t"/>
                <a:pathLst>
                  <a:path extrusionOk="0" h="2" w="344">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 name="Google Shape;130;p4"/>
              <p:cNvSpPr/>
              <p:nvPr/>
            </p:nvSpPr>
            <p:spPr>
              <a:xfrm>
                <a:off x="-428227" y="41172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1" name="Google Shape;131;p4"/>
              <p:cNvSpPr/>
              <p:nvPr/>
            </p:nvSpPr>
            <p:spPr>
              <a:xfrm>
                <a:off x="-428227" y="41955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2" name="Google Shape;132;p4"/>
              <p:cNvSpPr/>
              <p:nvPr/>
            </p:nvSpPr>
            <p:spPr>
              <a:xfrm>
                <a:off x="-133055" y="42720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33" name="Google Shape;133;p4"/>
            <p:cNvGrpSpPr/>
            <p:nvPr/>
          </p:nvGrpSpPr>
          <p:grpSpPr>
            <a:xfrm>
              <a:off x="8430063" y="2639212"/>
              <a:ext cx="1550567" cy="1051320"/>
              <a:chOff x="-872012" y="2723887"/>
              <a:chExt cx="1550567" cy="1051320"/>
            </a:xfrm>
          </p:grpSpPr>
          <p:sp>
            <p:nvSpPr>
              <p:cNvPr id="134" name="Google Shape;134;p4"/>
              <p:cNvSpPr/>
              <p:nvPr/>
            </p:nvSpPr>
            <p:spPr>
              <a:xfrm>
                <a:off x="-872012" y="2723887"/>
                <a:ext cx="1550567" cy="1051320"/>
              </a:xfrm>
              <a:custGeom>
                <a:rect b="b" l="l" r="r" t="t"/>
                <a:pathLst>
                  <a:path extrusionOk="0" h="577" w="851">
                    <a:moveTo>
                      <a:pt x="850" y="576"/>
                    </a:moveTo>
                    <a:cubicBezTo>
                      <a:pt x="850" y="576"/>
                      <a:pt x="850" y="572"/>
                      <a:pt x="850" y="565"/>
                    </a:cubicBezTo>
                    <a:cubicBezTo>
                      <a:pt x="850" y="558"/>
                      <a:pt x="850" y="548"/>
                      <a:pt x="850" y="535"/>
                    </a:cubicBezTo>
                    <a:cubicBezTo>
                      <a:pt x="850" y="508"/>
                      <a:pt x="850" y="469"/>
                      <a:pt x="850" y="420"/>
                    </a:cubicBezTo>
                    <a:cubicBezTo>
                      <a:pt x="849" y="320"/>
                      <a:pt x="849" y="177"/>
                      <a:pt x="849" y="2"/>
                    </a:cubicBezTo>
                    <a:lnTo>
                      <a:pt x="850" y="3"/>
                    </a:lnTo>
                    <a:cubicBezTo>
                      <a:pt x="616" y="3"/>
                      <a:pt x="321" y="3"/>
                      <a:pt x="1" y="3"/>
                    </a:cubicBezTo>
                    <a:lnTo>
                      <a:pt x="1" y="3"/>
                    </a:lnTo>
                    <a:lnTo>
                      <a:pt x="3" y="2"/>
                    </a:lnTo>
                    <a:cubicBezTo>
                      <a:pt x="3" y="206"/>
                      <a:pt x="3" y="401"/>
                      <a:pt x="3" y="576"/>
                    </a:cubicBezTo>
                    <a:lnTo>
                      <a:pt x="1" y="574"/>
                    </a:lnTo>
                    <a:cubicBezTo>
                      <a:pt x="251" y="574"/>
                      <a:pt x="463" y="575"/>
                      <a:pt x="613" y="575"/>
                    </a:cubicBezTo>
                    <a:cubicBezTo>
                      <a:pt x="688" y="575"/>
                      <a:pt x="747" y="575"/>
                      <a:pt x="788" y="575"/>
                    </a:cubicBezTo>
                    <a:cubicBezTo>
                      <a:pt x="808" y="575"/>
                      <a:pt x="823" y="575"/>
                      <a:pt x="834" y="576"/>
                    </a:cubicBezTo>
                    <a:cubicBezTo>
                      <a:pt x="839" y="576"/>
                      <a:pt x="843" y="576"/>
                      <a:pt x="846" y="576"/>
                    </a:cubicBezTo>
                    <a:cubicBezTo>
                      <a:pt x="849" y="576"/>
                      <a:pt x="850" y="576"/>
                      <a:pt x="850" y="576"/>
                    </a:cubicBezTo>
                    <a:cubicBezTo>
                      <a:pt x="850" y="576"/>
                      <a:pt x="849" y="576"/>
                      <a:pt x="846" y="576"/>
                    </a:cubicBezTo>
                    <a:cubicBezTo>
                      <a:pt x="844" y="576"/>
                      <a:pt x="840" y="576"/>
                      <a:pt x="834" y="576"/>
                    </a:cubicBezTo>
                    <a:cubicBezTo>
                      <a:pt x="824" y="576"/>
                      <a:pt x="808" y="576"/>
                      <a:pt x="788" y="576"/>
                    </a:cubicBezTo>
                    <a:cubicBezTo>
                      <a:pt x="748" y="576"/>
                      <a:pt x="689" y="576"/>
                      <a:pt x="614" y="576"/>
                    </a:cubicBezTo>
                    <a:cubicBezTo>
                      <a:pt x="464" y="577"/>
                      <a:pt x="251" y="577"/>
                      <a:pt x="1" y="577"/>
                    </a:cubicBezTo>
                    <a:lnTo>
                      <a:pt x="0" y="577"/>
                    </a:lnTo>
                    <a:lnTo>
                      <a:pt x="0" y="576"/>
                    </a:lnTo>
                    <a:cubicBezTo>
                      <a:pt x="0" y="401"/>
                      <a:pt x="0" y="206"/>
                      <a:pt x="0" y="2"/>
                    </a:cubicBezTo>
                    <a:lnTo>
                      <a:pt x="0" y="0"/>
                    </a:lnTo>
                    <a:lnTo>
                      <a:pt x="1" y="0"/>
                    </a:lnTo>
                    <a:cubicBezTo>
                      <a:pt x="321" y="0"/>
                      <a:pt x="616" y="1"/>
                      <a:pt x="850" y="1"/>
                    </a:cubicBezTo>
                    <a:lnTo>
                      <a:pt x="851" y="1"/>
                    </a:lnTo>
                    <a:lnTo>
                      <a:pt x="851" y="2"/>
                    </a:lnTo>
                    <a:cubicBezTo>
                      <a:pt x="851" y="177"/>
                      <a:pt x="851" y="320"/>
                      <a:pt x="851" y="420"/>
                    </a:cubicBezTo>
                    <a:cubicBezTo>
                      <a:pt x="851" y="470"/>
                      <a:pt x="851" y="509"/>
                      <a:pt x="850" y="535"/>
                    </a:cubicBezTo>
                    <a:cubicBezTo>
                      <a:pt x="850" y="549"/>
                      <a:pt x="850" y="559"/>
                      <a:pt x="850" y="565"/>
                    </a:cubicBezTo>
                    <a:cubicBezTo>
                      <a:pt x="850" y="572"/>
                      <a:pt x="850" y="576"/>
                      <a:pt x="850" y="576"/>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 name="Google Shape;135;p4"/>
              <p:cNvSpPr/>
              <p:nvPr/>
            </p:nvSpPr>
            <p:spPr>
              <a:xfrm>
                <a:off x="-870190" y="2818634"/>
                <a:ext cx="1545101" cy="5466"/>
              </a:xfrm>
              <a:custGeom>
                <a:rect b="b" l="l" r="r" t="t"/>
                <a:pathLst>
                  <a:path extrusionOk="0" h="3" w="848">
                    <a:moveTo>
                      <a:pt x="0" y="1"/>
                    </a:moveTo>
                    <a:cubicBezTo>
                      <a:pt x="0" y="0"/>
                      <a:pt x="190" y="0"/>
                      <a:pt x="424" y="0"/>
                    </a:cubicBezTo>
                    <a:cubicBezTo>
                      <a:pt x="658" y="0"/>
                      <a:pt x="848" y="0"/>
                      <a:pt x="848" y="1"/>
                    </a:cubicBezTo>
                    <a:cubicBezTo>
                      <a:pt x="848" y="2"/>
                      <a:pt x="658" y="3"/>
                      <a:pt x="424" y="3"/>
                    </a:cubicBezTo>
                    <a:cubicBezTo>
                      <a:pt x="189" y="3"/>
                      <a:pt x="0" y="2"/>
                      <a:pt x="0"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6" name="Google Shape;136;p4"/>
              <p:cNvSpPr/>
              <p:nvPr/>
            </p:nvSpPr>
            <p:spPr>
              <a:xfrm>
                <a:off x="-833749" y="2760328"/>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7" name="Google Shape;137;p4"/>
              <p:cNvSpPr/>
              <p:nvPr/>
            </p:nvSpPr>
            <p:spPr>
              <a:xfrm>
                <a:off x="-791842" y="2760328"/>
                <a:ext cx="25509" cy="25509"/>
              </a:xfrm>
              <a:custGeom>
                <a:rect b="b" l="l" r="r" t="t"/>
                <a:pathLst>
                  <a:path extrusionOk="0" h="14" w="14">
                    <a:moveTo>
                      <a:pt x="14" y="7"/>
                    </a:moveTo>
                    <a:cubicBezTo>
                      <a:pt x="14" y="8"/>
                      <a:pt x="14" y="10"/>
                      <a:pt x="13" y="11"/>
                    </a:cubicBezTo>
                    <a:cubicBezTo>
                      <a:pt x="12" y="12"/>
                      <a:pt x="12" y="12"/>
                      <a:pt x="11"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1" y="1"/>
                    </a:cubicBezTo>
                    <a:cubicBezTo>
                      <a:pt x="13" y="1"/>
                      <a:pt x="12"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 name="Google Shape;138;p4"/>
              <p:cNvSpPr/>
              <p:nvPr/>
            </p:nvSpPr>
            <p:spPr>
              <a:xfrm>
                <a:off x="-749935" y="2760328"/>
                <a:ext cx="25509" cy="25509"/>
              </a:xfrm>
              <a:custGeom>
                <a:rect b="b" l="l" r="r" t="t"/>
                <a:pathLst>
                  <a:path extrusionOk="0" h="14" w="14">
                    <a:moveTo>
                      <a:pt x="14" y="7"/>
                    </a:moveTo>
                    <a:cubicBezTo>
                      <a:pt x="14" y="8"/>
                      <a:pt x="14" y="10"/>
                      <a:pt x="13" y="11"/>
                    </a:cubicBezTo>
                    <a:cubicBezTo>
                      <a:pt x="12" y="12"/>
                      <a:pt x="11" y="12"/>
                      <a:pt x="10"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0" y="1"/>
                    </a:cubicBezTo>
                    <a:cubicBezTo>
                      <a:pt x="11" y="1"/>
                      <a:pt x="12"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9" name="Google Shape;139;p4"/>
              <p:cNvSpPr/>
              <p:nvPr/>
            </p:nvSpPr>
            <p:spPr>
              <a:xfrm>
                <a:off x="-737180" y="2929779"/>
                <a:ext cx="413606" cy="415426"/>
              </a:xfrm>
              <a:custGeom>
                <a:rect b="b" l="l" r="r" t="t"/>
                <a:pathLst>
                  <a:path extrusionOk="0" h="228" w="227">
                    <a:moveTo>
                      <a:pt x="0" y="0"/>
                    </a:moveTo>
                    <a:lnTo>
                      <a:pt x="227" y="0"/>
                    </a:lnTo>
                    <a:lnTo>
                      <a:pt x="227" y="228"/>
                    </a:lnTo>
                    <a:lnTo>
                      <a:pt x="0" y="228"/>
                    </a:lnTo>
                    <a:lnTo>
                      <a:pt x="0" y="0"/>
                    </a:lnTo>
                    <a:close/>
                  </a:path>
                </a:pathLst>
              </a:custGeom>
              <a:solidFill>
                <a:schemeClr val="accent2"/>
              </a:solidFill>
              <a:ln>
                <a:noFill/>
              </a:ln>
            </p:spPr>
            <p:txBody>
              <a:bodyPr anchorCtr="1" anchor="ctr" bIns="37075" lIns="90000" spcFirstLastPara="1" rIns="90000" wrap="square" tIns="370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0" name="Google Shape;140;p4"/>
              <p:cNvSpPr/>
              <p:nvPr/>
            </p:nvSpPr>
            <p:spPr>
              <a:xfrm>
                <a:off x="-749922"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1" name="Google Shape;141;p4"/>
              <p:cNvSpPr/>
              <p:nvPr/>
            </p:nvSpPr>
            <p:spPr>
              <a:xfrm>
                <a:off x="-398266"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 name="Google Shape;142;p4"/>
              <p:cNvSpPr/>
              <p:nvPr/>
            </p:nvSpPr>
            <p:spPr>
              <a:xfrm>
                <a:off x="-46610"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3" name="Google Shape;143;p4"/>
              <p:cNvSpPr/>
              <p:nvPr/>
            </p:nvSpPr>
            <p:spPr>
              <a:xfrm>
                <a:off x="305046"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4" name="Google Shape;144;p4"/>
              <p:cNvSpPr/>
              <p:nvPr/>
            </p:nvSpPr>
            <p:spPr>
              <a:xfrm>
                <a:off x="-215912" y="31841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5" name="Google Shape;145;p4"/>
              <p:cNvSpPr/>
              <p:nvPr/>
            </p:nvSpPr>
            <p:spPr>
              <a:xfrm>
                <a:off x="-215912" y="32624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6" name="Google Shape;146;p4"/>
              <p:cNvSpPr/>
              <p:nvPr/>
            </p:nvSpPr>
            <p:spPr>
              <a:xfrm>
                <a:off x="-215912" y="33389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47" name="Google Shape;147;p4"/>
            <p:cNvGrpSpPr/>
            <p:nvPr/>
          </p:nvGrpSpPr>
          <p:grpSpPr>
            <a:xfrm>
              <a:off x="8672411" y="3879338"/>
              <a:ext cx="1065901" cy="619495"/>
              <a:chOff x="-192639" y="64613"/>
              <a:chExt cx="1065901" cy="619495"/>
            </a:xfrm>
          </p:grpSpPr>
          <p:sp>
            <p:nvSpPr>
              <p:cNvPr id="148" name="Google Shape;148;p4"/>
              <p:cNvSpPr/>
              <p:nvPr/>
            </p:nvSpPr>
            <p:spPr>
              <a:xfrm>
                <a:off x="-192639" y="64613"/>
                <a:ext cx="1065901" cy="619495"/>
              </a:xfrm>
              <a:custGeom>
                <a:rect b="b" l="l" r="r" t="t"/>
                <a:pathLst>
                  <a:path extrusionOk="0" h="340" w="585">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9" name="Google Shape;149;p4"/>
              <p:cNvSpPr/>
              <p:nvPr/>
            </p:nvSpPr>
            <p:spPr>
              <a:xfrm>
                <a:off x="-188995" y="139317"/>
                <a:ext cx="1060435" cy="3644"/>
              </a:xfrm>
              <a:custGeom>
                <a:rect b="b" l="l" r="r" t="t"/>
                <a:pathLst>
                  <a:path extrusionOk="0" h="2" w="582">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0" name="Google Shape;150;p4"/>
              <p:cNvSpPr/>
              <p:nvPr/>
            </p:nvSpPr>
            <p:spPr>
              <a:xfrm>
                <a:off x="-99714" y="243174"/>
                <a:ext cx="327969" cy="327968"/>
              </a:xfrm>
              <a:custGeom>
                <a:rect b="b" l="l" r="r" t="t"/>
                <a:pathLst>
                  <a:path extrusionOk="0" h="180" w="180">
                    <a:moveTo>
                      <a:pt x="0" y="0"/>
                    </a:moveTo>
                    <a:lnTo>
                      <a:pt x="180" y="0"/>
                    </a:lnTo>
                    <a:lnTo>
                      <a:pt x="180" y="180"/>
                    </a:lnTo>
                    <a:lnTo>
                      <a:pt x="0" y="180"/>
                    </a:lnTo>
                    <a:lnTo>
                      <a:pt x="0" y="0"/>
                    </a:lnTo>
                    <a:close/>
                  </a:path>
                </a:pathLst>
              </a:custGeom>
              <a:solidFill>
                <a:schemeClr val="accent2"/>
              </a:solidFill>
              <a:ln>
                <a:noFill/>
              </a:ln>
            </p:spPr>
            <p:txBody>
              <a:bodyPr anchorCtr="1" anchor="ctr" bIns="19800" lIns="90000" spcFirstLastPara="1" rIns="90000" wrap="square" tIns="19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 name="Google Shape;151;p4"/>
              <p:cNvSpPr/>
              <p:nvPr/>
            </p:nvSpPr>
            <p:spPr>
              <a:xfrm>
                <a:off x="319358" y="294191"/>
                <a:ext cx="475556" cy="5466"/>
              </a:xfrm>
              <a:custGeom>
                <a:rect b="b" l="l" r="r" t="t"/>
                <a:pathLst>
                  <a:path extrusionOk="0" h="3" w="261">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2" name="Google Shape;152;p4"/>
              <p:cNvSpPr/>
              <p:nvPr/>
            </p:nvSpPr>
            <p:spPr>
              <a:xfrm>
                <a:off x="319358" y="368895"/>
                <a:ext cx="484666" cy="3644"/>
              </a:xfrm>
              <a:custGeom>
                <a:rect b="b" l="l" r="r" t="t"/>
                <a:pathLst>
                  <a:path extrusionOk="0" h="2" w="266">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3" name="Google Shape;153;p4"/>
              <p:cNvSpPr/>
              <p:nvPr/>
            </p:nvSpPr>
            <p:spPr>
              <a:xfrm>
                <a:off x="319358" y="441777"/>
                <a:ext cx="484666" cy="3644"/>
              </a:xfrm>
              <a:custGeom>
                <a:rect b="b" l="l" r="r" t="t"/>
                <a:pathLst>
                  <a:path extrusionOk="0" h="2" w="266">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4" name="Google Shape;154;p4"/>
              <p:cNvSpPr/>
              <p:nvPr/>
            </p:nvSpPr>
            <p:spPr>
              <a:xfrm>
                <a:off x="319358" y="514659"/>
                <a:ext cx="484666" cy="3644"/>
              </a:xfrm>
              <a:custGeom>
                <a:rect b="b" l="l" r="r" t="t"/>
                <a:pathLst>
                  <a:path extrusionOk="0" h="2" w="266">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155" name="Google Shape;155;p4"/>
          <p:cNvGrpSpPr/>
          <p:nvPr/>
        </p:nvGrpSpPr>
        <p:grpSpPr>
          <a:xfrm>
            <a:off x="-191798" y="-451649"/>
            <a:ext cx="9633096" cy="5968389"/>
            <a:chOff x="-191798" y="-451649"/>
            <a:chExt cx="9633096" cy="5968389"/>
          </a:xfrm>
        </p:grpSpPr>
        <p:grpSp>
          <p:nvGrpSpPr>
            <p:cNvPr id="156" name="Google Shape;156;p4"/>
            <p:cNvGrpSpPr/>
            <p:nvPr/>
          </p:nvGrpSpPr>
          <p:grpSpPr>
            <a:xfrm>
              <a:off x="-191798" y="1290000"/>
              <a:ext cx="453184" cy="454844"/>
              <a:chOff x="1030277" y="-800500"/>
              <a:chExt cx="453184" cy="454844"/>
            </a:xfrm>
          </p:grpSpPr>
          <p:sp>
            <p:nvSpPr>
              <p:cNvPr id="157" name="Google Shape;157;p4"/>
              <p:cNvSpPr/>
              <p:nvPr/>
            </p:nvSpPr>
            <p:spPr>
              <a:xfrm>
                <a:off x="1169718" y="-656079"/>
                <a:ext cx="169322" cy="167662"/>
              </a:xfrm>
              <a:custGeom>
                <a:rect b="b" l="l" r="r" t="t"/>
                <a:pathLst>
                  <a:path extrusionOk="0" h="101" w="102">
                    <a:moveTo>
                      <a:pt x="70" y="96"/>
                    </a:moveTo>
                    <a:lnTo>
                      <a:pt x="69" y="96"/>
                    </a:lnTo>
                    <a:cubicBezTo>
                      <a:pt x="68" y="97"/>
                      <a:pt x="67" y="97"/>
                      <a:pt x="65" y="98"/>
                    </a:cubicBezTo>
                    <a:cubicBezTo>
                      <a:pt x="61" y="99"/>
                      <a:pt x="55" y="100"/>
                      <a:pt x="47" y="100"/>
                    </a:cubicBezTo>
                    <a:cubicBezTo>
                      <a:pt x="40" y="99"/>
                      <a:pt x="30" y="97"/>
                      <a:pt x="22" y="90"/>
                    </a:cubicBezTo>
                    <a:cubicBezTo>
                      <a:pt x="13" y="84"/>
                      <a:pt x="5" y="73"/>
                      <a:pt x="3" y="59"/>
                    </a:cubicBezTo>
                    <a:cubicBezTo>
                      <a:pt x="0" y="46"/>
                      <a:pt x="4" y="29"/>
                      <a:pt x="16" y="18"/>
                    </a:cubicBezTo>
                    <a:cubicBezTo>
                      <a:pt x="27" y="6"/>
                      <a:pt x="46" y="-1"/>
                      <a:pt x="64" y="5"/>
                    </a:cubicBezTo>
                    <a:cubicBezTo>
                      <a:pt x="73" y="7"/>
                      <a:pt x="81" y="12"/>
                      <a:pt x="88" y="20"/>
                    </a:cubicBezTo>
                    <a:cubicBezTo>
                      <a:pt x="94" y="27"/>
                      <a:pt x="98" y="36"/>
                      <a:pt x="99" y="46"/>
                    </a:cubicBezTo>
                    <a:cubicBezTo>
                      <a:pt x="101" y="56"/>
                      <a:pt x="99" y="67"/>
                      <a:pt x="94" y="76"/>
                    </a:cubicBezTo>
                    <a:cubicBezTo>
                      <a:pt x="91" y="81"/>
                      <a:pt x="88" y="85"/>
                      <a:pt x="84" y="88"/>
                    </a:cubicBezTo>
                    <a:cubicBezTo>
                      <a:pt x="82" y="90"/>
                      <a:pt x="80" y="92"/>
                      <a:pt x="78" y="93"/>
                    </a:cubicBezTo>
                    <a:cubicBezTo>
                      <a:pt x="77" y="94"/>
                      <a:pt x="76" y="95"/>
                      <a:pt x="74" y="96"/>
                    </a:cubicBezTo>
                    <a:lnTo>
                      <a:pt x="73" y="96"/>
                    </a:lnTo>
                    <a:lnTo>
                      <a:pt x="72" y="97"/>
                    </a:lnTo>
                    <a:lnTo>
                      <a:pt x="72" y="97"/>
                    </a:lnTo>
                    <a:lnTo>
                      <a:pt x="72" y="97"/>
                    </a:lnTo>
                    <a:lnTo>
                      <a:pt x="72" y="97"/>
                    </a:lnTo>
                    <a:cubicBezTo>
                      <a:pt x="71" y="97"/>
                      <a:pt x="73" y="96"/>
                      <a:pt x="72" y="95"/>
                    </a:cubicBezTo>
                    <a:lnTo>
                      <a:pt x="70" y="94"/>
                    </a:lnTo>
                    <a:cubicBezTo>
                      <a:pt x="71" y="93"/>
                      <a:pt x="74" y="92"/>
                      <a:pt x="75" y="91"/>
                    </a:cubicBezTo>
                    <a:cubicBezTo>
                      <a:pt x="93" y="81"/>
                      <a:pt x="101" y="59"/>
                      <a:pt x="97" y="41"/>
                    </a:cubicBezTo>
                    <a:cubicBezTo>
                      <a:pt x="93" y="22"/>
                      <a:pt x="77" y="8"/>
                      <a:pt x="60" y="5"/>
                    </a:cubicBezTo>
                    <a:cubicBezTo>
                      <a:pt x="42" y="1"/>
                      <a:pt x="25" y="8"/>
                      <a:pt x="15" y="20"/>
                    </a:cubicBezTo>
                    <a:cubicBezTo>
                      <a:pt x="4" y="31"/>
                      <a:pt x="1" y="47"/>
                      <a:pt x="3" y="60"/>
                    </a:cubicBezTo>
                    <a:cubicBezTo>
                      <a:pt x="6" y="73"/>
                      <a:pt x="13" y="84"/>
                      <a:pt x="22" y="90"/>
                    </a:cubicBezTo>
                    <a:cubicBezTo>
                      <a:pt x="30" y="97"/>
                      <a:pt x="40" y="99"/>
                      <a:pt x="47" y="100"/>
                    </a:cubicBezTo>
                    <a:cubicBezTo>
                      <a:pt x="55" y="100"/>
                      <a:pt x="61" y="99"/>
                      <a:pt x="65" y="98"/>
                    </a:cubicBezTo>
                    <a:cubicBezTo>
                      <a:pt x="68" y="97"/>
                      <a:pt x="70" y="96"/>
                      <a:pt x="70" y="96"/>
                    </a:cubicBezTo>
                    <a:cubicBezTo>
                      <a:pt x="70" y="96"/>
                      <a:pt x="69" y="97"/>
                      <a:pt x="65" y="99"/>
                    </a:cubicBezTo>
                    <a:cubicBezTo>
                      <a:pt x="61" y="100"/>
                      <a:pt x="55" y="102"/>
                      <a:pt x="47" y="101"/>
                    </a:cubicBezTo>
                    <a:cubicBezTo>
                      <a:pt x="39" y="101"/>
                      <a:pt x="30" y="99"/>
                      <a:pt x="21" y="92"/>
                    </a:cubicBezTo>
                    <a:cubicBezTo>
                      <a:pt x="11" y="86"/>
                      <a:pt x="3" y="75"/>
                      <a:pt x="1" y="61"/>
                    </a:cubicBezTo>
                    <a:cubicBezTo>
                      <a:pt x="-2" y="47"/>
                      <a:pt x="1" y="30"/>
                      <a:pt x="12" y="18"/>
                    </a:cubicBezTo>
                    <a:cubicBezTo>
                      <a:pt x="23" y="5"/>
                      <a:pt x="42" y="-3"/>
                      <a:pt x="61" y="1"/>
                    </a:cubicBezTo>
                    <a:cubicBezTo>
                      <a:pt x="70" y="3"/>
                      <a:pt x="79" y="7"/>
                      <a:pt x="86" y="14"/>
                    </a:cubicBezTo>
                    <a:cubicBezTo>
                      <a:pt x="93" y="21"/>
                      <a:pt x="99" y="30"/>
                      <a:pt x="101" y="40"/>
                    </a:cubicBezTo>
                    <a:cubicBezTo>
                      <a:pt x="106" y="60"/>
                      <a:pt x="97" y="84"/>
                      <a:pt x="77" y="95"/>
                    </a:cubicBezTo>
                    <a:cubicBezTo>
                      <a:pt x="75" y="96"/>
                      <a:pt x="73" y="97"/>
                      <a:pt x="71" y="98"/>
                    </a:cubicBezTo>
                    <a:lnTo>
                      <a:pt x="69" y="98"/>
                    </a:lnTo>
                    <a:lnTo>
                      <a:pt x="69" y="97"/>
                    </a:lnTo>
                    <a:cubicBezTo>
                      <a:pt x="68" y="96"/>
                      <a:pt x="69" y="94"/>
                      <a:pt x="69" y="95"/>
                    </a:cubicBezTo>
                    <a:cubicBezTo>
                      <a:pt x="69" y="94"/>
                      <a:pt x="69" y="94"/>
                      <a:pt x="69" y="94"/>
                    </a:cubicBezTo>
                    <a:lnTo>
                      <a:pt x="70" y="94"/>
                    </a:lnTo>
                    <a:lnTo>
                      <a:pt x="70" y="94"/>
                    </a:lnTo>
                    <a:lnTo>
                      <a:pt x="71" y="93"/>
                    </a:lnTo>
                    <a:lnTo>
                      <a:pt x="73" y="92"/>
                    </a:lnTo>
                    <a:cubicBezTo>
                      <a:pt x="74" y="92"/>
                      <a:pt x="75" y="91"/>
                      <a:pt x="76" y="90"/>
                    </a:cubicBezTo>
                    <a:cubicBezTo>
                      <a:pt x="78" y="89"/>
                      <a:pt x="80" y="87"/>
                      <a:pt x="81" y="86"/>
                    </a:cubicBezTo>
                    <a:cubicBezTo>
                      <a:pt x="85" y="82"/>
                      <a:pt x="88" y="79"/>
                      <a:pt x="90" y="74"/>
                    </a:cubicBezTo>
                    <a:cubicBezTo>
                      <a:pt x="95" y="66"/>
                      <a:pt x="97" y="56"/>
                      <a:pt x="96" y="47"/>
                    </a:cubicBezTo>
                    <a:cubicBezTo>
                      <a:pt x="95" y="38"/>
                      <a:pt x="91" y="29"/>
                      <a:pt x="85" y="22"/>
                    </a:cubicBezTo>
                    <a:cubicBezTo>
                      <a:pt x="79" y="16"/>
                      <a:pt x="71" y="11"/>
                      <a:pt x="63" y="8"/>
                    </a:cubicBezTo>
                    <a:cubicBezTo>
                      <a:pt x="46" y="4"/>
                      <a:pt x="29" y="9"/>
                      <a:pt x="18" y="20"/>
                    </a:cubicBezTo>
                    <a:cubicBezTo>
                      <a:pt x="7" y="31"/>
                      <a:pt x="3" y="46"/>
                      <a:pt x="6" y="59"/>
                    </a:cubicBezTo>
                    <a:cubicBezTo>
                      <a:pt x="8" y="72"/>
                      <a:pt x="15" y="83"/>
                      <a:pt x="23" y="89"/>
                    </a:cubicBezTo>
                    <a:cubicBezTo>
                      <a:pt x="31" y="95"/>
                      <a:pt x="40" y="98"/>
                      <a:pt x="47" y="99"/>
                    </a:cubicBezTo>
                    <a:cubicBezTo>
                      <a:pt x="55" y="99"/>
                      <a:pt x="61" y="98"/>
                      <a:pt x="64" y="97"/>
                    </a:cubicBezTo>
                    <a:cubicBezTo>
                      <a:pt x="68" y="97"/>
                      <a:pt x="70" y="96"/>
                      <a:pt x="70" y="96"/>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8" name="Google Shape;158;p4"/>
              <p:cNvSpPr/>
              <p:nvPr/>
            </p:nvSpPr>
            <p:spPr>
              <a:xfrm>
                <a:off x="1030277" y="-800500"/>
                <a:ext cx="453184" cy="454844"/>
              </a:xfrm>
              <a:custGeom>
                <a:rect b="b" l="l" r="r" t="t"/>
                <a:pathLst>
                  <a:path extrusionOk="0" h="274" w="273">
                    <a:moveTo>
                      <a:pt x="154" y="247"/>
                    </a:moveTo>
                    <a:cubicBezTo>
                      <a:pt x="156" y="250"/>
                      <a:pt x="160" y="256"/>
                      <a:pt x="171" y="270"/>
                    </a:cubicBezTo>
                    <a:lnTo>
                      <a:pt x="170" y="269"/>
                    </a:lnTo>
                    <a:cubicBezTo>
                      <a:pt x="181" y="265"/>
                      <a:pt x="195" y="258"/>
                      <a:pt x="212" y="251"/>
                    </a:cubicBezTo>
                    <a:lnTo>
                      <a:pt x="212" y="252"/>
                    </a:lnTo>
                    <a:cubicBezTo>
                      <a:pt x="210" y="243"/>
                      <a:pt x="208" y="234"/>
                      <a:pt x="206" y="224"/>
                    </a:cubicBezTo>
                    <a:lnTo>
                      <a:pt x="208" y="224"/>
                    </a:lnTo>
                    <a:lnTo>
                      <a:pt x="208" y="225"/>
                    </a:lnTo>
                    <a:lnTo>
                      <a:pt x="206" y="224"/>
                    </a:lnTo>
                    <a:cubicBezTo>
                      <a:pt x="214" y="218"/>
                      <a:pt x="221" y="211"/>
                      <a:pt x="227" y="203"/>
                    </a:cubicBezTo>
                    <a:lnTo>
                      <a:pt x="228" y="204"/>
                    </a:lnTo>
                    <a:lnTo>
                      <a:pt x="227" y="205"/>
                    </a:lnTo>
                    <a:lnTo>
                      <a:pt x="227" y="203"/>
                    </a:lnTo>
                    <a:cubicBezTo>
                      <a:pt x="235" y="204"/>
                      <a:pt x="245" y="205"/>
                      <a:pt x="254" y="207"/>
                    </a:cubicBezTo>
                    <a:lnTo>
                      <a:pt x="253" y="208"/>
                    </a:lnTo>
                    <a:cubicBezTo>
                      <a:pt x="258" y="194"/>
                      <a:pt x="264" y="179"/>
                      <a:pt x="270" y="164"/>
                    </a:cubicBezTo>
                    <a:lnTo>
                      <a:pt x="271" y="165"/>
                    </a:lnTo>
                    <a:cubicBezTo>
                      <a:pt x="263" y="161"/>
                      <a:pt x="255" y="155"/>
                      <a:pt x="247" y="150"/>
                    </a:cubicBezTo>
                    <a:lnTo>
                      <a:pt x="249" y="148"/>
                    </a:lnTo>
                    <a:lnTo>
                      <a:pt x="249" y="149"/>
                    </a:lnTo>
                    <a:lnTo>
                      <a:pt x="247" y="150"/>
                    </a:lnTo>
                    <a:cubicBezTo>
                      <a:pt x="248" y="141"/>
                      <a:pt x="248" y="130"/>
                      <a:pt x="246" y="120"/>
                    </a:cubicBezTo>
                    <a:lnTo>
                      <a:pt x="249" y="120"/>
                    </a:lnTo>
                    <a:lnTo>
                      <a:pt x="248" y="122"/>
                    </a:lnTo>
                    <a:lnTo>
                      <a:pt x="246" y="120"/>
                    </a:lnTo>
                    <a:cubicBezTo>
                      <a:pt x="253" y="115"/>
                      <a:pt x="261" y="109"/>
                      <a:pt x="269" y="103"/>
                    </a:cubicBezTo>
                    <a:lnTo>
                      <a:pt x="269" y="105"/>
                    </a:lnTo>
                    <a:cubicBezTo>
                      <a:pt x="263" y="92"/>
                      <a:pt x="256" y="77"/>
                      <a:pt x="249" y="62"/>
                    </a:cubicBezTo>
                    <a:lnTo>
                      <a:pt x="251" y="63"/>
                    </a:lnTo>
                    <a:cubicBezTo>
                      <a:pt x="243" y="64"/>
                      <a:pt x="233" y="66"/>
                      <a:pt x="223" y="68"/>
                    </a:cubicBezTo>
                    <a:lnTo>
                      <a:pt x="224" y="65"/>
                    </a:lnTo>
                    <a:lnTo>
                      <a:pt x="225" y="66"/>
                    </a:lnTo>
                    <a:lnTo>
                      <a:pt x="223" y="68"/>
                    </a:lnTo>
                    <a:cubicBezTo>
                      <a:pt x="218" y="61"/>
                      <a:pt x="210" y="54"/>
                      <a:pt x="202" y="48"/>
                    </a:cubicBezTo>
                    <a:lnTo>
                      <a:pt x="204" y="46"/>
                    </a:lnTo>
                    <a:lnTo>
                      <a:pt x="205" y="47"/>
                    </a:lnTo>
                    <a:lnTo>
                      <a:pt x="202" y="48"/>
                    </a:lnTo>
                    <a:cubicBezTo>
                      <a:pt x="203" y="39"/>
                      <a:pt x="204" y="30"/>
                      <a:pt x="206" y="20"/>
                    </a:cubicBezTo>
                    <a:lnTo>
                      <a:pt x="207" y="21"/>
                    </a:lnTo>
                    <a:cubicBezTo>
                      <a:pt x="193" y="16"/>
                      <a:pt x="178" y="10"/>
                      <a:pt x="163" y="4"/>
                    </a:cubicBezTo>
                    <a:lnTo>
                      <a:pt x="165" y="4"/>
                    </a:lnTo>
                    <a:cubicBezTo>
                      <a:pt x="160" y="11"/>
                      <a:pt x="154" y="19"/>
                      <a:pt x="149" y="27"/>
                    </a:cubicBezTo>
                    <a:lnTo>
                      <a:pt x="147" y="25"/>
                    </a:lnTo>
                    <a:lnTo>
                      <a:pt x="148" y="24"/>
                    </a:lnTo>
                    <a:lnTo>
                      <a:pt x="149" y="27"/>
                    </a:lnTo>
                    <a:cubicBezTo>
                      <a:pt x="140" y="27"/>
                      <a:pt x="130" y="27"/>
                      <a:pt x="119" y="28"/>
                    </a:cubicBezTo>
                    <a:lnTo>
                      <a:pt x="120" y="28"/>
                    </a:lnTo>
                    <a:lnTo>
                      <a:pt x="120" y="25"/>
                    </a:lnTo>
                    <a:lnTo>
                      <a:pt x="120" y="25"/>
                    </a:lnTo>
                    <a:lnTo>
                      <a:pt x="119" y="28"/>
                    </a:lnTo>
                    <a:lnTo>
                      <a:pt x="118" y="28"/>
                    </a:lnTo>
                    <a:lnTo>
                      <a:pt x="118" y="28"/>
                    </a:lnTo>
                    <a:lnTo>
                      <a:pt x="119" y="28"/>
                    </a:lnTo>
                    <a:lnTo>
                      <a:pt x="120" y="25"/>
                    </a:lnTo>
                    <a:lnTo>
                      <a:pt x="120" y="25"/>
                    </a:lnTo>
                    <a:lnTo>
                      <a:pt x="120" y="25"/>
                    </a:lnTo>
                    <a:lnTo>
                      <a:pt x="120" y="25"/>
                    </a:lnTo>
                    <a:lnTo>
                      <a:pt x="120" y="25"/>
                    </a:lnTo>
                    <a:lnTo>
                      <a:pt x="121" y="26"/>
                    </a:lnTo>
                    <a:lnTo>
                      <a:pt x="119" y="28"/>
                    </a:lnTo>
                    <a:cubicBezTo>
                      <a:pt x="114" y="21"/>
                      <a:pt x="108" y="13"/>
                      <a:pt x="102" y="5"/>
                    </a:cubicBezTo>
                    <a:lnTo>
                      <a:pt x="104" y="6"/>
                    </a:lnTo>
                    <a:cubicBezTo>
                      <a:pt x="91" y="12"/>
                      <a:pt x="76" y="19"/>
                      <a:pt x="61" y="25"/>
                    </a:cubicBezTo>
                    <a:lnTo>
                      <a:pt x="62" y="23"/>
                    </a:lnTo>
                    <a:cubicBezTo>
                      <a:pt x="64" y="32"/>
                      <a:pt x="66" y="41"/>
                      <a:pt x="68" y="51"/>
                    </a:cubicBezTo>
                    <a:lnTo>
                      <a:pt x="64" y="51"/>
                    </a:lnTo>
                    <a:lnTo>
                      <a:pt x="65" y="49"/>
                    </a:lnTo>
                    <a:lnTo>
                      <a:pt x="67" y="52"/>
                    </a:lnTo>
                    <a:cubicBezTo>
                      <a:pt x="60" y="57"/>
                      <a:pt x="53" y="64"/>
                      <a:pt x="47" y="73"/>
                    </a:cubicBezTo>
                    <a:lnTo>
                      <a:pt x="45" y="70"/>
                    </a:lnTo>
                    <a:lnTo>
                      <a:pt x="46" y="69"/>
                    </a:lnTo>
                    <a:lnTo>
                      <a:pt x="47" y="73"/>
                    </a:lnTo>
                    <a:cubicBezTo>
                      <a:pt x="38" y="72"/>
                      <a:pt x="28" y="70"/>
                      <a:pt x="19" y="69"/>
                    </a:cubicBezTo>
                    <a:lnTo>
                      <a:pt x="21" y="68"/>
                    </a:lnTo>
                    <a:cubicBezTo>
                      <a:pt x="16" y="81"/>
                      <a:pt x="10" y="97"/>
                      <a:pt x="4" y="112"/>
                    </a:cubicBezTo>
                    <a:lnTo>
                      <a:pt x="3" y="109"/>
                    </a:lnTo>
                    <a:cubicBezTo>
                      <a:pt x="11" y="114"/>
                      <a:pt x="19" y="120"/>
                      <a:pt x="27" y="125"/>
                    </a:cubicBezTo>
                    <a:lnTo>
                      <a:pt x="24" y="128"/>
                    </a:lnTo>
                    <a:lnTo>
                      <a:pt x="23" y="126"/>
                    </a:lnTo>
                    <a:lnTo>
                      <a:pt x="27" y="126"/>
                    </a:lnTo>
                    <a:cubicBezTo>
                      <a:pt x="26" y="135"/>
                      <a:pt x="26" y="145"/>
                      <a:pt x="28" y="155"/>
                    </a:cubicBezTo>
                    <a:lnTo>
                      <a:pt x="24" y="155"/>
                    </a:lnTo>
                    <a:lnTo>
                      <a:pt x="25" y="154"/>
                    </a:lnTo>
                    <a:lnTo>
                      <a:pt x="28" y="156"/>
                    </a:lnTo>
                    <a:cubicBezTo>
                      <a:pt x="21" y="161"/>
                      <a:pt x="13" y="167"/>
                      <a:pt x="5" y="173"/>
                    </a:cubicBezTo>
                    <a:lnTo>
                      <a:pt x="6" y="170"/>
                    </a:lnTo>
                    <a:cubicBezTo>
                      <a:pt x="11" y="184"/>
                      <a:pt x="18" y="198"/>
                      <a:pt x="25" y="213"/>
                    </a:cubicBezTo>
                    <a:lnTo>
                      <a:pt x="22" y="212"/>
                    </a:lnTo>
                    <a:cubicBezTo>
                      <a:pt x="31" y="210"/>
                      <a:pt x="40" y="208"/>
                      <a:pt x="50" y="207"/>
                    </a:cubicBezTo>
                    <a:lnTo>
                      <a:pt x="50" y="210"/>
                    </a:lnTo>
                    <a:lnTo>
                      <a:pt x="49" y="210"/>
                    </a:lnTo>
                    <a:lnTo>
                      <a:pt x="51" y="207"/>
                    </a:lnTo>
                    <a:cubicBezTo>
                      <a:pt x="57" y="214"/>
                      <a:pt x="64" y="221"/>
                      <a:pt x="72" y="227"/>
                    </a:cubicBezTo>
                    <a:lnTo>
                      <a:pt x="69" y="229"/>
                    </a:lnTo>
                    <a:lnTo>
                      <a:pt x="69" y="228"/>
                    </a:lnTo>
                    <a:lnTo>
                      <a:pt x="72" y="228"/>
                    </a:lnTo>
                    <a:cubicBezTo>
                      <a:pt x="71" y="237"/>
                      <a:pt x="70" y="246"/>
                      <a:pt x="69" y="256"/>
                    </a:cubicBezTo>
                    <a:lnTo>
                      <a:pt x="67" y="253"/>
                    </a:lnTo>
                    <a:cubicBezTo>
                      <a:pt x="81" y="259"/>
                      <a:pt x="96" y="264"/>
                      <a:pt x="110" y="270"/>
                    </a:cubicBezTo>
                    <a:lnTo>
                      <a:pt x="108" y="271"/>
                    </a:lnTo>
                    <a:cubicBezTo>
                      <a:pt x="113" y="263"/>
                      <a:pt x="118" y="255"/>
                      <a:pt x="123" y="247"/>
                    </a:cubicBezTo>
                    <a:lnTo>
                      <a:pt x="126" y="250"/>
                    </a:lnTo>
                    <a:lnTo>
                      <a:pt x="126" y="251"/>
                    </a:lnTo>
                    <a:lnTo>
                      <a:pt x="125" y="247"/>
                    </a:lnTo>
                    <a:cubicBezTo>
                      <a:pt x="133" y="248"/>
                      <a:pt x="141" y="248"/>
                      <a:pt x="150" y="246"/>
                    </a:cubicBezTo>
                    <a:lnTo>
                      <a:pt x="152" y="246"/>
                    </a:lnTo>
                    <a:lnTo>
                      <a:pt x="152" y="246"/>
                    </a:lnTo>
                    <a:lnTo>
                      <a:pt x="152" y="247"/>
                    </a:lnTo>
                    <a:lnTo>
                      <a:pt x="152" y="247"/>
                    </a:lnTo>
                    <a:lnTo>
                      <a:pt x="152" y="247"/>
                    </a:lnTo>
                    <a:lnTo>
                      <a:pt x="153" y="250"/>
                    </a:lnTo>
                    <a:lnTo>
                      <a:pt x="154" y="250"/>
                    </a:lnTo>
                    <a:lnTo>
                      <a:pt x="154" y="250"/>
                    </a:lnTo>
                    <a:lnTo>
                      <a:pt x="154" y="250"/>
                    </a:lnTo>
                    <a:lnTo>
                      <a:pt x="150" y="250"/>
                    </a:lnTo>
                    <a:cubicBezTo>
                      <a:pt x="147" y="250"/>
                      <a:pt x="144" y="251"/>
                      <a:pt x="141" y="251"/>
                    </a:cubicBezTo>
                    <a:cubicBezTo>
                      <a:pt x="136" y="251"/>
                      <a:pt x="130" y="251"/>
                      <a:pt x="124" y="250"/>
                    </a:cubicBezTo>
                    <a:lnTo>
                      <a:pt x="126" y="249"/>
                    </a:lnTo>
                    <a:cubicBezTo>
                      <a:pt x="121" y="257"/>
                      <a:pt x="116" y="264"/>
                      <a:pt x="111" y="272"/>
                    </a:cubicBezTo>
                    <a:lnTo>
                      <a:pt x="109" y="269"/>
                    </a:lnTo>
                    <a:lnTo>
                      <a:pt x="109" y="269"/>
                    </a:lnTo>
                    <a:lnTo>
                      <a:pt x="109" y="272"/>
                    </a:lnTo>
                    <a:cubicBezTo>
                      <a:pt x="95" y="267"/>
                      <a:pt x="81" y="261"/>
                      <a:pt x="67" y="256"/>
                    </a:cubicBezTo>
                    <a:lnTo>
                      <a:pt x="70" y="253"/>
                    </a:lnTo>
                    <a:lnTo>
                      <a:pt x="70" y="254"/>
                    </a:lnTo>
                    <a:lnTo>
                      <a:pt x="66" y="255"/>
                    </a:lnTo>
                    <a:cubicBezTo>
                      <a:pt x="68" y="245"/>
                      <a:pt x="69" y="236"/>
                      <a:pt x="71" y="227"/>
                    </a:cubicBezTo>
                    <a:lnTo>
                      <a:pt x="71" y="229"/>
                    </a:lnTo>
                    <a:cubicBezTo>
                      <a:pt x="63" y="223"/>
                      <a:pt x="55" y="216"/>
                      <a:pt x="49" y="208"/>
                    </a:cubicBezTo>
                    <a:lnTo>
                      <a:pt x="51" y="208"/>
                    </a:lnTo>
                    <a:cubicBezTo>
                      <a:pt x="42" y="210"/>
                      <a:pt x="33" y="212"/>
                      <a:pt x="24" y="214"/>
                    </a:cubicBezTo>
                    <a:lnTo>
                      <a:pt x="24" y="210"/>
                    </a:lnTo>
                    <a:lnTo>
                      <a:pt x="25" y="211"/>
                    </a:lnTo>
                    <a:lnTo>
                      <a:pt x="23" y="213"/>
                    </a:lnTo>
                    <a:cubicBezTo>
                      <a:pt x="17" y="199"/>
                      <a:pt x="11" y="185"/>
                      <a:pt x="5" y="172"/>
                    </a:cubicBezTo>
                    <a:lnTo>
                      <a:pt x="8" y="172"/>
                    </a:lnTo>
                    <a:lnTo>
                      <a:pt x="8" y="173"/>
                    </a:lnTo>
                    <a:lnTo>
                      <a:pt x="5" y="171"/>
                    </a:lnTo>
                    <a:cubicBezTo>
                      <a:pt x="12" y="165"/>
                      <a:pt x="20" y="160"/>
                      <a:pt x="27" y="154"/>
                    </a:cubicBezTo>
                    <a:lnTo>
                      <a:pt x="26" y="156"/>
                    </a:lnTo>
                    <a:cubicBezTo>
                      <a:pt x="25" y="146"/>
                      <a:pt x="24" y="135"/>
                      <a:pt x="26" y="125"/>
                    </a:cubicBezTo>
                    <a:lnTo>
                      <a:pt x="26" y="127"/>
                    </a:lnTo>
                    <a:cubicBezTo>
                      <a:pt x="19" y="122"/>
                      <a:pt x="11" y="116"/>
                      <a:pt x="3" y="111"/>
                    </a:cubicBezTo>
                    <a:lnTo>
                      <a:pt x="6" y="109"/>
                    </a:lnTo>
                    <a:lnTo>
                      <a:pt x="7" y="111"/>
                    </a:lnTo>
                    <a:lnTo>
                      <a:pt x="3" y="111"/>
                    </a:lnTo>
                    <a:cubicBezTo>
                      <a:pt x="9" y="96"/>
                      <a:pt x="14" y="82"/>
                      <a:pt x="19" y="68"/>
                    </a:cubicBezTo>
                    <a:lnTo>
                      <a:pt x="22" y="71"/>
                    </a:lnTo>
                    <a:lnTo>
                      <a:pt x="21" y="72"/>
                    </a:lnTo>
                    <a:lnTo>
                      <a:pt x="20" y="68"/>
                    </a:lnTo>
                    <a:cubicBezTo>
                      <a:pt x="29" y="70"/>
                      <a:pt x="39" y="71"/>
                      <a:pt x="48" y="72"/>
                    </a:cubicBezTo>
                    <a:lnTo>
                      <a:pt x="46" y="73"/>
                    </a:lnTo>
                    <a:cubicBezTo>
                      <a:pt x="52" y="64"/>
                      <a:pt x="59" y="57"/>
                      <a:pt x="67" y="50"/>
                    </a:cubicBezTo>
                    <a:lnTo>
                      <a:pt x="67" y="52"/>
                    </a:lnTo>
                    <a:cubicBezTo>
                      <a:pt x="65" y="43"/>
                      <a:pt x="63" y="34"/>
                      <a:pt x="61" y="25"/>
                    </a:cubicBezTo>
                    <a:lnTo>
                      <a:pt x="65" y="25"/>
                    </a:lnTo>
                    <a:lnTo>
                      <a:pt x="64" y="27"/>
                    </a:lnTo>
                    <a:lnTo>
                      <a:pt x="62" y="24"/>
                    </a:lnTo>
                    <a:cubicBezTo>
                      <a:pt x="76" y="18"/>
                      <a:pt x="89" y="12"/>
                      <a:pt x="103" y="6"/>
                    </a:cubicBezTo>
                    <a:lnTo>
                      <a:pt x="103" y="9"/>
                    </a:lnTo>
                    <a:lnTo>
                      <a:pt x="101" y="9"/>
                    </a:lnTo>
                    <a:lnTo>
                      <a:pt x="103" y="6"/>
                    </a:lnTo>
                    <a:cubicBezTo>
                      <a:pt x="109" y="14"/>
                      <a:pt x="114" y="21"/>
                      <a:pt x="119" y="28"/>
                    </a:cubicBezTo>
                    <a:lnTo>
                      <a:pt x="119" y="27"/>
                    </a:lnTo>
                    <a:lnTo>
                      <a:pt x="120" y="28"/>
                    </a:lnTo>
                    <a:lnTo>
                      <a:pt x="120" y="28"/>
                    </a:lnTo>
                    <a:lnTo>
                      <a:pt x="120" y="28"/>
                    </a:lnTo>
                    <a:lnTo>
                      <a:pt x="118" y="29"/>
                    </a:lnTo>
                    <a:lnTo>
                      <a:pt x="119" y="31"/>
                    </a:lnTo>
                    <a:lnTo>
                      <a:pt x="119" y="31"/>
                    </a:lnTo>
                    <a:lnTo>
                      <a:pt x="119" y="31"/>
                    </a:lnTo>
                    <a:lnTo>
                      <a:pt x="119" y="31"/>
                    </a:lnTo>
                    <a:lnTo>
                      <a:pt x="120" y="28"/>
                    </a:lnTo>
                    <a:lnTo>
                      <a:pt x="119" y="28"/>
                    </a:lnTo>
                    <a:cubicBezTo>
                      <a:pt x="130" y="26"/>
                      <a:pt x="140" y="26"/>
                      <a:pt x="149" y="27"/>
                    </a:cubicBezTo>
                    <a:lnTo>
                      <a:pt x="148" y="28"/>
                    </a:lnTo>
                    <a:cubicBezTo>
                      <a:pt x="153" y="20"/>
                      <a:pt x="158" y="12"/>
                      <a:pt x="164" y="4"/>
                    </a:cubicBezTo>
                    <a:lnTo>
                      <a:pt x="165" y="7"/>
                    </a:lnTo>
                    <a:lnTo>
                      <a:pt x="164" y="7"/>
                    </a:lnTo>
                    <a:lnTo>
                      <a:pt x="164" y="4"/>
                    </a:lnTo>
                    <a:cubicBezTo>
                      <a:pt x="179" y="10"/>
                      <a:pt x="192" y="15"/>
                      <a:pt x="206" y="21"/>
                    </a:cubicBezTo>
                    <a:lnTo>
                      <a:pt x="204" y="23"/>
                    </a:lnTo>
                    <a:lnTo>
                      <a:pt x="203" y="21"/>
                    </a:lnTo>
                    <a:lnTo>
                      <a:pt x="206" y="21"/>
                    </a:lnTo>
                    <a:cubicBezTo>
                      <a:pt x="205" y="31"/>
                      <a:pt x="203" y="40"/>
                      <a:pt x="202" y="48"/>
                    </a:cubicBezTo>
                    <a:lnTo>
                      <a:pt x="201" y="47"/>
                    </a:lnTo>
                    <a:cubicBezTo>
                      <a:pt x="210" y="53"/>
                      <a:pt x="218" y="61"/>
                      <a:pt x="224" y="68"/>
                    </a:cubicBezTo>
                    <a:lnTo>
                      <a:pt x="222" y="68"/>
                    </a:lnTo>
                    <a:cubicBezTo>
                      <a:pt x="232" y="66"/>
                      <a:pt x="241" y="64"/>
                      <a:pt x="250" y="62"/>
                    </a:cubicBezTo>
                    <a:lnTo>
                      <a:pt x="249" y="65"/>
                    </a:lnTo>
                    <a:lnTo>
                      <a:pt x="248" y="64"/>
                    </a:lnTo>
                    <a:lnTo>
                      <a:pt x="250" y="62"/>
                    </a:lnTo>
                    <a:cubicBezTo>
                      <a:pt x="257" y="77"/>
                      <a:pt x="263" y="91"/>
                      <a:pt x="268" y="104"/>
                    </a:cubicBezTo>
                    <a:lnTo>
                      <a:pt x="266" y="104"/>
                    </a:lnTo>
                    <a:lnTo>
                      <a:pt x="266" y="102"/>
                    </a:lnTo>
                    <a:lnTo>
                      <a:pt x="268" y="104"/>
                    </a:lnTo>
                    <a:cubicBezTo>
                      <a:pt x="260" y="110"/>
                      <a:pt x="253" y="115"/>
                      <a:pt x="246" y="121"/>
                    </a:cubicBezTo>
                    <a:lnTo>
                      <a:pt x="246" y="119"/>
                    </a:lnTo>
                    <a:cubicBezTo>
                      <a:pt x="248" y="131"/>
                      <a:pt x="248" y="141"/>
                      <a:pt x="247" y="150"/>
                    </a:cubicBezTo>
                    <a:lnTo>
                      <a:pt x="247" y="149"/>
                    </a:lnTo>
                    <a:cubicBezTo>
                      <a:pt x="255" y="155"/>
                      <a:pt x="263" y="160"/>
                      <a:pt x="270" y="165"/>
                    </a:cubicBezTo>
                    <a:lnTo>
                      <a:pt x="268" y="166"/>
                    </a:lnTo>
                    <a:lnTo>
                      <a:pt x="268" y="165"/>
                    </a:lnTo>
                    <a:lnTo>
                      <a:pt x="270" y="165"/>
                    </a:lnTo>
                    <a:cubicBezTo>
                      <a:pt x="264" y="181"/>
                      <a:pt x="258" y="194"/>
                      <a:pt x="254" y="207"/>
                    </a:cubicBezTo>
                    <a:lnTo>
                      <a:pt x="252" y="205"/>
                    </a:lnTo>
                    <a:lnTo>
                      <a:pt x="253" y="205"/>
                    </a:lnTo>
                    <a:lnTo>
                      <a:pt x="254" y="207"/>
                    </a:lnTo>
                    <a:cubicBezTo>
                      <a:pt x="243" y="205"/>
                      <a:pt x="234" y="204"/>
                      <a:pt x="226" y="203"/>
                    </a:cubicBezTo>
                    <a:lnTo>
                      <a:pt x="227" y="202"/>
                    </a:lnTo>
                    <a:cubicBezTo>
                      <a:pt x="220" y="212"/>
                      <a:pt x="213" y="219"/>
                      <a:pt x="206" y="224"/>
                    </a:cubicBezTo>
                    <a:lnTo>
                      <a:pt x="206" y="224"/>
                    </a:lnTo>
                    <a:cubicBezTo>
                      <a:pt x="209" y="235"/>
                      <a:pt x="210" y="243"/>
                      <a:pt x="212" y="251"/>
                    </a:cubicBezTo>
                    <a:lnTo>
                      <a:pt x="210" y="251"/>
                    </a:lnTo>
                    <a:lnTo>
                      <a:pt x="211" y="250"/>
                    </a:lnTo>
                    <a:lnTo>
                      <a:pt x="212" y="251"/>
                    </a:lnTo>
                    <a:cubicBezTo>
                      <a:pt x="194" y="259"/>
                      <a:pt x="181" y="265"/>
                      <a:pt x="170" y="269"/>
                    </a:cubicBezTo>
                    <a:lnTo>
                      <a:pt x="170" y="268"/>
                    </a:lnTo>
                    <a:lnTo>
                      <a:pt x="171" y="268"/>
                    </a:lnTo>
                    <a:lnTo>
                      <a:pt x="170" y="269"/>
                    </a:lnTo>
                    <a:cubicBezTo>
                      <a:pt x="160" y="255"/>
                      <a:pt x="156" y="250"/>
                      <a:pt x="154" y="247"/>
                    </a:cubicBezTo>
                    <a:cubicBezTo>
                      <a:pt x="154" y="247"/>
                      <a:pt x="156" y="249"/>
                      <a:pt x="158" y="252"/>
                    </a:cubicBezTo>
                    <a:cubicBezTo>
                      <a:pt x="161" y="256"/>
                      <a:pt x="166" y="261"/>
                      <a:pt x="171" y="269"/>
                    </a:cubicBezTo>
                    <a:lnTo>
                      <a:pt x="172" y="269"/>
                    </a:lnTo>
                    <a:lnTo>
                      <a:pt x="171" y="269"/>
                    </a:lnTo>
                    <a:lnTo>
                      <a:pt x="170" y="269"/>
                    </a:lnTo>
                    <a:lnTo>
                      <a:pt x="169" y="269"/>
                    </a:lnTo>
                    <a:lnTo>
                      <a:pt x="170" y="268"/>
                    </a:lnTo>
                    <a:cubicBezTo>
                      <a:pt x="180" y="264"/>
                      <a:pt x="193" y="258"/>
                      <a:pt x="211" y="249"/>
                    </a:cubicBezTo>
                    <a:lnTo>
                      <a:pt x="213" y="249"/>
                    </a:lnTo>
                    <a:lnTo>
                      <a:pt x="212" y="250"/>
                    </a:lnTo>
                    <a:lnTo>
                      <a:pt x="212" y="251"/>
                    </a:lnTo>
                    <a:lnTo>
                      <a:pt x="211" y="253"/>
                    </a:lnTo>
                    <a:lnTo>
                      <a:pt x="210" y="251"/>
                    </a:lnTo>
                    <a:cubicBezTo>
                      <a:pt x="209" y="243"/>
                      <a:pt x="207" y="235"/>
                      <a:pt x="205" y="224"/>
                    </a:cubicBezTo>
                    <a:lnTo>
                      <a:pt x="205" y="223"/>
                    </a:lnTo>
                    <a:lnTo>
                      <a:pt x="205" y="223"/>
                    </a:lnTo>
                    <a:cubicBezTo>
                      <a:pt x="212" y="218"/>
                      <a:pt x="218" y="211"/>
                      <a:pt x="225" y="201"/>
                    </a:cubicBezTo>
                    <a:lnTo>
                      <a:pt x="226" y="201"/>
                    </a:lnTo>
                    <a:lnTo>
                      <a:pt x="226" y="201"/>
                    </a:lnTo>
                    <a:cubicBezTo>
                      <a:pt x="234" y="202"/>
                      <a:pt x="243" y="203"/>
                      <a:pt x="254" y="205"/>
                    </a:cubicBezTo>
                    <a:lnTo>
                      <a:pt x="257" y="205"/>
                    </a:lnTo>
                    <a:lnTo>
                      <a:pt x="254" y="207"/>
                    </a:lnTo>
                    <a:lnTo>
                      <a:pt x="253" y="207"/>
                    </a:lnTo>
                    <a:lnTo>
                      <a:pt x="251" y="209"/>
                    </a:lnTo>
                    <a:lnTo>
                      <a:pt x="252" y="206"/>
                    </a:lnTo>
                    <a:cubicBezTo>
                      <a:pt x="257" y="193"/>
                      <a:pt x="262" y="180"/>
                      <a:pt x="268" y="164"/>
                    </a:cubicBezTo>
                    <a:lnTo>
                      <a:pt x="269" y="161"/>
                    </a:lnTo>
                    <a:lnTo>
                      <a:pt x="270" y="164"/>
                    </a:lnTo>
                    <a:lnTo>
                      <a:pt x="270" y="165"/>
                    </a:lnTo>
                    <a:lnTo>
                      <a:pt x="271" y="168"/>
                    </a:lnTo>
                    <a:lnTo>
                      <a:pt x="269" y="167"/>
                    </a:lnTo>
                    <a:cubicBezTo>
                      <a:pt x="261" y="162"/>
                      <a:pt x="254" y="157"/>
                      <a:pt x="245" y="151"/>
                    </a:cubicBezTo>
                    <a:lnTo>
                      <a:pt x="245" y="151"/>
                    </a:lnTo>
                    <a:lnTo>
                      <a:pt x="245" y="150"/>
                    </a:lnTo>
                    <a:cubicBezTo>
                      <a:pt x="246" y="141"/>
                      <a:pt x="246" y="131"/>
                      <a:pt x="244" y="120"/>
                    </a:cubicBezTo>
                    <a:lnTo>
                      <a:pt x="244" y="119"/>
                    </a:lnTo>
                    <a:lnTo>
                      <a:pt x="244" y="119"/>
                    </a:lnTo>
                    <a:cubicBezTo>
                      <a:pt x="251" y="113"/>
                      <a:pt x="258" y="108"/>
                      <a:pt x="267" y="102"/>
                    </a:cubicBezTo>
                    <a:lnTo>
                      <a:pt x="270" y="99"/>
                    </a:lnTo>
                    <a:lnTo>
                      <a:pt x="269" y="103"/>
                    </a:lnTo>
                    <a:lnTo>
                      <a:pt x="268" y="105"/>
                    </a:lnTo>
                    <a:lnTo>
                      <a:pt x="267" y="108"/>
                    </a:lnTo>
                    <a:lnTo>
                      <a:pt x="266" y="105"/>
                    </a:lnTo>
                    <a:cubicBezTo>
                      <a:pt x="260" y="92"/>
                      <a:pt x="254" y="79"/>
                      <a:pt x="247" y="64"/>
                    </a:cubicBezTo>
                    <a:lnTo>
                      <a:pt x="246" y="60"/>
                    </a:lnTo>
                    <a:lnTo>
                      <a:pt x="249" y="62"/>
                    </a:lnTo>
                    <a:lnTo>
                      <a:pt x="251" y="63"/>
                    </a:lnTo>
                    <a:lnTo>
                      <a:pt x="254" y="64"/>
                    </a:lnTo>
                    <a:lnTo>
                      <a:pt x="250" y="65"/>
                    </a:lnTo>
                    <a:cubicBezTo>
                      <a:pt x="242" y="67"/>
                      <a:pt x="233" y="69"/>
                      <a:pt x="223" y="71"/>
                    </a:cubicBezTo>
                    <a:lnTo>
                      <a:pt x="222" y="71"/>
                    </a:lnTo>
                    <a:lnTo>
                      <a:pt x="222" y="70"/>
                    </a:lnTo>
                    <a:cubicBezTo>
                      <a:pt x="215" y="63"/>
                      <a:pt x="208" y="56"/>
                      <a:pt x="200" y="49"/>
                    </a:cubicBezTo>
                    <a:lnTo>
                      <a:pt x="199" y="49"/>
                    </a:lnTo>
                    <a:lnTo>
                      <a:pt x="199" y="48"/>
                    </a:lnTo>
                    <a:cubicBezTo>
                      <a:pt x="200" y="39"/>
                      <a:pt x="201" y="30"/>
                      <a:pt x="203" y="20"/>
                    </a:cubicBezTo>
                    <a:lnTo>
                      <a:pt x="204" y="16"/>
                    </a:lnTo>
                    <a:lnTo>
                      <a:pt x="206" y="20"/>
                    </a:lnTo>
                    <a:lnTo>
                      <a:pt x="207" y="21"/>
                    </a:lnTo>
                    <a:lnTo>
                      <a:pt x="209" y="25"/>
                    </a:lnTo>
                    <a:lnTo>
                      <a:pt x="205" y="23"/>
                    </a:lnTo>
                    <a:cubicBezTo>
                      <a:pt x="191" y="18"/>
                      <a:pt x="177" y="13"/>
                      <a:pt x="163" y="7"/>
                    </a:cubicBezTo>
                    <a:lnTo>
                      <a:pt x="158" y="6"/>
                    </a:lnTo>
                    <a:lnTo>
                      <a:pt x="163" y="4"/>
                    </a:lnTo>
                    <a:lnTo>
                      <a:pt x="164" y="4"/>
                    </a:lnTo>
                    <a:lnTo>
                      <a:pt x="169" y="2"/>
                    </a:lnTo>
                    <a:lnTo>
                      <a:pt x="166" y="6"/>
                    </a:lnTo>
                    <a:cubicBezTo>
                      <a:pt x="161" y="14"/>
                      <a:pt x="156" y="21"/>
                      <a:pt x="151" y="29"/>
                    </a:cubicBezTo>
                    <a:lnTo>
                      <a:pt x="150" y="30"/>
                    </a:lnTo>
                    <a:lnTo>
                      <a:pt x="149" y="30"/>
                    </a:lnTo>
                    <a:cubicBezTo>
                      <a:pt x="139" y="29"/>
                      <a:pt x="130" y="29"/>
                      <a:pt x="120" y="31"/>
                    </a:cubicBezTo>
                    <a:lnTo>
                      <a:pt x="119" y="31"/>
                    </a:lnTo>
                    <a:lnTo>
                      <a:pt x="119" y="31"/>
                    </a:lnTo>
                    <a:lnTo>
                      <a:pt x="119" y="31"/>
                    </a:lnTo>
                    <a:lnTo>
                      <a:pt x="119" y="30"/>
                    </a:lnTo>
                    <a:lnTo>
                      <a:pt x="119" y="30"/>
                    </a:lnTo>
                    <a:lnTo>
                      <a:pt x="120" y="28"/>
                    </a:lnTo>
                    <a:cubicBezTo>
                      <a:pt x="120" y="27"/>
                      <a:pt x="120" y="27"/>
                      <a:pt x="120" y="27"/>
                    </a:cubicBezTo>
                    <a:lnTo>
                      <a:pt x="120" y="27"/>
                    </a:lnTo>
                    <a:lnTo>
                      <a:pt x="120" y="28"/>
                    </a:lnTo>
                    <a:lnTo>
                      <a:pt x="120" y="28"/>
                    </a:lnTo>
                    <a:lnTo>
                      <a:pt x="121" y="30"/>
                    </a:lnTo>
                    <a:lnTo>
                      <a:pt x="119" y="31"/>
                    </a:lnTo>
                    <a:lnTo>
                      <a:pt x="119" y="31"/>
                    </a:lnTo>
                    <a:lnTo>
                      <a:pt x="119" y="31"/>
                    </a:lnTo>
                    <a:lnTo>
                      <a:pt x="119" y="31"/>
                    </a:lnTo>
                    <a:lnTo>
                      <a:pt x="118" y="31"/>
                    </a:lnTo>
                    <a:lnTo>
                      <a:pt x="117" y="30"/>
                    </a:lnTo>
                    <a:lnTo>
                      <a:pt x="117" y="30"/>
                    </a:lnTo>
                    <a:lnTo>
                      <a:pt x="117" y="30"/>
                    </a:lnTo>
                    <a:cubicBezTo>
                      <a:pt x="111" y="23"/>
                      <a:pt x="106" y="15"/>
                      <a:pt x="100" y="8"/>
                    </a:cubicBezTo>
                    <a:lnTo>
                      <a:pt x="97" y="4"/>
                    </a:lnTo>
                    <a:lnTo>
                      <a:pt x="102" y="5"/>
                    </a:lnTo>
                    <a:lnTo>
                      <a:pt x="104" y="5"/>
                    </a:lnTo>
                    <a:lnTo>
                      <a:pt x="109" y="7"/>
                    </a:lnTo>
                    <a:lnTo>
                      <a:pt x="104" y="9"/>
                    </a:lnTo>
                    <a:cubicBezTo>
                      <a:pt x="91" y="15"/>
                      <a:pt x="77" y="21"/>
                      <a:pt x="63" y="27"/>
                    </a:cubicBezTo>
                    <a:lnTo>
                      <a:pt x="58" y="29"/>
                    </a:lnTo>
                    <a:lnTo>
                      <a:pt x="61" y="25"/>
                    </a:lnTo>
                    <a:lnTo>
                      <a:pt x="62" y="23"/>
                    </a:lnTo>
                    <a:lnTo>
                      <a:pt x="64" y="18"/>
                    </a:lnTo>
                    <a:lnTo>
                      <a:pt x="65" y="23"/>
                    </a:lnTo>
                    <a:cubicBezTo>
                      <a:pt x="67" y="32"/>
                      <a:pt x="68" y="42"/>
                      <a:pt x="70" y="51"/>
                    </a:cubicBezTo>
                    <a:lnTo>
                      <a:pt x="70" y="52"/>
                    </a:lnTo>
                    <a:lnTo>
                      <a:pt x="70" y="53"/>
                    </a:lnTo>
                    <a:cubicBezTo>
                      <a:pt x="62" y="59"/>
                      <a:pt x="55" y="66"/>
                      <a:pt x="49" y="75"/>
                    </a:cubicBezTo>
                    <a:lnTo>
                      <a:pt x="48" y="76"/>
                    </a:lnTo>
                    <a:lnTo>
                      <a:pt x="47" y="75"/>
                    </a:lnTo>
                    <a:cubicBezTo>
                      <a:pt x="38" y="74"/>
                      <a:pt x="29" y="73"/>
                      <a:pt x="19" y="71"/>
                    </a:cubicBezTo>
                    <a:lnTo>
                      <a:pt x="14" y="71"/>
                    </a:lnTo>
                    <a:lnTo>
                      <a:pt x="19" y="68"/>
                    </a:lnTo>
                    <a:lnTo>
                      <a:pt x="20" y="67"/>
                    </a:lnTo>
                    <a:lnTo>
                      <a:pt x="25" y="64"/>
                    </a:lnTo>
                    <a:lnTo>
                      <a:pt x="23" y="69"/>
                    </a:lnTo>
                    <a:cubicBezTo>
                      <a:pt x="17" y="83"/>
                      <a:pt x="12" y="97"/>
                      <a:pt x="6" y="111"/>
                    </a:cubicBezTo>
                    <a:lnTo>
                      <a:pt x="5" y="116"/>
                    </a:lnTo>
                    <a:lnTo>
                      <a:pt x="3" y="111"/>
                    </a:lnTo>
                    <a:lnTo>
                      <a:pt x="2" y="110"/>
                    </a:lnTo>
                    <a:lnTo>
                      <a:pt x="1" y="105"/>
                    </a:lnTo>
                    <a:lnTo>
                      <a:pt x="5" y="108"/>
                    </a:lnTo>
                    <a:cubicBezTo>
                      <a:pt x="13" y="113"/>
                      <a:pt x="21" y="118"/>
                      <a:pt x="29" y="123"/>
                    </a:cubicBezTo>
                    <a:lnTo>
                      <a:pt x="30" y="124"/>
                    </a:lnTo>
                    <a:lnTo>
                      <a:pt x="29" y="125"/>
                    </a:lnTo>
                    <a:cubicBezTo>
                      <a:pt x="28" y="135"/>
                      <a:pt x="28" y="145"/>
                      <a:pt x="30" y="155"/>
                    </a:cubicBezTo>
                    <a:lnTo>
                      <a:pt x="30" y="156"/>
                    </a:lnTo>
                    <a:lnTo>
                      <a:pt x="29" y="157"/>
                    </a:lnTo>
                    <a:cubicBezTo>
                      <a:pt x="22" y="163"/>
                      <a:pt x="15" y="168"/>
                      <a:pt x="7" y="174"/>
                    </a:cubicBezTo>
                    <a:lnTo>
                      <a:pt x="3" y="177"/>
                    </a:lnTo>
                    <a:lnTo>
                      <a:pt x="4" y="172"/>
                    </a:lnTo>
                    <a:lnTo>
                      <a:pt x="4" y="170"/>
                    </a:lnTo>
                    <a:lnTo>
                      <a:pt x="6" y="165"/>
                    </a:lnTo>
                    <a:lnTo>
                      <a:pt x="8" y="170"/>
                    </a:lnTo>
                    <a:cubicBezTo>
                      <a:pt x="14" y="184"/>
                      <a:pt x="20" y="197"/>
                      <a:pt x="26" y="211"/>
                    </a:cubicBezTo>
                    <a:lnTo>
                      <a:pt x="29" y="216"/>
                    </a:lnTo>
                    <a:lnTo>
                      <a:pt x="24" y="214"/>
                    </a:lnTo>
                    <a:lnTo>
                      <a:pt x="22" y="213"/>
                    </a:lnTo>
                    <a:lnTo>
                      <a:pt x="18" y="211"/>
                    </a:lnTo>
                    <a:lnTo>
                      <a:pt x="23" y="209"/>
                    </a:lnTo>
                    <a:cubicBezTo>
                      <a:pt x="32" y="208"/>
                      <a:pt x="41" y="206"/>
                      <a:pt x="50" y="204"/>
                    </a:cubicBezTo>
                    <a:lnTo>
                      <a:pt x="52" y="204"/>
                    </a:lnTo>
                    <a:lnTo>
                      <a:pt x="52" y="205"/>
                    </a:lnTo>
                    <a:cubicBezTo>
                      <a:pt x="58" y="213"/>
                      <a:pt x="66" y="220"/>
                      <a:pt x="74" y="225"/>
                    </a:cubicBezTo>
                    <a:lnTo>
                      <a:pt x="75" y="226"/>
                    </a:lnTo>
                    <a:lnTo>
                      <a:pt x="75" y="227"/>
                    </a:lnTo>
                    <a:cubicBezTo>
                      <a:pt x="73" y="236"/>
                      <a:pt x="72" y="246"/>
                      <a:pt x="70" y="255"/>
                    </a:cubicBezTo>
                    <a:lnTo>
                      <a:pt x="70" y="260"/>
                    </a:lnTo>
                    <a:lnTo>
                      <a:pt x="67" y="255"/>
                    </a:lnTo>
                    <a:lnTo>
                      <a:pt x="66" y="255"/>
                    </a:lnTo>
                    <a:lnTo>
                      <a:pt x="63" y="250"/>
                    </a:lnTo>
                    <a:lnTo>
                      <a:pt x="69" y="252"/>
                    </a:lnTo>
                    <a:cubicBezTo>
                      <a:pt x="83" y="257"/>
                      <a:pt x="97" y="263"/>
                      <a:pt x="111" y="268"/>
                    </a:cubicBezTo>
                    <a:lnTo>
                      <a:pt x="116" y="270"/>
                    </a:lnTo>
                    <a:lnTo>
                      <a:pt x="111" y="272"/>
                    </a:lnTo>
                    <a:lnTo>
                      <a:pt x="110" y="272"/>
                    </a:lnTo>
                    <a:lnTo>
                      <a:pt x="104" y="274"/>
                    </a:lnTo>
                    <a:lnTo>
                      <a:pt x="108" y="269"/>
                    </a:lnTo>
                    <a:cubicBezTo>
                      <a:pt x="113" y="262"/>
                      <a:pt x="118" y="254"/>
                      <a:pt x="123" y="246"/>
                    </a:cubicBezTo>
                    <a:lnTo>
                      <a:pt x="124" y="245"/>
                    </a:lnTo>
                    <a:lnTo>
                      <a:pt x="125" y="246"/>
                    </a:lnTo>
                    <a:cubicBezTo>
                      <a:pt x="130" y="246"/>
                      <a:pt x="136" y="246"/>
                      <a:pt x="141" y="246"/>
                    </a:cubicBezTo>
                    <a:cubicBezTo>
                      <a:pt x="144" y="246"/>
                      <a:pt x="147" y="246"/>
                      <a:pt x="150" y="246"/>
                    </a:cubicBezTo>
                    <a:lnTo>
                      <a:pt x="154" y="245"/>
                    </a:lnTo>
                    <a:lnTo>
                      <a:pt x="154" y="245"/>
                    </a:lnTo>
                    <a:lnTo>
                      <a:pt x="155" y="245"/>
                    </a:lnTo>
                    <a:lnTo>
                      <a:pt x="155" y="245"/>
                    </a:lnTo>
                    <a:cubicBezTo>
                      <a:pt x="156" y="245"/>
                      <a:pt x="157" y="248"/>
                      <a:pt x="156" y="248"/>
                    </a:cubicBezTo>
                    <a:lnTo>
                      <a:pt x="156" y="248"/>
                    </a:lnTo>
                    <a:lnTo>
                      <a:pt x="156" y="248"/>
                    </a:lnTo>
                    <a:lnTo>
                      <a:pt x="155" y="249"/>
                    </a:lnTo>
                    <a:cubicBezTo>
                      <a:pt x="154" y="249"/>
                      <a:pt x="153" y="250"/>
                      <a:pt x="153" y="250"/>
                    </a:cubicBezTo>
                    <a:lnTo>
                      <a:pt x="151" y="250"/>
                    </a:lnTo>
                    <a:cubicBezTo>
                      <a:pt x="142" y="251"/>
                      <a:pt x="133" y="251"/>
                      <a:pt x="125" y="250"/>
                    </a:cubicBezTo>
                    <a:lnTo>
                      <a:pt x="118" y="250"/>
                    </a:lnTo>
                    <a:lnTo>
                      <a:pt x="124" y="247"/>
                    </a:lnTo>
                    <a:lnTo>
                      <a:pt x="125" y="246"/>
                    </a:lnTo>
                    <a:lnTo>
                      <a:pt x="131" y="243"/>
                    </a:lnTo>
                    <a:lnTo>
                      <a:pt x="127" y="249"/>
                    </a:lnTo>
                    <a:cubicBezTo>
                      <a:pt x="122" y="257"/>
                      <a:pt x="117" y="265"/>
                      <a:pt x="112" y="273"/>
                    </a:cubicBezTo>
                    <a:lnTo>
                      <a:pt x="111" y="274"/>
                    </a:lnTo>
                    <a:lnTo>
                      <a:pt x="109" y="273"/>
                    </a:lnTo>
                    <a:cubicBezTo>
                      <a:pt x="95" y="268"/>
                      <a:pt x="80" y="262"/>
                      <a:pt x="66" y="257"/>
                    </a:cubicBezTo>
                    <a:lnTo>
                      <a:pt x="65" y="256"/>
                    </a:lnTo>
                    <a:lnTo>
                      <a:pt x="65" y="255"/>
                    </a:lnTo>
                    <a:cubicBezTo>
                      <a:pt x="66" y="245"/>
                      <a:pt x="68" y="236"/>
                      <a:pt x="69" y="227"/>
                    </a:cubicBezTo>
                    <a:lnTo>
                      <a:pt x="70" y="220"/>
                    </a:lnTo>
                    <a:lnTo>
                      <a:pt x="73" y="227"/>
                    </a:lnTo>
                    <a:lnTo>
                      <a:pt x="73" y="227"/>
                    </a:lnTo>
                    <a:lnTo>
                      <a:pt x="76" y="234"/>
                    </a:lnTo>
                    <a:lnTo>
                      <a:pt x="70" y="230"/>
                    </a:lnTo>
                    <a:cubicBezTo>
                      <a:pt x="62" y="224"/>
                      <a:pt x="54" y="216"/>
                      <a:pt x="48" y="209"/>
                    </a:cubicBezTo>
                    <a:lnTo>
                      <a:pt x="44" y="204"/>
                    </a:lnTo>
                    <a:lnTo>
                      <a:pt x="50" y="206"/>
                    </a:lnTo>
                    <a:lnTo>
                      <a:pt x="51" y="206"/>
                    </a:lnTo>
                    <a:lnTo>
                      <a:pt x="58" y="209"/>
                    </a:lnTo>
                    <a:lnTo>
                      <a:pt x="51" y="210"/>
                    </a:lnTo>
                    <a:cubicBezTo>
                      <a:pt x="41" y="212"/>
                      <a:pt x="32" y="214"/>
                      <a:pt x="23" y="215"/>
                    </a:cubicBezTo>
                    <a:lnTo>
                      <a:pt x="22" y="216"/>
                    </a:lnTo>
                    <a:lnTo>
                      <a:pt x="21" y="214"/>
                    </a:lnTo>
                    <a:cubicBezTo>
                      <a:pt x="15" y="200"/>
                      <a:pt x="8" y="185"/>
                      <a:pt x="2" y="172"/>
                    </a:cubicBezTo>
                    <a:lnTo>
                      <a:pt x="2" y="170"/>
                    </a:lnTo>
                    <a:lnTo>
                      <a:pt x="3" y="169"/>
                    </a:lnTo>
                    <a:cubicBezTo>
                      <a:pt x="11" y="163"/>
                      <a:pt x="18" y="158"/>
                      <a:pt x="25" y="152"/>
                    </a:cubicBezTo>
                    <a:lnTo>
                      <a:pt x="31" y="148"/>
                    </a:lnTo>
                    <a:lnTo>
                      <a:pt x="28" y="155"/>
                    </a:lnTo>
                    <a:lnTo>
                      <a:pt x="28" y="156"/>
                    </a:lnTo>
                    <a:lnTo>
                      <a:pt x="25" y="162"/>
                    </a:lnTo>
                    <a:lnTo>
                      <a:pt x="24" y="155"/>
                    </a:lnTo>
                    <a:cubicBezTo>
                      <a:pt x="22" y="145"/>
                      <a:pt x="22" y="134"/>
                      <a:pt x="23" y="125"/>
                    </a:cubicBezTo>
                    <a:lnTo>
                      <a:pt x="24" y="118"/>
                    </a:lnTo>
                    <a:lnTo>
                      <a:pt x="27" y="125"/>
                    </a:lnTo>
                    <a:lnTo>
                      <a:pt x="28" y="126"/>
                    </a:lnTo>
                    <a:lnTo>
                      <a:pt x="30" y="132"/>
                    </a:lnTo>
                    <a:lnTo>
                      <a:pt x="25" y="128"/>
                    </a:lnTo>
                    <a:cubicBezTo>
                      <a:pt x="17" y="123"/>
                      <a:pt x="9" y="117"/>
                      <a:pt x="1" y="112"/>
                    </a:cubicBezTo>
                    <a:lnTo>
                      <a:pt x="0" y="112"/>
                    </a:lnTo>
                    <a:lnTo>
                      <a:pt x="1" y="110"/>
                    </a:lnTo>
                    <a:cubicBezTo>
                      <a:pt x="6" y="95"/>
                      <a:pt x="12" y="80"/>
                      <a:pt x="18" y="66"/>
                    </a:cubicBezTo>
                    <a:lnTo>
                      <a:pt x="18" y="65"/>
                    </a:lnTo>
                    <a:lnTo>
                      <a:pt x="20" y="65"/>
                    </a:lnTo>
                    <a:cubicBezTo>
                      <a:pt x="29" y="66"/>
                      <a:pt x="39" y="68"/>
                      <a:pt x="48" y="69"/>
                    </a:cubicBezTo>
                    <a:lnTo>
                      <a:pt x="54" y="70"/>
                    </a:lnTo>
                    <a:lnTo>
                      <a:pt x="48" y="73"/>
                    </a:lnTo>
                    <a:lnTo>
                      <a:pt x="47" y="73"/>
                    </a:lnTo>
                    <a:lnTo>
                      <a:pt x="41" y="76"/>
                    </a:lnTo>
                    <a:lnTo>
                      <a:pt x="44" y="70"/>
                    </a:lnTo>
                    <a:cubicBezTo>
                      <a:pt x="51" y="62"/>
                      <a:pt x="58" y="54"/>
                      <a:pt x="65" y="48"/>
                    </a:cubicBezTo>
                    <a:lnTo>
                      <a:pt x="70" y="44"/>
                    </a:lnTo>
                    <a:lnTo>
                      <a:pt x="68" y="50"/>
                    </a:lnTo>
                    <a:lnTo>
                      <a:pt x="68" y="52"/>
                    </a:lnTo>
                    <a:lnTo>
                      <a:pt x="65" y="58"/>
                    </a:lnTo>
                    <a:lnTo>
                      <a:pt x="64" y="51"/>
                    </a:lnTo>
                    <a:cubicBezTo>
                      <a:pt x="62" y="42"/>
                      <a:pt x="60" y="32"/>
                      <a:pt x="59" y="24"/>
                    </a:cubicBezTo>
                    <a:lnTo>
                      <a:pt x="58" y="22"/>
                    </a:lnTo>
                    <a:lnTo>
                      <a:pt x="60" y="22"/>
                    </a:lnTo>
                    <a:cubicBezTo>
                      <a:pt x="75" y="15"/>
                      <a:pt x="90" y="8"/>
                      <a:pt x="103" y="2"/>
                    </a:cubicBezTo>
                    <a:lnTo>
                      <a:pt x="104" y="2"/>
                    </a:lnTo>
                    <a:lnTo>
                      <a:pt x="105" y="3"/>
                    </a:lnTo>
                    <a:cubicBezTo>
                      <a:pt x="111" y="11"/>
                      <a:pt x="117" y="19"/>
                      <a:pt x="122" y="26"/>
                    </a:cubicBezTo>
                    <a:lnTo>
                      <a:pt x="126" y="31"/>
                    </a:lnTo>
                    <a:lnTo>
                      <a:pt x="120" y="28"/>
                    </a:lnTo>
                    <a:lnTo>
                      <a:pt x="119" y="28"/>
                    </a:lnTo>
                    <a:lnTo>
                      <a:pt x="119" y="28"/>
                    </a:lnTo>
                    <a:lnTo>
                      <a:pt x="118" y="28"/>
                    </a:lnTo>
                    <a:lnTo>
                      <a:pt x="118" y="28"/>
                    </a:lnTo>
                    <a:lnTo>
                      <a:pt x="118" y="27"/>
                    </a:lnTo>
                    <a:lnTo>
                      <a:pt x="119" y="24"/>
                    </a:lnTo>
                    <a:cubicBezTo>
                      <a:pt x="120" y="24"/>
                      <a:pt x="120" y="24"/>
                      <a:pt x="120" y="25"/>
                    </a:cubicBezTo>
                    <a:lnTo>
                      <a:pt x="120" y="25"/>
                    </a:lnTo>
                    <a:lnTo>
                      <a:pt x="120" y="25"/>
                    </a:lnTo>
                    <a:lnTo>
                      <a:pt x="120" y="25"/>
                    </a:lnTo>
                    <a:cubicBezTo>
                      <a:pt x="120" y="25"/>
                      <a:pt x="120" y="24"/>
                      <a:pt x="120" y="25"/>
                    </a:cubicBezTo>
                    <a:lnTo>
                      <a:pt x="119" y="27"/>
                    </a:lnTo>
                    <a:lnTo>
                      <a:pt x="119" y="27"/>
                    </a:lnTo>
                    <a:lnTo>
                      <a:pt x="119" y="28"/>
                    </a:lnTo>
                    <a:lnTo>
                      <a:pt x="119" y="28"/>
                    </a:lnTo>
                    <a:lnTo>
                      <a:pt x="114" y="26"/>
                    </a:lnTo>
                    <a:lnTo>
                      <a:pt x="119" y="25"/>
                    </a:lnTo>
                    <a:lnTo>
                      <a:pt x="119" y="25"/>
                    </a:lnTo>
                    <a:cubicBezTo>
                      <a:pt x="129" y="23"/>
                      <a:pt x="140" y="23"/>
                      <a:pt x="149" y="24"/>
                    </a:cubicBezTo>
                    <a:lnTo>
                      <a:pt x="155" y="24"/>
                    </a:lnTo>
                    <a:lnTo>
                      <a:pt x="150" y="27"/>
                    </a:lnTo>
                    <a:lnTo>
                      <a:pt x="148" y="28"/>
                    </a:lnTo>
                    <a:lnTo>
                      <a:pt x="143" y="30"/>
                    </a:lnTo>
                    <a:lnTo>
                      <a:pt x="146" y="25"/>
                    </a:lnTo>
                    <a:cubicBezTo>
                      <a:pt x="152" y="17"/>
                      <a:pt x="157" y="9"/>
                      <a:pt x="162" y="2"/>
                    </a:cubicBezTo>
                    <a:lnTo>
                      <a:pt x="163" y="0"/>
                    </a:lnTo>
                    <a:lnTo>
                      <a:pt x="164" y="1"/>
                    </a:lnTo>
                    <a:cubicBezTo>
                      <a:pt x="179" y="7"/>
                      <a:pt x="195" y="13"/>
                      <a:pt x="208" y="18"/>
                    </a:cubicBezTo>
                    <a:lnTo>
                      <a:pt x="209" y="18"/>
                    </a:lnTo>
                    <a:lnTo>
                      <a:pt x="209" y="20"/>
                    </a:lnTo>
                    <a:cubicBezTo>
                      <a:pt x="208" y="30"/>
                      <a:pt x="206" y="39"/>
                      <a:pt x="205" y="48"/>
                    </a:cubicBezTo>
                    <a:lnTo>
                      <a:pt x="204" y="53"/>
                    </a:lnTo>
                    <a:lnTo>
                      <a:pt x="202" y="48"/>
                    </a:lnTo>
                    <a:lnTo>
                      <a:pt x="201" y="47"/>
                    </a:lnTo>
                    <a:lnTo>
                      <a:pt x="199" y="42"/>
                    </a:lnTo>
                    <a:lnTo>
                      <a:pt x="204" y="45"/>
                    </a:lnTo>
                    <a:cubicBezTo>
                      <a:pt x="212" y="51"/>
                      <a:pt x="220" y="59"/>
                      <a:pt x="226" y="66"/>
                    </a:cubicBezTo>
                    <a:lnTo>
                      <a:pt x="229" y="70"/>
                    </a:lnTo>
                    <a:lnTo>
                      <a:pt x="224" y="68"/>
                    </a:lnTo>
                    <a:lnTo>
                      <a:pt x="223" y="68"/>
                    </a:lnTo>
                    <a:lnTo>
                      <a:pt x="218" y="66"/>
                    </a:lnTo>
                    <a:lnTo>
                      <a:pt x="223" y="65"/>
                    </a:lnTo>
                    <a:cubicBezTo>
                      <a:pt x="233" y="63"/>
                      <a:pt x="242" y="61"/>
                      <a:pt x="251" y="60"/>
                    </a:cubicBezTo>
                    <a:lnTo>
                      <a:pt x="252" y="59"/>
                    </a:lnTo>
                    <a:lnTo>
                      <a:pt x="252" y="60"/>
                    </a:lnTo>
                    <a:cubicBezTo>
                      <a:pt x="259" y="75"/>
                      <a:pt x="265" y="90"/>
                      <a:pt x="271" y="103"/>
                    </a:cubicBezTo>
                    <a:lnTo>
                      <a:pt x="272" y="104"/>
                    </a:lnTo>
                    <a:lnTo>
                      <a:pt x="271" y="105"/>
                    </a:lnTo>
                    <a:cubicBezTo>
                      <a:pt x="263" y="111"/>
                      <a:pt x="255" y="117"/>
                      <a:pt x="248" y="122"/>
                    </a:cubicBezTo>
                    <a:lnTo>
                      <a:pt x="244" y="125"/>
                    </a:lnTo>
                    <a:lnTo>
                      <a:pt x="246" y="120"/>
                    </a:lnTo>
                    <a:lnTo>
                      <a:pt x="246" y="119"/>
                    </a:lnTo>
                    <a:lnTo>
                      <a:pt x="248" y="115"/>
                    </a:lnTo>
                    <a:lnTo>
                      <a:pt x="249" y="120"/>
                    </a:lnTo>
                    <a:cubicBezTo>
                      <a:pt x="251" y="130"/>
                      <a:pt x="251" y="141"/>
                      <a:pt x="250" y="150"/>
                    </a:cubicBezTo>
                    <a:lnTo>
                      <a:pt x="249" y="154"/>
                    </a:lnTo>
                    <a:lnTo>
                      <a:pt x="247" y="150"/>
                    </a:lnTo>
                    <a:lnTo>
                      <a:pt x="247" y="149"/>
                    </a:lnTo>
                    <a:lnTo>
                      <a:pt x="245" y="145"/>
                    </a:lnTo>
                    <a:lnTo>
                      <a:pt x="248" y="147"/>
                    </a:lnTo>
                    <a:cubicBezTo>
                      <a:pt x="257" y="153"/>
                      <a:pt x="265" y="158"/>
                      <a:pt x="272" y="163"/>
                    </a:cubicBezTo>
                    <a:lnTo>
                      <a:pt x="273" y="164"/>
                    </a:lnTo>
                    <a:lnTo>
                      <a:pt x="272" y="165"/>
                    </a:lnTo>
                    <a:cubicBezTo>
                      <a:pt x="266" y="180"/>
                      <a:pt x="260" y="194"/>
                      <a:pt x="255" y="208"/>
                    </a:cubicBezTo>
                    <a:lnTo>
                      <a:pt x="255" y="209"/>
                    </a:lnTo>
                    <a:lnTo>
                      <a:pt x="254" y="209"/>
                    </a:lnTo>
                    <a:cubicBezTo>
                      <a:pt x="244" y="207"/>
                      <a:pt x="235" y="206"/>
                      <a:pt x="226" y="204"/>
                    </a:cubicBezTo>
                    <a:lnTo>
                      <a:pt x="223" y="204"/>
                    </a:lnTo>
                    <a:lnTo>
                      <a:pt x="226" y="203"/>
                    </a:lnTo>
                    <a:lnTo>
                      <a:pt x="227" y="202"/>
                    </a:lnTo>
                    <a:lnTo>
                      <a:pt x="230" y="201"/>
                    </a:lnTo>
                    <a:lnTo>
                      <a:pt x="228" y="204"/>
                    </a:lnTo>
                    <a:cubicBezTo>
                      <a:pt x="222" y="212"/>
                      <a:pt x="215" y="219"/>
                      <a:pt x="207" y="225"/>
                    </a:cubicBezTo>
                    <a:lnTo>
                      <a:pt x="205" y="227"/>
                    </a:lnTo>
                    <a:lnTo>
                      <a:pt x="206" y="224"/>
                    </a:lnTo>
                    <a:lnTo>
                      <a:pt x="206" y="224"/>
                    </a:lnTo>
                    <a:lnTo>
                      <a:pt x="207" y="221"/>
                    </a:lnTo>
                    <a:lnTo>
                      <a:pt x="208" y="224"/>
                    </a:lnTo>
                    <a:cubicBezTo>
                      <a:pt x="210" y="234"/>
                      <a:pt x="211" y="243"/>
                      <a:pt x="213" y="251"/>
                    </a:cubicBezTo>
                    <a:lnTo>
                      <a:pt x="213" y="252"/>
                    </a:lnTo>
                    <a:lnTo>
                      <a:pt x="213" y="252"/>
                    </a:lnTo>
                    <a:cubicBezTo>
                      <a:pt x="195" y="259"/>
                      <a:pt x="181" y="265"/>
                      <a:pt x="170" y="270"/>
                    </a:cubicBezTo>
                    <a:lnTo>
                      <a:pt x="170" y="270"/>
                    </a:lnTo>
                    <a:lnTo>
                      <a:pt x="170" y="270"/>
                    </a:lnTo>
                    <a:cubicBezTo>
                      <a:pt x="165" y="263"/>
                      <a:pt x="161" y="257"/>
                      <a:pt x="158" y="253"/>
                    </a:cubicBezTo>
                    <a:cubicBezTo>
                      <a:pt x="157" y="251"/>
                      <a:pt x="156" y="250"/>
                      <a:pt x="155" y="249"/>
                    </a:cubicBezTo>
                    <a:cubicBezTo>
                      <a:pt x="154" y="248"/>
                      <a:pt x="154" y="247"/>
                      <a:pt x="154" y="247"/>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159" name="Google Shape;159;p4"/>
            <p:cNvSpPr/>
            <p:nvPr/>
          </p:nvSpPr>
          <p:spPr>
            <a:xfrm>
              <a:off x="8544623" y="-451649"/>
              <a:ext cx="896675" cy="896675"/>
            </a:xfrm>
            <a:custGeom>
              <a:rect b="b" l="l" r="r" t="t"/>
              <a:pathLst>
                <a:path extrusionOk="0" h="493" w="493">
                  <a:moveTo>
                    <a:pt x="92" y="112"/>
                  </a:moveTo>
                  <a:cubicBezTo>
                    <a:pt x="104" y="98"/>
                    <a:pt x="118" y="86"/>
                    <a:pt x="133" y="76"/>
                  </a:cubicBezTo>
                  <a:lnTo>
                    <a:pt x="128" y="26"/>
                  </a:lnTo>
                  <a:lnTo>
                    <a:pt x="206" y="0"/>
                  </a:lnTo>
                  <a:lnTo>
                    <a:pt x="232" y="42"/>
                  </a:lnTo>
                  <a:cubicBezTo>
                    <a:pt x="250" y="41"/>
                    <a:pt x="269" y="42"/>
                    <a:pt x="286" y="46"/>
                  </a:cubicBezTo>
                  <a:lnTo>
                    <a:pt x="318" y="7"/>
                  </a:lnTo>
                  <a:lnTo>
                    <a:pt x="392" y="44"/>
                  </a:lnTo>
                  <a:lnTo>
                    <a:pt x="381" y="92"/>
                  </a:lnTo>
                  <a:cubicBezTo>
                    <a:pt x="395" y="104"/>
                    <a:pt x="406" y="118"/>
                    <a:pt x="416" y="133"/>
                  </a:cubicBezTo>
                  <a:lnTo>
                    <a:pt x="466" y="128"/>
                  </a:lnTo>
                  <a:lnTo>
                    <a:pt x="493" y="206"/>
                  </a:lnTo>
                  <a:lnTo>
                    <a:pt x="450" y="233"/>
                  </a:lnTo>
                  <a:cubicBezTo>
                    <a:pt x="451" y="250"/>
                    <a:pt x="450" y="269"/>
                    <a:pt x="447" y="287"/>
                  </a:cubicBezTo>
                  <a:lnTo>
                    <a:pt x="486" y="318"/>
                  </a:lnTo>
                  <a:lnTo>
                    <a:pt x="449" y="393"/>
                  </a:lnTo>
                  <a:lnTo>
                    <a:pt x="400" y="381"/>
                  </a:lnTo>
                  <a:cubicBezTo>
                    <a:pt x="388" y="395"/>
                    <a:pt x="374" y="407"/>
                    <a:pt x="360" y="416"/>
                  </a:cubicBezTo>
                  <a:lnTo>
                    <a:pt x="365" y="466"/>
                  </a:lnTo>
                  <a:lnTo>
                    <a:pt x="286" y="493"/>
                  </a:lnTo>
                  <a:lnTo>
                    <a:pt x="260" y="450"/>
                  </a:lnTo>
                  <a:cubicBezTo>
                    <a:pt x="242" y="452"/>
                    <a:pt x="224" y="450"/>
                    <a:pt x="206" y="447"/>
                  </a:cubicBezTo>
                  <a:lnTo>
                    <a:pt x="174" y="486"/>
                  </a:lnTo>
                  <a:lnTo>
                    <a:pt x="100" y="449"/>
                  </a:lnTo>
                  <a:lnTo>
                    <a:pt x="112" y="400"/>
                  </a:lnTo>
                  <a:cubicBezTo>
                    <a:pt x="98" y="388"/>
                    <a:pt x="86" y="375"/>
                    <a:pt x="76" y="360"/>
                  </a:cubicBezTo>
                  <a:lnTo>
                    <a:pt x="26" y="365"/>
                  </a:lnTo>
                  <a:lnTo>
                    <a:pt x="0" y="286"/>
                  </a:lnTo>
                  <a:lnTo>
                    <a:pt x="42" y="260"/>
                  </a:lnTo>
                  <a:cubicBezTo>
                    <a:pt x="41" y="242"/>
                    <a:pt x="42" y="224"/>
                    <a:pt x="46" y="206"/>
                  </a:cubicBezTo>
                  <a:lnTo>
                    <a:pt x="7" y="174"/>
                  </a:lnTo>
                  <a:lnTo>
                    <a:pt x="43" y="100"/>
                  </a:lnTo>
                  <a:lnTo>
                    <a:pt x="92" y="112"/>
                  </a:lnTo>
                  <a:moveTo>
                    <a:pt x="168" y="204"/>
                  </a:moveTo>
                  <a:cubicBezTo>
                    <a:pt x="146" y="248"/>
                    <a:pt x="164" y="301"/>
                    <a:pt x="209" y="323"/>
                  </a:cubicBezTo>
                  <a:cubicBezTo>
                    <a:pt x="253" y="344"/>
                    <a:pt x="306" y="326"/>
                    <a:pt x="328" y="282"/>
                  </a:cubicBezTo>
                  <a:cubicBezTo>
                    <a:pt x="349" y="238"/>
                    <a:pt x="331" y="185"/>
                    <a:pt x="287" y="163"/>
                  </a:cubicBezTo>
                  <a:cubicBezTo>
                    <a:pt x="243" y="141"/>
                    <a:pt x="190" y="159"/>
                    <a:pt x="168" y="204"/>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0" name="Google Shape;160;p4"/>
            <p:cNvSpPr/>
            <p:nvPr/>
          </p:nvSpPr>
          <p:spPr>
            <a:xfrm>
              <a:off x="7816037" y="4709575"/>
              <a:ext cx="807169" cy="807166"/>
            </a:xfrm>
            <a:custGeom>
              <a:rect b="b" l="l" r="r" t="t"/>
              <a:pathLst>
                <a:path extrusionOk="0" h="443" w="443">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161" name="Google Shape;161;p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62" name="Shape 162"/>
        <p:cNvGrpSpPr/>
        <p:nvPr/>
      </p:nvGrpSpPr>
      <p:grpSpPr>
        <a:xfrm>
          <a:off x="0" y="0"/>
          <a:ext cx="0" cy="0"/>
          <a:chOff x="0" y="0"/>
          <a:chExt cx="0" cy="0"/>
        </a:xfrm>
      </p:grpSpPr>
      <p:sp>
        <p:nvSpPr>
          <p:cNvPr id="163" name="Google Shape;163;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4" name="Google Shape;164;p5"/>
          <p:cNvSpPr txBox="1"/>
          <p:nvPr>
            <p:ph idx="1" type="subTitle"/>
          </p:nvPr>
        </p:nvSpPr>
        <p:spPr>
          <a:xfrm>
            <a:off x="4983888" y="2878947"/>
            <a:ext cx="2606400" cy="145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5" name="Google Shape;165;p5"/>
          <p:cNvSpPr txBox="1"/>
          <p:nvPr>
            <p:ph idx="2" type="subTitle"/>
          </p:nvPr>
        </p:nvSpPr>
        <p:spPr>
          <a:xfrm>
            <a:off x="1553713" y="2878946"/>
            <a:ext cx="2606400" cy="145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6" name="Google Shape;166;p5"/>
          <p:cNvSpPr txBox="1"/>
          <p:nvPr>
            <p:ph idx="3" type="subTitle"/>
          </p:nvPr>
        </p:nvSpPr>
        <p:spPr>
          <a:xfrm>
            <a:off x="1553713" y="2527525"/>
            <a:ext cx="2606400" cy="435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None/>
              <a:defRPr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167" name="Google Shape;167;p5"/>
          <p:cNvSpPr txBox="1"/>
          <p:nvPr>
            <p:ph idx="4" type="subTitle"/>
          </p:nvPr>
        </p:nvSpPr>
        <p:spPr>
          <a:xfrm>
            <a:off x="4983888" y="2527525"/>
            <a:ext cx="2606400" cy="435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None/>
              <a:defRPr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grpSp>
        <p:nvGrpSpPr>
          <p:cNvPr id="168" name="Google Shape;168;p5"/>
          <p:cNvGrpSpPr/>
          <p:nvPr/>
        </p:nvGrpSpPr>
        <p:grpSpPr>
          <a:xfrm>
            <a:off x="-187189" y="139313"/>
            <a:ext cx="10397451" cy="5226445"/>
            <a:chOff x="-187189" y="139313"/>
            <a:chExt cx="10397451" cy="5226445"/>
          </a:xfrm>
        </p:grpSpPr>
        <p:grpSp>
          <p:nvGrpSpPr>
            <p:cNvPr id="169" name="Google Shape;169;p5"/>
            <p:cNvGrpSpPr/>
            <p:nvPr/>
          </p:nvGrpSpPr>
          <p:grpSpPr>
            <a:xfrm>
              <a:off x="-187189" y="139313"/>
              <a:ext cx="1065901" cy="619495"/>
              <a:chOff x="-192639" y="64613"/>
              <a:chExt cx="1065901" cy="619495"/>
            </a:xfrm>
          </p:grpSpPr>
          <p:sp>
            <p:nvSpPr>
              <p:cNvPr id="170" name="Google Shape;170;p5"/>
              <p:cNvSpPr/>
              <p:nvPr/>
            </p:nvSpPr>
            <p:spPr>
              <a:xfrm>
                <a:off x="-192639" y="64613"/>
                <a:ext cx="1065901" cy="619495"/>
              </a:xfrm>
              <a:custGeom>
                <a:rect b="b" l="l" r="r" t="t"/>
                <a:pathLst>
                  <a:path extrusionOk="0" h="340" w="585">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1" name="Google Shape;171;p5"/>
              <p:cNvSpPr/>
              <p:nvPr/>
            </p:nvSpPr>
            <p:spPr>
              <a:xfrm>
                <a:off x="-188995" y="139317"/>
                <a:ext cx="1060435" cy="3644"/>
              </a:xfrm>
              <a:custGeom>
                <a:rect b="b" l="l" r="r" t="t"/>
                <a:pathLst>
                  <a:path extrusionOk="0" h="2" w="582">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2" name="Google Shape;172;p5"/>
              <p:cNvSpPr/>
              <p:nvPr/>
            </p:nvSpPr>
            <p:spPr>
              <a:xfrm>
                <a:off x="-99714" y="243174"/>
                <a:ext cx="327969" cy="327968"/>
              </a:xfrm>
              <a:custGeom>
                <a:rect b="b" l="l" r="r" t="t"/>
                <a:pathLst>
                  <a:path extrusionOk="0" h="180" w="180">
                    <a:moveTo>
                      <a:pt x="0" y="0"/>
                    </a:moveTo>
                    <a:lnTo>
                      <a:pt x="180" y="0"/>
                    </a:lnTo>
                    <a:lnTo>
                      <a:pt x="180" y="180"/>
                    </a:lnTo>
                    <a:lnTo>
                      <a:pt x="0" y="180"/>
                    </a:lnTo>
                    <a:lnTo>
                      <a:pt x="0" y="0"/>
                    </a:lnTo>
                    <a:close/>
                  </a:path>
                </a:pathLst>
              </a:custGeom>
              <a:solidFill>
                <a:schemeClr val="accent2"/>
              </a:solidFill>
              <a:ln>
                <a:noFill/>
              </a:ln>
            </p:spPr>
            <p:txBody>
              <a:bodyPr anchorCtr="1" anchor="ctr" bIns="19800" lIns="90000" spcFirstLastPara="1" rIns="90000" wrap="square" tIns="19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3" name="Google Shape;173;p5"/>
              <p:cNvSpPr/>
              <p:nvPr/>
            </p:nvSpPr>
            <p:spPr>
              <a:xfrm>
                <a:off x="319358" y="294191"/>
                <a:ext cx="475556" cy="5466"/>
              </a:xfrm>
              <a:custGeom>
                <a:rect b="b" l="l" r="r" t="t"/>
                <a:pathLst>
                  <a:path extrusionOk="0" h="3" w="261">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4" name="Google Shape;174;p5"/>
              <p:cNvSpPr/>
              <p:nvPr/>
            </p:nvSpPr>
            <p:spPr>
              <a:xfrm>
                <a:off x="319358" y="368895"/>
                <a:ext cx="484666" cy="3644"/>
              </a:xfrm>
              <a:custGeom>
                <a:rect b="b" l="l" r="r" t="t"/>
                <a:pathLst>
                  <a:path extrusionOk="0" h="2" w="266">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5" name="Google Shape;175;p5"/>
              <p:cNvSpPr/>
              <p:nvPr/>
            </p:nvSpPr>
            <p:spPr>
              <a:xfrm>
                <a:off x="319358" y="441777"/>
                <a:ext cx="484666" cy="3644"/>
              </a:xfrm>
              <a:custGeom>
                <a:rect b="b" l="l" r="r" t="t"/>
                <a:pathLst>
                  <a:path extrusionOk="0" h="2" w="266">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6" name="Google Shape;176;p5"/>
              <p:cNvSpPr/>
              <p:nvPr/>
            </p:nvSpPr>
            <p:spPr>
              <a:xfrm>
                <a:off x="319358" y="514659"/>
                <a:ext cx="484666" cy="3644"/>
              </a:xfrm>
              <a:custGeom>
                <a:rect b="b" l="l" r="r" t="t"/>
                <a:pathLst>
                  <a:path extrusionOk="0" h="2" w="266">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77" name="Google Shape;177;p5"/>
            <p:cNvGrpSpPr/>
            <p:nvPr/>
          </p:nvGrpSpPr>
          <p:grpSpPr>
            <a:xfrm flipH="1">
              <a:off x="8552194" y="917833"/>
              <a:ext cx="1658068" cy="3498326"/>
              <a:chOff x="-1133549" y="822583"/>
              <a:chExt cx="1658068" cy="3498326"/>
            </a:xfrm>
          </p:grpSpPr>
          <p:sp>
            <p:nvSpPr>
              <p:cNvPr id="178" name="Google Shape;178;p5"/>
              <p:cNvSpPr/>
              <p:nvPr/>
            </p:nvSpPr>
            <p:spPr>
              <a:xfrm>
                <a:off x="-1133549" y="822583"/>
                <a:ext cx="1658068" cy="3498326"/>
              </a:xfrm>
              <a:custGeom>
                <a:rect b="b" l="l" r="r" t="t"/>
                <a:pathLst>
                  <a:path extrusionOk="0" h="1920" w="910">
                    <a:moveTo>
                      <a:pt x="803" y="1"/>
                    </a:moveTo>
                    <a:cubicBezTo>
                      <a:pt x="803" y="1"/>
                      <a:pt x="804" y="1"/>
                      <a:pt x="807" y="2"/>
                    </a:cubicBezTo>
                    <a:cubicBezTo>
                      <a:pt x="809" y="2"/>
                      <a:pt x="813" y="2"/>
                      <a:pt x="817" y="2"/>
                    </a:cubicBezTo>
                    <a:cubicBezTo>
                      <a:pt x="827" y="3"/>
                      <a:pt x="841" y="7"/>
                      <a:pt x="857" y="16"/>
                    </a:cubicBezTo>
                    <a:cubicBezTo>
                      <a:pt x="865" y="21"/>
                      <a:pt x="873" y="27"/>
                      <a:pt x="881" y="36"/>
                    </a:cubicBezTo>
                    <a:cubicBezTo>
                      <a:pt x="888" y="44"/>
                      <a:pt x="897" y="55"/>
                      <a:pt x="902" y="68"/>
                    </a:cubicBezTo>
                    <a:cubicBezTo>
                      <a:pt x="907" y="80"/>
                      <a:pt x="910" y="95"/>
                      <a:pt x="910" y="111"/>
                    </a:cubicBezTo>
                    <a:cubicBezTo>
                      <a:pt x="910" y="126"/>
                      <a:pt x="910" y="143"/>
                      <a:pt x="910" y="161"/>
                    </a:cubicBezTo>
                    <a:cubicBezTo>
                      <a:pt x="910" y="302"/>
                      <a:pt x="910" y="507"/>
                      <a:pt x="910" y="761"/>
                    </a:cubicBezTo>
                    <a:cubicBezTo>
                      <a:pt x="910" y="1014"/>
                      <a:pt x="910" y="1315"/>
                      <a:pt x="910" y="1650"/>
                    </a:cubicBezTo>
                    <a:cubicBezTo>
                      <a:pt x="910" y="1692"/>
                      <a:pt x="910" y="1734"/>
                      <a:pt x="910" y="1777"/>
                    </a:cubicBezTo>
                    <a:lnTo>
                      <a:pt x="910" y="1809"/>
                    </a:lnTo>
                    <a:cubicBezTo>
                      <a:pt x="910" y="1820"/>
                      <a:pt x="909" y="1831"/>
                      <a:pt x="906" y="1842"/>
                    </a:cubicBezTo>
                    <a:cubicBezTo>
                      <a:pt x="903" y="1852"/>
                      <a:pt x="899" y="1862"/>
                      <a:pt x="893" y="1872"/>
                    </a:cubicBezTo>
                    <a:cubicBezTo>
                      <a:pt x="886" y="1881"/>
                      <a:pt x="879" y="1889"/>
                      <a:pt x="870" y="1896"/>
                    </a:cubicBezTo>
                    <a:cubicBezTo>
                      <a:pt x="853" y="1910"/>
                      <a:pt x="831" y="1919"/>
                      <a:pt x="809" y="1920"/>
                    </a:cubicBezTo>
                    <a:cubicBezTo>
                      <a:pt x="787" y="1921"/>
                      <a:pt x="765" y="1920"/>
                      <a:pt x="742" y="1920"/>
                    </a:cubicBezTo>
                    <a:cubicBezTo>
                      <a:pt x="698" y="1920"/>
                      <a:pt x="652" y="1920"/>
                      <a:pt x="607" y="1920"/>
                    </a:cubicBezTo>
                    <a:cubicBezTo>
                      <a:pt x="516" y="1920"/>
                      <a:pt x="423" y="1920"/>
                      <a:pt x="329" y="1920"/>
                    </a:cubicBezTo>
                    <a:cubicBezTo>
                      <a:pt x="282" y="1920"/>
                      <a:pt x="235" y="1920"/>
                      <a:pt x="187" y="1920"/>
                    </a:cubicBezTo>
                    <a:cubicBezTo>
                      <a:pt x="163" y="1920"/>
                      <a:pt x="139" y="1920"/>
                      <a:pt x="115" y="1920"/>
                    </a:cubicBezTo>
                    <a:cubicBezTo>
                      <a:pt x="91" y="1921"/>
                      <a:pt x="66" y="1915"/>
                      <a:pt x="46" y="1901"/>
                    </a:cubicBezTo>
                    <a:cubicBezTo>
                      <a:pt x="26" y="1887"/>
                      <a:pt x="11" y="1866"/>
                      <a:pt x="4" y="1843"/>
                    </a:cubicBezTo>
                    <a:cubicBezTo>
                      <a:pt x="0" y="1831"/>
                      <a:pt x="0" y="1819"/>
                      <a:pt x="0" y="1807"/>
                    </a:cubicBezTo>
                    <a:cubicBezTo>
                      <a:pt x="0" y="1795"/>
                      <a:pt x="0" y="1783"/>
                      <a:pt x="0" y="1771"/>
                    </a:cubicBezTo>
                    <a:cubicBezTo>
                      <a:pt x="0" y="1723"/>
                      <a:pt x="0" y="1676"/>
                      <a:pt x="0" y="1629"/>
                    </a:cubicBezTo>
                    <a:cubicBezTo>
                      <a:pt x="0" y="1535"/>
                      <a:pt x="0" y="1442"/>
                      <a:pt x="0" y="1351"/>
                    </a:cubicBezTo>
                    <a:cubicBezTo>
                      <a:pt x="0" y="1169"/>
                      <a:pt x="0" y="993"/>
                      <a:pt x="0" y="826"/>
                    </a:cubicBezTo>
                    <a:cubicBezTo>
                      <a:pt x="0" y="658"/>
                      <a:pt x="0" y="499"/>
                      <a:pt x="0" y="350"/>
                    </a:cubicBezTo>
                    <a:cubicBezTo>
                      <a:pt x="0" y="276"/>
                      <a:pt x="0" y="204"/>
                      <a:pt x="0" y="135"/>
                    </a:cubicBezTo>
                    <a:cubicBezTo>
                      <a:pt x="0" y="126"/>
                      <a:pt x="0" y="118"/>
                      <a:pt x="0" y="109"/>
                    </a:cubicBezTo>
                    <a:cubicBezTo>
                      <a:pt x="0" y="105"/>
                      <a:pt x="1" y="100"/>
                      <a:pt x="1" y="96"/>
                    </a:cubicBezTo>
                    <a:cubicBezTo>
                      <a:pt x="2" y="92"/>
                      <a:pt x="2" y="88"/>
                      <a:pt x="3" y="83"/>
                    </a:cubicBezTo>
                    <a:cubicBezTo>
                      <a:pt x="7" y="67"/>
                      <a:pt x="15" y="51"/>
                      <a:pt x="25" y="38"/>
                    </a:cubicBezTo>
                    <a:cubicBezTo>
                      <a:pt x="36" y="26"/>
                      <a:pt x="50" y="16"/>
                      <a:pt x="65" y="9"/>
                    </a:cubicBezTo>
                    <a:cubicBezTo>
                      <a:pt x="80" y="2"/>
                      <a:pt x="96" y="0"/>
                      <a:pt x="112" y="0"/>
                    </a:cubicBezTo>
                    <a:cubicBezTo>
                      <a:pt x="144" y="0"/>
                      <a:pt x="175" y="0"/>
                      <a:pt x="205" y="0"/>
                    </a:cubicBezTo>
                    <a:cubicBezTo>
                      <a:pt x="220" y="0"/>
                      <a:pt x="235" y="0"/>
                      <a:pt x="249" y="0"/>
                    </a:cubicBezTo>
                    <a:cubicBezTo>
                      <a:pt x="257" y="0"/>
                      <a:pt x="264" y="0"/>
                      <a:pt x="271" y="0"/>
                    </a:cubicBezTo>
                    <a:cubicBezTo>
                      <a:pt x="278" y="0"/>
                      <a:pt x="286" y="2"/>
                      <a:pt x="292" y="6"/>
                    </a:cubicBezTo>
                    <a:cubicBezTo>
                      <a:pt x="298" y="10"/>
                      <a:pt x="303" y="16"/>
                      <a:pt x="305" y="23"/>
                    </a:cubicBezTo>
                    <a:cubicBezTo>
                      <a:pt x="308" y="30"/>
                      <a:pt x="307" y="37"/>
                      <a:pt x="307" y="44"/>
                    </a:cubicBezTo>
                    <a:cubicBezTo>
                      <a:pt x="307" y="48"/>
                      <a:pt x="307" y="50"/>
                      <a:pt x="307" y="54"/>
                    </a:cubicBezTo>
                    <a:cubicBezTo>
                      <a:pt x="307" y="57"/>
                      <a:pt x="307" y="61"/>
                      <a:pt x="307" y="65"/>
                    </a:cubicBezTo>
                    <a:cubicBezTo>
                      <a:pt x="308" y="71"/>
                      <a:pt x="311" y="77"/>
                      <a:pt x="315" y="82"/>
                    </a:cubicBezTo>
                    <a:cubicBezTo>
                      <a:pt x="320" y="87"/>
                      <a:pt x="325" y="91"/>
                      <a:pt x="332" y="92"/>
                    </a:cubicBezTo>
                    <a:cubicBezTo>
                      <a:pt x="335" y="93"/>
                      <a:pt x="338" y="93"/>
                      <a:pt x="341" y="93"/>
                    </a:cubicBezTo>
                    <a:cubicBezTo>
                      <a:pt x="345" y="93"/>
                      <a:pt x="348" y="93"/>
                      <a:pt x="351" y="93"/>
                    </a:cubicBezTo>
                    <a:cubicBezTo>
                      <a:pt x="364" y="93"/>
                      <a:pt x="377" y="93"/>
                      <a:pt x="389" y="93"/>
                    </a:cubicBezTo>
                    <a:cubicBezTo>
                      <a:pt x="440" y="93"/>
                      <a:pt x="486" y="94"/>
                      <a:pt x="529" y="94"/>
                    </a:cubicBezTo>
                    <a:cubicBezTo>
                      <a:pt x="551" y="94"/>
                      <a:pt x="572" y="94"/>
                      <a:pt x="591" y="94"/>
                    </a:cubicBezTo>
                    <a:cubicBezTo>
                      <a:pt x="596" y="94"/>
                      <a:pt x="601" y="94"/>
                      <a:pt x="606" y="94"/>
                    </a:cubicBezTo>
                    <a:cubicBezTo>
                      <a:pt x="610" y="93"/>
                      <a:pt x="615" y="91"/>
                      <a:pt x="619" y="89"/>
                    </a:cubicBezTo>
                    <a:cubicBezTo>
                      <a:pt x="627" y="84"/>
                      <a:pt x="632" y="76"/>
                      <a:pt x="634" y="68"/>
                    </a:cubicBezTo>
                    <a:cubicBezTo>
                      <a:pt x="635" y="63"/>
                      <a:pt x="634" y="59"/>
                      <a:pt x="634" y="55"/>
                    </a:cubicBezTo>
                    <a:cubicBezTo>
                      <a:pt x="634" y="50"/>
                      <a:pt x="634" y="46"/>
                      <a:pt x="634" y="42"/>
                    </a:cubicBezTo>
                    <a:cubicBezTo>
                      <a:pt x="634" y="38"/>
                      <a:pt x="634" y="34"/>
                      <a:pt x="635" y="29"/>
                    </a:cubicBezTo>
                    <a:cubicBezTo>
                      <a:pt x="636" y="25"/>
                      <a:pt x="637" y="22"/>
                      <a:pt x="639" y="18"/>
                    </a:cubicBezTo>
                    <a:cubicBezTo>
                      <a:pt x="643" y="11"/>
                      <a:pt x="649" y="6"/>
                      <a:pt x="656" y="3"/>
                    </a:cubicBezTo>
                    <a:cubicBezTo>
                      <a:pt x="663" y="0"/>
                      <a:pt x="670" y="1"/>
                      <a:pt x="677" y="1"/>
                    </a:cubicBezTo>
                    <a:cubicBezTo>
                      <a:pt x="704" y="1"/>
                      <a:pt x="727" y="1"/>
                      <a:pt x="746" y="1"/>
                    </a:cubicBezTo>
                    <a:cubicBezTo>
                      <a:pt x="765" y="1"/>
                      <a:pt x="779" y="1"/>
                      <a:pt x="788" y="1"/>
                    </a:cubicBezTo>
                    <a:cubicBezTo>
                      <a:pt x="798" y="1"/>
                      <a:pt x="803" y="1"/>
                      <a:pt x="803" y="1"/>
                    </a:cubicBezTo>
                    <a:cubicBezTo>
                      <a:pt x="803" y="1"/>
                      <a:pt x="798" y="1"/>
                      <a:pt x="788" y="1"/>
                    </a:cubicBezTo>
                    <a:cubicBezTo>
                      <a:pt x="779" y="1"/>
                      <a:pt x="765" y="2"/>
                      <a:pt x="746" y="2"/>
                    </a:cubicBezTo>
                    <a:cubicBezTo>
                      <a:pt x="727" y="2"/>
                      <a:pt x="704" y="2"/>
                      <a:pt x="677" y="2"/>
                    </a:cubicBezTo>
                    <a:cubicBezTo>
                      <a:pt x="670" y="2"/>
                      <a:pt x="663" y="1"/>
                      <a:pt x="656" y="4"/>
                    </a:cubicBezTo>
                    <a:cubicBezTo>
                      <a:pt x="650" y="7"/>
                      <a:pt x="644" y="12"/>
                      <a:pt x="640" y="19"/>
                    </a:cubicBezTo>
                    <a:cubicBezTo>
                      <a:pt x="638" y="22"/>
                      <a:pt x="637" y="26"/>
                      <a:pt x="636" y="30"/>
                    </a:cubicBezTo>
                    <a:cubicBezTo>
                      <a:pt x="635" y="34"/>
                      <a:pt x="636" y="38"/>
                      <a:pt x="636" y="42"/>
                    </a:cubicBezTo>
                    <a:cubicBezTo>
                      <a:pt x="636" y="46"/>
                      <a:pt x="636" y="50"/>
                      <a:pt x="636" y="55"/>
                    </a:cubicBezTo>
                    <a:cubicBezTo>
                      <a:pt x="636" y="59"/>
                      <a:pt x="636" y="63"/>
                      <a:pt x="635" y="68"/>
                    </a:cubicBezTo>
                    <a:cubicBezTo>
                      <a:pt x="633" y="77"/>
                      <a:pt x="627" y="85"/>
                      <a:pt x="619" y="90"/>
                    </a:cubicBezTo>
                    <a:cubicBezTo>
                      <a:pt x="615" y="93"/>
                      <a:pt x="611" y="94"/>
                      <a:pt x="606" y="95"/>
                    </a:cubicBezTo>
                    <a:cubicBezTo>
                      <a:pt x="601" y="95"/>
                      <a:pt x="596" y="95"/>
                      <a:pt x="591" y="95"/>
                    </a:cubicBezTo>
                    <a:cubicBezTo>
                      <a:pt x="571" y="95"/>
                      <a:pt x="551" y="95"/>
                      <a:pt x="529" y="95"/>
                    </a:cubicBezTo>
                    <a:cubicBezTo>
                      <a:pt x="486" y="95"/>
                      <a:pt x="439" y="95"/>
                      <a:pt x="389" y="95"/>
                    </a:cubicBezTo>
                    <a:cubicBezTo>
                      <a:pt x="377" y="95"/>
                      <a:pt x="364" y="95"/>
                      <a:pt x="351" y="95"/>
                    </a:cubicBezTo>
                    <a:cubicBezTo>
                      <a:pt x="348" y="95"/>
                      <a:pt x="344" y="95"/>
                      <a:pt x="341" y="95"/>
                    </a:cubicBezTo>
                    <a:cubicBezTo>
                      <a:pt x="338" y="95"/>
                      <a:pt x="334" y="95"/>
                      <a:pt x="331" y="94"/>
                    </a:cubicBezTo>
                    <a:cubicBezTo>
                      <a:pt x="324" y="92"/>
                      <a:pt x="318" y="89"/>
                      <a:pt x="314" y="83"/>
                    </a:cubicBezTo>
                    <a:cubicBezTo>
                      <a:pt x="309" y="78"/>
                      <a:pt x="306" y="72"/>
                      <a:pt x="305" y="65"/>
                    </a:cubicBezTo>
                    <a:cubicBezTo>
                      <a:pt x="305" y="61"/>
                      <a:pt x="305" y="58"/>
                      <a:pt x="305" y="54"/>
                    </a:cubicBezTo>
                    <a:cubicBezTo>
                      <a:pt x="305" y="51"/>
                      <a:pt x="305" y="47"/>
                      <a:pt x="305" y="44"/>
                    </a:cubicBezTo>
                    <a:cubicBezTo>
                      <a:pt x="305" y="37"/>
                      <a:pt x="306" y="30"/>
                      <a:pt x="303" y="24"/>
                    </a:cubicBezTo>
                    <a:cubicBezTo>
                      <a:pt x="301" y="17"/>
                      <a:pt x="296" y="11"/>
                      <a:pt x="291" y="7"/>
                    </a:cubicBezTo>
                    <a:cubicBezTo>
                      <a:pt x="285" y="3"/>
                      <a:pt x="278" y="2"/>
                      <a:pt x="271" y="2"/>
                    </a:cubicBezTo>
                    <a:lnTo>
                      <a:pt x="249" y="2"/>
                    </a:lnTo>
                    <a:cubicBezTo>
                      <a:pt x="234" y="2"/>
                      <a:pt x="220" y="2"/>
                      <a:pt x="204" y="2"/>
                    </a:cubicBezTo>
                    <a:cubicBezTo>
                      <a:pt x="174" y="2"/>
                      <a:pt x="144" y="2"/>
                      <a:pt x="112" y="2"/>
                    </a:cubicBezTo>
                    <a:cubicBezTo>
                      <a:pt x="96" y="2"/>
                      <a:pt x="80" y="4"/>
                      <a:pt x="65" y="11"/>
                    </a:cubicBezTo>
                    <a:cubicBezTo>
                      <a:pt x="51" y="17"/>
                      <a:pt x="37" y="27"/>
                      <a:pt x="27" y="40"/>
                    </a:cubicBezTo>
                    <a:cubicBezTo>
                      <a:pt x="16" y="52"/>
                      <a:pt x="9" y="67"/>
                      <a:pt x="5" y="84"/>
                    </a:cubicBezTo>
                    <a:cubicBezTo>
                      <a:pt x="4" y="88"/>
                      <a:pt x="4" y="92"/>
                      <a:pt x="3" y="96"/>
                    </a:cubicBezTo>
                    <a:cubicBezTo>
                      <a:pt x="3" y="100"/>
                      <a:pt x="2" y="105"/>
                      <a:pt x="2" y="109"/>
                    </a:cubicBezTo>
                    <a:cubicBezTo>
                      <a:pt x="2" y="117"/>
                      <a:pt x="2" y="126"/>
                      <a:pt x="2" y="135"/>
                    </a:cubicBezTo>
                    <a:cubicBezTo>
                      <a:pt x="2" y="204"/>
                      <a:pt x="2" y="276"/>
                      <a:pt x="2" y="350"/>
                    </a:cubicBezTo>
                    <a:cubicBezTo>
                      <a:pt x="2" y="499"/>
                      <a:pt x="2" y="657"/>
                      <a:pt x="2" y="825"/>
                    </a:cubicBezTo>
                    <a:cubicBezTo>
                      <a:pt x="2" y="992"/>
                      <a:pt x="2" y="1169"/>
                      <a:pt x="2" y="1351"/>
                    </a:cubicBezTo>
                    <a:cubicBezTo>
                      <a:pt x="2" y="1442"/>
                      <a:pt x="2" y="1535"/>
                      <a:pt x="2" y="1629"/>
                    </a:cubicBezTo>
                    <a:cubicBezTo>
                      <a:pt x="2" y="1676"/>
                      <a:pt x="2" y="1723"/>
                      <a:pt x="2" y="1771"/>
                    </a:cubicBezTo>
                    <a:cubicBezTo>
                      <a:pt x="2" y="1783"/>
                      <a:pt x="2" y="1795"/>
                      <a:pt x="2" y="1807"/>
                    </a:cubicBezTo>
                    <a:cubicBezTo>
                      <a:pt x="2" y="1819"/>
                      <a:pt x="3" y="1830"/>
                      <a:pt x="7" y="1842"/>
                    </a:cubicBezTo>
                    <a:cubicBezTo>
                      <a:pt x="13" y="1864"/>
                      <a:pt x="28" y="1885"/>
                      <a:pt x="48" y="1898"/>
                    </a:cubicBezTo>
                    <a:cubicBezTo>
                      <a:pt x="67" y="1912"/>
                      <a:pt x="91" y="1918"/>
                      <a:pt x="115" y="1917"/>
                    </a:cubicBezTo>
                    <a:cubicBezTo>
                      <a:pt x="139" y="1917"/>
                      <a:pt x="163" y="1917"/>
                      <a:pt x="187" y="1917"/>
                    </a:cubicBezTo>
                    <a:cubicBezTo>
                      <a:pt x="234" y="1917"/>
                      <a:pt x="282" y="1917"/>
                      <a:pt x="329" y="1917"/>
                    </a:cubicBezTo>
                    <a:cubicBezTo>
                      <a:pt x="423" y="1917"/>
                      <a:pt x="516" y="1917"/>
                      <a:pt x="607" y="1917"/>
                    </a:cubicBezTo>
                    <a:cubicBezTo>
                      <a:pt x="652" y="1917"/>
                      <a:pt x="697" y="1917"/>
                      <a:pt x="742" y="1917"/>
                    </a:cubicBezTo>
                    <a:cubicBezTo>
                      <a:pt x="764" y="1917"/>
                      <a:pt x="787" y="1918"/>
                      <a:pt x="809" y="1917"/>
                    </a:cubicBezTo>
                    <a:cubicBezTo>
                      <a:pt x="830" y="1916"/>
                      <a:pt x="852" y="1907"/>
                      <a:pt x="868" y="1894"/>
                    </a:cubicBezTo>
                    <a:cubicBezTo>
                      <a:pt x="877" y="1887"/>
                      <a:pt x="884" y="1879"/>
                      <a:pt x="890" y="1870"/>
                    </a:cubicBezTo>
                    <a:cubicBezTo>
                      <a:pt x="896" y="1861"/>
                      <a:pt x="900" y="1851"/>
                      <a:pt x="903" y="1841"/>
                    </a:cubicBezTo>
                    <a:cubicBezTo>
                      <a:pt x="906" y="1830"/>
                      <a:pt x="907" y="1820"/>
                      <a:pt x="907" y="1809"/>
                    </a:cubicBezTo>
                    <a:cubicBezTo>
                      <a:pt x="907" y="1798"/>
                      <a:pt x="907" y="1788"/>
                      <a:pt x="907" y="1777"/>
                    </a:cubicBezTo>
                    <a:cubicBezTo>
                      <a:pt x="907" y="1734"/>
                      <a:pt x="907" y="1692"/>
                      <a:pt x="907" y="1650"/>
                    </a:cubicBezTo>
                    <a:cubicBezTo>
                      <a:pt x="907" y="1315"/>
                      <a:pt x="907" y="1013"/>
                      <a:pt x="908" y="760"/>
                    </a:cubicBezTo>
                    <a:cubicBezTo>
                      <a:pt x="908" y="507"/>
                      <a:pt x="908" y="302"/>
                      <a:pt x="908" y="161"/>
                    </a:cubicBezTo>
                    <a:cubicBezTo>
                      <a:pt x="908" y="143"/>
                      <a:pt x="908" y="126"/>
                      <a:pt x="908" y="110"/>
                    </a:cubicBezTo>
                    <a:cubicBezTo>
                      <a:pt x="908" y="95"/>
                      <a:pt x="906" y="80"/>
                      <a:pt x="901" y="68"/>
                    </a:cubicBezTo>
                    <a:cubicBezTo>
                      <a:pt x="895" y="55"/>
                      <a:pt x="888" y="44"/>
                      <a:pt x="881" y="36"/>
                    </a:cubicBezTo>
                    <a:cubicBezTo>
                      <a:pt x="873" y="28"/>
                      <a:pt x="865" y="21"/>
                      <a:pt x="857" y="16"/>
                    </a:cubicBezTo>
                    <a:cubicBezTo>
                      <a:pt x="841" y="7"/>
                      <a:pt x="826" y="4"/>
                      <a:pt x="817" y="2"/>
                    </a:cubicBezTo>
                    <a:cubicBezTo>
                      <a:pt x="812" y="2"/>
                      <a:pt x="809" y="2"/>
                      <a:pt x="806" y="1"/>
                    </a:cubicBezTo>
                    <a:cubicBezTo>
                      <a:pt x="804" y="1"/>
                      <a:pt x="803" y="1"/>
                      <a:pt x="803" y="1"/>
                    </a:cubicBezTo>
                    <a:close/>
                  </a:path>
                </a:pathLst>
              </a:custGeom>
              <a:solidFill>
                <a:schemeClr val="accent1"/>
              </a:solidFill>
              <a:ln cap="flat" cmpd="sng" w="9525">
                <a:solidFill>
                  <a:schemeClr val="accent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79" name="Google Shape;179;p5"/>
              <p:cNvSpPr/>
              <p:nvPr/>
            </p:nvSpPr>
            <p:spPr>
              <a:xfrm>
                <a:off x="207210" y="1137797"/>
                <a:ext cx="142120" cy="3644"/>
              </a:xfrm>
              <a:custGeom>
                <a:rect b="b" l="l" r="r" t="t"/>
                <a:pathLst>
                  <a:path extrusionOk="0" h="2" w="78">
                    <a:moveTo>
                      <a:pt x="78" y="1"/>
                    </a:moveTo>
                    <a:cubicBezTo>
                      <a:pt x="78" y="1"/>
                      <a:pt x="61" y="2"/>
                      <a:pt x="39" y="2"/>
                    </a:cubicBezTo>
                    <a:cubicBezTo>
                      <a:pt x="18" y="2"/>
                      <a:pt x="0" y="2"/>
                      <a:pt x="0" y="1"/>
                    </a:cubicBezTo>
                    <a:cubicBezTo>
                      <a:pt x="0" y="1"/>
                      <a:pt x="18" y="0"/>
                      <a:pt x="39" y="0"/>
                    </a:cubicBezTo>
                    <a:cubicBezTo>
                      <a:pt x="61" y="0"/>
                      <a:pt x="78" y="0"/>
                      <a:pt x="78"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80" name="Google Shape;180;p5"/>
              <p:cNvSpPr/>
              <p:nvPr/>
            </p:nvSpPr>
            <p:spPr>
              <a:xfrm>
                <a:off x="207210" y="1174238"/>
                <a:ext cx="143942" cy="3644"/>
              </a:xfrm>
              <a:custGeom>
                <a:rect b="b" l="l" r="r" t="t"/>
                <a:pathLst>
                  <a:path extrusionOk="0" h="2" w="79">
                    <a:moveTo>
                      <a:pt x="79" y="1"/>
                    </a:moveTo>
                    <a:cubicBezTo>
                      <a:pt x="79" y="1"/>
                      <a:pt x="61" y="2"/>
                      <a:pt x="39" y="2"/>
                    </a:cubicBezTo>
                    <a:cubicBezTo>
                      <a:pt x="18" y="2"/>
                      <a:pt x="0" y="2"/>
                      <a:pt x="0" y="1"/>
                    </a:cubicBezTo>
                    <a:cubicBezTo>
                      <a:pt x="0" y="1"/>
                      <a:pt x="18" y="0"/>
                      <a:pt x="39" y="0"/>
                    </a:cubicBezTo>
                    <a:cubicBezTo>
                      <a:pt x="61" y="0"/>
                      <a:pt x="79" y="0"/>
                      <a:pt x="79"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81" name="Google Shape;181;p5"/>
              <p:cNvSpPr/>
              <p:nvPr/>
            </p:nvSpPr>
            <p:spPr>
              <a:xfrm>
                <a:off x="207210" y="1210679"/>
                <a:ext cx="143942" cy="3644"/>
              </a:xfrm>
              <a:custGeom>
                <a:rect b="b" l="l" r="r" t="t"/>
                <a:pathLst>
                  <a:path extrusionOk="0" h="2" w="79">
                    <a:moveTo>
                      <a:pt x="79" y="1"/>
                    </a:moveTo>
                    <a:cubicBezTo>
                      <a:pt x="79" y="1"/>
                      <a:pt x="61" y="2"/>
                      <a:pt x="40" y="2"/>
                    </a:cubicBezTo>
                    <a:cubicBezTo>
                      <a:pt x="18" y="2"/>
                      <a:pt x="0" y="2"/>
                      <a:pt x="0" y="1"/>
                    </a:cubicBezTo>
                    <a:cubicBezTo>
                      <a:pt x="0" y="1"/>
                      <a:pt x="18" y="0"/>
                      <a:pt x="40" y="0"/>
                    </a:cubicBezTo>
                    <a:cubicBezTo>
                      <a:pt x="61" y="0"/>
                      <a:pt x="79" y="0"/>
                      <a:pt x="79"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82" name="Google Shape;182;p5"/>
              <p:cNvSpPr/>
              <p:nvPr/>
            </p:nvSpPr>
            <p:spPr>
              <a:xfrm>
                <a:off x="-1009920" y="1443901"/>
                <a:ext cx="1353785" cy="251442"/>
              </a:xfrm>
              <a:custGeom>
                <a:rect b="b" l="l" r="r" t="t"/>
                <a:pathLst>
                  <a:path extrusionOk="0" h="138" w="743">
                    <a:moveTo>
                      <a:pt x="685" y="137"/>
                    </a:moveTo>
                    <a:cubicBezTo>
                      <a:pt x="685" y="137"/>
                      <a:pt x="687" y="136"/>
                      <a:pt x="690" y="136"/>
                    </a:cubicBezTo>
                    <a:cubicBezTo>
                      <a:pt x="693" y="136"/>
                      <a:pt x="697" y="135"/>
                      <a:pt x="702" y="134"/>
                    </a:cubicBezTo>
                    <a:cubicBezTo>
                      <a:pt x="707" y="132"/>
                      <a:pt x="713" y="129"/>
                      <a:pt x="720" y="124"/>
                    </a:cubicBezTo>
                    <a:cubicBezTo>
                      <a:pt x="726" y="120"/>
                      <a:pt x="732" y="113"/>
                      <a:pt x="737" y="103"/>
                    </a:cubicBezTo>
                    <a:cubicBezTo>
                      <a:pt x="739" y="98"/>
                      <a:pt x="741" y="93"/>
                      <a:pt x="741" y="87"/>
                    </a:cubicBezTo>
                    <a:cubicBezTo>
                      <a:pt x="742" y="82"/>
                      <a:pt x="742" y="76"/>
                      <a:pt x="742" y="69"/>
                    </a:cubicBezTo>
                    <a:cubicBezTo>
                      <a:pt x="742" y="63"/>
                      <a:pt x="742" y="56"/>
                      <a:pt x="741" y="49"/>
                    </a:cubicBezTo>
                    <a:cubicBezTo>
                      <a:pt x="740" y="43"/>
                      <a:pt x="737" y="36"/>
                      <a:pt x="733" y="30"/>
                    </a:cubicBezTo>
                    <a:cubicBezTo>
                      <a:pt x="726" y="17"/>
                      <a:pt x="712" y="7"/>
                      <a:pt x="696" y="4"/>
                    </a:cubicBezTo>
                    <a:cubicBezTo>
                      <a:pt x="688" y="2"/>
                      <a:pt x="679" y="3"/>
                      <a:pt x="670" y="3"/>
                    </a:cubicBezTo>
                    <a:cubicBezTo>
                      <a:pt x="661" y="3"/>
                      <a:pt x="652" y="3"/>
                      <a:pt x="643" y="3"/>
                    </a:cubicBezTo>
                    <a:cubicBezTo>
                      <a:pt x="493" y="3"/>
                      <a:pt x="286" y="3"/>
                      <a:pt x="58" y="3"/>
                    </a:cubicBezTo>
                    <a:cubicBezTo>
                      <a:pt x="44" y="3"/>
                      <a:pt x="30" y="9"/>
                      <a:pt x="20" y="18"/>
                    </a:cubicBezTo>
                    <a:cubicBezTo>
                      <a:pt x="10" y="27"/>
                      <a:pt x="4" y="40"/>
                      <a:pt x="3" y="54"/>
                    </a:cubicBezTo>
                    <a:cubicBezTo>
                      <a:pt x="2" y="61"/>
                      <a:pt x="3" y="68"/>
                      <a:pt x="3" y="75"/>
                    </a:cubicBezTo>
                    <a:cubicBezTo>
                      <a:pt x="2" y="82"/>
                      <a:pt x="3" y="88"/>
                      <a:pt x="5" y="95"/>
                    </a:cubicBezTo>
                    <a:cubicBezTo>
                      <a:pt x="8" y="108"/>
                      <a:pt x="17" y="119"/>
                      <a:pt x="28" y="126"/>
                    </a:cubicBezTo>
                    <a:cubicBezTo>
                      <a:pt x="33" y="130"/>
                      <a:pt x="39" y="132"/>
                      <a:pt x="46" y="134"/>
                    </a:cubicBezTo>
                    <a:cubicBezTo>
                      <a:pt x="52" y="135"/>
                      <a:pt x="58" y="135"/>
                      <a:pt x="65" y="135"/>
                    </a:cubicBezTo>
                    <a:cubicBezTo>
                      <a:pt x="78" y="135"/>
                      <a:pt x="91" y="135"/>
                      <a:pt x="104" y="135"/>
                    </a:cubicBezTo>
                    <a:cubicBezTo>
                      <a:pt x="130" y="135"/>
                      <a:pt x="156" y="135"/>
                      <a:pt x="180" y="135"/>
                    </a:cubicBezTo>
                    <a:cubicBezTo>
                      <a:pt x="279" y="135"/>
                      <a:pt x="368" y="135"/>
                      <a:pt x="443" y="136"/>
                    </a:cubicBezTo>
                    <a:cubicBezTo>
                      <a:pt x="518" y="136"/>
                      <a:pt x="579" y="136"/>
                      <a:pt x="620" y="136"/>
                    </a:cubicBezTo>
                    <a:cubicBezTo>
                      <a:pt x="641" y="136"/>
                      <a:pt x="658" y="136"/>
                      <a:pt x="669" y="136"/>
                    </a:cubicBezTo>
                    <a:cubicBezTo>
                      <a:pt x="674" y="136"/>
                      <a:pt x="678" y="136"/>
                      <a:pt x="681" y="136"/>
                    </a:cubicBezTo>
                    <a:cubicBezTo>
                      <a:pt x="684" y="136"/>
                      <a:pt x="685" y="137"/>
                      <a:pt x="685" y="137"/>
                    </a:cubicBezTo>
                    <a:cubicBezTo>
                      <a:pt x="685" y="137"/>
                      <a:pt x="684" y="137"/>
                      <a:pt x="681" y="137"/>
                    </a:cubicBezTo>
                    <a:cubicBezTo>
                      <a:pt x="678" y="137"/>
                      <a:pt x="674" y="137"/>
                      <a:pt x="669" y="137"/>
                    </a:cubicBezTo>
                    <a:cubicBezTo>
                      <a:pt x="657" y="137"/>
                      <a:pt x="641" y="137"/>
                      <a:pt x="620" y="137"/>
                    </a:cubicBezTo>
                    <a:cubicBezTo>
                      <a:pt x="579" y="137"/>
                      <a:pt x="518" y="137"/>
                      <a:pt x="443" y="137"/>
                    </a:cubicBezTo>
                    <a:cubicBezTo>
                      <a:pt x="368" y="138"/>
                      <a:pt x="279" y="138"/>
                      <a:pt x="180" y="138"/>
                    </a:cubicBezTo>
                    <a:cubicBezTo>
                      <a:pt x="156" y="138"/>
                      <a:pt x="130" y="138"/>
                      <a:pt x="104" y="138"/>
                    </a:cubicBezTo>
                    <a:cubicBezTo>
                      <a:pt x="91" y="138"/>
                      <a:pt x="78" y="138"/>
                      <a:pt x="65" y="138"/>
                    </a:cubicBezTo>
                    <a:cubicBezTo>
                      <a:pt x="59" y="138"/>
                      <a:pt x="52" y="138"/>
                      <a:pt x="45" y="136"/>
                    </a:cubicBezTo>
                    <a:cubicBezTo>
                      <a:pt x="38" y="135"/>
                      <a:pt x="32" y="132"/>
                      <a:pt x="26" y="128"/>
                    </a:cubicBezTo>
                    <a:cubicBezTo>
                      <a:pt x="15" y="121"/>
                      <a:pt x="6" y="109"/>
                      <a:pt x="2" y="95"/>
                    </a:cubicBezTo>
                    <a:cubicBezTo>
                      <a:pt x="0" y="89"/>
                      <a:pt x="0" y="81"/>
                      <a:pt x="0" y="75"/>
                    </a:cubicBezTo>
                    <a:cubicBezTo>
                      <a:pt x="0" y="68"/>
                      <a:pt x="0" y="61"/>
                      <a:pt x="0" y="54"/>
                    </a:cubicBezTo>
                    <a:cubicBezTo>
                      <a:pt x="1" y="39"/>
                      <a:pt x="8" y="26"/>
                      <a:pt x="19" y="16"/>
                    </a:cubicBezTo>
                    <a:cubicBezTo>
                      <a:pt x="29" y="6"/>
                      <a:pt x="44" y="0"/>
                      <a:pt x="58" y="0"/>
                    </a:cubicBezTo>
                    <a:cubicBezTo>
                      <a:pt x="286" y="0"/>
                      <a:pt x="493" y="1"/>
                      <a:pt x="643" y="1"/>
                    </a:cubicBezTo>
                    <a:cubicBezTo>
                      <a:pt x="652" y="1"/>
                      <a:pt x="661" y="1"/>
                      <a:pt x="670" y="1"/>
                    </a:cubicBezTo>
                    <a:cubicBezTo>
                      <a:pt x="679" y="1"/>
                      <a:pt x="688" y="0"/>
                      <a:pt x="696" y="2"/>
                    </a:cubicBezTo>
                    <a:cubicBezTo>
                      <a:pt x="713" y="5"/>
                      <a:pt x="727" y="16"/>
                      <a:pt x="735" y="29"/>
                    </a:cubicBezTo>
                    <a:cubicBezTo>
                      <a:pt x="739" y="35"/>
                      <a:pt x="741" y="42"/>
                      <a:pt x="742" y="49"/>
                    </a:cubicBezTo>
                    <a:cubicBezTo>
                      <a:pt x="743" y="56"/>
                      <a:pt x="743" y="63"/>
                      <a:pt x="743" y="69"/>
                    </a:cubicBezTo>
                    <a:cubicBezTo>
                      <a:pt x="743" y="75"/>
                      <a:pt x="743" y="81"/>
                      <a:pt x="742" y="87"/>
                    </a:cubicBezTo>
                    <a:cubicBezTo>
                      <a:pt x="742" y="93"/>
                      <a:pt x="740" y="98"/>
                      <a:pt x="738" y="103"/>
                    </a:cubicBezTo>
                    <a:cubicBezTo>
                      <a:pt x="733" y="113"/>
                      <a:pt x="727" y="120"/>
                      <a:pt x="720" y="125"/>
                    </a:cubicBezTo>
                    <a:cubicBezTo>
                      <a:pt x="714" y="130"/>
                      <a:pt x="708" y="133"/>
                      <a:pt x="702" y="134"/>
                    </a:cubicBezTo>
                    <a:cubicBezTo>
                      <a:pt x="697" y="136"/>
                      <a:pt x="693" y="136"/>
                      <a:pt x="690" y="136"/>
                    </a:cubicBezTo>
                    <a:cubicBezTo>
                      <a:pt x="687" y="136"/>
                      <a:pt x="686" y="136"/>
                      <a:pt x="686" y="136"/>
                    </a:cubicBezTo>
                    <a:lnTo>
                      <a:pt x="685" y="137"/>
                    </a:lnTo>
                    <a:close/>
                  </a:path>
                </a:pathLst>
              </a:custGeom>
              <a:solidFill>
                <a:schemeClr val="dk1"/>
              </a:solidFill>
              <a:ln>
                <a:noFill/>
              </a:ln>
            </p:spPr>
            <p:txBody>
              <a:bodyPr anchorCtr="1" anchor="ctr" bIns="4675" lIns="90000" spcFirstLastPara="1" rIns="90000" wrap="square" tIns="467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83" name="Google Shape;183;p5"/>
              <p:cNvSpPr/>
              <p:nvPr/>
            </p:nvSpPr>
            <p:spPr>
              <a:xfrm>
                <a:off x="-527076" y="2571748"/>
                <a:ext cx="783483" cy="5466"/>
              </a:xfrm>
              <a:custGeom>
                <a:rect b="b" l="l" r="r" t="t"/>
                <a:pathLst>
                  <a:path extrusionOk="0" h="3" w="430">
                    <a:moveTo>
                      <a:pt x="430" y="2"/>
                    </a:moveTo>
                    <a:cubicBezTo>
                      <a:pt x="430" y="2"/>
                      <a:pt x="334" y="3"/>
                      <a:pt x="215" y="3"/>
                    </a:cubicBezTo>
                    <a:cubicBezTo>
                      <a:pt x="96" y="3"/>
                      <a:pt x="0" y="2"/>
                      <a:pt x="0" y="2"/>
                    </a:cubicBezTo>
                    <a:cubicBezTo>
                      <a:pt x="0" y="1"/>
                      <a:pt x="96" y="0"/>
                      <a:pt x="215" y="0"/>
                    </a:cubicBezTo>
                    <a:cubicBezTo>
                      <a:pt x="334" y="0"/>
                      <a:pt x="430" y="1"/>
                      <a:pt x="430"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84" name="Google Shape;184;p5"/>
              <p:cNvSpPr/>
              <p:nvPr/>
            </p:nvSpPr>
            <p:spPr>
              <a:xfrm>
                <a:off x="-527076" y="2999929"/>
                <a:ext cx="792593" cy="5466"/>
              </a:xfrm>
              <a:custGeom>
                <a:rect b="b" l="l" r="r" t="t"/>
                <a:pathLst>
                  <a:path extrusionOk="0" h="3" w="435">
                    <a:moveTo>
                      <a:pt x="435" y="1"/>
                    </a:moveTo>
                    <a:cubicBezTo>
                      <a:pt x="435" y="2"/>
                      <a:pt x="337" y="3"/>
                      <a:pt x="217" y="3"/>
                    </a:cubicBezTo>
                    <a:cubicBezTo>
                      <a:pt x="97" y="3"/>
                      <a:pt x="0" y="2"/>
                      <a:pt x="0" y="1"/>
                    </a:cubicBezTo>
                    <a:cubicBezTo>
                      <a:pt x="0" y="1"/>
                      <a:pt x="96" y="0"/>
                      <a:pt x="217" y="0"/>
                    </a:cubicBezTo>
                    <a:cubicBezTo>
                      <a:pt x="337" y="0"/>
                      <a:pt x="435" y="1"/>
                      <a:pt x="43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85" name="Google Shape;185;p5"/>
              <p:cNvSpPr/>
              <p:nvPr/>
            </p:nvSpPr>
            <p:spPr>
              <a:xfrm>
                <a:off x="-527076" y="3065523"/>
                <a:ext cx="783483" cy="3644"/>
              </a:xfrm>
              <a:custGeom>
                <a:rect b="b" l="l" r="r" t="t"/>
                <a:pathLst>
                  <a:path extrusionOk="0" h="2" w="430">
                    <a:moveTo>
                      <a:pt x="430" y="1"/>
                    </a:moveTo>
                    <a:cubicBezTo>
                      <a:pt x="430" y="2"/>
                      <a:pt x="334" y="2"/>
                      <a:pt x="215" y="2"/>
                    </a:cubicBezTo>
                    <a:cubicBezTo>
                      <a:pt x="96" y="2"/>
                      <a:pt x="0" y="2"/>
                      <a:pt x="0" y="1"/>
                    </a:cubicBezTo>
                    <a:cubicBezTo>
                      <a:pt x="0" y="0"/>
                      <a:pt x="96" y="0"/>
                      <a:pt x="215" y="0"/>
                    </a:cubicBezTo>
                    <a:cubicBezTo>
                      <a:pt x="334" y="0"/>
                      <a:pt x="430" y="0"/>
                      <a:pt x="430"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86" name="Google Shape;186;p5"/>
              <p:cNvSpPr/>
              <p:nvPr/>
            </p:nvSpPr>
            <p:spPr>
              <a:xfrm>
                <a:off x="-527076" y="3491882"/>
                <a:ext cx="792593" cy="5466"/>
              </a:xfrm>
              <a:custGeom>
                <a:rect b="b" l="l" r="r" t="t"/>
                <a:pathLst>
                  <a:path extrusionOk="0" h="3" w="435">
                    <a:moveTo>
                      <a:pt x="435" y="2"/>
                    </a:moveTo>
                    <a:cubicBezTo>
                      <a:pt x="435" y="2"/>
                      <a:pt x="337" y="3"/>
                      <a:pt x="217" y="3"/>
                    </a:cubicBezTo>
                    <a:cubicBezTo>
                      <a:pt x="97" y="3"/>
                      <a:pt x="0" y="2"/>
                      <a:pt x="0" y="2"/>
                    </a:cubicBezTo>
                    <a:cubicBezTo>
                      <a:pt x="0" y="1"/>
                      <a:pt x="96" y="0"/>
                      <a:pt x="217" y="0"/>
                    </a:cubicBezTo>
                    <a:cubicBezTo>
                      <a:pt x="337" y="0"/>
                      <a:pt x="435" y="1"/>
                      <a:pt x="435" y="2"/>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87" name="Google Shape;187;p5"/>
              <p:cNvSpPr/>
              <p:nvPr/>
            </p:nvSpPr>
            <p:spPr>
              <a:xfrm>
                <a:off x="-527076" y="3557476"/>
                <a:ext cx="783483" cy="5466"/>
              </a:xfrm>
              <a:custGeom>
                <a:rect b="b" l="l" r="r" t="t"/>
                <a:pathLst>
                  <a:path extrusionOk="0" h="3" w="430">
                    <a:moveTo>
                      <a:pt x="430" y="1"/>
                    </a:moveTo>
                    <a:cubicBezTo>
                      <a:pt x="430" y="2"/>
                      <a:pt x="334" y="3"/>
                      <a:pt x="215" y="3"/>
                    </a:cubicBezTo>
                    <a:cubicBezTo>
                      <a:pt x="96" y="3"/>
                      <a:pt x="0" y="2"/>
                      <a:pt x="0" y="1"/>
                    </a:cubicBezTo>
                    <a:cubicBezTo>
                      <a:pt x="0" y="0"/>
                      <a:pt x="96" y="0"/>
                      <a:pt x="215" y="0"/>
                    </a:cubicBezTo>
                    <a:cubicBezTo>
                      <a:pt x="334" y="0"/>
                      <a:pt x="430" y="0"/>
                      <a:pt x="430" y="1"/>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88" name="Google Shape;188;p5"/>
              <p:cNvSpPr/>
              <p:nvPr/>
            </p:nvSpPr>
            <p:spPr>
              <a:xfrm>
                <a:off x="-527076" y="3982013"/>
                <a:ext cx="792593" cy="3644"/>
              </a:xfrm>
              <a:custGeom>
                <a:rect b="b" l="l" r="r" t="t"/>
                <a:pathLst>
                  <a:path extrusionOk="0" h="2" w="435">
                    <a:moveTo>
                      <a:pt x="435" y="1"/>
                    </a:moveTo>
                    <a:cubicBezTo>
                      <a:pt x="435" y="2"/>
                      <a:pt x="337" y="2"/>
                      <a:pt x="217" y="2"/>
                    </a:cubicBezTo>
                    <a:cubicBezTo>
                      <a:pt x="97" y="2"/>
                      <a:pt x="0" y="2"/>
                      <a:pt x="0" y="1"/>
                    </a:cubicBezTo>
                    <a:cubicBezTo>
                      <a:pt x="0" y="0"/>
                      <a:pt x="96" y="0"/>
                      <a:pt x="217" y="0"/>
                    </a:cubicBezTo>
                    <a:cubicBezTo>
                      <a:pt x="337" y="0"/>
                      <a:pt x="435" y="0"/>
                      <a:pt x="43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89" name="Google Shape;189;p5"/>
              <p:cNvSpPr/>
              <p:nvPr/>
            </p:nvSpPr>
            <p:spPr>
              <a:xfrm>
                <a:off x="-527076" y="4045784"/>
                <a:ext cx="783483" cy="5466"/>
              </a:xfrm>
              <a:custGeom>
                <a:rect b="b" l="l" r="r" t="t"/>
                <a:pathLst>
                  <a:path extrusionOk="0" h="3" w="430">
                    <a:moveTo>
                      <a:pt x="430" y="2"/>
                    </a:moveTo>
                    <a:cubicBezTo>
                      <a:pt x="430" y="2"/>
                      <a:pt x="334" y="3"/>
                      <a:pt x="215" y="3"/>
                    </a:cubicBezTo>
                    <a:cubicBezTo>
                      <a:pt x="96" y="3"/>
                      <a:pt x="0" y="2"/>
                      <a:pt x="0" y="2"/>
                    </a:cubicBezTo>
                    <a:cubicBezTo>
                      <a:pt x="0" y="1"/>
                      <a:pt x="96" y="0"/>
                      <a:pt x="215" y="0"/>
                    </a:cubicBezTo>
                    <a:cubicBezTo>
                      <a:pt x="334" y="0"/>
                      <a:pt x="430" y="1"/>
                      <a:pt x="430"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190" name="Google Shape;190;p5"/>
            <p:cNvGrpSpPr/>
            <p:nvPr/>
          </p:nvGrpSpPr>
          <p:grpSpPr>
            <a:xfrm flipH="1">
              <a:off x="7830526" y="4746263"/>
              <a:ext cx="1065901" cy="619495"/>
              <a:chOff x="-192639" y="64613"/>
              <a:chExt cx="1065901" cy="619495"/>
            </a:xfrm>
          </p:grpSpPr>
          <p:sp>
            <p:nvSpPr>
              <p:cNvPr id="191" name="Google Shape;191;p5"/>
              <p:cNvSpPr/>
              <p:nvPr/>
            </p:nvSpPr>
            <p:spPr>
              <a:xfrm>
                <a:off x="-192639" y="64613"/>
                <a:ext cx="1065901" cy="619495"/>
              </a:xfrm>
              <a:custGeom>
                <a:rect b="b" l="l" r="r" t="t"/>
                <a:pathLst>
                  <a:path extrusionOk="0" h="340" w="585">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2" name="Google Shape;192;p5"/>
              <p:cNvSpPr/>
              <p:nvPr/>
            </p:nvSpPr>
            <p:spPr>
              <a:xfrm>
                <a:off x="-188995" y="139317"/>
                <a:ext cx="1060435" cy="3644"/>
              </a:xfrm>
              <a:custGeom>
                <a:rect b="b" l="l" r="r" t="t"/>
                <a:pathLst>
                  <a:path extrusionOk="0" h="2" w="582">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3" name="Google Shape;193;p5"/>
              <p:cNvSpPr/>
              <p:nvPr/>
            </p:nvSpPr>
            <p:spPr>
              <a:xfrm>
                <a:off x="-99714" y="243174"/>
                <a:ext cx="327969" cy="327968"/>
              </a:xfrm>
              <a:custGeom>
                <a:rect b="b" l="l" r="r" t="t"/>
                <a:pathLst>
                  <a:path extrusionOk="0" h="180" w="180">
                    <a:moveTo>
                      <a:pt x="0" y="0"/>
                    </a:moveTo>
                    <a:lnTo>
                      <a:pt x="180" y="0"/>
                    </a:lnTo>
                    <a:lnTo>
                      <a:pt x="180" y="180"/>
                    </a:lnTo>
                    <a:lnTo>
                      <a:pt x="0" y="180"/>
                    </a:lnTo>
                    <a:lnTo>
                      <a:pt x="0" y="0"/>
                    </a:lnTo>
                    <a:close/>
                  </a:path>
                </a:pathLst>
              </a:custGeom>
              <a:solidFill>
                <a:schemeClr val="accent2"/>
              </a:solidFill>
              <a:ln>
                <a:noFill/>
              </a:ln>
            </p:spPr>
            <p:txBody>
              <a:bodyPr anchorCtr="1" anchor="ctr" bIns="19800" lIns="90000" spcFirstLastPara="1" rIns="90000" wrap="square" tIns="19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4" name="Google Shape;194;p5"/>
              <p:cNvSpPr/>
              <p:nvPr/>
            </p:nvSpPr>
            <p:spPr>
              <a:xfrm>
                <a:off x="319358" y="294191"/>
                <a:ext cx="475556" cy="5466"/>
              </a:xfrm>
              <a:custGeom>
                <a:rect b="b" l="l" r="r" t="t"/>
                <a:pathLst>
                  <a:path extrusionOk="0" h="3" w="261">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5" name="Google Shape;195;p5"/>
              <p:cNvSpPr/>
              <p:nvPr/>
            </p:nvSpPr>
            <p:spPr>
              <a:xfrm>
                <a:off x="319358" y="368895"/>
                <a:ext cx="484666" cy="3644"/>
              </a:xfrm>
              <a:custGeom>
                <a:rect b="b" l="l" r="r" t="t"/>
                <a:pathLst>
                  <a:path extrusionOk="0" h="2" w="266">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6" name="Google Shape;196;p5"/>
              <p:cNvSpPr/>
              <p:nvPr/>
            </p:nvSpPr>
            <p:spPr>
              <a:xfrm>
                <a:off x="319358" y="441777"/>
                <a:ext cx="484666" cy="3644"/>
              </a:xfrm>
              <a:custGeom>
                <a:rect b="b" l="l" r="r" t="t"/>
                <a:pathLst>
                  <a:path extrusionOk="0" h="2" w="266">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7" name="Google Shape;197;p5"/>
              <p:cNvSpPr/>
              <p:nvPr/>
            </p:nvSpPr>
            <p:spPr>
              <a:xfrm>
                <a:off x="319358" y="514659"/>
                <a:ext cx="484666" cy="3644"/>
              </a:xfrm>
              <a:custGeom>
                <a:rect b="b" l="l" r="r" t="t"/>
                <a:pathLst>
                  <a:path extrusionOk="0" h="2" w="266">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198" name="Google Shape;198;p5"/>
          <p:cNvGrpSpPr/>
          <p:nvPr/>
        </p:nvGrpSpPr>
        <p:grpSpPr>
          <a:xfrm>
            <a:off x="-467821" y="4104134"/>
            <a:ext cx="1293604" cy="1903762"/>
            <a:chOff x="-467821" y="4104134"/>
            <a:chExt cx="1293604" cy="1903762"/>
          </a:xfrm>
        </p:grpSpPr>
        <p:grpSp>
          <p:nvGrpSpPr>
            <p:cNvPr id="199" name="Google Shape;199;p5"/>
            <p:cNvGrpSpPr/>
            <p:nvPr/>
          </p:nvGrpSpPr>
          <p:grpSpPr>
            <a:xfrm rot="5400000">
              <a:off x="-243698" y="4938415"/>
              <a:ext cx="1629907" cy="509054"/>
              <a:chOff x="5401930" y="789587"/>
              <a:chExt cx="1629907" cy="509054"/>
            </a:xfrm>
          </p:grpSpPr>
          <p:sp>
            <p:nvSpPr>
              <p:cNvPr id="200" name="Google Shape;200;p5"/>
              <p:cNvSpPr/>
              <p:nvPr/>
            </p:nvSpPr>
            <p:spPr>
              <a:xfrm>
                <a:off x="5401930" y="1244155"/>
                <a:ext cx="54486" cy="54486"/>
              </a:xfrm>
              <a:custGeom>
                <a:rect b="b" l="l" r="r" t="t"/>
                <a:pathLst>
                  <a:path extrusionOk="0" h="35" w="35">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1" name="Google Shape;201;p5"/>
              <p:cNvSpPr/>
              <p:nvPr/>
            </p:nvSpPr>
            <p:spPr>
              <a:xfrm>
                <a:off x="5423724" y="789587"/>
                <a:ext cx="1608112" cy="470135"/>
              </a:xfrm>
              <a:custGeom>
                <a:rect b="b" l="l" r="r" t="t"/>
                <a:pathLst>
                  <a:path extrusionOk="0" h="302" w="1033">
                    <a:moveTo>
                      <a:pt x="6" y="302"/>
                    </a:moveTo>
                    <a:lnTo>
                      <a:pt x="0" y="302"/>
                    </a:lnTo>
                    <a:lnTo>
                      <a:pt x="0" y="96"/>
                    </a:lnTo>
                    <a:cubicBezTo>
                      <a:pt x="0" y="43"/>
                      <a:pt x="43" y="0"/>
                      <a:pt x="95" y="0"/>
                    </a:cubicBezTo>
                    <a:lnTo>
                      <a:pt x="937" y="0"/>
                    </a:lnTo>
                    <a:cubicBezTo>
                      <a:pt x="990" y="0"/>
                      <a:pt x="1033" y="43"/>
                      <a:pt x="1033" y="96"/>
                    </a:cubicBezTo>
                    <a:lnTo>
                      <a:pt x="1033" y="129"/>
                    </a:lnTo>
                    <a:lnTo>
                      <a:pt x="1026" y="129"/>
                    </a:lnTo>
                    <a:lnTo>
                      <a:pt x="1026" y="96"/>
                    </a:lnTo>
                    <a:cubicBezTo>
                      <a:pt x="1026" y="47"/>
                      <a:pt x="986" y="7"/>
                      <a:pt x="937" y="7"/>
                    </a:cubicBezTo>
                    <a:lnTo>
                      <a:pt x="95" y="7"/>
                    </a:lnTo>
                    <a:cubicBezTo>
                      <a:pt x="46" y="7"/>
                      <a:pt x="6" y="47"/>
                      <a:pt x="6" y="96"/>
                    </a:cubicBezTo>
                    <a:lnTo>
                      <a:pt x="6" y="302"/>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
          <p:nvSpPr>
            <p:cNvPr id="202" name="Google Shape;202;p5"/>
            <p:cNvSpPr/>
            <p:nvPr/>
          </p:nvSpPr>
          <p:spPr>
            <a:xfrm flipH="1" rot="-5400000">
              <a:off x="-467821" y="4104134"/>
              <a:ext cx="652200" cy="652200"/>
            </a:xfrm>
            <a:prstGeom prst="roundRect">
              <a:avLst>
                <a:gd fmla="val 3057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203" name="Google Shape;203;p5"/>
          <p:cNvGrpSpPr/>
          <p:nvPr/>
        </p:nvGrpSpPr>
        <p:grpSpPr>
          <a:xfrm>
            <a:off x="-467813" y="-389062"/>
            <a:ext cx="9963094" cy="2257077"/>
            <a:chOff x="-467813" y="-389062"/>
            <a:chExt cx="9963094" cy="2257077"/>
          </a:xfrm>
        </p:grpSpPr>
        <p:sp>
          <p:nvSpPr>
            <p:cNvPr id="204" name="Google Shape;204;p5"/>
            <p:cNvSpPr/>
            <p:nvPr/>
          </p:nvSpPr>
          <p:spPr>
            <a:xfrm>
              <a:off x="-467813" y="917813"/>
              <a:ext cx="807169" cy="807166"/>
            </a:xfrm>
            <a:custGeom>
              <a:rect b="b" l="l" r="r" t="t"/>
              <a:pathLst>
                <a:path extrusionOk="0" h="443" w="443">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205" name="Google Shape;205;p5"/>
            <p:cNvGrpSpPr/>
            <p:nvPr/>
          </p:nvGrpSpPr>
          <p:grpSpPr>
            <a:xfrm>
              <a:off x="431852" y="1589242"/>
              <a:ext cx="278774" cy="278773"/>
              <a:chOff x="2013865" y="139317"/>
              <a:chExt cx="278774" cy="278773"/>
            </a:xfrm>
          </p:grpSpPr>
          <p:sp>
            <p:nvSpPr>
              <p:cNvPr id="206" name="Google Shape;206;p5"/>
              <p:cNvSpPr/>
              <p:nvPr/>
            </p:nvSpPr>
            <p:spPr>
              <a:xfrm>
                <a:off x="2015687" y="139317"/>
                <a:ext cx="275130" cy="276951"/>
              </a:xfrm>
              <a:custGeom>
                <a:rect b="b" l="l" r="r" t="t"/>
                <a:pathLst>
                  <a:path extrusionOk="0" h="152" w="151">
                    <a:moveTo>
                      <a:pt x="85" y="139"/>
                    </a:moveTo>
                    <a:cubicBezTo>
                      <a:pt x="80" y="140"/>
                      <a:pt x="74" y="140"/>
                      <a:pt x="69" y="139"/>
                    </a:cubicBezTo>
                    <a:lnTo>
                      <a:pt x="60" y="152"/>
                    </a:lnTo>
                    <a:lnTo>
                      <a:pt x="36" y="143"/>
                    </a:lnTo>
                    <a:lnTo>
                      <a:pt x="38" y="128"/>
                    </a:lnTo>
                    <a:cubicBezTo>
                      <a:pt x="34" y="124"/>
                      <a:pt x="30" y="120"/>
                      <a:pt x="26" y="116"/>
                    </a:cubicBezTo>
                    <a:lnTo>
                      <a:pt x="11" y="119"/>
                    </a:lnTo>
                    <a:lnTo>
                      <a:pt x="0" y="96"/>
                    </a:lnTo>
                    <a:lnTo>
                      <a:pt x="13" y="86"/>
                    </a:lnTo>
                    <a:cubicBezTo>
                      <a:pt x="12" y="81"/>
                      <a:pt x="12" y="75"/>
                      <a:pt x="13" y="69"/>
                    </a:cubicBezTo>
                    <a:lnTo>
                      <a:pt x="0" y="61"/>
                    </a:lnTo>
                    <a:lnTo>
                      <a:pt x="9" y="37"/>
                    </a:lnTo>
                    <a:lnTo>
                      <a:pt x="24" y="39"/>
                    </a:lnTo>
                    <a:cubicBezTo>
                      <a:pt x="27" y="35"/>
                      <a:pt x="31" y="30"/>
                      <a:pt x="36" y="27"/>
                    </a:cubicBezTo>
                    <a:lnTo>
                      <a:pt x="33" y="12"/>
                    </a:lnTo>
                    <a:lnTo>
                      <a:pt x="56" y="1"/>
                    </a:lnTo>
                    <a:lnTo>
                      <a:pt x="66" y="14"/>
                    </a:lnTo>
                    <a:cubicBezTo>
                      <a:pt x="71" y="13"/>
                      <a:pt x="77" y="13"/>
                      <a:pt x="82" y="13"/>
                    </a:cubicBezTo>
                    <a:lnTo>
                      <a:pt x="91" y="0"/>
                    </a:lnTo>
                    <a:lnTo>
                      <a:pt x="115" y="10"/>
                    </a:lnTo>
                    <a:lnTo>
                      <a:pt x="113" y="25"/>
                    </a:lnTo>
                    <a:cubicBezTo>
                      <a:pt x="117" y="28"/>
                      <a:pt x="121" y="32"/>
                      <a:pt x="125" y="37"/>
                    </a:cubicBezTo>
                    <a:lnTo>
                      <a:pt x="140" y="34"/>
                    </a:lnTo>
                    <a:lnTo>
                      <a:pt x="151" y="57"/>
                    </a:lnTo>
                    <a:lnTo>
                      <a:pt x="138" y="66"/>
                    </a:lnTo>
                    <a:cubicBezTo>
                      <a:pt x="139" y="72"/>
                      <a:pt x="139" y="78"/>
                      <a:pt x="138" y="83"/>
                    </a:cubicBezTo>
                    <a:lnTo>
                      <a:pt x="151" y="92"/>
                    </a:lnTo>
                    <a:lnTo>
                      <a:pt x="142" y="116"/>
                    </a:lnTo>
                    <a:lnTo>
                      <a:pt x="127" y="114"/>
                    </a:lnTo>
                    <a:cubicBezTo>
                      <a:pt x="124" y="118"/>
                      <a:pt x="120" y="122"/>
                      <a:pt x="115" y="126"/>
                    </a:cubicBezTo>
                    <a:lnTo>
                      <a:pt x="118" y="141"/>
                    </a:lnTo>
                    <a:lnTo>
                      <a:pt x="95" y="151"/>
                    </a:lnTo>
                    <a:lnTo>
                      <a:pt x="85" y="139"/>
                    </a:lnTo>
                    <a:moveTo>
                      <a:pt x="86" y="102"/>
                    </a:moveTo>
                    <a:cubicBezTo>
                      <a:pt x="99" y="96"/>
                      <a:pt x="106" y="79"/>
                      <a:pt x="100" y="66"/>
                    </a:cubicBezTo>
                    <a:cubicBezTo>
                      <a:pt x="93" y="52"/>
                      <a:pt x="77" y="45"/>
                      <a:pt x="63" y="52"/>
                    </a:cubicBezTo>
                    <a:cubicBezTo>
                      <a:pt x="49" y="58"/>
                      <a:pt x="43" y="74"/>
                      <a:pt x="49" y="88"/>
                    </a:cubicBezTo>
                    <a:cubicBezTo>
                      <a:pt x="55" y="102"/>
                      <a:pt x="72" y="108"/>
                      <a:pt x="86" y="102"/>
                    </a:cubicBezTo>
                    <a:close/>
                  </a:path>
                </a:pathLst>
              </a:custGeom>
              <a:solidFill>
                <a:schemeClr val="lt2"/>
              </a:solidFill>
              <a:ln>
                <a:noFill/>
              </a:ln>
            </p:spPr>
            <p:txBody>
              <a:bodyPr anchorCtr="1" anchor="ctr" bIns="9700" lIns="90000" spcFirstLastPara="1" rIns="90000" wrap="square" tIns="97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7" name="Google Shape;207;p5"/>
              <p:cNvSpPr/>
              <p:nvPr/>
            </p:nvSpPr>
            <p:spPr>
              <a:xfrm>
                <a:off x="2099501" y="226775"/>
                <a:ext cx="102035" cy="103857"/>
              </a:xfrm>
              <a:custGeom>
                <a:rect b="b" l="l" r="r" t="t"/>
                <a:pathLst>
                  <a:path extrusionOk="0" h="57" w="56">
                    <a:moveTo>
                      <a:pt x="40" y="54"/>
                    </a:moveTo>
                    <a:cubicBezTo>
                      <a:pt x="40" y="54"/>
                      <a:pt x="38" y="55"/>
                      <a:pt x="33" y="56"/>
                    </a:cubicBezTo>
                    <a:cubicBezTo>
                      <a:pt x="29" y="57"/>
                      <a:pt x="22" y="57"/>
                      <a:pt x="15" y="53"/>
                    </a:cubicBezTo>
                    <a:cubicBezTo>
                      <a:pt x="11" y="52"/>
                      <a:pt x="8" y="49"/>
                      <a:pt x="5" y="45"/>
                    </a:cubicBezTo>
                    <a:cubicBezTo>
                      <a:pt x="2" y="41"/>
                      <a:pt x="0" y="36"/>
                      <a:pt x="0" y="31"/>
                    </a:cubicBezTo>
                    <a:cubicBezTo>
                      <a:pt x="0" y="28"/>
                      <a:pt x="0" y="25"/>
                      <a:pt x="1" y="23"/>
                    </a:cubicBezTo>
                    <a:cubicBezTo>
                      <a:pt x="1" y="20"/>
                      <a:pt x="2" y="17"/>
                      <a:pt x="4" y="15"/>
                    </a:cubicBezTo>
                    <a:cubicBezTo>
                      <a:pt x="7" y="10"/>
                      <a:pt x="11" y="5"/>
                      <a:pt x="17" y="3"/>
                    </a:cubicBezTo>
                    <a:cubicBezTo>
                      <a:pt x="22" y="0"/>
                      <a:pt x="29" y="0"/>
                      <a:pt x="34" y="1"/>
                    </a:cubicBezTo>
                    <a:cubicBezTo>
                      <a:pt x="37" y="2"/>
                      <a:pt x="40" y="3"/>
                      <a:pt x="42" y="4"/>
                    </a:cubicBezTo>
                    <a:cubicBezTo>
                      <a:pt x="45" y="5"/>
                      <a:pt x="47" y="7"/>
                      <a:pt x="49" y="9"/>
                    </a:cubicBezTo>
                    <a:cubicBezTo>
                      <a:pt x="53" y="13"/>
                      <a:pt x="55" y="18"/>
                      <a:pt x="56" y="22"/>
                    </a:cubicBezTo>
                    <a:cubicBezTo>
                      <a:pt x="57" y="27"/>
                      <a:pt x="57" y="31"/>
                      <a:pt x="56" y="35"/>
                    </a:cubicBezTo>
                    <a:cubicBezTo>
                      <a:pt x="54" y="43"/>
                      <a:pt x="49" y="48"/>
                      <a:pt x="46" y="51"/>
                    </a:cubicBezTo>
                    <a:cubicBezTo>
                      <a:pt x="42" y="53"/>
                      <a:pt x="40" y="54"/>
                      <a:pt x="40" y="54"/>
                    </a:cubicBezTo>
                    <a:cubicBezTo>
                      <a:pt x="39" y="54"/>
                      <a:pt x="42" y="53"/>
                      <a:pt x="45" y="50"/>
                    </a:cubicBezTo>
                    <a:cubicBezTo>
                      <a:pt x="48" y="48"/>
                      <a:pt x="53" y="43"/>
                      <a:pt x="55" y="35"/>
                    </a:cubicBezTo>
                    <a:cubicBezTo>
                      <a:pt x="55" y="31"/>
                      <a:pt x="56" y="27"/>
                      <a:pt x="55" y="23"/>
                    </a:cubicBezTo>
                    <a:cubicBezTo>
                      <a:pt x="53" y="18"/>
                      <a:pt x="51" y="14"/>
                      <a:pt x="48" y="10"/>
                    </a:cubicBezTo>
                    <a:cubicBezTo>
                      <a:pt x="46" y="8"/>
                      <a:pt x="44" y="7"/>
                      <a:pt x="42" y="6"/>
                    </a:cubicBezTo>
                    <a:cubicBezTo>
                      <a:pt x="39" y="4"/>
                      <a:pt x="37" y="3"/>
                      <a:pt x="34" y="3"/>
                    </a:cubicBezTo>
                    <a:cubicBezTo>
                      <a:pt x="29" y="1"/>
                      <a:pt x="23" y="2"/>
                      <a:pt x="17" y="4"/>
                    </a:cubicBezTo>
                    <a:cubicBezTo>
                      <a:pt x="12" y="7"/>
                      <a:pt x="8" y="11"/>
                      <a:pt x="5" y="16"/>
                    </a:cubicBezTo>
                    <a:cubicBezTo>
                      <a:pt x="4" y="18"/>
                      <a:pt x="3" y="20"/>
                      <a:pt x="2" y="23"/>
                    </a:cubicBezTo>
                    <a:cubicBezTo>
                      <a:pt x="2" y="26"/>
                      <a:pt x="1" y="28"/>
                      <a:pt x="2" y="31"/>
                    </a:cubicBezTo>
                    <a:cubicBezTo>
                      <a:pt x="2" y="36"/>
                      <a:pt x="4" y="40"/>
                      <a:pt x="6" y="44"/>
                    </a:cubicBezTo>
                    <a:cubicBezTo>
                      <a:pt x="9" y="48"/>
                      <a:pt x="12" y="51"/>
                      <a:pt x="15" y="53"/>
                    </a:cubicBezTo>
                    <a:cubicBezTo>
                      <a:pt x="22" y="56"/>
                      <a:pt x="29" y="56"/>
                      <a:pt x="33" y="56"/>
                    </a:cubicBezTo>
                    <a:cubicBezTo>
                      <a:pt x="37" y="55"/>
                      <a:pt x="40" y="54"/>
                      <a:pt x="40" y="54"/>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8" name="Google Shape;208;p5"/>
              <p:cNvSpPr/>
              <p:nvPr/>
            </p:nvSpPr>
            <p:spPr>
              <a:xfrm>
                <a:off x="2013865" y="139317"/>
                <a:ext cx="278774" cy="278773"/>
              </a:xfrm>
              <a:custGeom>
                <a:rect b="b" l="l" r="r" t="t"/>
                <a:pathLst>
                  <a:path extrusionOk="0" h="153" w="153">
                    <a:moveTo>
                      <a:pt x="86" y="139"/>
                    </a:moveTo>
                    <a:cubicBezTo>
                      <a:pt x="86" y="139"/>
                      <a:pt x="87" y="139"/>
                      <a:pt x="87" y="140"/>
                    </a:cubicBezTo>
                    <a:lnTo>
                      <a:pt x="89" y="142"/>
                    </a:lnTo>
                    <a:cubicBezTo>
                      <a:pt x="90" y="144"/>
                      <a:pt x="93" y="147"/>
                      <a:pt x="96" y="151"/>
                    </a:cubicBezTo>
                    <a:lnTo>
                      <a:pt x="96" y="151"/>
                    </a:lnTo>
                    <a:cubicBezTo>
                      <a:pt x="102" y="148"/>
                      <a:pt x="109" y="145"/>
                      <a:pt x="119" y="141"/>
                    </a:cubicBezTo>
                    <a:lnTo>
                      <a:pt x="119" y="141"/>
                    </a:lnTo>
                    <a:cubicBezTo>
                      <a:pt x="118" y="136"/>
                      <a:pt x="117" y="131"/>
                      <a:pt x="116" y="126"/>
                    </a:cubicBezTo>
                    <a:lnTo>
                      <a:pt x="116" y="125"/>
                    </a:lnTo>
                    <a:lnTo>
                      <a:pt x="116" y="125"/>
                    </a:lnTo>
                    <a:cubicBezTo>
                      <a:pt x="120" y="122"/>
                      <a:pt x="124" y="118"/>
                      <a:pt x="127" y="113"/>
                    </a:cubicBezTo>
                    <a:lnTo>
                      <a:pt x="128" y="113"/>
                    </a:lnTo>
                    <a:lnTo>
                      <a:pt x="128" y="113"/>
                    </a:lnTo>
                    <a:cubicBezTo>
                      <a:pt x="133" y="114"/>
                      <a:pt x="138" y="114"/>
                      <a:pt x="143" y="115"/>
                    </a:cubicBezTo>
                    <a:lnTo>
                      <a:pt x="143" y="116"/>
                    </a:lnTo>
                    <a:cubicBezTo>
                      <a:pt x="146" y="108"/>
                      <a:pt x="149" y="100"/>
                      <a:pt x="152" y="92"/>
                    </a:cubicBezTo>
                    <a:lnTo>
                      <a:pt x="152" y="92"/>
                    </a:lnTo>
                    <a:cubicBezTo>
                      <a:pt x="148" y="90"/>
                      <a:pt x="144" y="87"/>
                      <a:pt x="139" y="84"/>
                    </a:cubicBezTo>
                    <a:lnTo>
                      <a:pt x="139" y="83"/>
                    </a:lnTo>
                    <a:lnTo>
                      <a:pt x="139" y="83"/>
                    </a:lnTo>
                    <a:cubicBezTo>
                      <a:pt x="139" y="78"/>
                      <a:pt x="139" y="72"/>
                      <a:pt x="138" y="67"/>
                    </a:cubicBezTo>
                    <a:lnTo>
                      <a:pt x="138" y="66"/>
                    </a:lnTo>
                    <a:lnTo>
                      <a:pt x="139" y="66"/>
                    </a:lnTo>
                    <a:cubicBezTo>
                      <a:pt x="143" y="63"/>
                      <a:pt x="147" y="60"/>
                      <a:pt x="151" y="57"/>
                    </a:cubicBezTo>
                    <a:lnTo>
                      <a:pt x="151" y="57"/>
                    </a:lnTo>
                    <a:cubicBezTo>
                      <a:pt x="148" y="50"/>
                      <a:pt x="144" y="42"/>
                      <a:pt x="141" y="34"/>
                    </a:cubicBezTo>
                    <a:lnTo>
                      <a:pt x="141" y="34"/>
                    </a:lnTo>
                    <a:cubicBezTo>
                      <a:pt x="137" y="35"/>
                      <a:pt x="131" y="36"/>
                      <a:pt x="126" y="37"/>
                    </a:cubicBezTo>
                    <a:lnTo>
                      <a:pt x="126" y="37"/>
                    </a:lnTo>
                    <a:lnTo>
                      <a:pt x="125" y="37"/>
                    </a:lnTo>
                    <a:cubicBezTo>
                      <a:pt x="122" y="33"/>
                      <a:pt x="118" y="29"/>
                      <a:pt x="113" y="26"/>
                    </a:cubicBezTo>
                    <a:lnTo>
                      <a:pt x="113" y="26"/>
                    </a:lnTo>
                    <a:lnTo>
                      <a:pt x="113" y="25"/>
                    </a:lnTo>
                    <a:cubicBezTo>
                      <a:pt x="114" y="20"/>
                      <a:pt x="115" y="15"/>
                      <a:pt x="115" y="10"/>
                    </a:cubicBezTo>
                    <a:lnTo>
                      <a:pt x="116" y="11"/>
                    </a:lnTo>
                    <a:cubicBezTo>
                      <a:pt x="108" y="8"/>
                      <a:pt x="100" y="4"/>
                      <a:pt x="92" y="1"/>
                    </a:cubicBezTo>
                    <a:lnTo>
                      <a:pt x="93" y="1"/>
                    </a:lnTo>
                    <a:cubicBezTo>
                      <a:pt x="90" y="5"/>
                      <a:pt x="87" y="9"/>
                      <a:pt x="84" y="14"/>
                    </a:cubicBezTo>
                    <a:lnTo>
                      <a:pt x="84" y="14"/>
                    </a:lnTo>
                    <a:lnTo>
                      <a:pt x="83" y="14"/>
                    </a:lnTo>
                    <a:cubicBezTo>
                      <a:pt x="78" y="14"/>
                      <a:pt x="72" y="14"/>
                      <a:pt x="67" y="15"/>
                    </a:cubicBezTo>
                    <a:lnTo>
                      <a:pt x="67" y="15"/>
                    </a:lnTo>
                    <a:cubicBezTo>
                      <a:pt x="66" y="14"/>
                      <a:pt x="68" y="15"/>
                      <a:pt x="66" y="14"/>
                    </a:cubicBezTo>
                    <a:lnTo>
                      <a:pt x="66" y="14"/>
                    </a:lnTo>
                    <a:lnTo>
                      <a:pt x="66" y="14"/>
                    </a:lnTo>
                    <a:lnTo>
                      <a:pt x="66" y="14"/>
                    </a:lnTo>
                    <a:lnTo>
                      <a:pt x="65" y="14"/>
                    </a:lnTo>
                    <a:lnTo>
                      <a:pt x="65" y="13"/>
                    </a:lnTo>
                    <a:lnTo>
                      <a:pt x="64" y="11"/>
                    </a:lnTo>
                    <a:lnTo>
                      <a:pt x="61" y="8"/>
                    </a:lnTo>
                    <a:cubicBezTo>
                      <a:pt x="60" y="6"/>
                      <a:pt x="58" y="4"/>
                      <a:pt x="57" y="2"/>
                    </a:cubicBezTo>
                    <a:lnTo>
                      <a:pt x="58" y="2"/>
                    </a:lnTo>
                    <a:cubicBezTo>
                      <a:pt x="50" y="6"/>
                      <a:pt x="42" y="9"/>
                      <a:pt x="34" y="13"/>
                    </a:cubicBezTo>
                    <a:lnTo>
                      <a:pt x="35" y="12"/>
                    </a:lnTo>
                    <a:cubicBezTo>
                      <a:pt x="36" y="17"/>
                      <a:pt x="37" y="22"/>
                      <a:pt x="38" y="27"/>
                    </a:cubicBezTo>
                    <a:lnTo>
                      <a:pt x="38" y="27"/>
                    </a:lnTo>
                    <a:lnTo>
                      <a:pt x="37" y="28"/>
                    </a:lnTo>
                    <a:cubicBezTo>
                      <a:pt x="33" y="31"/>
                      <a:pt x="29" y="35"/>
                      <a:pt x="26" y="40"/>
                    </a:cubicBezTo>
                    <a:lnTo>
                      <a:pt x="26" y="40"/>
                    </a:lnTo>
                    <a:lnTo>
                      <a:pt x="25" y="40"/>
                    </a:lnTo>
                    <a:cubicBezTo>
                      <a:pt x="20" y="39"/>
                      <a:pt x="15" y="39"/>
                      <a:pt x="10" y="38"/>
                    </a:cubicBezTo>
                    <a:lnTo>
                      <a:pt x="11" y="37"/>
                    </a:lnTo>
                    <a:cubicBezTo>
                      <a:pt x="8" y="46"/>
                      <a:pt x="4" y="53"/>
                      <a:pt x="1" y="61"/>
                    </a:cubicBezTo>
                    <a:lnTo>
                      <a:pt x="1" y="60"/>
                    </a:lnTo>
                    <a:cubicBezTo>
                      <a:pt x="6" y="63"/>
                      <a:pt x="10" y="66"/>
                      <a:pt x="14" y="69"/>
                    </a:cubicBezTo>
                    <a:lnTo>
                      <a:pt x="14" y="69"/>
                    </a:lnTo>
                    <a:lnTo>
                      <a:pt x="14" y="70"/>
                    </a:lnTo>
                    <a:cubicBezTo>
                      <a:pt x="14" y="75"/>
                      <a:pt x="14" y="81"/>
                      <a:pt x="15" y="86"/>
                    </a:cubicBezTo>
                    <a:lnTo>
                      <a:pt x="15" y="87"/>
                    </a:lnTo>
                    <a:lnTo>
                      <a:pt x="14" y="87"/>
                    </a:lnTo>
                    <a:cubicBezTo>
                      <a:pt x="10" y="90"/>
                      <a:pt x="6" y="93"/>
                      <a:pt x="2" y="96"/>
                    </a:cubicBezTo>
                    <a:lnTo>
                      <a:pt x="2" y="96"/>
                    </a:lnTo>
                    <a:cubicBezTo>
                      <a:pt x="6" y="104"/>
                      <a:pt x="9" y="112"/>
                      <a:pt x="13" y="119"/>
                    </a:cubicBezTo>
                    <a:lnTo>
                      <a:pt x="12" y="119"/>
                    </a:lnTo>
                    <a:cubicBezTo>
                      <a:pt x="17" y="118"/>
                      <a:pt x="22" y="117"/>
                      <a:pt x="27" y="116"/>
                    </a:cubicBezTo>
                    <a:lnTo>
                      <a:pt x="27" y="116"/>
                    </a:lnTo>
                    <a:lnTo>
                      <a:pt x="28" y="116"/>
                    </a:lnTo>
                    <a:cubicBezTo>
                      <a:pt x="31" y="121"/>
                      <a:pt x="35" y="124"/>
                      <a:pt x="40" y="127"/>
                    </a:cubicBezTo>
                    <a:lnTo>
                      <a:pt x="40" y="128"/>
                    </a:lnTo>
                    <a:lnTo>
                      <a:pt x="40" y="128"/>
                    </a:lnTo>
                    <a:cubicBezTo>
                      <a:pt x="39" y="134"/>
                      <a:pt x="38" y="139"/>
                      <a:pt x="38" y="143"/>
                    </a:cubicBezTo>
                    <a:lnTo>
                      <a:pt x="37" y="143"/>
                    </a:lnTo>
                    <a:cubicBezTo>
                      <a:pt x="47" y="146"/>
                      <a:pt x="55" y="150"/>
                      <a:pt x="61" y="152"/>
                    </a:cubicBezTo>
                    <a:lnTo>
                      <a:pt x="61" y="152"/>
                    </a:lnTo>
                    <a:cubicBezTo>
                      <a:pt x="64" y="147"/>
                      <a:pt x="67" y="143"/>
                      <a:pt x="70" y="139"/>
                    </a:cubicBezTo>
                    <a:lnTo>
                      <a:pt x="70" y="139"/>
                    </a:lnTo>
                    <a:lnTo>
                      <a:pt x="70" y="139"/>
                    </a:lnTo>
                    <a:cubicBezTo>
                      <a:pt x="75" y="140"/>
                      <a:pt x="80" y="140"/>
                      <a:pt x="82" y="140"/>
                    </a:cubicBezTo>
                    <a:lnTo>
                      <a:pt x="85" y="139"/>
                    </a:lnTo>
                    <a:cubicBezTo>
                      <a:pt x="86" y="139"/>
                      <a:pt x="87" y="139"/>
                      <a:pt x="87" y="139"/>
                    </a:cubicBezTo>
                    <a:cubicBezTo>
                      <a:pt x="87" y="139"/>
                      <a:pt x="85" y="138"/>
                      <a:pt x="85" y="139"/>
                    </a:cubicBezTo>
                    <a:cubicBezTo>
                      <a:pt x="84" y="140"/>
                      <a:pt x="84" y="140"/>
                      <a:pt x="82" y="140"/>
                    </a:cubicBezTo>
                    <a:cubicBezTo>
                      <a:pt x="80" y="140"/>
                      <a:pt x="75" y="140"/>
                      <a:pt x="70" y="140"/>
                    </a:cubicBezTo>
                    <a:lnTo>
                      <a:pt x="70" y="140"/>
                    </a:lnTo>
                    <a:cubicBezTo>
                      <a:pt x="68" y="143"/>
                      <a:pt x="65" y="148"/>
                      <a:pt x="61" y="153"/>
                    </a:cubicBezTo>
                    <a:lnTo>
                      <a:pt x="61" y="153"/>
                    </a:lnTo>
                    <a:lnTo>
                      <a:pt x="61" y="153"/>
                    </a:lnTo>
                    <a:cubicBezTo>
                      <a:pt x="54" y="150"/>
                      <a:pt x="46" y="147"/>
                      <a:pt x="37" y="144"/>
                    </a:cubicBezTo>
                    <a:lnTo>
                      <a:pt x="37" y="144"/>
                    </a:lnTo>
                    <a:lnTo>
                      <a:pt x="37" y="143"/>
                    </a:lnTo>
                    <a:cubicBezTo>
                      <a:pt x="37" y="138"/>
                      <a:pt x="38" y="133"/>
                      <a:pt x="39" y="128"/>
                    </a:cubicBezTo>
                    <a:lnTo>
                      <a:pt x="39" y="128"/>
                    </a:lnTo>
                    <a:cubicBezTo>
                      <a:pt x="35" y="125"/>
                      <a:pt x="31" y="121"/>
                      <a:pt x="27" y="117"/>
                    </a:cubicBezTo>
                    <a:lnTo>
                      <a:pt x="27" y="117"/>
                    </a:lnTo>
                    <a:cubicBezTo>
                      <a:pt x="23" y="118"/>
                      <a:pt x="17" y="119"/>
                      <a:pt x="12" y="120"/>
                    </a:cubicBezTo>
                    <a:lnTo>
                      <a:pt x="12" y="120"/>
                    </a:lnTo>
                    <a:lnTo>
                      <a:pt x="11" y="120"/>
                    </a:lnTo>
                    <a:cubicBezTo>
                      <a:pt x="8" y="112"/>
                      <a:pt x="5" y="104"/>
                      <a:pt x="1" y="96"/>
                    </a:cubicBezTo>
                    <a:lnTo>
                      <a:pt x="1" y="96"/>
                    </a:lnTo>
                    <a:lnTo>
                      <a:pt x="1" y="95"/>
                    </a:lnTo>
                    <a:cubicBezTo>
                      <a:pt x="5" y="92"/>
                      <a:pt x="9" y="89"/>
                      <a:pt x="14" y="86"/>
                    </a:cubicBezTo>
                    <a:lnTo>
                      <a:pt x="13" y="87"/>
                    </a:lnTo>
                    <a:cubicBezTo>
                      <a:pt x="12" y="81"/>
                      <a:pt x="12" y="76"/>
                      <a:pt x="13" y="70"/>
                    </a:cubicBezTo>
                    <a:lnTo>
                      <a:pt x="13" y="70"/>
                    </a:lnTo>
                    <a:cubicBezTo>
                      <a:pt x="9" y="68"/>
                      <a:pt x="5" y="65"/>
                      <a:pt x="0" y="62"/>
                    </a:cubicBezTo>
                    <a:lnTo>
                      <a:pt x="0" y="61"/>
                    </a:lnTo>
                    <a:lnTo>
                      <a:pt x="0" y="61"/>
                    </a:lnTo>
                    <a:cubicBezTo>
                      <a:pt x="3" y="53"/>
                      <a:pt x="6" y="45"/>
                      <a:pt x="9" y="37"/>
                    </a:cubicBezTo>
                    <a:lnTo>
                      <a:pt x="10" y="36"/>
                    </a:lnTo>
                    <a:lnTo>
                      <a:pt x="10" y="36"/>
                    </a:lnTo>
                    <a:cubicBezTo>
                      <a:pt x="15" y="37"/>
                      <a:pt x="20" y="38"/>
                      <a:pt x="25" y="39"/>
                    </a:cubicBezTo>
                    <a:lnTo>
                      <a:pt x="25" y="39"/>
                    </a:lnTo>
                    <a:cubicBezTo>
                      <a:pt x="28" y="34"/>
                      <a:pt x="32" y="30"/>
                      <a:pt x="36" y="27"/>
                    </a:cubicBezTo>
                    <a:lnTo>
                      <a:pt x="36" y="27"/>
                    </a:lnTo>
                    <a:cubicBezTo>
                      <a:pt x="35" y="22"/>
                      <a:pt x="34" y="17"/>
                      <a:pt x="33" y="12"/>
                    </a:cubicBezTo>
                    <a:lnTo>
                      <a:pt x="33" y="12"/>
                    </a:lnTo>
                    <a:lnTo>
                      <a:pt x="34" y="11"/>
                    </a:lnTo>
                    <a:cubicBezTo>
                      <a:pt x="41" y="8"/>
                      <a:pt x="49" y="4"/>
                      <a:pt x="57" y="1"/>
                    </a:cubicBezTo>
                    <a:lnTo>
                      <a:pt x="58" y="1"/>
                    </a:lnTo>
                    <a:lnTo>
                      <a:pt x="58" y="1"/>
                    </a:lnTo>
                    <a:lnTo>
                      <a:pt x="63" y="7"/>
                    </a:lnTo>
                    <a:lnTo>
                      <a:pt x="65" y="11"/>
                    </a:lnTo>
                    <a:lnTo>
                      <a:pt x="66" y="12"/>
                    </a:lnTo>
                    <a:lnTo>
                      <a:pt x="67" y="13"/>
                    </a:lnTo>
                    <a:lnTo>
                      <a:pt x="67" y="13"/>
                    </a:lnTo>
                    <a:lnTo>
                      <a:pt x="67" y="13"/>
                    </a:lnTo>
                    <a:lnTo>
                      <a:pt x="67" y="14"/>
                    </a:lnTo>
                    <a:lnTo>
                      <a:pt x="67" y="14"/>
                    </a:lnTo>
                    <a:cubicBezTo>
                      <a:pt x="66" y="13"/>
                      <a:pt x="67" y="14"/>
                      <a:pt x="67" y="13"/>
                    </a:cubicBezTo>
                    <a:lnTo>
                      <a:pt x="67" y="13"/>
                    </a:lnTo>
                    <a:cubicBezTo>
                      <a:pt x="72" y="12"/>
                      <a:pt x="78" y="12"/>
                      <a:pt x="84" y="13"/>
                    </a:cubicBezTo>
                    <a:lnTo>
                      <a:pt x="83" y="13"/>
                    </a:lnTo>
                    <a:cubicBezTo>
                      <a:pt x="86" y="9"/>
                      <a:pt x="89" y="4"/>
                      <a:pt x="91" y="0"/>
                    </a:cubicBezTo>
                    <a:lnTo>
                      <a:pt x="92" y="0"/>
                    </a:lnTo>
                    <a:lnTo>
                      <a:pt x="92" y="0"/>
                    </a:lnTo>
                    <a:cubicBezTo>
                      <a:pt x="101" y="3"/>
                      <a:pt x="109" y="6"/>
                      <a:pt x="116" y="9"/>
                    </a:cubicBezTo>
                    <a:lnTo>
                      <a:pt x="117" y="10"/>
                    </a:lnTo>
                    <a:lnTo>
                      <a:pt x="117" y="10"/>
                    </a:lnTo>
                    <a:cubicBezTo>
                      <a:pt x="116" y="15"/>
                      <a:pt x="115" y="21"/>
                      <a:pt x="115" y="25"/>
                    </a:cubicBezTo>
                    <a:lnTo>
                      <a:pt x="114" y="25"/>
                    </a:lnTo>
                    <a:cubicBezTo>
                      <a:pt x="119" y="28"/>
                      <a:pt x="123" y="32"/>
                      <a:pt x="127" y="36"/>
                    </a:cubicBezTo>
                    <a:lnTo>
                      <a:pt x="126" y="36"/>
                    </a:lnTo>
                    <a:cubicBezTo>
                      <a:pt x="131" y="35"/>
                      <a:pt x="136" y="34"/>
                      <a:pt x="141" y="33"/>
                    </a:cubicBezTo>
                    <a:lnTo>
                      <a:pt x="142" y="33"/>
                    </a:lnTo>
                    <a:lnTo>
                      <a:pt x="142" y="34"/>
                    </a:lnTo>
                    <a:cubicBezTo>
                      <a:pt x="146" y="42"/>
                      <a:pt x="149" y="50"/>
                      <a:pt x="152" y="57"/>
                    </a:cubicBezTo>
                    <a:lnTo>
                      <a:pt x="153" y="58"/>
                    </a:lnTo>
                    <a:lnTo>
                      <a:pt x="152" y="58"/>
                    </a:lnTo>
                    <a:cubicBezTo>
                      <a:pt x="148" y="61"/>
                      <a:pt x="144" y="64"/>
                      <a:pt x="140" y="67"/>
                    </a:cubicBezTo>
                    <a:lnTo>
                      <a:pt x="140" y="67"/>
                    </a:lnTo>
                    <a:cubicBezTo>
                      <a:pt x="141" y="72"/>
                      <a:pt x="141" y="78"/>
                      <a:pt x="140" y="84"/>
                    </a:cubicBezTo>
                    <a:lnTo>
                      <a:pt x="140" y="83"/>
                    </a:lnTo>
                    <a:cubicBezTo>
                      <a:pt x="145" y="86"/>
                      <a:pt x="149" y="89"/>
                      <a:pt x="153" y="92"/>
                    </a:cubicBezTo>
                    <a:lnTo>
                      <a:pt x="153" y="92"/>
                    </a:lnTo>
                    <a:lnTo>
                      <a:pt x="153" y="92"/>
                    </a:lnTo>
                    <a:cubicBezTo>
                      <a:pt x="150" y="101"/>
                      <a:pt x="147" y="109"/>
                      <a:pt x="144" y="116"/>
                    </a:cubicBezTo>
                    <a:lnTo>
                      <a:pt x="144" y="117"/>
                    </a:lnTo>
                    <a:lnTo>
                      <a:pt x="143" y="117"/>
                    </a:lnTo>
                    <a:cubicBezTo>
                      <a:pt x="138" y="116"/>
                      <a:pt x="133" y="115"/>
                      <a:pt x="128" y="114"/>
                    </a:cubicBezTo>
                    <a:lnTo>
                      <a:pt x="128" y="114"/>
                    </a:lnTo>
                    <a:cubicBezTo>
                      <a:pt x="125" y="119"/>
                      <a:pt x="121" y="123"/>
                      <a:pt x="117" y="126"/>
                    </a:cubicBezTo>
                    <a:lnTo>
                      <a:pt x="117" y="126"/>
                    </a:lnTo>
                    <a:cubicBezTo>
                      <a:pt x="118" y="132"/>
                      <a:pt x="119" y="137"/>
                      <a:pt x="120" y="141"/>
                    </a:cubicBezTo>
                    <a:lnTo>
                      <a:pt x="120" y="142"/>
                    </a:lnTo>
                    <a:lnTo>
                      <a:pt x="120" y="142"/>
                    </a:lnTo>
                    <a:cubicBezTo>
                      <a:pt x="110" y="146"/>
                      <a:pt x="102" y="149"/>
                      <a:pt x="96" y="152"/>
                    </a:cubicBezTo>
                    <a:lnTo>
                      <a:pt x="96" y="152"/>
                    </a:lnTo>
                    <a:cubicBezTo>
                      <a:pt x="93" y="148"/>
                      <a:pt x="90" y="145"/>
                      <a:pt x="89" y="143"/>
                    </a:cubicBezTo>
                    <a:lnTo>
                      <a:pt x="87" y="140"/>
                    </a:lnTo>
                    <a:lnTo>
                      <a:pt x="87" y="139"/>
                    </a:lnTo>
                    <a:lnTo>
                      <a:pt x="86" y="139"/>
                    </a:lnTo>
                    <a:close/>
                  </a:path>
                </a:pathLst>
              </a:custGeom>
              <a:solidFill>
                <a:schemeClr val="dk1"/>
              </a:solidFill>
              <a:ln>
                <a:noFill/>
              </a:ln>
            </p:spPr>
            <p:txBody>
              <a:bodyPr anchorCtr="1" anchor="ctr" bIns="10075" lIns="90000" spcFirstLastPara="1" rIns="90000" wrap="square" tIns="100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209" name="Google Shape;209;p5"/>
            <p:cNvSpPr/>
            <p:nvPr/>
          </p:nvSpPr>
          <p:spPr>
            <a:xfrm>
              <a:off x="8688112" y="-389062"/>
              <a:ext cx="807169" cy="807166"/>
            </a:xfrm>
            <a:custGeom>
              <a:rect b="b" l="l" r="r" t="t"/>
              <a:pathLst>
                <a:path extrusionOk="0" h="443" w="443">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210" name="Google Shape;210;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1" name="Shape 211"/>
        <p:cNvGrpSpPr/>
        <p:nvPr/>
      </p:nvGrpSpPr>
      <p:grpSpPr>
        <a:xfrm>
          <a:off x="0" y="0"/>
          <a:ext cx="0" cy="0"/>
          <a:chOff x="0" y="0"/>
          <a:chExt cx="0" cy="0"/>
        </a:xfrm>
      </p:grpSpPr>
      <p:sp>
        <p:nvSpPr>
          <p:cNvPr id="212" name="Google Shape;212;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13" name="Google Shape;213;p6"/>
          <p:cNvGrpSpPr/>
          <p:nvPr/>
        </p:nvGrpSpPr>
        <p:grpSpPr>
          <a:xfrm>
            <a:off x="-501553" y="-179987"/>
            <a:ext cx="1767651" cy="1127846"/>
            <a:chOff x="-501553" y="-179987"/>
            <a:chExt cx="1767651" cy="1127846"/>
          </a:xfrm>
        </p:grpSpPr>
        <p:sp>
          <p:nvSpPr>
            <p:cNvPr id="214" name="Google Shape;214;p6"/>
            <p:cNvSpPr/>
            <p:nvPr/>
          </p:nvSpPr>
          <p:spPr>
            <a:xfrm>
              <a:off x="-501553" y="-179987"/>
              <a:ext cx="1126028" cy="1127846"/>
            </a:xfrm>
            <a:custGeom>
              <a:rect b="b" l="l" r="r" t="t"/>
              <a:pathLst>
                <a:path extrusionOk="0" h="619" w="618">
                  <a:moveTo>
                    <a:pt x="564" y="269"/>
                  </a:moveTo>
                  <a:cubicBezTo>
                    <a:pt x="568" y="292"/>
                    <a:pt x="568" y="315"/>
                    <a:pt x="566" y="337"/>
                  </a:cubicBezTo>
                  <a:lnTo>
                    <a:pt x="618" y="372"/>
                  </a:lnTo>
                  <a:lnTo>
                    <a:pt x="581" y="470"/>
                  </a:lnTo>
                  <a:lnTo>
                    <a:pt x="518" y="461"/>
                  </a:lnTo>
                  <a:cubicBezTo>
                    <a:pt x="505" y="479"/>
                    <a:pt x="489" y="496"/>
                    <a:pt x="471" y="511"/>
                  </a:cubicBezTo>
                  <a:lnTo>
                    <a:pt x="483" y="573"/>
                  </a:lnTo>
                  <a:lnTo>
                    <a:pt x="387" y="615"/>
                  </a:lnTo>
                  <a:lnTo>
                    <a:pt x="350" y="564"/>
                  </a:lnTo>
                  <a:cubicBezTo>
                    <a:pt x="327" y="568"/>
                    <a:pt x="304" y="569"/>
                    <a:pt x="281" y="566"/>
                  </a:cubicBezTo>
                  <a:lnTo>
                    <a:pt x="246" y="619"/>
                  </a:lnTo>
                  <a:lnTo>
                    <a:pt x="148" y="581"/>
                  </a:lnTo>
                  <a:lnTo>
                    <a:pt x="157" y="518"/>
                  </a:lnTo>
                  <a:cubicBezTo>
                    <a:pt x="139" y="505"/>
                    <a:pt x="122" y="489"/>
                    <a:pt x="108" y="471"/>
                  </a:cubicBezTo>
                  <a:lnTo>
                    <a:pt x="46" y="484"/>
                  </a:lnTo>
                  <a:lnTo>
                    <a:pt x="3" y="388"/>
                  </a:lnTo>
                  <a:lnTo>
                    <a:pt x="54" y="350"/>
                  </a:lnTo>
                  <a:cubicBezTo>
                    <a:pt x="50" y="327"/>
                    <a:pt x="50" y="304"/>
                    <a:pt x="52" y="281"/>
                  </a:cubicBezTo>
                  <a:lnTo>
                    <a:pt x="0" y="246"/>
                  </a:lnTo>
                  <a:lnTo>
                    <a:pt x="37" y="148"/>
                  </a:lnTo>
                  <a:lnTo>
                    <a:pt x="100" y="157"/>
                  </a:lnTo>
                  <a:cubicBezTo>
                    <a:pt x="113" y="139"/>
                    <a:pt x="129" y="122"/>
                    <a:pt x="147" y="108"/>
                  </a:cubicBezTo>
                  <a:lnTo>
                    <a:pt x="135" y="46"/>
                  </a:lnTo>
                  <a:lnTo>
                    <a:pt x="231" y="3"/>
                  </a:lnTo>
                  <a:lnTo>
                    <a:pt x="268" y="54"/>
                  </a:lnTo>
                  <a:cubicBezTo>
                    <a:pt x="291" y="50"/>
                    <a:pt x="314" y="50"/>
                    <a:pt x="337" y="52"/>
                  </a:cubicBezTo>
                  <a:lnTo>
                    <a:pt x="372" y="0"/>
                  </a:lnTo>
                  <a:lnTo>
                    <a:pt x="470" y="37"/>
                  </a:lnTo>
                  <a:lnTo>
                    <a:pt x="461" y="100"/>
                  </a:lnTo>
                  <a:cubicBezTo>
                    <a:pt x="479" y="113"/>
                    <a:pt x="496" y="129"/>
                    <a:pt x="510" y="147"/>
                  </a:cubicBezTo>
                  <a:lnTo>
                    <a:pt x="572" y="135"/>
                  </a:lnTo>
                  <a:lnTo>
                    <a:pt x="615" y="231"/>
                  </a:lnTo>
                  <a:lnTo>
                    <a:pt x="564" y="269"/>
                  </a:lnTo>
                  <a:moveTo>
                    <a:pt x="414" y="268"/>
                  </a:moveTo>
                  <a:cubicBezTo>
                    <a:pt x="388" y="211"/>
                    <a:pt x="322" y="186"/>
                    <a:pt x="265" y="211"/>
                  </a:cubicBezTo>
                  <a:cubicBezTo>
                    <a:pt x="208" y="236"/>
                    <a:pt x="183" y="303"/>
                    <a:pt x="208" y="359"/>
                  </a:cubicBezTo>
                  <a:cubicBezTo>
                    <a:pt x="233" y="416"/>
                    <a:pt x="300" y="442"/>
                    <a:pt x="356" y="417"/>
                  </a:cubicBezTo>
                  <a:cubicBezTo>
                    <a:pt x="413" y="391"/>
                    <a:pt x="439" y="325"/>
                    <a:pt x="414" y="268"/>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215" name="Google Shape;215;p6"/>
            <p:cNvGrpSpPr/>
            <p:nvPr/>
          </p:nvGrpSpPr>
          <p:grpSpPr>
            <a:xfrm>
              <a:off x="848848" y="-107879"/>
              <a:ext cx="417250" cy="417248"/>
              <a:chOff x="8892173" y="3448146"/>
              <a:chExt cx="417250" cy="417248"/>
            </a:xfrm>
          </p:grpSpPr>
          <p:sp>
            <p:nvSpPr>
              <p:cNvPr id="216" name="Google Shape;216;p6"/>
              <p:cNvSpPr/>
              <p:nvPr/>
            </p:nvSpPr>
            <p:spPr>
              <a:xfrm>
                <a:off x="9019717" y="3581155"/>
                <a:ext cx="154874" cy="153052"/>
              </a:xfrm>
              <a:custGeom>
                <a:rect b="b" l="l" r="r" t="t"/>
                <a:pathLst>
                  <a:path extrusionOk="0" h="84" w="85">
                    <a:moveTo>
                      <a:pt x="59" y="80"/>
                    </a:moveTo>
                    <a:cubicBezTo>
                      <a:pt x="59" y="80"/>
                      <a:pt x="59" y="81"/>
                      <a:pt x="57" y="81"/>
                    </a:cubicBezTo>
                    <a:cubicBezTo>
                      <a:pt x="56" y="82"/>
                      <a:pt x="53" y="83"/>
                      <a:pt x="50" y="84"/>
                    </a:cubicBezTo>
                    <a:cubicBezTo>
                      <a:pt x="44" y="85"/>
                      <a:pt x="33" y="85"/>
                      <a:pt x="23" y="80"/>
                    </a:cubicBezTo>
                    <a:cubicBezTo>
                      <a:pt x="12" y="74"/>
                      <a:pt x="2" y="62"/>
                      <a:pt x="0" y="46"/>
                    </a:cubicBezTo>
                    <a:cubicBezTo>
                      <a:pt x="0" y="38"/>
                      <a:pt x="1" y="29"/>
                      <a:pt x="6" y="22"/>
                    </a:cubicBezTo>
                    <a:cubicBezTo>
                      <a:pt x="10" y="14"/>
                      <a:pt x="17" y="8"/>
                      <a:pt x="25" y="4"/>
                    </a:cubicBezTo>
                    <a:cubicBezTo>
                      <a:pt x="34" y="0"/>
                      <a:pt x="43" y="-1"/>
                      <a:pt x="52" y="1"/>
                    </a:cubicBezTo>
                    <a:cubicBezTo>
                      <a:pt x="60" y="3"/>
                      <a:pt x="68" y="7"/>
                      <a:pt x="73" y="13"/>
                    </a:cubicBezTo>
                    <a:cubicBezTo>
                      <a:pt x="85" y="25"/>
                      <a:pt x="87" y="41"/>
                      <a:pt x="84" y="52"/>
                    </a:cubicBezTo>
                    <a:cubicBezTo>
                      <a:pt x="81" y="64"/>
                      <a:pt x="74" y="72"/>
                      <a:pt x="68" y="75"/>
                    </a:cubicBezTo>
                    <a:cubicBezTo>
                      <a:pt x="66" y="77"/>
                      <a:pt x="64" y="79"/>
                      <a:pt x="62" y="79"/>
                    </a:cubicBezTo>
                    <a:cubicBezTo>
                      <a:pt x="60" y="80"/>
                      <a:pt x="59" y="80"/>
                      <a:pt x="59" y="80"/>
                    </a:cubicBezTo>
                    <a:cubicBezTo>
                      <a:pt x="59" y="80"/>
                      <a:pt x="63" y="79"/>
                      <a:pt x="68" y="74"/>
                    </a:cubicBezTo>
                    <a:cubicBezTo>
                      <a:pt x="72" y="70"/>
                      <a:pt x="79" y="63"/>
                      <a:pt x="81" y="52"/>
                    </a:cubicBezTo>
                    <a:cubicBezTo>
                      <a:pt x="84" y="41"/>
                      <a:pt x="82" y="26"/>
                      <a:pt x="71" y="15"/>
                    </a:cubicBezTo>
                    <a:cubicBezTo>
                      <a:pt x="66" y="10"/>
                      <a:pt x="59" y="6"/>
                      <a:pt x="51" y="4"/>
                    </a:cubicBezTo>
                    <a:cubicBezTo>
                      <a:pt x="43" y="3"/>
                      <a:pt x="35" y="4"/>
                      <a:pt x="27" y="7"/>
                    </a:cubicBezTo>
                    <a:cubicBezTo>
                      <a:pt x="19" y="10"/>
                      <a:pt x="13" y="16"/>
                      <a:pt x="9" y="23"/>
                    </a:cubicBezTo>
                    <a:cubicBezTo>
                      <a:pt x="5" y="30"/>
                      <a:pt x="3" y="38"/>
                      <a:pt x="4" y="45"/>
                    </a:cubicBezTo>
                    <a:cubicBezTo>
                      <a:pt x="4" y="60"/>
                      <a:pt x="14" y="72"/>
                      <a:pt x="24" y="78"/>
                    </a:cubicBezTo>
                    <a:cubicBezTo>
                      <a:pt x="34" y="83"/>
                      <a:pt x="43" y="83"/>
                      <a:pt x="50" y="82"/>
                    </a:cubicBezTo>
                    <a:cubicBezTo>
                      <a:pt x="56" y="81"/>
                      <a:pt x="59" y="80"/>
                      <a:pt x="59" y="80"/>
                    </a:cubicBezTo>
                    <a:close/>
                  </a:path>
                </a:pathLst>
              </a:custGeom>
              <a:solidFill>
                <a:schemeClr val="dk2"/>
              </a:solidFill>
              <a:ln cap="flat" cmpd="sng" w="9525">
                <a:solidFill>
                  <a:schemeClr val="dk2"/>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7" name="Google Shape;217;p6"/>
              <p:cNvSpPr/>
              <p:nvPr/>
            </p:nvSpPr>
            <p:spPr>
              <a:xfrm>
                <a:off x="8892173" y="3448146"/>
                <a:ext cx="417250" cy="417248"/>
              </a:xfrm>
              <a:custGeom>
                <a:rect b="b" l="l" r="r" t="t"/>
                <a:pathLst>
                  <a:path extrusionOk="0" h="229" w="229">
                    <a:moveTo>
                      <a:pt x="129" y="208"/>
                    </a:moveTo>
                    <a:cubicBezTo>
                      <a:pt x="129" y="208"/>
                      <a:pt x="130" y="208"/>
                      <a:pt x="130" y="209"/>
                    </a:cubicBezTo>
                    <a:cubicBezTo>
                      <a:pt x="131" y="210"/>
                      <a:pt x="132" y="211"/>
                      <a:pt x="133" y="212"/>
                    </a:cubicBezTo>
                    <a:cubicBezTo>
                      <a:pt x="135" y="216"/>
                      <a:pt x="139" y="220"/>
                      <a:pt x="143" y="226"/>
                    </a:cubicBezTo>
                    <a:lnTo>
                      <a:pt x="143" y="226"/>
                    </a:lnTo>
                    <a:cubicBezTo>
                      <a:pt x="152" y="222"/>
                      <a:pt x="163" y="217"/>
                      <a:pt x="178" y="210"/>
                    </a:cubicBezTo>
                    <a:lnTo>
                      <a:pt x="177" y="211"/>
                    </a:lnTo>
                    <a:cubicBezTo>
                      <a:pt x="176" y="204"/>
                      <a:pt x="174" y="197"/>
                      <a:pt x="172" y="189"/>
                    </a:cubicBezTo>
                    <a:lnTo>
                      <a:pt x="172" y="188"/>
                    </a:lnTo>
                    <a:lnTo>
                      <a:pt x="173" y="188"/>
                    </a:lnTo>
                    <a:cubicBezTo>
                      <a:pt x="179" y="183"/>
                      <a:pt x="185" y="177"/>
                      <a:pt x="190" y="170"/>
                    </a:cubicBezTo>
                    <a:lnTo>
                      <a:pt x="190" y="169"/>
                    </a:lnTo>
                    <a:lnTo>
                      <a:pt x="191" y="169"/>
                    </a:lnTo>
                    <a:cubicBezTo>
                      <a:pt x="198" y="170"/>
                      <a:pt x="205" y="171"/>
                      <a:pt x="213" y="172"/>
                    </a:cubicBezTo>
                    <a:lnTo>
                      <a:pt x="212" y="173"/>
                    </a:lnTo>
                    <a:cubicBezTo>
                      <a:pt x="216" y="162"/>
                      <a:pt x="221" y="150"/>
                      <a:pt x="226" y="138"/>
                    </a:cubicBezTo>
                    <a:lnTo>
                      <a:pt x="226" y="139"/>
                    </a:lnTo>
                    <a:cubicBezTo>
                      <a:pt x="220" y="135"/>
                      <a:pt x="214" y="131"/>
                      <a:pt x="207" y="126"/>
                    </a:cubicBezTo>
                    <a:lnTo>
                      <a:pt x="206" y="126"/>
                    </a:lnTo>
                    <a:lnTo>
                      <a:pt x="206" y="125"/>
                    </a:lnTo>
                    <a:cubicBezTo>
                      <a:pt x="207" y="117"/>
                      <a:pt x="207" y="109"/>
                      <a:pt x="206" y="101"/>
                    </a:cubicBezTo>
                    <a:lnTo>
                      <a:pt x="206" y="100"/>
                    </a:lnTo>
                    <a:lnTo>
                      <a:pt x="206" y="99"/>
                    </a:lnTo>
                    <a:cubicBezTo>
                      <a:pt x="212" y="95"/>
                      <a:pt x="218" y="90"/>
                      <a:pt x="225" y="85"/>
                    </a:cubicBezTo>
                    <a:lnTo>
                      <a:pt x="224" y="87"/>
                    </a:lnTo>
                    <a:cubicBezTo>
                      <a:pt x="220" y="76"/>
                      <a:pt x="214" y="64"/>
                      <a:pt x="209" y="52"/>
                    </a:cubicBezTo>
                    <a:lnTo>
                      <a:pt x="211" y="53"/>
                    </a:lnTo>
                    <a:cubicBezTo>
                      <a:pt x="204" y="55"/>
                      <a:pt x="196" y="56"/>
                      <a:pt x="188" y="58"/>
                    </a:cubicBezTo>
                    <a:lnTo>
                      <a:pt x="187" y="58"/>
                    </a:lnTo>
                    <a:lnTo>
                      <a:pt x="187" y="57"/>
                    </a:lnTo>
                    <a:cubicBezTo>
                      <a:pt x="182" y="51"/>
                      <a:pt x="176" y="45"/>
                      <a:pt x="169" y="40"/>
                    </a:cubicBezTo>
                    <a:lnTo>
                      <a:pt x="168" y="40"/>
                    </a:lnTo>
                    <a:lnTo>
                      <a:pt x="168" y="39"/>
                    </a:lnTo>
                    <a:cubicBezTo>
                      <a:pt x="169" y="32"/>
                      <a:pt x="170" y="24"/>
                      <a:pt x="171" y="16"/>
                    </a:cubicBezTo>
                    <a:lnTo>
                      <a:pt x="172" y="18"/>
                    </a:lnTo>
                    <a:cubicBezTo>
                      <a:pt x="161" y="13"/>
                      <a:pt x="149" y="9"/>
                      <a:pt x="137" y="4"/>
                    </a:cubicBezTo>
                    <a:lnTo>
                      <a:pt x="139" y="3"/>
                    </a:lnTo>
                    <a:cubicBezTo>
                      <a:pt x="135" y="9"/>
                      <a:pt x="130" y="16"/>
                      <a:pt x="126" y="23"/>
                    </a:cubicBezTo>
                    <a:lnTo>
                      <a:pt x="125" y="23"/>
                    </a:lnTo>
                    <a:lnTo>
                      <a:pt x="124" y="23"/>
                    </a:lnTo>
                    <a:cubicBezTo>
                      <a:pt x="117" y="22"/>
                      <a:pt x="108" y="23"/>
                      <a:pt x="100" y="24"/>
                    </a:cubicBezTo>
                    <a:lnTo>
                      <a:pt x="100" y="24"/>
                    </a:lnTo>
                    <a:cubicBezTo>
                      <a:pt x="99" y="24"/>
                      <a:pt x="102" y="24"/>
                      <a:pt x="98" y="23"/>
                    </a:cubicBezTo>
                    <a:lnTo>
                      <a:pt x="98" y="23"/>
                    </a:lnTo>
                    <a:lnTo>
                      <a:pt x="98" y="23"/>
                    </a:lnTo>
                    <a:lnTo>
                      <a:pt x="98" y="23"/>
                    </a:lnTo>
                    <a:lnTo>
                      <a:pt x="98" y="23"/>
                    </a:lnTo>
                    <a:lnTo>
                      <a:pt x="97" y="22"/>
                    </a:lnTo>
                    <a:lnTo>
                      <a:pt x="97" y="21"/>
                    </a:lnTo>
                    <a:lnTo>
                      <a:pt x="95" y="19"/>
                    </a:lnTo>
                    <a:lnTo>
                      <a:pt x="91" y="14"/>
                    </a:lnTo>
                    <a:cubicBezTo>
                      <a:pt x="89" y="11"/>
                      <a:pt x="87" y="8"/>
                      <a:pt x="85" y="5"/>
                    </a:cubicBezTo>
                    <a:lnTo>
                      <a:pt x="87" y="5"/>
                    </a:lnTo>
                    <a:cubicBezTo>
                      <a:pt x="75" y="10"/>
                      <a:pt x="63" y="16"/>
                      <a:pt x="52" y="21"/>
                    </a:cubicBezTo>
                    <a:lnTo>
                      <a:pt x="53" y="19"/>
                    </a:lnTo>
                    <a:cubicBezTo>
                      <a:pt x="54" y="26"/>
                      <a:pt x="56" y="34"/>
                      <a:pt x="57" y="41"/>
                    </a:cubicBezTo>
                    <a:lnTo>
                      <a:pt x="57" y="42"/>
                    </a:lnTo>
                    <a:lnTo>
                      <a:pt x="57" y="43"/>
                    </a:lnTo>
                    <a:cubicBezTo>
                      <a:pt x="50" y="48"/>
                      <a:pt x="44" y="54"/>
                      <a:pt x="40" y="61"/>
                    </a:cubicBezTo>
                    <a:lnTo>
                      <a:pt x="39" y="61"/>
                    </a:lnTo>
                    <a:lnTo>
                      <a:pt x="38" y="61"/>
                    </a:lnTo>
                    <a:cubicBezTo>
                      <a:pt x="30" y="60"/>
                      <a:pt x="23" y="59"/>
                      <a:pt x="15" y="58"/>
                    </a:cubicBezTo>
                    <a:lnTo>
                      <a:pt x="17" y="57"/>
                    </a:lnTo>
                    <a:cubicBezTo>
                      <a:pt x="12" y="69"/>
                      <a:pt x="8" y="81"/>
                      <a:pt x="3" y="93"/>
                    </a:cubicBezTo>
                    <a:lnTo>
                      <a:pt x="3" y="91"/>
                    </a:lnTo>
                    <a:cubicBezTo>
                      <a:pt x="9" y="95"/>
                      <a:pt x="16" y="99"/>
                      <a:pt x="22" y="104"/>
                    </a:cubicBezTo>
                    <a:lnTo>
                      <a:pt x="23" y="104"/>
                    </a:lnTo>
                    <a:lnTo>
                      <a:pt x="22" y="105"/>
                    </a:lnTo>
                    <a:cubicBezTo>
                      <a:pt x="22" y="113"/>
                      <a:pt x="22" y="122"/>
                      <a:pt x="23" y="129"/>
                    </a:cubicBezTo>
                    <a:lnTo>
                      <a:pt x="23" y="130"/>
                    </a:lnTo>
                    <a:lnTo>
                      <a:pt x="22" y="131"/>
                    </a:lnTo>
                    <a:cubicBezTo>
                      <a:pt x="16" y="136"/>
                      <a:pt x="10" y="140"/>
                      <a:pt x="4" y="145"/>
                    </a:cubicBezTo>
                    <a:lnTo>
                      <a:pt x="4" y="143"/>
                    </a:lnTo>
                    <a:cubicBezTo>
                      <a:pt x="10" y="155"/>
                      <a:pt x="15" y="167"/>
                      <a:pt x="20" y="178"/>
                    </a:cubicBezTo>
                    <a:lnTo>
                      <a:pt x="18" y="177"/>
                    </a:lnTo>
                    <a:cubicBezTo>
                      <a:pt x="26" y="176"/>
                      <a:pt x="34" y="174"/>
                      <a:pt x="41" y="173"/>
                    </a:cubicBezTo>
                    <a:lnTo>
                      <a:pt x="42" y="173"/>
                    </a:lnTo>
                    <a:lnTo>
                      <a:pt x="42" y="173"/>
                    </a:lnTo>
                    <a:cubicBezTo>
                      <a:pt x="48" y="180"/>
                      <a:pt x="54" y="186"/>
                      <a:pt x="60" y="190"/>
                    </a:cubicBezTo>
                    <a:lnTo>
                      <a:pt x="60" y="191"/>
                    </a:lnTo>
                    <a:lnTo>
                      <a:pt x="60" y="191"/>
                    </a:lnTo>
                    <a:cubicBezTo>
                      <a:pt x="59" y="200"/>
                      <a:pt x="58" y="207"/>
                      <a:pt x="57" y="214"/>
                    </a:cubicBezTo>
                    <a:lnTo>
                      <a:pt x="56" y="213"/>
                    </a:lnTo>
                    <a:cubicBezTo>
                      <a:pt x="70" y="219"/>
                      <a:pt x="82" y="223"/>
                      <a:pt x="92" y="227"/>
                    </a:cubicBezTo>
                    <a:lnTo>
                      <a:pt x="91" y="227"/>
                    </a:lnTo>
                    <a:cubicBezTo>
                      <a:pt x="96" y="220"/>
                      <a:pt x="100" y="213"/>
                      <a:pt x="104" y="208"/>
                    </a:cubicBezTo>
                    <a:lnTo>
                      <a:pt x="104" y="208"/>
                    </a:lnTo>
                    <a:lnTo>
                      <a:pt x="104" y="208"/>
                    </a:lnTo>
                    <a:cubicBezTo>
                      <a:pt x="113" y="209"/>
                      <a:pt x="119" y="209"/>
                      <a:pt x="123" y="208"/>
                    </a:cubicBezTo>
                    <a:cubicBezTo>
                      <a:pt x="125" y="208"/>
                      <a:pt x="126" y="208"/>
                      <a:pt x="128" y="208"/>
                    </a:cubicBezTo>
                    <a:cubicBezTo>
                      <a:pt x="129" y="208"/>
                      <a:pt x="129" y="208"/>
                      <a:pt x="129" y="208"/>
                    </a:cubicBezTo>
                    <a:lnTo>
                      <a:pt x="128" y="208"/>
                    </a:lnTo>
                    <a:cubicBezTo>
                      <a:pt x="127" y="209"/>
                      <a:pt x="125" y="209"/>
                      <a:pt x="123" y="209"/>
                    </a:cubicBezTo>
                    <a:cubicBezTo>
                      <a:pt x="119" y="209"/>
                      <a:pt x="113" y="210"/>
                      <a:pt x="104" y="209"/>
                    </a:cubicBezTo>
                    <a:lnTo>
                      <a:pt x="105" y="209"/>
                    </a:lnTo>
                    <a:cubicBezTo>
                      <a:pt x="101" y="214"/>
                      <a:pt x="97" y="221"/>
                      <a:pt x="92" y="228"/>
                    </a:cubicBezTo>
                    <a:lnTo>
                      <a:pt x="92" y="229"/>
                    </a:lnTo>
                    <a:lnTo>
                      <a:pt x="91" y="228"/>
                    </a:lnTo>
                    <a:cubicBezTo>
                      <a:pt x="81" y="225"/>
                      <a:pt x="69" y="220"/>
                      <a:pt x="56" y="215"/>
                    </a:cubicBezTo>
                    <a:lnTo>
                      <a:pt x="55" y="215"/>
                    </a:lnTo>
                    <a:lnTo>
                      <a:pt x="55" y="214"/>
                    </a:lnTo>
                    <a:cubicBezTo>
                      <a:pt x="56" y="207"/>
                      <a:pt x="57" y="199"/>
                      <a:pt x="58" y="191"/>
                    </a:cubicBezTo>
                    <a:lnTo>
                      <a:pt x="59" y="192"/>
                    </a:lnTo>
                    <a:cubicBezTo>
                      <a:pt x="52" y="187"/>
                      <a:pt x="46" y="182"/>
                      <a:pt x="40" y="175"/>
                    </a:cubicBezTo>
                    <a:lnTo>
                      <a:pt x="41" y="175"/>
                    </a:lnTo>
                    <a:cubicBezTo>
                      <a:pt x="34" y="177"/>
                      <a:pt x="27" y="178"/>
                      <a:pt x="19" y="180"/>
                    </a:cubicBezTo>
                    <a:lnTo>
                      <a:pt x="18" y="180"/>
                    </a:lnTo>
                    <a:lnTo>
                      <a:pt x="17" y="179"/>
                    </a:lnTo>
                    <a:cubicBezTo>
                      <a:pt x="12" y="168"/>
                      <a:pt x="7" y="156"/>
                      <a:pt x="2" y="144"/>
                    </a:cubicBezTo>
                    <a:lnTo>
                      <a:pt x="1" y="143"/>
                    </a:lnTo>
                    <a:lnTo>
                      <a:pt x="2" y="142"/>
                    </a:lnTo>
                    <a:cubicBezTo>
                      <a:pt x="8" y="138"/>
                      <a:pt x="14" y="133"/>
                      <a:pt x="21" y="129"/>
                    </a:cubicBezTo>
                    <a:lnTo>
                      <a:pt x="20" y="130"/>
                    </a:lnTo>
                    <a:cubicBezTo>
                      <a:pt x="19" y="122"/>
                      <a:pt x="18" y="113"/>
                      <a:pt x="19" y="105"/>
                    </a:cubicBezTo>
                    <a:lnTo>
                      <a:pt x="20" y="106"/>
                    </a:lnTo>
                    <a:cubicBezTo>
                      <a:pt x="14" y="102"/>
                      <a:pt x="7" y="98"/>
                      <a:pt x="1" y="93"/>
                    </a:cubicBezTo>
                    <a:lnTo>
                      <a:pt x="0" y="93"/>
                    </a:lnTo>
                    <a:lnTo>
                      <a:pt x="0" y="92"/>
                    </a:lnTo>
                    <a:cubicBezTo>
                      <a:pt x="5" y="80"/>
                      <a:pt x="9" y="68"/>
                      <a:pt x="14" y="56"/>
                    </a:cubicBezTo>
                    <a:lnTo>
                      <a:pt x="14" y="55"/>
                    </a:lnTo>
                    <a:lnTo>
                      <a:pt x="16" y="55"/>
                    </a:lnTo>
                    <a:cubicBezTo>
                      <a:pt x="23" y="56"/>
                      <a:pt x="31" y="57"/>
                      <a:pt x="39" y="58"/>
                    </a:cubicBezTo>
                    <a:lnTo>
                      <a:pt x="37" y="59"/>
                    </a:lnTo>
                    <a:cubicBezTo>
                      <a:pt x="42" y="52"/>
                      <a:pt x="48" y="46"/>
                      <a:pt x="54" y="40"/>
                    </a:cubicBezTo>
                    <a:lnTo>
                      <a:pt x="54" y="42"/>
                    </a:lnTo>
                    <a:cubicBezTo>
                      <a:pt x="52" y="35"/>
                      <a:pt x="51" y="27"/>
                      <a:pt x="49" y="19"/>
                    </a:cubicBezTo>
                    <a:lnTo>
                      <a:pt x="49" y="18"/>
                    </a:lnTo>
                    <a:lnTo>
                      <a:pt x="50" y="18"/>
                    </a:lnTo>
                    <a:cubicBezTo>
                      <a:pt x="62" y="13"/>
                      <a:pt x="74" y="7"/>
                      <a:pt x="85" y="2"/>
                    </a:cubicBezTo>
                    <a:lnTo>
                      <a:pt x="87" y="2"/>
                    </a:lnTo>
                    <a:lnTo>
                      <a:pt x="87" y="3"/>
                    </a:lnTo>
                    <a:cubicBezTo>
                      <a:pt x="90" y="6"/>
                      <a:pt x="92" y="9"/>
                      <a:pt x="94" y="12"/>
                    </a:cubicBezTo>
                    <a:lnTo>
                      <a:pt x="98" y="17"/>
                    </a:lnTo>
                    <a:lnTo>
                      <a:pt x="99" y="19"/>
                    </a:lnTo>
                    <a:lnTo>
                      <a:pt x="100" y="20"/>
                    </a:lnTo>
                    <a:lnTo>
                      <a:pt x="101" y="21"/>
                    </a:lnTo>
                    <a:lnTo>
                      <a:pt x="101" y="21"/>
                    </a:lnTo>
                    <a:lnTo>
                      <a:pt x="101" y="21"/>
                    </a:lnTo>
                    <a:lnTo>
                      <a:pt x="101" y="21"/>
                    </a:lnTo>
                    <a:lnTo>
                      <a:pt x="101" y="21"/>
                    </a:lnTo>
                    <a:lnTo>
                      <a:pt x="101" y="21"/>
                    </a:lnTo>
                    <a:cubicBezTo>
                      <a:pt x="98" y="20"/>
                      <a:pt x="100" y="21"/>
                      <a:pt x="99" y="21"/>
                    </a:cubicBezTo>
                    <a:lnTo>
                      <a:pt x="99" y="21"/>
                    </a:lnTo>
                    <a:cubicBezTo>
                      <a:pt x="108" y="19"/>
                      <a:pt x="117" y="19"/>
                      <a:pt x="125" y="20"/>
                    </a:cubicBezTo>
                    <a:lnTo>
                      <a:pt x="123" y="21"/>
                    </a:lnTo>
                    <a:cubicBezTo>
                      <a:pt x="128" y="14"/>
                      <a:pt x="132" y="8"/>
                      <a:pt x="136" y="2"/>
                    </a:cubicBezTo>
                    <a:lnTo>
                      <a:pt x="137" y="0"/>
                    </a:lnTo>
                    <a:lnTo>
                      <a:pt x="138" y="1"/>
                    </a:lnTo>
                    <a:cubicBezTo>
                      <a:pt x="150" y="6"/>
                      <a:pt x="162" y="10"/>
                      <a:pt x="174" y="15"/>
                    </a:cubicBezTo>
                    <a:lnTo>
                      <a:pt x="175" y="15"/>
                    </a:lnTo>
                    <a:lnTo>
                      <a:pt x="175" y="16"/>
                    </a:lnTo>
                    <a:cubicBezTo>
                      <a:pt x="174" y="24"/>
                      <a:pt x="172" y="32"/>
                      <a:pt x="171" y="39"/>
                    </a:cubicBezTo>
                    <a:lnTo>
                      <a:pt x="171" y="38"/>
                    </a:lnTo>
                    <a:cubicBezTo>
                      <a:pt x="178" y="43"/>
                      <a:pt x="184" y="49"/>
                      <a:pt x="189" y="55"/>
                    </a:cubicBezTo>
                    <a:lnTo>
                      <a:pt x="187" y="55"/>
                    </a:lnTo>
                    <a:cubicBezTo>
                      <a:pt x="195" y="53"/>
                      <a:pt x="203" y="52"/>
                      <a:pt x="210" y="50"/>
                    </a:cubicBezTo>
                    <a:lnTo>
                      <a:pt x="211" y="50"/>
                    </a:lnTo>
                    <a:lnTo>
                      <a:pt x="212" y="51"/>
                    </a:lnTo>
                    <a:cubicBezTo>
                      <a:pt x="217" y="63"/>
                      <a:pt x="222" y="75"/>
                      <a:pt x="227" y="86"/>
                    </a:cubicBezTo>
                    <a:lnTo>
                      <a:pt x="228" y="87"/>
                    </a:lnTo>
                    <a:lnTo>
                      <a:pt x="227" y="88"/>
                    </a:lnTo>
                    <a:cubicBezTo>
                      <a:pt x="220" y="93"/>
                      <a:pt x="214" y="97"/>
                      <a:pt x="208" y="102"/>
                    </a:cubicBezTo>
                    <a:lnTo>
                      <a:pt x="209" y="100"/>
                    </a:lnTo>
                    <a:cubicBezTo>
                      <a:pt x="210" y="109"/>
                      <a:pt x="210" y="118"/>
                      <a:pt x="209" y="125"/>
                    </a:cubicBezTo>
                    <a:lnTo>
                      <a:pt x="209" y="124"/>
                    </a:lnTo>
                    <a:cubicBezTo>
                      <a:pt x="216" y="129"/>
                      <a:pt x="222" y="133"/>
                      <a:pt x="228" y="137"/>
                    </a:cubicBezTo>
                    <a:lnTo>
                      <a:pt x="229" y="138"/>
                    </a:lnTo>
                    <a:lnTo>
                      <a:pt x="229" y="139"/>
                    </a:lnTo>
                    <a:cubicBezTo>
                      <a:pt x="224" y="151"/>
                      <a:pt x="219" y="163"/>
                      <a:pt x="215" y="174"/>
                    </a:cubicBezTo>
                    <a:lnTo>
                      <a:pt x="214" y="175"/>
                    </a:lnTo>
                    <a:lnTo>
                      <a:pt x="213" y="175"/>
                    </a:lnTo>
                    <a:cubicBezTo>
                      <a:pt x="205" y="174"/>
                      <a:pt x="198" y="173"/>
                      <a:pt x="191" y="172"/>
                    </a:cubicBezTo>
                    <a:lnTo>
                      <a:pt x="192" y="171"/>
                    </a:lnTo>
                    <a:cubicBezTo>
                      <a:pt x="186" y="178"/>
                      <a:pt x="180" y="184"/>
                      <a:pt x="174" y="189"/>
                    </a:cubicBezTo>
                    <a:lnTo>
                      <a:pt x="175" y="188"/>
                    </a:lnTo>
                    <a:cubicBezTo>
                      <a:pt x="176" y="196"/>
                      <a:pt x="178" y="204"/>
                      <a:pt x="179" y="211"/>
                    </a:cubicBezTo>
                    <a:lnTo>
                      <a:pt x="179" y="212"/>
                    </a:lnTo>
                    <a:lnTo>
                      <a:pt x="178" y="212"/>
                    </a:lnTo>
                    <a:cubicBezTo>
                      <a:pt x="164" y="218"/>
                      <a:pt x="152" y="223"/>
                      <a:pt x="143" y="227"/>
                    </a:cubicBezTo>
                    <a:lnTo>
                      <a:pt x="143" y="227"/>
                    </a:lnTo>
                    <a:lnTo>
                      <a:pt x="143" y="227"/>
                    </a:lnTo>
                    <a:cubicBezTo>
                      <a:pt x="138" y="221"/>
                      <a:pt x="135" y="216"/>
                      <a:pt x="133" y="213"/>
                    </a:cubicBezTo>
                    <a:cubicBezTo>
                      <a:pt x="132" y="212"/>
                      <a:pt x="131" y="210"/>
                      <a:pt x="130" y="209"/>
                    </a:cubicBezTo>
                    <a:lnTo>
                      <a:pt x="129" y="208"/>
                    </a:lnTo>
                    <a:close/>
                  </a:path>
                </a:pathLst>
              </a:custGeom>
              <a:solidFill>
                <a:schemeClr val="dk2"/>
              </a:solidFill>
              <a:ln cap="flat" cmpd="sng" w="9525">
                <a:solidFill>
                  <a:schemeClr val="dk2"/>
                </a:solidFill>
                <a:prstDash val="solid"/>
                <a:round/>
                <a:headEnd len="sm" w="sm" type="none"/>
                <a:tailEnd len="sm" w="sm" type="none"/>
              </a:ln>
            </p:spPr>
            <p:txBody>
              <a:bodyPr anchorCtr="1" anchor="ctr" bIns="37425" lIns="90000" spcFirstLastPara="1" rIns="90000" wrap="square" tIns="37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218" name="Google Shape;218;p6"/>
          <p:cNvGrpSpPr/>
          <p:nvPr/>
        </p:nvGrpSpPr>
        <p:grpSpPr>
          <a:xfrm>
            <a:off x="8414082" y="257187"/>
            <a:ext cx="1821923" cy="2073133"/>
            <a:chOff x="8414082" y="257187"/>
            <a:chExt cx="1821923" cy="2073133"/>
          </a:xfrm>
        </p:grpSpPr>
        <p:grpSp>
          <p:nvGrpSpPr>
            <p:cNvPr id="219" name="Google Shape;219;p6"/>
            <p:cNvGrpSpPr/>
            <p:nvPr/>
          </p:nvGrpSpPr>
          <p:grpSpPr>
            <a:xfrm>
              <a:off x="8414082" y="1612434"/>
              <a:ext cx="1754642" cy="717886"/>
              <a:chOff x="-1340531" y="3895472"/>
              <a:chExt cx="1754642" cy="717886"/>
            </a:xfrm>
          </p:grpSpPr>
          <p:sp>
            <p:nvSpPr>
              <p:cNvPr id="220" name="Google Shape;220;p6"/>
              <p:cNvSpPr/>
              <p:nvPr/>
            </p:nvSpPr>
            <p:spPr>
              <a:xfrm>
                <a:off x="-1340525" y="3895472"/>
                <a:ext cx="1754637" cy="717886"/>
              </a:xfrm>
              <a:custGeom>
                <a:rect b="b" l="l" r="r" t="t"/>
                <a:pathLst>
                  <a:path extrusionOk="0" h="394" w="963">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1" name="Google Shape;221;p6"/>
              <p:cNvSpPr/>
              <p:nvPr/>
            </p:nvSpPr>
            <p:spPr>
              <a:xfrm>
                <a:off x="-1340531" y="3989303"/>
                <a:ext cx="1749170" cy="5466"/>
              </a:xfrm>
              <a:custGeom>
                <a:rect b="b" l="l" r="r" t="t"/>
                <a:pathLst>
                  <a:path extrusionOk="0" h="3" w="96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2" name="Google Shape;222;p6"/>
              <p:cNvSpPr/>
              <p:nvPr/>
            </p:nvSpPr>
            <p:spPr>
              <a:xfrm>
                <a:off x="-1291336" y="3936463"/>
                <a:ext cx="23687" cy="25509"/>
              </a:xfrm>
              <a:custGeom>
                <a:rect b="b" l="l" r="r" t="t"/>
                <a:pathLst>
                  <a:path extrusionOk="0" h="14" w="13">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3" name="Google Shape;223;p6"/>
              <p:cNvSpPr/>
              <p:nvPr/>
            </p:nvSpPr>
            <p:spPr>
              <a:xfrm>
                <a:off x="-1249428" y="3936463"/>
                <a:ext cx="25509" cy="25509"/>
              </a:xfrm>
              <a:custGeom>
                <a:rect b="b" l="l" r="r" t="t"/>
                <a:pathLst>
                  <a:path extrusionOk="0" h="14" w="14">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4" name="Google Shape;224;p6"/>
              <p:cNvSpPr/>
              <p:nvPr/>
            </p:nvSpPr>
            <p:spPr>
              <a:xfrm>
                <a:off x="-1205699" y="3936463"/>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5" name="Google Shape;225;p6"/>
              <p:cNvSpPr/>
              <p:nvPr/>
            </p:nvSpPr>
            <p:spPr>
              <a:xfrm>
                <a:off x="-1214111" y="4086569"/>
                <a:ext cx="422716" cy="422714"/>
              </a:xfrm>
              <a:custGeom>
                <a:rect b="b" l="l" r="r" t="t"/>
                <a:pathLst>
                  <a:path extrusionOk="0" h="232" w="232">
                    <a:moveTo>
                      <a:pt x="0" y="0"/>
                    </a:moveTo>
                    <a:lnTo>
                      <a:pt x="232" y="0"/>
                    </a:lnTo>
                    <a:lnTo>
                      <a:pt x="232" y="232"/>
                    </a:lnTo>
                    <a:lnTo>
                      <a:pt x="0" y="232"/>
                    </a:lnTo>
                    <a:lnTo>
                      <a:pt x="0" y="0"/>
                    </a:lnTo>
                    <a:close/>
                  </a:path>
                </a:pathLst>
              </a:custGeom>
              <a:solidFill>
                <a:schemeClr val="accent2"/>
              </a:solidFill>
              <a:ln>
                <a:noFill/>
              </a:ln>
            </p:spPr>
            <p:txBody>
              <a:bodyPr anchorCtr="1" anchor="ctr" bIns="38500" lIns="90000" spcFirstLastPara="1" rIns="90000" wrap="square" tIns="385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6" name="Google Shape;226;p6"/>
              <p:cNvSpPr/>
              <p:nvPr/>
            </p:nvSpPr>
            <p:spPr>
              <a:xfrm>
                <a:off x="-681493" y="4344218"/>
                <a:ext cx="972976" cy="5466"/>
              </a:xfrm>
              <a:custGeom>
                <a:rect b="b" l="l" r="r" t="t"/>
                <a:pathLst>
                  <a:path extrusionOk="0" h="3" w="534">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7" name="Google Shape;227;p6"/>
              <p:cNvSpPr/>
              <p:nvPr/>
            </p:nvSpPr>
            <p:spPr>
              <a:xfrm>
                <a:off x="-681493" y="4429855"/>
                <a:ext cx="972976" cy="5466"/>
              </a:xfrm>
              <a:custGeom>
                <a:rect b="b" l="l" r="r" t="t"/>
                <a:pathLst>
                  <a:path extrusionOk="0" h="3" w="534">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8" name="Google Shape;228;p6"/>
              <p:cNvSpPr/>
              <p:nvPr/>
            </p:nvSpPr>
            <p:spPr>
              <a:xfrm>
                <a:off x="-335303" y="4517313"/>
                <a:ext cx="626786" cy="3644"/>
              </a:xfrm>
              <a:custGeom>
                <a:rect b="b" l="l" r="r" t="t"/>
                <a:pathLst>
                  <a:path extrusionOk="0" h="2" w="344">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9" name="Google Shape;229;p6"/>
              <p:cNvSpPr/>
              <p:nvPr/>
            </p:nvSpPr>
            <p:spPr>
              <a:xfrm>
                <a:off x="-428227" y="41172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30" name="Google Shape;230;p6"/>
              <p:cNvSpPr/>
              <p:nvPr/>
            </p:nvSpPr>
            <p:spPr>
              <a:xfrm>
                <a:off x="-428227" y="41955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31" name="Google Shape;231;p6"/>
              <p:cNvSpPr/>
              <p:nvPr/>
            </p:nvSpPr>
            <p:spPr>
              <a:xfrm>
                <a:off x="-133055" y="42720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232" name="Google Shape;232;p6"/>
            <p:cNvGrpSpPr/>
            <p:nvPr/>
          </p:nvGrpSpPr>
          <p:grpSpPr>
            <a:xfrm>
              <a:off x="8685438" y="257187"/>
              <a:ext cx="1550567" cy="1051320"/>
              <a:chOff x="-872012" y="2723887"/>
              <a:chExt cx="1550567" cy="1051320"/>
            </a:xfrm>
          </p:grpSpPr>
          <p:sp>
            <p:nvSpPr>
              <p:cNvPr id="233" name="Google Shape;233;p6"/>
              <p:cNvSpPr/>
              <p:nvPr/>
            </p:nvSpPr>
            <p:spPr>
              <a:xfrm>
                <a:off x="-872012" y="2723887"/>
                <a:ext cx="1550567" cy="1051320"/>
              </a:xfrm>
              <a:custGeom>
                <a:rect b="b" l="l" r="r" t="t"/>
                <a:pathLst>
                  <a:path extrusionOk="0" h="577" w="851">
                    <a:moveTo>
                      <a:pt x="850" y="576"/>
                    </a:moveTo>
                    <a:cubicBezTo>
                      <a:pt x="850" y="576"/>
                      <a:pt x="850" y="572"/>
                      <a:pt x="850" y="565"/>
                    </a:cubicBezTo>
                    <a:cubicBezTo>
                      <a:pt x="850" y="558"/>
                      <a:pt x="850" y="548"/>
                      <a:pt x="850" y="535"/>
                    </a:cubicBezTo>
                    <a:cubicBezTo>
                      <a:pt x="850" y="508"/>
                      <a:pt x="850" y="469"/>
                      <a:pt x="850" y="420"/>
                    </a:cubicBezTo>
                    <a:cubicBezTo>
                      <a:pt x="849" y="320"/>
                      <a:pt x="849" y="177"/>
                      <a:pt x="849" y="2"/>
                    </a:cubicBezTo>
                    <a:lnTo>
                      <a:pt x="850" y="3"/>
                    </a:lnTo>
                    <a:cubicBezTo>
                      <a:pt x="616" y="3"/>
                      <a:pt x="321" y="3"/>
                      <a:pt x="1" y="3"/>
                    </a:cubicBezTo>
                    <a:lnTo>
                      <a:pt x="1" y="3"/>
                    </a:lnTo>
                    <a:lnTo>
                      <a:pt x="3" y="2"/>
                    </a:lnTo>
                    <a:cubicBezTo>
                      <a:pt x="3" y="206"/>
                      <a:pt x="3" y="401"/>
                      <a:pt x="3" y="576"/>
                    </a:cubicBezTo>
                    <a:lnTo>
                      <a:pt x="1" y="574"/>
                    </a:lnTo>
                    <a:cubicBezTo>
                      <a:pt x="251" y="574"/>
                      <a:pt x="463" y="575"/>
                      <a:pt x="613" y="575"/>
                    </a:cubicBezTo>
                    <a:cubicBezTo>
                      <a:pt x="688" y="575"/>
                      <a:pt x="747" y="575"/>
                      <a:pt x="788" y="575"/>
                    </a:cubicBezTo>
                    <a:cubicBezTo>
                      <a:pt x="808" y="575"/>
                      <a:pt x="823" y="575"/>
                      <a:pt x="834" y="576"/>
                    </a:cubicBezTo>
                    <a:cubicBezTo>
                      <a:pt x="839" y="576"/>
                      <a:pt x="843" y="576"/>
                      <a:pt x="846" y="576"/>
                    </a:cubicBezTo>
                    <a:cubicBezTo>
                      <a:pt x="849" y="576"/>
                      <a:pt x="850" y="576"/>
                      <a:pt x="850" y="576"/>
                    </a:cubicBezTo>
                    <a:cubicBezTo>
                      <a:pt x="850" y="576"/>
                      <a:pt x="849" y="576"/>
                      <a:pt x="846" y="576"/>
                    </a:cubicBezTo>
                    <a:cubicBezTo>
                      <a:pt x="844" y="576"/>
                      <a:pt x="840" y="576"/>
                      <a:pt x="834" y="576"/>
                    </a:cubicBezTo>
                    <a:cubicBezTo>
                      <a:pt x="824" y="576"/>
                      <a:pt x="808" y="576"/>
                      <a:pt x="788" y="576"/>
                    </a:cubicBezTo>
                    <a:cubicBezTo>
                      <a:pt x="748" y="576"/>
                      <a:pt x="689" y="576"/>
                      <a:pt x="614" y="576"/>
                    </a:cubicBezTo>
                    <a:cubicBezTo>
                      <a:pt x="464" y="577"/>
                      <a:pt x="251" y="577"/>
                      <a:pt x="1" y="577"/>
                    </a:cubicBezTo>
                    <a:lnTo>
                      <a:pt x="0" y="577"/>
                    </a:lnTo>
                    <a:lnTo>
                      <a:pt x="0" y="576"/>
                    </a:lnTo>
                    <a:cubicBezTo>
                      <a:pt x="0" y="401"/>
                      <a:pt x="0" y="206"/>
                      <a:pt x="0" y="2"/>
                    </a:cubicBezTo>
                    <a:lnTo>
                      <a:pt x="0" y="0"/>
                    </a:lnTo>
                    <a:lnTo>
                      <a:pt x="1" y="0"/>
                    </a:lnTo>
                    <a:cubicBezTo>
                      <a:pt x="321" y="0"/>
                      <a:pt x="616" y="1"/>
                      <a:pt x="850" y="1"/>
                    </a:cubicBezTo>
                    <a:lnTo>
                      <a:pt x="851" y="1"/>
                    </a:lnTo>
                    <a:lnTo>
                      <a:pt x="851" y="2"/>
                    </a:lnTo>
                    <a:cubicBezTo>
                      <a:pt x="851" y="177"/>
                      <a:pt x="851" y="320"/>
                      <a:pt x="851" y="420"/>
                    </a:cubicBezTo>
                    <a:cubicBezTo>
                      <a:pt x="851" y="470"/>
                      <a:pt x="851" y="509"/>
                      <a:pt x="850" y="535"/>
                    </a:cubicBezTo>
                    <a:cubicBezTo>
                      <a:pt x="850" y="549"/>
                      <a:pt x="850" y="559"/>
                      <a:pt x="850" y="565"/>
                    </a:cubicBezTo>
                    <a:cubicBezTo>
                      <a:pt x="850" y="572"/>
                      <a:pt x="850" y="576"/>
                      <a:pt x="850" y="576"/>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34" name="Google Shape;234;p6"/>
              <p:cNvSpPr/>
              <p:nvPr/>
            </p:nvSpPr>
            <p:spPr>
              <a:xfrm>
                <a:off x="-870190" y="2818634"/>
                <a:ext cx="1545101" cy="5466"/>
              </a:xfrm>
              <a:custGeom>
                <a:rect b="b" l="l" r="r" t="t"/>
                <a:pathLst>
                  <a:path extrusionOk="0" h="3" w="848">
                    <a:moveTo>
                      <a:pt x="0" y="1"/>
                    </a:moveTo>
                    <a:cubicBezTo>
                      <a:pt x="0" y="0"/>
                      <a:pt x="190" y="0"/>
                      <a:pt x="424" y="0"/>
                    </a:cubicBezTo>
                    <a:cubicBezTo>
                      <a:pt x="658" y="0"/>
                      <a:pt x="848" y="0"/>
                      <a:pt x="848" y="1"/>
                    </a:cubicBezTo>
                    <a:cubicBezTo>
                      <a:pt x="848" y="2"/>
                      <a:pt x="658" y="3"/>
                      <a:pt x="424" y="3"/>
                    </a:cubicBezTo>
                    <a:cubicBezTo>
                      <a:pt x="189" y="3"/>
                      <a:pt x="0" y="2"/>
                      <a:pt x="0"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35" name="Google Shape;235;p6"/>
              <p:cNvSpPr/>
              <p:nvPr/>
            </p:nvSpPr>
            <p:spPr>
              <a:xfrm>
                <a:off x="-833749" y="2760328"/>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36" name="Google Shape;236;p6"/>
              <p:cNvSpPr/>
              <p:nvPr/>
            </p:nvSpPr>
            <p:spPr>
              <a:xfrm>
                <a:off x="-791842" y="2760328"/>
                <a:ext cx="25509" cy="25509"/>
              </a:xfrm>
              <a:custGeom>
                <a:rect b="b" l="l" r="r" t="t"/>
                <a:pathLst>
                  <a:path extrusionOk="0" h="14" w="14">
                    <a:moveTo>
                      <a:pt x="14" y="7"/>
                    </a:moveTo>
                    <a:cubicBezTo>
                      <a:pt x="14" y="8"/>
                      <a:pt x="14" y="10"/>
                      <a:pt x="13" y="11"/>
                    </a:cubicBezTo>
                    <a:cubicBezTo>
                      <a:pt x="12" y="12"/>
                      <a:pt x="12" y="12"/>
                      <a:pt x="11"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1" y="1"/>
                    </a:cubicBezTo>
                    <a:cubicBezTo>
                      <a:pt x="13" y="1"/>
                      <a:pt x="12"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37" name="Google Shape;237;p6"/>
              <p:cNvSpPr/>
              <p:nvPr/>
            </p:nvSpPr>
            <p:spPr>
              <a:xfrm>
                <a:off x="-749935" y="2760328"/>
                <a:ext cx="25509" cy="25509"/>
              </a:xfrm>
              <a:custGeom>
                <a:rect b="b" l="l" r="r" t="t"/>
                <a:pathLst>
                  <a:path extrusionOk="0" h="14" w="14">
                    <a:moveTo>
                      <a:pt x="14" y="7"/>
                    </a:moveTo>
                    <a:cubicBezTo>
                      <a:pt x="14" y="8"/>
                      <a:pt x="14" y="10"/>
                      <a:pt x="13" y="11"/>
                    </a:cubicBezTo>
                    <a:cubicBezTo>
                      <a:pt x="12" y="12"/>
                      <a:pt x="11" y="12"/>
                      <a:pt x="10"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0" y="1"/>
                    </a:cubicBezTo>
                    <a:cubicBezTo>
                      <a:pt x="11" y="1"/>
                      <a:pt x="12"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38" name="Google Shape;238;p6"/>
              <p:cNvSpPr/>
              <p:nvPr/>
            </p:nvSpPr>
            <p:spPr>
              <a:xfrm>
                <a:off x="-737180" y="2929779"/>
                <a:ext cx="413606" cy="415426"/>
              </a:xfrm>
              <a:custGeom>
                <a:rect b="b" l="l" r="r" t="t"/>
                <a:pathLst>
                  <a:path extrusionOk="0" h="228" w="227">
                    <a:moveTo>
                      <a:pt x="0" y="0"/>
                    </a:moveTo>
                    <a:lnTo>
                      <a:pt x="227" y="0"/>
                    </a:lnTo>
                    <a:lnTo>
                      <a:pt x="227" y="228"/>
                    </a:lnTo>
                    <a:lnTo>
                      <a:pt x="0" y="228"/>
                    </a:lnTo>
                    <a:lnTo>
                      <a:pt x="0" y="0"/>
                    </a:lnTo>
                    <a:close/>
                  </a:path>
                </a:pathLst>
              </a:custGeom>
              <a:solidFill>
                <a:schemeClr val="accent2"/>
              </a:solidFill>
              <a:ln>
                <a:noFill/>
              </a:ln>
            </p:spPr>
            <p:txBody>
              <a:bodyPr anchorCtr="1" anchor="ctr" bIns="37075" lIns="90000" spcFirstLastPara="1" rIns="90000" wrap="square" tIns="370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39" name="Google Shape;239;p6"/>
              <p:cNvSpPr/>
              <p:nvPr/>
            </p:nvSpPr>
            <p:spPr>
              <a:xfrm>
                <a:off x="-749922"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40" name="Google Shape;240;p6"/>
              <p:cNvSpPr/>
              <p:nvPr/>
            </p:nvSpPr>
            <p:spPr>
              <a:xfrm>
                <a:off x="-398266"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41" name="Google Shape;241;p6"/>
              <p:cNvSpPr/>
              <p:nvPr/>
            </p:nvSpPr>
            <p:spPr>
              <a:xfrm>
                <a:off x="-46610"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42" name="Google Shape;242;p6"/>
              <p:cNvSpPr/>
              <p:nvPr/>
            </p:nvSpPr>
            <p:spPr>
              <a:xfrm>
                <a:off x="305046"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43" name="Google Shape;243;p6"/>
              <p:cNvSpPr/>
              <p:nvPr/>
            </p:nvSpPr>
            <p:spPr>
              <a:xfrm>
                <a:off x="-215912" y="31841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44" name="Google Shape;244;p6"/>
              <p:cNvSpPr/>
              <p:nvPr/>
            </p:nvSpPr>
            <p:spPr>
              <a:xfrm>
                <a:off x="-215912" y="32624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45" name="Google Shape;245;p6"/>
              <p:cNvSpPr/>
              <p:nvPr/>
            </p:nvSpPr>
            <p:spPr>
              <a:xfrm>
                <a:off x="-215912" y="33389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246" name="Google Shape;246;p6"/>
          <p:cNvGrpSpPr/>
          <p:nvPr/>
        </p:nvGrpSpPr>
        <p:grpSpPr>
          <a:xfrm>
            <a:off x="-94525" y="-179977"/>
            <a:ext cx="9091337" cy="5451427"/>
            <a:chOff x="-94525" y="-179977"/>
            <a:chExt cx="9091337" cy="5451427"/>
          </a:xfrm>
        </p:grpSpPr>
        <p:grpSp>
          <p:nvGrpSpPr>
            <p:cNvPr id="247" name="Google Shape;247;p6"/>
            <p:cNvGrpSpPr/>
            <p:nvPr/>
          </p:nvGrpSpPr>
          <p:grpSpPr>
            <a:xfrm>
              <a:off x="-94525" y="4470314"/>
              <a:ext cx="814536" cy="801136"/>
              <a:chOff x="-94525" y="4470314"/>
              <a:chExt cx="814536" cy="801136"/>
            </a:xfrm>
          </p:grpSpPr>
          <p:sp>
            <p:nvSpPr>
              <p:cNvPr id="248" name="Google Shape;248;p6"/>
              <p:cNvSpPr/>
              <p:nvPr/>
            </p:nvSpPr>
            <p:spPr>
              <a:xfrm>
                <a:off x="103525" y="4598377"/>
                <a:ext cx="616486" cy="673073"/>
              </a:xfrm>
              <a:custGeom>
                <a:rect b="b" l="l" r="r" t="t"/>
                <a:pathLst>
                  <a:path extrusionOk="0" h="452" w="414">
                    <a:moveTo>
                      <a:pt x="250" y="234"/>
                    </a:moveTo>
                    <a:cubicBezTo>
                      <a:pt x="292" y="216"/>
                      <a:pt x="322" y="173"/>
                      <a:pt x="322" y="122"/>
                    </a:cubicBezTo>
                    <a:cubicBezTo>
                      <a:pt x="323" y="55"/>
                      <a:pt x="272" y="0"/>
                      <a:pt x="209" y="0"/>
                    </a:cubicBezTo>
                    <a:cubicBezTo>
                      <a:pt x="146" y="-1"/>
                      <a:pt x="95" y="53"/>
                      <a:pt x="95" y="120"/>
                    </a:cubicBezTo>
                    <a:cubicBezTo>
                      <a:pt x="95" y="172"/>
                      <a:pt x="125" y="216"/>
                      <a:pt x="167" y="234"/>
                    </a:cubicBezTo>
                    <a:cubicBezTo>
                      <a:pt x="-8" y="260"/>
                      <a:pt x="0" y="450"/>
                      <a:pt x="0" y="450"/>
                    </a:cubicBezTo>
                    <a:lnTo>
                      <a:pt x="414" y="452"/>
                    </a:lnTo>
                    <a:cubicBezTo>
                      <a:pt x="414" y="452"/>
                      <a:pt x="424" y="260"/>
                      <a:pt x="250" y="234"/>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49" name="Google Shape;249;p6"/>
              <p:cNvSpPr/>
              <p:nvPr/>
            </p:nvSpPr>
            <p:spPr>
              <a:xfrm>
                <a:off x="379008" y="4470314"/>
                <a:ext cx="52118" cy="55097"/>
              </a:xfrm>
              <a:custGeom>
                <a:rect b="b" l="l" r="r" t="t"/>
                <a:pathLst>
                  <a:path extrusionOk="0" h="37" w="35">
                    <a:moveTo>
                      <a:pt x="35" y="19"/>
                    </a:moveTo>
                    <a:cubicBezTo>
                      <a:pt x="35" y="8"/>
                      <a:pt x="27" y="0"/>
                      <a:pt x="18" y="0"/>
                    </a:cubicBezTo>
                    <a:cubicBezTo>
                      <a:pt x="8" y="0"/>
                      <a:pt x="0" y="8"/>
                      <a:pt x="0" y="19"/>
                    </a:cubicBezTo>
                    <a:cubicBezTo>
                      <a:pt x="0" y="29"/>
                      <a:pt x="8" y="37"/>
                      <a:pt x="18" y="37"/>
                    </a:cubicBezTo>
                    <a:cubicBezTo>
                      <a:pt x="27" y="37"/>
                      <a:pt x="35" y="29"/>
                      <a:pt x="35" y="19"/>
                    </a:cubicBez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50" name="Google Shape;250;p6"/>
              <p:cNvSpPr/>
              <p:nvPr/>
            </p:nvSpPr>
            <p:spPr>
              <a:xfrm>
                <a:off x="-94525" y="4492651"/>
                <a:ext cx="494380" cy="251658"/>
              </a:xfrm>
              <a:custGeom>
                <a:rect b="b" l="l" r="r" t="t"/>
                <a:pathLst>
                  <a:path extrusionOk="0" h="169" w="332">
                    <a:moveTo>
                      <a:pt x="332" y="0"/>
                    </a:moveTo>
                    <a:lnTo>
                      <a:pt x="260" y="0"/>
                    </a:lnTo>
                    <a:cubicBezTo>
                      <a:pt x="195" y="0"/>
                      <a:pt x="142" y="46"/>
                      <a:pt x="142" y="102"/>
                    </a:cubicBezTo>
                    <a:cubicBezTo>
                      <a:pt x="142" y="139"/>
                      <a:pt x="139" y="162"/>
                      <a:pt x="101" y="162"/>
                    </a:cubicBezTo>
                    <a:lnTo>
                      <a:pt x="0" y="162"/>
                    </a:lnTo>
                    <a:lnTo>
                      <a:pt x="0" y="169"/>
                    </a:lnTo>
                    <a:lnTo>
                      <a:pt x="101" y="169"/>
                    </a:lnTo>
                    <a:cubicBezTo>
                      <a:pt x="150" y="169"/>
                      <a:pt x="150" y="134"/>
                      <a:pt x="150" y="102"/>
                    </a:cubicBezTo>
                    <a:cubicBezTo>
                      <a:pt x="150" y="49"/>
                      <a:pt x="199" y="7"/>
                      <a:pt x="260" y="7"/>
                    </a:cubicBezTo>
                    <a:lnTo>
                      <a:pt x="332" y="7"/>
                    </a:lnTo>
                    <a:lnTo>
                      <a:pt x="332" y="0"/>
                    </a:lnTo>
                    <a:close/>
                  </a:path>
                </a:pathLst>
              </a:custGeom>
              <a:solidFill>
                <a:schemeClr val="lt2"/>
              </a:solidFill>
              <a:ln>
                <a:noFill/>
              </a:ln>
            </p:spPr>
            <p:txBody>
              <a:bodyPr anchorCtr="1" anchor="ctr" bIns="15825" lIns="90000" spcFirstLastPara="1" rIns="90000" wrap="square" tIns="158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
          <p:nvSpPr>
            <p:cNvPr id="251" name="Google Shape;251;p6"/>
            <p:cNvSpPr/>
            <p:nvPr/>
          </p:nvSpPr>
          <p:spPr>
            <a:xfrm>
              <a:off x="8624538" y="2634240"/>
              <a:ext cx="372274" cy="372275"/>
            </a:xfrm>
            <a:custGeom>
              <a:rect b="b" l="l" r="r" t="t"/>
              <a:pathLst>
                <a:path extrusionOk="0" h="250" w="250">
                  <a:moveTo>
                    <a:pt x="125" y="250"/>
                  </a:moveTo>
                  <a:lnTo>
                    <a:pt x="174" y="250"/>
                  </a:lnTo>
                  <a:cubicBezTo>
                    <a:pt x="216" y="250"/>
                    <a:pt x="250" y="216"/>
                    <a:pt x="250" y="174"/>
                  </a:cubicBezTo>
                  <a:lnTo>
                    <a:pt x="250" y="76"/>
                  </a:lnTo>
                  <a:cubicBezTo>
                    <a:pt x="250" y="34"/>
                    <a:pt x="216" y="0"/>
                    <a:pt x="174" y="0"/>
                  </a:cubicBezTo>
                  <a:lnTo>
                    <a:pt x="76" y="0"/>
                  </a:lnTo>
                  <a:cubicBezTo>
                    <a:pt x="34" y="0"/>
                    <a:pt x="0" y="34"/>
                    <a:pt x="0" y="76"/>
                  </a:cubicBezTo>
                  <a:lnTo>
                    <a:pt x="0" y="174"/>
                  </a:lnTo>
                  <a:cubicBezTo>
                    <a:pt x="0" y="216"/>
                    <a:pt x="34" y="250"/>
                    <a:pt x="76" y="250"/>
                  </a:cubicBezTo>
                  <a:lnTo>
                    <a:pt x="125" y="250"/>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252" name="Google Shape;252;p6"/>
            <p:cNvGrpSpPr/>
            <p:nvPr/>
          </p:nvGrpSpPr>
          <p:grpSpPr>
            <a:xfrm rot="5400000">
              <a:off x="8057254" y="43225"/>
              <a:ext cx="747041" cy="300637"/>
              <a:chOff x="7676966" y="144400"/>
              <a:chExt cx="747041" cy="300637"/>
            </a:xfrm>
          </p:grpSpPr>
          <p:sp>
            <p:nvSpPr>
              <p:cNvPr id="253" name="Google Shape;253;p6"/>
              <p:cNvSpPr/>
              <p:nvPr/>
            </p:nvSpPr>
            <p:spPr>
              <a:xfrm>
                <a:off x="8360235" y="144400"/>
                <a:ext cx="63772" cy="63772"/>
              </a:xfrm>
              <a:custGeom>
                <a:rect b="b" l="l" r="r" t="t"/>
                <a:pathLst>
                  <a:path extrusionOk="0" h="35" w="35">
                    <a:moveTo>
                      <a:pt x="17" y="0"/>
                    </a:moveTo>
                    <a:cubicBezTo>
                      <a:pt x="27" y="0"/>
                      <a:pt x="35" y="7"/>
                      <a:pt x="35" y="17"/>
                    </a:cubicBezTo>
                    <a:cubicBezTo>
                      <a:pt x="35" y="26"/>
                      <a:pt x="26" y="35"/>
                      <a:pt x="17" y="35"/>
                    </a:cubicBezTo>
                    <a:cubicBezTo>
                      <a:pt x="7" y="35"/>
                      <a:pt x="0" y="26"/>
                      <a:pt x="0" y="17"/>
                    </a:cubicBezTo>
                    <a:cubicBezTo>
                      <a:pt x="0" y="7"/>
                      <a:pt x="8" y="0"/>
                      <a:pt x="17" y="0"/>
                    </a:cubicBez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54" name="Google Shape;254;p6"/>
              <p:cNvSpPr/>
              <p:nvPr/>
            </p:nvSpPr>
            <p:spPr>
              <a:xfrm>
                <a:off x="7676966" y="173553"/>
                <a:ext cx="723355" cy="271485"/>
              </a:xfrm>
              <a:custGeom>
                <a:rect b="b" l="l" r="r" t="t"/>
                <a:pathLst>
                  <a:path extrusionOk="0" h="149" w="397">
                    <a:moveTo>
                      <a:pt x="397" y="0"/>
                    </a:moveTo>
                    <a:lnTo>
                      <a:pt x="397" y="97"/>
                    </a:lnTo>
                    <a:cubicBezTo>
                      <a:pt x="397" y="125"/>
                      <a:pt x="374" y="149"/>
                      <a:pt x="345" y="149"/>
                    </a:cubicBezTo>
                    <a:lnTo>
                      <a:pt x="51" y="149"/>
                    </a:lnTo>
                    <a:cubicBezTo>
                      <a:pt x="23" y="149"/>
                      <a:pt x="0" y="125"/>
                      <a:pt x="0" y="97"/>
                    </a:cubicBezTo>
                    <a:lnTo>
                      <a:pt x="0" y="12"/>
                    </a:lnTo>
                    <a:lnTo>
                      <a:pt x="6" y="12"/>
                    </a:lnTo>
                    <a:lnTo>
                      <a:pt x="6" y="97"/>
                    </a:lnTo>
                    <a:cubicBezTo>
                      <a:pt x="6" y="122"/>
                      <a:pt x="27" y="142"/>
                      <a:pt x="51" y="142"/>
                    </a:cubicBezTo>
                    <a:lnTo>
                      <a:pt x="345" y="142"/>
                    </a:lnTo>
                    <a:cubicBezTo>
                      <a:pt x="370" y="142"/>
                      <a:pt x="390" y="122"/>
                      <a:pt x="390" y="97"/>
                    </a:cubicBezTo>
                    <a:lnTo>
                      <a:pt x="390" y="0"/>
                    </a:lnTo>
                    <a:lnTo>
                      <a:pt x="397" y="0"/>
                    </a:lnTo>
                    <a:close/>
                  </a:path>
                </a:pathLst>
              </a:custGeom>
              <a:solidFill>
                <a:schemeClr val="lt2"/>
              </a:solidFill>
              <a:ln>
                <a:noFill/>
              </a:ln>
            </p:spPr>
            <p:txBody>
              <a:bodyPr anchorCtr="1" anchor="ctr" bIns="8625" lIns="90000" spcFirstLastPara="1" rIns="90000" wrap="square" tIns="86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
          <p:nvSpPr>
            <p:cNvPr id="255" name="Google Shape;255;p6"/>
            <p:cNvSpPr/>
            <p:nvPr/>
          </p:nvSpPr>
          <p:spPr>
            <a:xfrm>
              <a:off x="8740528" y="2744274"/>
              <a:ext cx="131041" cy="144443"/>
            </a:xfrm>
            <a:custGeom>
              <a:rect b="b" l="l" r="r" t="t"/>
              <a:pathLst>
                <a:path extrusionOk="0" h="97" w="88">
                  <a:moveTo>
                    <a:pt x="2" y="96"/>
                  </a:moveTo>
                  <a:lnTo>
                    <a:pt x="29" y="96"/>
                  </a:lnTo>
                  <a:cubicBezTo>
                    <a:pt x="30" y="96"/>
                    <a:pt x="32" y="95"/>
                    <a:pt x="32" y="93"/>
                  </a:cubicBezTo>
                  <a:lnTo>
                    <a:pt x="32" y="65"/>
                  </a:lnTo>
                  <a:cubicBezTo>
                    <a:pt x="32" y="64"/>
                    <a:pt x="33" y="62"/>
                    <a:pt x="34" y="62"/>
                  </a:cubicBezTo>
                  <a:lnTo>
                    <a:pt x="53" y="62"/>
                  </a:lnTo>
                  <a:cubicBezTo>
                    <a:pt x="55" y="62"/>
                    <a:pt x="56" y="64"/>
                    <a:pt x="56" y="65"/>
                  </a:cubicBezTo>
                  <a:lnTo>
                    <a:pt x="56" y="94"/>
                  </a:lnTo>
                  <a:cubicBezTo>
                    <a:pt x="56" y="95"/>
                    <a:pt x="57" y="97"/>
                    <a:pt x="59" y="97"/>
                  </a:cubicBezTo>
                  <a:lnTo>
                    <a:pt x="85" y="97"/>
                  </a:lnTo>
                  <a:cubicBezTo>
                    <a:pt x="87" y="97"/>
                    <a:pt x="88" y="95"/>
                    <a:pt x="88" y="94"/>
                  </a:cubicBezTo>
                  <a:lnTo>
                    <a:pt x="88" y="43"/>
                  </a:lnTo>
                  <a:cubicBezTo>
                    <a:pt x="88" y="42"/>
                    <a:pt x="88" y="41"/>
                    <a:pt x="87" y="41"/>
                  </a:cubicBezTo>
                  <a:lnTo>
                    <a:pt x="46" y="1"/>
                  </a:lnTo>
                  <a:cubicBezTo>
                    <a:pt x="45" y="0"/>
                    <a:pt x="43" y="0"/>
                    <a:pt x="42" y="1"/>
                  </a:cubicBezTo>
                  <a:lnTo>
                    <a:pt x="0" y="40"/>
                  </a:lnTo>
                  <a:cubicBezTo>
                    <a:pt x="0" y="40"/>
                    <a:pt x="0" y="41"/>
                    <a:pt x="0" y="42"/>
                  </a:cubicBezTo>
                  <a:lnTo>
                    <a:pt x="0" y="93"/>
                  </a:lnTo>
                  <a:cubicBezTo>
                    <a:pt x="0" y="95"/>
                    <a:pt x="1" y="96"/>
                    <a:pt x="2" y="96"/>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256" name="Google Shape;256;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57" name="Shape 257"/>
        <p:cNvGrpSpPr/>
        <p:nvPr/>
      </p:nvGrpSpPr>
      <p:grpSpPr>
        <a:xfrm>
          <a:off x="0" y="0"/>
          <a:ext cx="0" cy="0"/>
          <a:chOff x="0" y="0"/>
          <a:chExt cx="0" cy="0"/>
        </a:xfrm>
      </p:grpSpPr>
      <p:sp>
        <p:nvSpPr>
          <p:cNvPr id="258" name="Google Shape;258;p7"/>
          <p:cNvSpPr txBox="1"/>
          <p:nvPr>
            <p:ph type="title"/>
          </p:nvPr>
        </p:nvSpPr>
        <p:spPr>
          <a:xfrm>
            <a:off x="811975" y="1150775"/>
            <a:ext cx="4294800" cy="572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59" name="Google Shape;259;p7"/>
          <p:cNvSpPr txBox="1"/>
          <p:nvPr>
            <p:ph idx="1" type="subTitle"/>
          </p:nvPr>
        </p:nvSpPr>
        <p:spPr>
          <a:xfrm>
            <a:off x="811975" y="1866025"/>
            <a:ext cx="4294800" cy="229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Nunito Light"/>
              <a:buChar char="●"/>
              <a:defRPr/>
            </a:lvl1pPr>
            <a:lvl2pPr lvl="1" rtl="0" algn="ctr">
              <a:lnSpc>
                <a:spcPct val="100000"/>
              </a:lnSpc>
              <a:spcBef>
                <a:spcPts val="0"/>
              </a:spcBef>
              <a:spcAft>
                <a:spcPts val="0"/>
              </a:spcAft>
              <a:buClr>
                <a:srgbClr val="E76A28"/>
              </a:buClr>
              <a:buSzPts val="1200"/>
              <a:buFont typeface="Nunito Light"/>
              <a:buChar char="○"/>
              <a:defRPr/>
            </a:lvl2pPr>
            <a:lvl3pPr lvl="2" rtl="0" algn="ctr">
              <a:lnSpc>
                <a:spcPct val="100000"/>
              </a:lnSpc>
              <a:spcBef>
                <a:spcPts val="0"/>
              </a:spcBef>
              <a:spcAft>
                <a:spcPts val="0"/>
              </a:spcAft>
              <a:buClr>
                <a:srgbClr val="E76A28"/>
              </a:buClr>
              <a:buSzPts val="1200"/>
              <a:buFont typeface="Nunito Light"/>
              <a:buChar char="■"/>
              <a:defRPr/>
            </a:lvl3pPr>
            <a:lvl4pPr lvl="3" rtl="0" algn="ctr">
              <a:lnSpc>
                <a:spcPct val="100000"/>
              </a:lnSpc>
              <a:spcBef>
                <a:spcPts val="0"/>
              </a:spcBef>
              <a:spcAft>
                <a:spcPts val="0"/>
              </a:spcAft>
              <a:buClr>
                <a:srgbClr val="E76A28"/>
              </a:buClr>
              <a:buSzPts val="1200"/>
              <a:buFont typeface="Nunito Light"/>
              <a:buChar char="●"/>
              <a:defRPr/>
            </a:lvl4pPr>
            <a:lvl5pPr lvl="4" rtl="0" algn="ctr">
              <a:lnSpc>
                <a:spcPct val="100000"/>
              </a:lnSpc>
              <a:spcBef>
                <a:spcPts val="0"/>
              </a:spcBef>
              <a:spcAft>
                <a:spcPts val="0"/>
              </a:spcAft>
              <a:buClr>
                <a:srgbClr val="E76A28"/>
              </a:buClr>
              <a:buSzPts val="1200"/>
              <a:buFont typeface="Nunito Light"/>
              <a:buChar char="○"/>
              <a:defRPr/>
            </a:lvl5pPr>
            <a:lvl6pPr lvl="5" rtl="0" algn="ctr">
              <a:lnSpc>
                <a:spcPct val="100000"/>
              </a:lnSpc>
              <a:spcBef>
                <a:spcPts val="0"/>
              </a:spcBef>
              <a:spcAft>
                <a:spcPts val="0"/>
              </a:spcAft>
              <a:buClr>
                <a:srgbClr val="999999"/>
              </a:buClr>
              <a:buSzPts val="1200"/>
              <a:buFont typeface="Nunito Light"/>
              <a:buChar char="■"/>
              <a:defRPr/>
            </a:lvl6pPr>
            <a:lvl7pPr lvl="6" rtl="0" algn="ctr">
              <a:lnSpc>
                <a:spcPct val="100000"/>
              </a:lnSpc>
              <a:spcBef>
                <a:spcPts val="0"/>
              </a:spcBef>
              <a:spcAft>
                <a:spcPts val="0"/>
              </a:spcAft>
              <a:buClr>
                <a:srgbClr val="999999"/>
              </a:buClr>
              <a:buSzPts val="1200"/>
              <a:buFont typeface="Nunito Light"/>
              <a:buChar char="●"/>
              <a:defRPr/>
            </a:lvl7pPr>
            <a:lvl8pPr lvl="7" rtl="0" algn="ctr">
              <a:lnSpc>
                <a:spcPct val="100000"/>
              </a:lnSpc>
              <a:spcBef>
                <a:spcPts val="0"/>
              </a:spcBef>
              <a:spcAft>
                <a:spcPts val="0"/>
              </a:spcAft>
              <a:buClr>
                <a:srgbClr val="999999"/>
              </a:buClr>
              <a:buSzPts val="1200"/>
              <a:buFont typeface="Nunito Light"/>
              <a:buChar char="○"/>
              <a:defRPr/>
            </a:lvl8pPr>
            <a:lvl9pPr lvl="8" rtl="0" algn="ctr">
              <a:lnSpc>
                <a:spcPct val="100000"/>
              </a:lnSpc>
              <a:spcBef>
                <a:spcPts val="0"/>
              </a:spcBef>
              <a:spcAft>
                <a:spcPts val="0"/>
              </a:spcAft>
              <a:buClr>
                <a:srgbClr val="999999"/>
              </a:buClr>
              <a:buSzPts val="1200"/>
              <a:buFont typeface="Nunito Light"/>
              <a:buChar char="■"/>
              <a:defRPr/>
            </a:lvl9pPr>
          </a:lstStyle>
          <a:p/>
        </p:txBody>
      </p:sp>
      <p:sp>
        <p:nvSpPr>
          <p:cNvPr id="260" name="Google Shape;260;p7"/>
          <p:cNvSpPr/>
          <p:nvPr>
            <p:ph idx="2" type="pic"/>
          </p:nvPr>
        </p:nvSpPr>
        <p:spPr>
          <a:xfrm>
            <a:off x="5882956" y="910538"/>
            <a:ext cx="1759500" cy="3323100"/>
          </a:xfrm>
          <a:prstGeom prst="rect">
            <a:avLst/>
          </a:prstGeom>
          <a:noFill/>
          <a:ln cap="flat" cmpd="sng" w="9525">
            <a:solidFill>
              <a:schemeClr val="dk1"/>
            </a:solidFill>
            <a:prstDash val="solid"/>
            <a:round/>
            <a:headEnd len="sm" w="sm" type="none"/>
            <a:tailEnd len="sm" w="sm" type="none"/>
          </a:ln>
        </p:spPr>
      </p:sp>
      <p:grpSp>
        <p:nvGrpSpPr>
          <p:cNvPr id="261" name="Google Shape;261;p7"/>
          <p:cNvGrpSpPr/>
          <p:nvPr/>
        </p:nvGrpSpPr>
        <p:grpSpPr>
          <a:xfrm>
            <a:off x="8289679" y="1474553"/>
            <a:ext cx="1215118" cy="3764197"/>
            <a:chOff x="8289679" y="1474553"/>
            <a:chExt cx="1215118" cy="3764197"/>
          </a:xfrm>
        </p:grpSpPr>
        <p:sp>
          <p:nvSpPr>
            <p:cNvPr id="262" name="Google Shape;262;p7"/>
            <p:cNvSpPr/>
            <p:nvPr/>
          </p:nvSpPr>
          <p:spPr>
            <a:xfrm>
              <a:off x="8608123" y="2667026"/>
              <a:ext cx="896675" cy="896675"/>
            </a:xfrm>
            <a:custGeom>
              <a:rect b="b" l="l" r="r" t="t"/>
              <a:pathLst>
                <a:path extrusionOk="0" h="493" w="493">
                  <a:moveTo>
                    <a:pt x="92" y="112"/>
                  </a:moveTo>
                  <a:cubicBezTo>
                    <a:pt x="104" y="98"/>
                    <a:pt x="118" y="86"/>
                    <a:pt x="133" y="76"/>
                  </a:cubicBezTo>
                  <a:lnTo>
                    <a:pt x="128" y="26"/>
                  </a:lnTo>
                  <a:lnTo>
                    <a:pt x="206" y="0"/>
                  </a:lnTo>
                  <a:lnTo>
                    <a:pt x="232" y="42"/>
                  </a:lnTo>
                  <a:cubicBezTo>
                    <a:pt x="250" y="41"/>
                    <a:pt x="269" y="42"/>
                    <a:pt x="286" y="46"/>
                  </a:cubicBezTo>
                  <a:lnTo>
                    <a:pt x="318" y="7"/>
                  </a:lnTo>
                  <a:lnTo>
                    <a:pt x="392" y="44"/>
                  </a:lnTo>
                  <a:lnTo>
                    <a:pt x="381" y="92"/>
                  </a:lnTo>
                  <a:cubicBezTo>
                    <a:pt x="395" y="104"/>
                    <a:pt x="406" y="118"/>
                    <a:pt x="416" y="133"/>
                  </a:cubicBezTo>
                  <a:lnTo>
                    <a:pt x="466" y="128"/>
                  </a:lnTo>
                  <a:lnTo>
                    <a:pt x="493" y="206"/>
                  </a:lnTo>
                  <a:lnTo>
                    <a:pt x="450" y="233"/>
                  </a:lnTo>
                  <a:cubicBezTo>
                    <a:pt x="451" y="250"/>
                    <a:pt x="450" y="269"/>
                    <a:pt x="447" y="287"/>
                  </a:cubicBezTo>
                  <a:lnTo>
                    <a:pt x="486" y="318"/>
                  </a:lnTo>
                  <a:lnTo>
                    <a:pt x="449" y="393"/>
                  </a:lnTo>
                  <a:lnTo>
                    <a:pt x="400" y="381"/>
                  </a:lnTo>
                  <a:cubicBezTo>
                    <a:pt x="388" y="395"/>
                    <a:pt x="374" y="407"/>
                    <a:pt x="360" y="416"/>
                  </a:cubicBezTo>
                  <a:lnTo>
                    <a:pt x="365" y="466"/>
                  </a:lnTo>
                  <a:lnTo>
                    <a:pt x="286" y="493"/>
                  </a:lnTo>
                  <a:lnTo>
                    <a:pt x="260" y="450"/>
                  </a:lnTo>
                  <a:cubicBezTo>
                    <a:pt x="242" y="452"/>
                    <a:pt x="224" y="450"/>
                    <a:pt x="206" y="447"/>
                  </a:cubicBezTo>
                  <a:lnTo>
                    <a:pt x="174" y="486"/>
                  </a:lnTo>
                  <a:lnTo>
                    <a:pt x="100" y="449"/>
                  </a:lnTo>
                  <a:lnTo>
                    <a:pt x="112" y="400"/>
                  </a:lnTo>
                  <a:cubicBezTo>
                    <a:pt x="98" y="388"/>
                    <a:pt x="86" y="375"/>
                    <a:pt x="76" y="360"/>
                  </a:cubicBezTo>
                  <a:lnTo>
                    <a:pt x="26" y="365"/>
                  </a:lnTo>
                  <a:lnTo>
                    <a:pt x="0" y="286"/>
                  </a:lnTo>
                  <a:lnTo>
                    <a:pt x="42" y="260"/>
                  </a:lnTo>
                  <a:cubicBezTo>
                    <a:pt x="41" y="242"/>
                    <a:pt x="42" y="224"/>
                    <a:pt x="46" y="206"/>
                  </a:cubicBezTo>
                  <a:lnTo>
                    <a:pt x="7" y="174"/>
                  </a:lnTo>
                  <a:lnTo>
                    <a:pt x="43" y="100"/>
                  </a:lnTo>
                  <a:lnTo>
                    <a:pt x="92" y="112"/>
                  </a:lnTo>
                  <a:moveTo>
                    <a:pt x="168" y="204"/>
                  </a:moveTo>
                  <a:cubicBezTo>
                    <a:pt x="146" y="248"/>
                    <a:pt x="164" y="301"/>
                    <a:pt x="209" y="323"/>
                  </a:cubicBezTo>
                  <a:cubicBezTo>
                    <a:pt x="253" y="344"/>
                    <a:pt x="306" y="326"/>
                    <a:pt x="328" y="282"/>
                  </a:cubicBezTo>
                  <a:cubicBezTo>
                    <a:pt x="349" y="238"/>
                    <a:pt x="331" y="185"/>
                    <a:pt x="287" y="163"/>
                  </a:cubicBezTo>
                  <a:cubicBezTo>
                    <a:pt x="243" y="141"/>
                    <a:pt x="190" y="159"/>
                    <a:pt x="168" y="204"/>
                  </a:cubicBezTo>
                  <a:close/>
                </a:path>
              </a:pathLst>
            </a:custGeom>
            <a:no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63" name="Google Shape;263;p7"/>
            <p:cNvSpPr/>
            <p:nvPr/>
          </p:nvSpPr>
          <p:spPr>
            <a:xfrm>
              <a:off x="8289679" y="4535103"/>
              <a:ext cx="644490" cy="703646"/>
            </a:xfrm>
            <a:custGeom>
              <a:rect b="b" l="l" r="r" t="t"/>
              <a:pathLst>
                <a:path extrusionOk="0" h="452" w="414">
                  <a:moveTo>
                    <a:pt x="250" y="234"/>
                  </a:moveTo>
                  <a:cubicBezTo>
                    <a:pt x="292" y="216"/>
                    <a:pt x="322" y="173"/>
                    <a:pt x="322" y="122"/>
                  </a:cubicBezTo>
                  <a:cubicBezTo>
                    <a:pt x="322" y="55"/>
                    <a:pt x="272" y="0"/>
                    <a:pt x="209" y="0"/>
                  </a:cubicBezTo>
                  <a:cubicBezTo>
                    <a:pt x="146" y="0"/>
                    <a:pt x="95" y="54"/>
                    <a:pt x="95" y="121"/>
                  </a:cubicBezTo>
                  <a:cubicBezTo>
                    <a:pt x="94" y="172"/>
                    <a:pt x="125" y="216"/>
                    <a:pt x="167" y="234"/>
                  </a:cubicBezTo>
                  <a:cubicBezTo>
                    <a:pt x="-8" y="260"/>
                    <a:pt x="0" y="450"/>
                    <a:pt x="0" y="450"/>
                  </a:cubicBezTo>
                  <a:lnTo>
                    <a:pt x="414" y="452"/>
                  </a:lnTo>
                  <a:cubicBezTo>
                    <a:pt x="414" y="452"/>
                    <a:pt x="423" y="260"/>
                    <a:pt x="250" y="234"/>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264" name="Google Shape;264;p7"/>
            <p:cNvGrpSpPr/>
            <p:nvPr/>
          </p:nvGrpSpPr>
          <p:grpSpPr>
            <a:xfrm>
              <a:off x="8474933" y="1474553"/>
              <a:ext cx="501270" cy="501270"/>
              <a:chOff x="8474933" y="1474553"/>
              <a:chExt cx="501270" cy="501270"/>
            </a:xfrm>
          </p:grpSpPr>
          <p:sp>
            <p:nvSpPr>
              <p:cNvPr id="265" name="Google Shape;265;p7"/>
              <p:cNvSpPr/>
              <p:nvPr/>
            </p:nvSpPr>
            <p:spPr>
              <a:xfrm>
                <a:off x="8474933" y="1474553"/>
                <a:ext cx="501270" cy="501270"/>
              </a:xfrm>
              <a:custGeom>
                <a:rect b="b" l="l" r="r" t="t"/>
                <a:pathLst>
                  <a:path extrusionOk="0" h="322" w="322">
                    <a:moveTo>
                      <a:pt x="161" y="322"/>
                    </a:moveTo>
                    <a:lnTo>
                      <a:pt x="246" y="322"/>
                    </a:lnTo>
                    <a:cubicBezTo>
                      <a:pt x="288" y="322"/>
                      <a:pt x="322" y="288"/>
                      <a:pt x="322" y="246"/>
                    </a:cubicBezTo>
                    <a:lnTo>
                      <a:pt x="322" y="76"/>
                    </a:lnTo>
                    <a:cubicBezTo>
                      <a:pt x="322" y="34"/>
                      <a:pt x="288" y="0"/>
                      <a:pt x="246" y="0"/>
                    </a:cubicBezTo>
                    <a:lnTo>
                      <a:pt x="76" y="0"/>
                    </a:lnTo>
                    <a:cubicBezTo>
                      <a:pt x="34" y="0"/>
                      <a:pt x="0" y="34"/>
                      <a:pt x="0" y="76"/>
                    </a:cubicBezTo>
                    <a:lnTo>
                      <a:pt x="0" y="246"/>
                    </a:lnTo>
                    <a:cubicBezTo>
                      <a:pt x="0" y="288"/>
                      <a:pt x="34" y="322"/>
                      <a:pt x="76" y="322"/>
                    </a:cubicBezTo>
                    <a:lnTo>
                      <a:pt x="161" y="322"/>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66" name="Google Shape;266;p7"/>
              <p:cNvSpPr/>
              <p:nvPr/>
            </p:nvSpPr>
            <p:spPr>
              <a:xfrm>
                <a:off x="8643061" y="1673816"/>
                <a:ext cx="175912" cy="20238"/>
              </a:xfrm>
              <a:custGeom>
                <a:rect b="b" l="l" r="r" t="t"/>
                <a:pathLst>
                  <a:path extrusionOk="0" h="13" w="113">
                    <a:moveTo>
                      <a:pt x="0" y="0"/>
                    </a:moveTo>
                    <a:lnTo>
                      <a:pt x="113" y="0"/>
                    </a:lnTo>
                    <a:lnTo>
                      <a:pt x="113" y="13"/>
                    </a:lnTo>
                    <a:lnTo>
                      <a:pt x="0" y="13"/>
                    </a:lnTo>
                    <a:lnTo>
                      <a:pt x="0" y="0"/>
                    </a:ln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67" name="Google Shape;267;p7"/>
              <p:cNvSpPr/>
              <p:nvPr/>
            </p:nvSpPr>
            <p:spPr>
              <a:xfrm>
                <a:off x="8643061" y="1718961"/>
                <a:ext cx="175912" cy="20238"/>
              </a:xfrm>
              <a:custGeom>
                <a:rect b="b" l="l" r="r" t="t"/>
                <a:pathLst>
                  <a:path extrusionOk="0" h="13" w="113">
                    <a:moveTo>
                      <a:pt x="0" y="0"/>
                    </a:moveTo>
                    <a:lnTo>
                      <a:pt x="113" y="0"/>
                    </a:lnTo>
                    <a:lnTo>
                      <a:pt x="113" y="13"/>
                    </a:lnTo>
                    <a:lnTo>
                      <a:pt x="0" y="13"/>
                    </a:lnTo>
                    <a:lnTo>
                      <a:pt x="0" y="0"/>
                    </a:ln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68" name="Google Shape;268;p7"/>
              <p:cNvSpPr/>
              <p:nvPr/>
            </p:nvSpPr>
            <p:spPr>
              <a:xfrm>
                <a:off x="8643061" y="1762550"/>
                <a:ext cx="175912" cy="20238"/>
              </a:xfrm>
              <a:custGeom>
                <a:rect b="b" l="l" r="r" t="t"/>
                <a:pathLst>
                  <a:path extrusionOk="0" h="13" w="113">
                    <a:moveTo>
                      <a:pt x="0" y="0"/>
                    </a:moveTo>
                    <a:lnTo>
                      <a:pt x="113" y="0"/>
                    </a:lnTo>
                    <a:lnTo>
                      <a:pt x="113" y="13"/>
                    </a:lnTo>
                    <a:lnTo>
                      <a:pt x="0" y="13"/>
                    </a:lnTo>
                    <a:lnTo>
                      <a:pt x="0" y="0"/>
                    </a:ln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269" name="Google Shape;269;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70" name="Shape 270"/>
        <p:cNvGrpSpPr/>
        <p:nvPr/>
      </p:nvGrpSpPr>
      <p:grpSpPr>
        <a:xfrm>
          <a:off x="0" y="0"/>
          <a:ext cx="0" cy="0"/>
          <a:chOff x="0" y="0"/>
          <a:chExt cx="0" cy="0"/>
        </a:xfrm>
      </p:grpSpPr>
      <p:sp>
        <p:nvSpPr>
          <p:cNvPr id="271" name="Google Shape;271;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rtl="0" algn="ctr">
              <a:lnSpc>
                <a:spcPct val="80000"/>
              </a:lnSpc>
              <a:spcBef>
                <a:spcPts val="0"/>
              </a:spcBef>
              <a:spcAft>
                <a:spcPts val="0"/>
              </a:spcAft>
              <a:buSzPts val="4800"/>
              <a:buNone/>
              <a:defRPr sz="10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grpSp>
        <p:nvGrpSpPr>
          <p:cNvPr id="272" name="Google Shape;272;p8"/>
          <p:cNvGrpSpPr/>
          <p:nvPr/>
        </p:nvGrpSpPr>
        <p:grpSpPr>
          <a:xfrm>
            <a:off x="281094" y="1722676"/>
            <a:ext cx="448225" cy="448223"/>
            <a:chOff x="281094" y="1722676"/>
            <a:chExt cx="448225" cy="448223"/>
          </a:xfrm>
        </p:grpSpPr>
        <p:sp>
          <p:nvSpPr>
            <p:cNvPr id="273" name="Google Shape;273;p8"/>
            <p:cNvSpPr/>
            <p:nvPr/>
          </p:nvSpPr>
          <p:spPr>
            <a:xfrm>
              <a:off x="281094" y="1722676"/>
              <a:ext cx="448225" cy="448223"/>
            </a:xfrm>
            <a:custGeom>
              <a:rect b="b" l="l" r="r" t="t"/>
              <a:pathLst>
                <a:path extrusionOk="0" h="246" w="246">
                  <a:moveTo>
                    <a:pt x="123" y="246"/>
                  </a:moveTo>
                  <a:lnTo>
                    <a:pt x="169" y="246"/>
                  </a:lnTo>
                  <a:cubicBezTo>
                    <a:pt x="211" y="246"/>
                    <a:pt x="246" y="212"/>
                    <a:pt x="246" y="170"/>
                  </a:cubicBezTo>
                  <a:lnTo>
                    <a:pt x="246" y="76"/>
                  </a:lnTo>
                  <a:cubicBezTo>
                    <a:pt x="246" y="34"/>
                    <a:pt x="211" y="0"/>
                    <a:pt x="169" y="0"/>
                  </a:cubicBezTo>
                  <a:lnTo>
                    <a:pt x="76" y="0"/>
                  </a:lnTo>
                  <a:cubicBezTo>
                    <a:pt x="34" y="0"/>
                    <a:pt x="0" y="34"/>
                    <a:pt x="0" y="76"/>
                  </a:cubicBezTo>
                  <a:lnTo>
                    <a:pt x="0" y="170"/>
                  </a:lnTo>
                  <a:cubicBezTo>
                    <a:pt x="0" y="212"/>
                    <a:pt x="34" y="246"/>
                    <a:pt x="76" y="246"/>
                  </a:cubicBezTo>
                  <a:lnTo>
                    <a:pt x="123" y="246"/>
                  </a:lnTo>
                  <a:close/>
                </a:path>
              </a:pathLst>
            </a:custGeom>
            <a:solidFill>
              <a:schemeClr val="dk2"/>
            </a:solidFill>
            <a:ln>
              <a:noFill/>
            </a:ln>
          </p:spPr>
          <p:txBody>
            <a:bodyPr anchorCtr="1" anchor="ctr" bIns="43550" lIns="90000" spcFirstLastPara="1" rIns="90000" wrap="square" tIns="435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74" name="Google Shape;274;p8"/>
            <p:cNvSpPr/>
            <p:nvPr/>
          </p:nvSpPr>
          <p:spPr>
            <a:xfrm>
              <a:off x="430503" y="1901237"/>
              <a:ext cx="158519" cy="18220"/>
            </a:xfrm>
            <a:custGeom>
              <a:rect b="b" l="l" r="r" t="t"/>
              <a:pathLst>
                <a:path extrusionOk="0" h="10" w="87">
                  <a:moveTo>
                    <a:pt x="0" y="0"/>
                  </a:moveTo>
                  <a:lnTo>
                    <a:pt x="87" y="0"/>
                  </a:lnTo>
                  <a:lnTo>
                    <a:pt x="87" y="10"/>
                  </a:lnTo>
                  <a:lnTo>
                    <a:pt x="0" y="10"/>
                  </a:lnTo>
                  <a:lnTo>
                    <a:pt x="0" y="0"/>
                  </a:ln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75" name="Google Shape;275;p8"/>
            <p:cNvSpPr/>
            <p:nvPr/>
          </p:nvSpPr>
          <p:spPr>
            <a:xfrm>
              <a:off x="430503" y="1941322"/>
              <a:ext cx="158519" cy="18220"/>
            </a:xfrm>
            <a:custGeom>
              <a:rect b="b" l="l" r="r" t="t"/>
              <a:pathLst>
                <a:path extrusionOk="0" h="10" w="87">
                  <a:moveTo>
                    <a:pt x="0" y="0"/>
                  </a:moveTo>
                  <a:lnTo>
                    <a:pt x="87" y="0"/>
                  </a:lnTo>
                  <a:lnTo>
                    <a:pt x="87" y="10"/>
                  </a:lnTo>
                  <a:lnTo>
                    <a:pt x="0" y="10"/>
                  </a:lnTo>
                  <a:lnTo>
                    <a:pt x="0" y="0"/>
                  </a:ln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76" name="Google Shape;276;p8"/>
            <p:cNvSpPr/>
            <p:nvPr/>
          </p:nvSpPr>
          <p:spPr>
            <a:xfrm>
              <a:off x="430503" y="1981407"/>
              <a:ext cx="158519" cy="18220"/>
            </a:xfrm>
            <a:custGeom>
              <a:rect b="b" l="l" r="r" t="t"/>
              <a:pathLst>
                <a:path extrusionOk="0" h="10" w="87">
                  <a:moveTo>
                    <a:pt x="0" y="0"/>
                  </a:moveTo>
                  <a:lnTo>
                    <a:pt x="87" y="0"/>
                  </a:lnTo>
                  <a:lnTo>
                    <a:pt x="87" y="10"/>
                  </a:lnTo>
                  <a:lnTo>
                    <a:pt x="0" y="10"/>
                  </a:lnTo>
                  <a:lnTo>
                    <a:pt x="0" y="0"/>
                  </a:ln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277" name="Google Shape;277;p8"/>
          <p:cNvGrpSpPr/>
          <p:nvPr/>
        </p:nvGrpSpPr>
        <p:grpSpPr>
          <a:xfrm>
            <a:off x="1042712" y="-336237"/>
            <a:ext cx="8514088" cy="5580922"/>
            <a:chOff x="1042712" y="-336237"/>
            <a:chExt cx="8514088" cy="5580922"/>
          </a:xfrm>
        </p:grpSpPr>
        <p:grpSp>
          <p:nvGrpSpPr>
            <p:cNvPr id="278" name="Google Shape;278;p8"/>
            <p:cNvGrpSpPr/>
            <p:nvPr/>
          </p:nvGrpSpPr>
          <p:grpSpPr>
            <a:xfrm>
              <a:off x="8430772" y="3448146"/>
              <a:ext cx="1126028" cy="1796538"/>
              <a:chOff x="8430772" y="3448146"/>
              <a:chExt cx="1126028" cy="1796538"/>
            </a:xfrm>
          </p:grpSpPr>
          <p:sp>
            <p:nvSpPr>
              <p:cNvPr id="279" name="Google Shape;279;p8"/>
              <p:cNvSpPr/>
              <p:nvPr/>
            </p:nvSpPr>
            <p:spPr>
              <a:xfrm>
                <a:off x="8430772" y="4116838"/>
                <a:ext cx="1126028" cy="1127846"/>
              </a:xfrm>
              <a:custGeom>
                <a:rect b="b" l="l" r="r" t="t"/>
                <a:pathLst>
                  <a:path extrusionOk="0" h="619" w="618">
                    <a:moveTo>
                      <a:pt x="564" y="269"/>
                    </a:moveTo>
                    <a:cubicBezTo>
                      <a:pt x="568" y="292"/>
                      <a:pt x="568" y="315"/>
                      <a:pt x="566" y="337"/>
                    </a:cubicBezTo>
                    <a:lnTo>
                      <a:pt x="618" y="372"/>
                    </a:lnTo>
                    <a:lnTo>
                      <a:pt x="581" y="470"/>
                    </a:lnTo>
                    <a:lnTo>
                      <a:pt x="518" y="461"/>
                    </a:lnTo>
                    <a:cubicBezTo>
                      <a:pt x="505" y="479"/>
                      <a:pt x="489" y="496"/>
                      <a:pt x="471" y="511"/>
                    </a:cubicBezTo>
                    <a:lnTo>
                      <a:pt x="483" y="573"/>
                    </a:lnTo>
                    <a:lnTo>
                      <a:pt x="387" y="615"/>
                    </a:lnTo>
                    <a:lnTo>
                      <a:pt x="350" y="564"/>
                    </a:lnTo>
                    <a:cubicBezTo>
                      <a:pt x="327" y="568"/>
                      <a:pt x="304" y="569"/>
                      <a:pt x="281" y="566"/>
                    </a:cubicBezTo>
                    <a:lnTo>
                      <a:pt x="246" y="619"/>
                    </a:lnTo>
                    <a:lnTo>
                      <a:pt x="148" y="581"/>
                    </a:lnTo>
                    <a:lnTo>
                      <a:pt x="157" y="518"/>
                    </a:lnTo>
                    <a:cubicBezTo>
                      <a:pt x="139" y="505"/>
                      <a:pt x="122" y="489"/>
                      <a:pt x="108" y="471"/>
                    </a:cubicBezTo>
                    <a:lnTo>
                      <a:pt x="46" y="484"/>
                    </a:lnTo>
                    <a:lnTo>
                      <a:pt x="3" y="388"/>
                    </a:lnTo>
                    <a:lnTo>
                      <a:pt x="54" y="350"/>
                    </a:lnTo>
                    <a:cubicBezTo>
                      <a:pt x="50" y="327"/>
                      <a:pt x="50" y="304"/>
                      <a:pt x="52" y="281"/>
                    </a:cubicBezTo>
                    <a:lnTo>
                      <a:pt x="0" y="246"/>
                    </a:lnTo>
                    <a:lnTo>
                      <a:pt x="37" y="148"/>
                    </a:lnTo>
                    <a:lnTo>
                      <a:pt x="100" y="157"/>
                    </a:lnTo>
                    <a:cubicBezTo>
                      <a:pt x="113" y="139"/>
                      <a:pt x="129" y="122"/>
                      <a:pt x="147" y="108"/>
                    </a:cubicBezTo>
                    <a:lnTo>
                      <a:pt x="135" y="46"/>
                    </a:lnTo>
                    <a:lnTo>
                      <a:pt x="231" y="3"/>
                    </a:lnTo>
                    <a:lnTo>
                      <a:pt x="268" y="54"/>
                    </a:lnTo>
                    <a:cubicBezTo>
                      <a:pt x="291" y="50"/>
                      <a:pt x="314" y="50"/>
                      <a:pt x="337" y="52"/>
                    </a:cubicBezTo>
                    <a:lnTo>
                      <a:pt x="372" y="0"/>
                    </a:lnTo>
                    <a:lnTo>
                      <a:pt x="470" y="37"/>
                    </a:lnTo>
                    <a:lnTo>
                      <a:pt x="461" y="100"/>
                    </a:lnTo>
                    <a:cubicBezTo>
                      <a:pt x="479" y="113"/>
                      <a:pt x="496" y="129"/>
                      <a:pt x="510" y="147"/>
                    </a:cubicBezTo>
                    <a:lnTo>
                      <a:pt x="572" y="135"/>
                    </a:lnTo>
                    <a:lnTo>
                      <a:pt x="615" y="231"/>
                    </a:lnTo>
                    <a:lnTo>
                      <a:pt x="564" y="269"/>
                    </a:lnTo>
                    <a:moveTo>
                      <a:pt x="414" y="268"/>
                    </a:moveTo>
                    <a:cubicBezTo>
                      <a:pt x="388" y="211"/>
                      <a:pt x="322" y="186"/>
                      <a:pt x="265" y="211"/>
                    </a:cubicBezTo>
                    <a:cubicBezTo>
                      <a:pt x="208" y="236"/>
                      <a:pt x="183" y="303"/>
                      <a:pt x="208" y="359"/>
                    </a:cubicBezTo>
                    <a:cubicBezTo>
                      <a:pt x="233" y="416"/>
                      <a:pt x="300" y="442"/>
                      <a:pt x="356" y="417"/>
                    </a:cubicBezTo>
                    <a:cubicBezTo>
                      <a:pt x="413" y="391"/>
                      <a:pt x="439" y="325"/>
                      <a:pt x="414" y="268"/>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280" name="Google Shape;280;p8"/>
              <p:cNvGrpSpPr/>
              <p:nvPr/>
            </p:nvGrpSpPr>
            <p:grpSpPr>
              <a:xfrm>
                <a:off x="8892173" y="3448146"/>
                <a:ext cx="417250" cy="417248"/>
                <a:chOff x="8892173" y="3448146"/>
                <a:chExt cx="417250" cy="417248"/>
              </a:xfrm>
            </p:grpSpPr>
            <p:sp>
              <p:nvSpPr>
                <p:cNvPr id="281" name="Google Shape;281;p8"/>
                <p:cNvSpPr/>
                <p:nvPr/>
              </p:nvSpPr>
              <p:spPr>
                <a:xfrm>
                  <a:off x="9019717" y="3581155"/>
                  <a:ext cx="154874" cy="153052"/>
                </a:xfrm>
                <a:custGeom>
                  <a:rect b="b" l="l" r="r" t="t"/>
                  <a:pathLst>
                    <a:path extrusionOk="0" h="84" w="85">
                      <a:moveTo>
                        <a:pt x="59" y="80"/>
                      </a:moveTo>
                      <a:cubicBezTo>
                        <a:pt x="59" y="80"/>
                        <a:pt x="59" y="81"/>
                        <a:pt x="57" y="81"/>
                      </a:cubicBezTo>
                      <a:cubicBezTo>
                        <a:pt x="56" y="82"/>
                        <a:pt x="53" y="83"/>
                        <a:pt x="50" y="84"/>
                      </a:cubicBezTo>
                      <a:cubicBezTo>
                        <a:pt x="44" y="85"/>
                        <a:pt x="33" y="85"/>
                        <a:pt x="23" y="80"/>
                      </a:cubicBezTo>
                      <a:cubicBezTo>
                        <a:pt x="12" y="74"/>
                        <a:pt x="2" y="62"/>
                        <a:pt x="0" y="46"/>
                      </a:cubicBezTo>
                      <a:cubicBezTo>
                        <a:pt x="0" y="38"/>
                        <a:pt x="1" y="29"/>
                        <a:pt x="6" y="22"/>
                      </a:cubicBezTo>
                      <a:cubicBezTo>
                        <a:pt x="10" y="14"/>
                        <a:pt x="17" y="8"/>
                        <a:pt x="25" y="4"/>
                      </a:cubicBezTo>
                      <a:cubicBezTo>
                        <a:pt x="34" y="0"/>
                        <a:pt x="43" y="-1"/>
                        <a:pt x="52" y="1"/>
                      </a:cubicBezTo>
                      <a:cubicBezTo>
                        <a:pt x="60" y="3"/>
                        <a:pt x="68" y="7"/>
                        <a:pt x="73" y="13"/>
                      </a:cubicBezTo>
                      <a:cubicBezTo>
                        <a:pt x="85" y="25"/>
                        <a:pt x="87" y="41"/>
                        <a:pt x="84" y="52"/>
                      </a:cubicBezTo>
                      <a:cubicBezTo>
                        <a:pt x="81" y="64"/>
                        <a:pt x="74" y="72"/>
                        <a:pt x="68" y="75"/>
                      </a:cubicBezTo>
                      <a:cubicBezTo>
                        <a:pt x="66" y="77"/>
                        <a:pt x="64" y="79"/>
                        <a:pt x="62" y="79"/>
                      </a:cubicBezTo>
                      <a:cubicBezTo>
                        <a:pt x="60" y="80"/>
                        <a:pt x="59" y="80"/>
                        <a:pt x="59" y="80"/>
                      </a:cubicBezTo>
                      <a:cubicBezTo>
                        <a:pt x="59" y="80"/>
                        <a:pt x="63" y="79"/>
                        <a:pt x="68" y="74"/>
                      </a:cubicBezTo>
                      <a:cubicBezTo>
                        <a:pt x="72" y="70"/>
                        <a:pt x="79" y="63"/>
                        <a:pt x="81" y="52"/>
                      </a:cubicBezTo>
                      <a:cubicBezTo>
                        <a:pt x="84" y="41"/>
                        <a:pt x="82" y="26"/>
                        <a:pt x="71" y="15"/>
                      </a:cubicBezTo>
                      <a:cubicBezTo>
                        <a:pt x="66" y="10"/>
                        <a:pt x="59" y="6"/>
                        <a:pt x="51" y="4"/>
                      </a:cubicBezTo>
                      <a:cubicBezTo>
                        <a:pt x="43" y="3"/>
                        <a:pt x="35" y="4"/>
                        <a:pt x="27" y="7"/>
                      </a:cubicBezTo>
                      <a:cubicBezTo>
                        <a:pt x="19" y="10"/>
                        <a:pt x="13" y="16"/>
                        <a:pt x="9" y="23"/>
                      </a:cubicBezTo>
                      <a:cubicBezTo>
                        <a:pt x="5" y="30"/>
                        <a:pt x="3" y="38"/>
                        <a:pt x="4" y="45"/>
                      </a:cubicBezTo>
                      <a:cubicBezTo>
                        <a:pt x="4" y="60"/>
                        <a:pt x="14" y="72"/>
                        <a:pt x="24" y="78"/>
                      </a:cubicBezTo>
                      <a:cubicBezTo>
                        <a:pt x="34" y="83"/>
                        <a:pt x="43" y="83"/>
                        <a:pt x="50" y="82"/>
                      </a:cubicBezTo>
                      <a:cubicBezTo>
                        <a:pt x="56" y="81"/>
                        <a:pt x="59" y="80"/>
                        <a:pt x="59" y="80"/>
                      </a:cubicBezTo>
                      <a:close/>
                    </a:path>
                  </a:pathLst>
                </a:custGeom>
                <a:solidFill>
                  <a:schemeClr val="dk2"/>
                </a:solidFill>
                <a:ln cap="flat" cmpd="sng" w="9525">
                  <a:solidFill>
                    <a:schemeClr val="dk2"/>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2" name="Google Shape;282;p8"/>
                <p:cNvSpPr/>
                <p:nvPr/>
              </p:nvSpPr>
              <p:spPr>
                <a:xfrm>
                  <a:off x="8892173" y="3448146"/>
                  <a:ext cx="417250" cy="417248"/>
                </a:xfrm>
                <a:custGeom>
                  <a:rect b="b" l="l" r="r" t="t"/>
                  <a:pathLst>
                    <a:path extrusionOk="0" h="229" w="229">
                      <a:moveTo>
                        <a:pt x="129" y="208"/>
                      </a:moveTo>
                      <a:cubicBezTo>
                        <a:pt x="129" y="208"/>
                        <a:pt x="130" y="208"/>
                        <a:pt x="130" y="209"/>
                      </a:cubicBezTo>
                      <a:cubicBezTo>
                        <a:pt x="131" y="210"/>
                        <a:pt x="132" y="211"/>
                        <a:pt x="133" y="212"/>
                      </a:cubicBezTo>
                      <a:cubicBezTo>
                        <a:pt x="135" y="216"/>
                        <a:pt x="139" y="220"/>
                        <a:pt x="143" y="226"/>
                      </a:cubicBezTo>
                      <a:lnTo>
                        <a:pt x="143" y="226"/>
                      </a:lnTo>
                      <a:cubicBezTo>
                        <a:pt x="152" y="222"/>
                        <a:pt x="163" y="217"/>
                        <a:pt x="178" y="210"/>
                      </a:cubicBezTo>
                      <a:lnTo>
                        <a:pt x="177" y="211"/>
                      </a:lnTo>
                      <a:cubicBezTo>
                        <a:pt x="176" y="204"/>
                        <a:pt x="174" y="197"/>
                        <a:pt x="172" y="189"/>
                      </a:cubicBezTo>
                      <a:lnTo>
                        <a:pt x="172" y="188"/>
                      </a:lnTo>
                      <a:lnTo>
                        <a:pt x="173" y="188"/>
                      </a:lnTo>
                      <a:cubicBezTo>
                        <a:pt x="179" y="183"/>
                        <a:pt x="185" y="177"/>
                        <a:pt x="190" y="170"/>
                      </a:cubicBezTo>
                      <a:lnTo>
                        <a:pt x="190" y="169"/>
                      </a:lnTo>
                      <a:lnTo>
                        <a:pt x="191" y="169"/>
                      </a:lnTo>
                      <a:cubicBezTo>
                        <a:pt x="198" y="170"/>
                        <a:pt x="205" y="171"/>
                        <a:pt x="213" y="172"/>
                      </a:cubicBezTo>
                      <a:lnTo>
                        <a:pt x="212" y="173"/>
                      </a:lnTo>
                      <a:cubicBezTo>
                        <a:pt x="216" y="162"/>
                        <a:pt x="221" y="150"/>
                        <a:pt x="226" y="138"/>
                      </a:cubicBezTo>
                      <a:lnTo>
                        <a:pt x="226" y="139"/>
                      </a:lnTo>
                      <a:cubicBezTo>
                        <a:pt x="220" y="135"/>
                        <a:pt x="214" y="131"/>
                        <a:pt x="207" y="126"/>
                      </a:cubicBezTo>
                      <a:lnTo>
                        <a:pt x="206" y="126"/>
                      </a:lnTo>
                      <a:lnTo>
                        <a:pt x="206" y="125"/>
                      </a:lnTo>
                      <a:cubicBezTo>
                        <a:pt x="207" y="117"/>
                        <a:pt x="207" y="109"/>
                        <a:pt x="206" y="101"/>
                      </a:cubicBezTo>
                      <a:lnTo>
                        <a:pt x="206" y="100"/>
                      </a:lnTo>
                      <a:lnTo>
                        <a:pt x="206" y="99"/>
                      </a:lnTo>
                      <a:cubicBezTo>
                        <a:pt x="212" y="95"/>
                        <a:pt x="218" y="90"/>
                        <a:pt x="225" y="85"/>
                      </a:cubicBezTo>
                      <a:lnTo>
                        <a:pt x="224" y="87"/>
                      </a:lnTo>
                      <a:cubicBezTo>
                        <a:pt x="220" y="76"/>
                        <a:pt x="214" y="64"/>
                        <a:pt x="209" y="52"/>
                      </a:cubicBezTo>
                      <a:lnTo>
                        <a:pt x="211" y="53"/>
                      </a:lnTo>
                      <a:cubicBezTo>
                        <a:pt x="204" y="55"/>
                        <a:pt x="196" y="56"/>
                        <a:pt x="188" y="58"/>
                      </a:cubicBezTo>
                      <a:lnTo>
                        <a:pt x="187" y="58"/>
                      </a:lnTo>
                      <a:lnTo>
                        <a:pt x="187" y="57"/>
                      </a:lnTo>
                      <a:cubicBezTo>
                        <a:pt x="182" y="51"/>
                        <a:pt x="176" y="45"/>
                        <a:pt x="169" y="40"/>
                      </a:cubicBezTo>
                      <a:lnTo>
                        <a:pt x="168" y="40"/>
                      </a:lnTo>
                      <a:lnTo>
                        <a:pt x="168" y="39"/>
                      </a:lnTo>
                      <a:cubicBezTo>
                        <a:pt x="169" y="32"/>
                        <a:pt x="170" y="24"/>
                        <a:pt x="171" y="16"/>
                      </a:cubicBezTo>
                      <a:lnTo>
                        <a:pt x="172" y="18"/>
                      </a:lnTo>
                      <a:cubicBezTo>
                        <a:pt x="161" y="13"/>
                        <a:pt x="149" y="9"/>
                        <a:pt x="137" y="4"/>
                      </a:cubicBezTo>
                      <a:lnTo>
                        <a:pt x="139" y="3"/>
                      </a:lnTo>
                      <a:cubicBezTo>
                        <a:pt x="135" y="9"/>
                        <a:pt x="130" y="16"/>
                        <a:pt x="126" y="23"/>
                      </a:cubicBezTo>
                      <a:lnTo>
                        <a:pt x="125" y="23"/>
                      </a:lnTo>
                      <a:lnTo>
                        <a:pt x="124" y="23"/>
                      </a:lnTo>
                      <a:cubicBezTo>
                        <a:pt x="117" y="22"/>
                        <a:pt x="108" y="23"/>
                        <a:pt x="100" y="24"/>
                      </a:cubicBezTo>
                      <a:lnTo>
                        <a:pt x="100" y="24"/>
                      </a:lnTo>
                      <a:cubicBezTo>
                        <a:pt x="99" y="24"/>
                        <a:pt x="102" y="24"/>
                        <a:pt x="98" y="23"/>
                      </a:cubicBezTo>
                      <a:lnTo>
                        <a:pt x="98" y="23"/>
                      </a:lnTo>
                      <a:lnTo>
                        <a:pt x="98" y="23"/>
                      </a:lnTo>
                      <a:lnTo>
                        <a:pt x="98" y="23"/>
                      </a:lnTo>
                      <a:lnTo>
                        <a:pt x="98" y="23"/>
                      </a:lnTo>
                      <a:lnTo>
                        <a:pt x="97" y="22"/>
                      </a:lnTo>
                      <a:lnTo>
                        <a:pt x="97" y="21"/>
                      </a:lnTo>
                      <a:lnTo>
                        <a:pt x="95" y="19"/>
                      </a:lnTo>
                      <a:lnTo>
                        <a:pt x="91" y="14"/>
                      </a:lnTo>
                      <a:cubicBezTo>
                        <a:pt x="89" y="11"/>
                        <a:pt x="87" y="8"/>
                        <a:pt x="85" y="5"/>
                      </a:cubicBezTo>
                      <a:lnTo>
                        <a:pt x="87" y="5"/>
                      </a:lnTo>
                      <a:cubicBezTo>
                        <a:pt x="75" y="10"/>
                        <a:pt x="63" y="16"/>
                        <a:pt x="52" y="21"/>
                      </a:cubicBezTo>
                      <a:lnTo>
                        <a:pt x="53" y="19"/>
                      </a:lnTo>
                      <a:cubicBezTo>
                        <a:pt x="54" y="26"/>
                        <a:pt x="56" y="34"/>
                        <a:pt x="57" y="41"/>
                      </a:cubicBezTo>
                      <a:lnTo>
                        <a:pt x="57" y="42"/>
                      </a:lnTo>
                      <a:lnTo>
                        <a:pt x="57" y="43"/>
                      </a:lnTo>
                      <a:cubicBezTo>
                        <a:pt x="50" y="48"/>
                        <a:pt x="44" y="54"/>
                        <a:pt x="40" y="61"/>
                      </a:cubicBezTo>
                      <a:lnTo>
                        <a:pt x="39" y="61"/>
                      </a:lnTo>
                      <a:lnTo>
                        <a:pt x="38" y="61"/>
                      </a:lnTo>
                      <a:cubicBezTo>
                        <a:pt x="30" y="60"/>
                        <a:pt x="23" y="59"/>
                        <a:pt x="15" y="58"/>
                      </a:cubicBezTo>
                      <a:lnTo>
                        <a:pt x="17" y="57"/>
                      </a:lnTo>
                      <a:cubicBezTo>
                        <a:pt x="12" y="69"/>
                        <a:pt x="8" y="81"/>
                        <a:pt x="3" y="93"/>
                      </a:cubicBezTo>
                      <a:lnTo>
                        <a:pt x="3" y="91"/>
                      </a:lnTo>
                      <a:cubicBezTo>
                        <a:pt x="9" y="95"/>
                        <a:pt x="16" y="99"/>
                        <a:pt x="22" y="104"/>
                      </a:cubicBezTo>
                      <a:lnTo>
                        <a:pt x="23" y="104"/>
                      </a:lnTo>
                      <a:lnTo>
                        <a:pt x="22" y="105"/>
                      </a:lnTo>
                      <a:cubicBezTo>
                        <a:pt x="22" y="113"/>
                        <a:pt x="22" y="122"/>
                        <a:pt x="23" y="129"/>
                      </a:cubicBezTo>
                      <a:lnTo>
                        <a:pt x="23" y="130"/>
                      </a:lnTo>
                      <a:lnTo>
                        <a:pt x="22" y="131"/>
                      </a:lnTo>
                      <a:cubicBezTo>
                        <a:pt x="16" y="136"/>
                        <a:pt x="10" y="140"/>
                        <a:pt x="4" y="145"/>
                      </a:cubicBezTo>
                      <a:lnTo>
                        <a:pt x="4" y="143"/>
                      </a:lnTo>
                      <a:cubicBezTo>
                        <a:pt x="10" y="155"/>
                        <a:pt x="15" y="167"/>
                        <a:pt x="20" y="178"/>
                      </a:cubicBezTo>
                      <a:lnTo>
                        <a:pt x="18" y="177"/>
                      </a:lnTo>
                      <a:cubicBezTo>
                        <a:pt x="26" y="176"/>
                        <a:pt x="34" y="174"/>
                        <a:pt x="41" y="173"/>
                      </a:cubicBezTo>
                      <a:lnTo>
                        <a:pt x="42" y="173"/>
                      </a:lnTo>
                      <a:lnTo>
                        <a:pt x="42" y="173"/>
                      </a:lnTo>
                      <a:cubicBezTo>
                        <a:pt x="48" y="180"/>
                        <a:pt x="54" y="186"/>
                        <a:pt x="60" y="190"/>
                      </a:cubicBezTo>
                      <a:lnTo>
                        <a:pt x="60" y="191"/>
                      </a:lnTo>
                      <a:lnTo>
                        <a:pt x="60" y="191"/>
                      </a:lnTo>
                      <a:cubicBezTo>
                        <a:pt x="59" y="200"/>
                        <a:pt x="58" y="207"/>
                        <a:pt x="57" y="214"/>
                      </a:cubicBezTo>
                      <a:lnTo>
                        <a:pt x="56" y="213"/>
                      </a:lnTo>
                      <a:cubicBezTo>
                        <a:pt x="70" y="219"/>
                        <a:pt x="82" y="223"/>
                        <a:pt x="92" y="227"/>
                      </a:cubicBezTo>
                      <a:lnTo>
                        <a:pt x="91" y="227"/>
                      </a:lnTo>
                      <a:cubicBezTo>
                        <a:pt x="96" y="220"/>
                        <a:pt x="100" y="213"/>
                        <a:pt x="104" y="208"/>
                      </a:cubicBezTo>
                      <a:lnTo>
                        <a:pt x="104" y="208"/>
                      </a:lnTo>
                      <a:lnTo>
                        <a:pt x="104" y="208"/>
                      </a:lnTo>
                      <a:cubicBezTo>
                        <a:pt x="113" y="209"/>
                        <a:pt x="119" y="209"/>
                        <a:pt x="123" y="208"/>
                      </a:cubicBezTo>
                      <a:cubicBezTo>
                        <a:pt x="125" y="208"/>
                        <a:pt x="126" y="208"/>
                        <a:pt x="128" y="208"/>
                      </a:cubicBezTo>
                      <a:cubicBezTo>
                        <a:pt x="129" y="208"/>
                        <a:pt x="129" y="208"/>
                        <a:pt x="129" y="208"/>
                      </a:cubicBezTo>
                      <a:lnTo>
                        <a:pt x="128" y="208"/>
                      </a:lnTo>
                      <a:cubicBezTo>
                        <a:pt x="127" y="209"/>
                        <a:pt x="125" y="209"/>
                        <a:pt x="123" y="209"/>
                      </a:cubicBezTo>
                      <a:cubicBezTo>
                        <a:pt x="119" y="209"/>
                        <a:pt x="113" y="210"/>
                        <a:pt x="104" y="209"/>
                      </a:cubicBezTo>
                      <a:lnTo>
                        <a:pt x="105" y="209"/>
                      </a:lnTo>
                      <a:cubicBezTo>
                        <a:pt x="101" y="214"/>
                        <a:pt x="97" y="221"/>
                        <a:pt x="92" y="228"/>
                      </a:cubicBezTo>
                      <a:lnTo>
                        <a:pt x="92" y="229"/>
                      </a:lnTo>
                      <a:lnTo>
                        <a:pt x="91" y="228"/>
                      </a:lnTo>
                      <a:cubicBezTo>
                        <a:pt x="81" y="225"/>
                        <a:pt x="69" y="220"/>
                        <a:pt x="56" y="215"/>
                      </a:cubicBezTo>
                      <a:lnTo>
                        <a:pt x="55" y="215"/>
                      </a:lnTo>
                      <a:lnTo>
                        <a:pt x="55" y="214"/>
                      </a:lnTo>
                      <a:cubicBezTo>
                        <a:pt x="56" y="207"/>
                        <a:pt x="57" y="199"/>
                        <a:pt x="58" y="191"/>
                      </a:cubicBezTo>
                      <a:lnTo>
                        <a:pt x="59" y="192"/>
                      </a:lnTo>
                      <a:cubicBezTo>
                        <a:pt x="52" y="187"/>
                        <a:pt x="46" y="182"/>
                        <a:pt x="40" y="175"/>
                      </a:cubicBezTo>
                      <a:lnTo>
                        <a:pt x="41" y="175"/>
                      </a:lnTo>
                      <a:cubicBezTo>
                        <a:pt x="34" y="177"/>
                        <a:pt x="27" y="178"/>
                        <a:pt x="19" y="180"/>
                      </a:cubicBezTo>
                      <a:lnTo>
                        <a:pt x="18" y="180"/>
                      </a:lnTo>
                      <a:lnTo>
                        <a:pt x="17" y="179"/>
                      </a:lnTo>
                      <a:cubicBezTo>
                        <a:pt x="12" y="168"/>
                        <a:pt x="7" y="156"/>
                        <a:pt x="2" y="144"/>
                      </a:cubicBezTo>
                      <a:lnTo>
                        <a:pt x="1" y="143"/>
                      </a:lnTo>
                      <a:lnTo>
                        <a:pt x="2" y="142"/>
                      </a:lnTo>
                      <a:cubicBezTo>
                        <a:pt x="8" y="138"/>
                        <a:pt x="14" y="133"/>
                        <a:pt x="21" y="129"/>
                      </a:cubicBezTo>
                      <a:lnTo>
                        <a:pt x="20" y="130"/>
                      </a:lnTo>
                      <a:cubicBezTo>
                        <a:pt x="19" y="122"/>
                        <a:pt x="18" y="113"/>
                        <a:pt x="19" y="105"/>
                      </a:cubicBezTo>
                      <a:lnTo>
                        <a:pt x="20" y="106"/>
                      </a:lnTo>
                      <a:cubicBezTo>
                        <a:pt x="14" y="102"/>
                        <a:pt x="7" y="98"/>
                        <a:pt x="1" y="93"/>
                      </a:cubicBezTo>
                      <a:lnTo>
                        <a:pt x="0" y="93"/>
                      </a:lnTo>
                      <a:lnTo>
                        <a:pt x="0" y="92"/>
                      </a:lnTo>
                      <a:cubicBezTo>
                        <a:pt x="5" y="80"/>
                        <a:pt x="9" y="68"/>
                        <a:pt x="14" y="56"/>
                      </a:cubicBezTo>
                      <a:lnTo>
                        <a:pt x="14" y="55"/>
                      </a:lnTo>
                      <a:lnTo>
                        <a:pt x="16" y="55"/>
                      </a:lnTo>
                      <a:cubicBezTo>
                        <a:pt x="23" y="56"/>
                        <a:pt x="31" y="57"/>
                        <a:pt x="39" y="58"/>
                      </a:cubicBezTo>
                      <a:lnTo>
                        <a:pt x="37" y="59"/>
                      </a:lnTo>
                      <a:cubicBezTo>
                        <a:pt x="42" y="52"/>
                        <a:pt x="48" y="46"/>
                        <a:pt x="54" y="40"/>
                      </a:cubicBezTo>
                      <a:lnTo>
                        <a:pt x="54" y="42"/>
                      </a:lnTo>
                      <a:cubicBezTo>
                        <a:pt x="52" y="35"/>
                        <a:pt x="51" y="27"/>
                        <a:pt x="49" y="19"/>
                      </a:cubicBezTo>
                      <a:lnTo>
                        <a:pt x="49" y="18"/>
                      </a:lnTo>
                      <a:lnTo>
                        <a:pt x="50" y="18"/>
                      </a:lnTo>
                      <a:cubicBezTo>
                        <a:pt x="62" y="13"/>
                        <a:pt x="74" y="7"/>
                        <a:pt x="85" y="2"/>
                      </a:cubicBezTo>
                      <a:lnTo>
                        <a:pt x="87" y="2"/>
                      </a:lnTo>
                      <a:lnTo>
                        <a:pt x="87" y="3"/>
                      </a:lnTo>
                      <a:cubicBezTo>
                        <a:pt x="90" y="6"/>
                        <a:pt x="92" y="9"/>
                        <a:pt x="94" y="12"/>
                      </a:cubicBezTo>
                      <a:lnTo>
                        <a:pt x="98" y="17"/>
                      </a:lnTo>
                      <a:lnTo>
                        <a:pt x="99" y="19"/>
                      </a:lnTo>
                      <a:lnTo>
                        <a:pt x="100" y="20"/>
                      </a:lnTo>
                      <a:lnTo>
                        <a:pt x="101" y="21"/>
                      </a:lnTo>
                      <a:lnTo>
                        <a:pt x="101" y="21"/>
                      </a:lnTo>
                      <a:lnTo>
                        <a:pt x="101" y="21"/>
                      </a:lnTo>
                      <a:lnTo>
                        <a:pt x="101" y="21"/>
                      </a:lnTo>
                      <a:lnTo>
                        <a:pt x="101" y="21"/>
                      </a:lnTo>
                      <a:lnTo>
                        <a:pt x="101" y="21"/>
                      </a:lnTo>
                      <a:cubicBezTo>
                        <a:pt x="98" y="20"/>
                        <a:pt x="100" y="21"/>
                        <a:pt x="99" y="21"/>
                      </a:cubicBezTo>
                      <a:lnTo>
                        <a:pt x="99" y="21"/>
                      </a:lnTo>
                      <a:cubicBezTo>
                        <a:pt x="108" y="19"/>
                        <a:pt x="117" y="19"/>
                        <a:pt x="125" y="20"/>
                      </a:cubicBezTo>
                      <a:lnTo>
                        <a:pt x="123" y="21"/>
                      </a:lnTo>
                      <a:cubicBezTo>
                        <a:pt x="128" y="14"/>
                        <a:pt x="132" y="8"/>
                        <a:pt x="136" y="2"/>
                      </a:cubicBezTo>
                      <a:lnTo>
                        <a:pt x="137" y="0"/>
                      </a:lnTo>
                      <a:lnTo>
                        <a:pt x="138" y="1"/>
                      </a:lnTo>
                      <a:cubicBezTo>
                        <a:pt x="150" y="6"/>
                        <a:pt x="162" y="10"/>
                        <a:pt x="174" y="15"/>
                      </a:cubicBezTo>
                      <a:lnTo>
                        <a:pt x="175" y="15"/>
                      </a:lnTo>
                      <a:lnTo>
                        <a:pt x="175" y="16"/>
                      </a:lnTo>
                      <a:cubicBezTo>
                        <a:pt x="174" y="24"/>
                        <a:pt x="172" y="32"/>
                        <a:pt x="171" y="39"/>
                      </a:cubicBezTo>
                      <a:lnTo>
                        <a:pt x="171" y="38"/>
                      </a:lnTo>
                      <a:cubicBezTo>
                        <a:pt x="178" y="43"/>
                        <a:pt x="184" y="49"/>
                        <a:pt x="189" y="55"/>
                      </a:cubicBezTo>
                      <a:lnTo>
                        <a:pt x="187" y="55"/>
                      </a:lnTo>
                      <a:cubicBezTo>
                        <a:pt x="195" y="53"/>
                        <a:pt x="203" y="52"/>
                        <a:pt x="210" y="50"/>
                      </a:cubicBezTo>
                      <a:lnTo>
                        <a:pt x="211" y="50"/>
                      </a:lnTo>
                      <a:lnTo>
                        <a:pt x="212" y="51"/>
                      </a:lnTo>
                      <a:cubicBezTo>
                        <a:pt x="217" y="63"/>
                        <a:pt x="222" y="75"/>
                        <a:pt x="227" y="86"/>
                      </a:cubicBezTo>
                      <a:lnTo>
                        <a:pt x="228" y="87"/>
                      </a:lnTo>
                      <a:lnTo>
                        <a:pt x="227" y="88"/>
                      </a:lnTo>
                      <a:cubicBezTo>
                        <a:pt x="220" y="93"/>
                        <a:pt x="214" y="97"/>
                        <a:pt x="208" y="102"/>
                      </a:cubicBezTo>
                      <a:lnTo>
                        <a:pt x="209" y="100"/>
                      </a:lnTo>
                      <a:cubicBezTo>
                        <a:pt x="210" y="109"/>
                        <a:pt x="210" y="118"/>
                        <a:pt x="209" y="125"/>
                      </a:cubicBezTo>
                      <a:lnTo>
                        <a:pt x="209" y="124"/>
                      </a:lnTo>
                      <a:cubicBezTo>
                        <a:pt x="216" y="129"/>
                        <a:pt x="222" y="133"/>
                        <a:pt x="228" y="137"/>
                      </a:cubicBezTo>
                      <a:lnTo>
                        <a:pt x="229" y="138"/>
                      </a:lnTo>
                      <a:lnTo>
                        <a:pt x="229" y="139"/>
                      </a:lnTo>
                      <a:cubicBezTo>
                        <a:pt x="224" y="151"/>
                        <a:pt x="219" y="163"/>
                        <a:pt x="215" y="174"/>
                      </a:cubicBezTo>
                      <a:lnTo>
                        <a:pt x="214" y="175"/>
                      </a:lnTo>
                      <a:lnTo>
                        <a:pt x="213" y="175"/>
                      </a:lnTo>
                      <a:cubicBezTo>
                        <a:pt x="205" y="174"/>
                        <a:pt x="198" y="173"/>
                        <a:pt x="191" y="172"/>
                      </a:cubicBezTo>
                      <a:lnTo>
                        <a:pt x="192" y="171"/>
                      </a:lnTo>
                      <a:cubicBezTo>
                        <a:pt x="186" y="178"/>
                        <a:pt x="180" y="184"/>
                        <a:pt x="174" y="189"/>
                      </a:cubicBezTo>
                      <a:lnTo>
                        <a:pt x="175" y="188"/>
                      </a:lnTo>
                      <a:cubicBezTo>
                        <a:pt x="176" y="196"/>
                        <a:pt x="178" y="204"/>
                        <a:pt x="179" y="211"/>
                      </a:cubicBezTo>
                      <a:lnTo>
                        <a:pt x="179" y="212"/>
                      </a:lnTo>
                      <a:lnTo>
                        <a:pt x="178" y="212"/>
                      </a:lnTo>
                      <a:cubicBezTo>
                        <a:pt x="164" y="218"/>
                        <a:pt x="152" y="223"/>
                        <a:pt x="143" y="227"/>
                      </a:cubicBezTo>
                      <a:lnTo>
                        <a:pt x="143" y="227"/>
                      </a:lnTo>
                      <a:lnTo>
                        <a:pt x="143" y="227"/>
                      </a:lnTo>
                      <a:cubicBezTo>
                        <a:pt x="138" y="221"/>
                        <a:pt x="135" y="216"/>
                        <a:pt x="133" y="213"/>
                      </a:cubicBezTo>
                      <a:cubicBezTo>
                        <a:pt x="132" y="212"/>
                        <a:pt x="131" y="210"/>
                        <a:pt x="130" y="209"/>
                      </a:cubicBezTo>
                      <a:lnTo>
                        <a:pt x="129" y="208"/>
                      </a:lnTo>
                      <a:close/>
                    </a:path>
                  </a:pathLst>
                </a:custGeom>
                <a:solidFill>
                  <a:schemeClr val="dk2"/>
                </a:solidFill>
                <a:ln cap="flat" cmpd="sng" w="9525">
                  <a:solidFill>
                    <a:schemeClr val="dk2"/>
                  </a:solidFill>
                  <a:prstDash val="solid"/>
                  <a:round/>
                  <a:headEnd len="sm" w="sm" type="none"/>
                  <a:tailEnd len="sm" w="sm" type="none"/>
                </a:ln>
              </p:spPr>
              <p:txBody>
                <a:bodyPr anchorCtr="1" anchor="ctr" bIns="37425" lIns="90000" spcFirstLastPara="1" rIns="90000" wrap="square" tIns="37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283" name="Google Shape;283;p8"/>
            <p:cNvSpPr/>
            <p:nvPr/>
          </p:nvSpPr>
          <p:spPr>
            <a:xfrm>
              <a:off x="1042712" y="-336237"/>
              <a:ext cx="807169" cy="807166"/>
            </a:xfrm>
            <a:custGeom>
              <a:rect b="b" l="l" r="r" t="t"/>
              <a:pathLst>
                <a:path extrusionOk="0" h="443" w="443">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284" name="Google Shape;284;p8"/>
            <p:cNvGrpSpPr/>
            <p:nvPr/>
          </p:nvGrpSpPr>
          <p:grpSpPr>
            <a:xfrm>
              <a:off x="2013865" y="139317"/>
              <a:ext cx="278774" cy="278773"/>
              <a:chOff x="2013865" y="139317"/>
              <a:chExt cx="278774" cy="278773"/>
            </a:xfrm>
          </p:grpSpPr>
          <p:sp>
            <p:nvSpPr>
              <p:cNvPr id="285" name="Google Shape;285;p8"/>
              <p:cNvSpPr/>
              <p:nvPr/>
            </p:nvSpPr>
            <p:spPr>
              <a:xfrm>
                <a:off x="2015687" y="139317"/>
                <a:ext cx="275130" cy="276951"/>
              </a:xfrm>
              <a:custGeom>
                <a:rect b="b" l="l" r="r" t="t"/>
                <a:pathLst>
                  <a:path extrusionOk="0" h="152" w="151">
                    <a:moveTo>
                      <a:pt x="85" y="139"/>
                    </a:moveTo>
                    <a:cubicBezTo>
                      <a:pt x="80" y="140"/>
                      <a:pt x="74" y="140"/>
                      <a:pt x="69" y="139"/>
                    </a:cubicBezTo>
                    <a:lnTo>
                      <a:pt x="60" y="152"/>
                    </a:lnTo>
                    <a:lnTo>
                      <a:pt x="36" y="143"/>
                    </a:lnTo>
                    <a:lnTo>
                      <a:pt x="38" y="128"/>
                    </a:lnTo>
                    <a:cubicBezTo>
                      <a:pt x="34" y="124"/>
                      <a:pt x="30" y="120"/>
                      <a:pt x="26" y="116"/>
                    </a:cubicBezTo>
                    <a:lnTo>
                      <a:pt x="11" y="119"/>
                    </a:lnTo>
                    <a:lnTo>
                      <a:pt x="0" y="96"/>
                    </a:lnTo>
                    <a:lnTo>
                      <a:pt x="13" y="86"/>
                    </a:lnTo>
                    <a:cubicBezTo>
                      <a:pt x="12" y="81"/>
                      <a:pt x="12" y="75"/>
                      <a:pt x="13" y="69"/>
                    </a:cubicBezTo>
                    <a:lnTo>
                      <a:pt x="0" y="61"/>
                    </a:lnTo>
                    <a:lnTo>
                      <a:pt x="9" y="37"/>
                    </a:lnTo>
                    <a:lnTo>
                      <a:pt x="24" y="39"/>
                    </a:lnTo>
                    <a:cubicBezTo>
                      <a:pt x="27" y="35"/>
                      <a:pt x="31" y="30"/>
                      <a:pt x="36" y="27"/>
                    </a:cubicBezTo>
                    <a:lnTo>
                      <a:pt x="33" y="12"/>
                    </a:lnTo>
                    <a:lnTo>
                      <a:pt x="56" y="1"/>
                    </a:lnTo>
                    <a:lnTo>
                      <a:pt x="66" y="14"/>
                    </a:lnTo>
                    <a:cubicBezTo>
                      <a:pt x="71" y="13"/>
                      <a:pt x="77" y="13"/>
                      <a:pt x="82" y="13"/>
                    </a:cubicBezTo>
                    <a:lnTo>
                      <a:pt x="91" y="0"/>
                    </a:lnTo>
                    <a:lnTo>
                      <a:pt x="115" y="10"/>
                    </a:lnTo>
                    <a:lnTo>
                      <a:pt x="113" y="25"/>
                    </a:lnTo>
                    <a:cubicBezTo>
                      <a:pt x="117" y="28"/>
                      <a:pt x="121" y="32"/>
                      <a:pt x="125" y="37"/>
                    </a:cubicBezTo>
                    <a:lnTo>
                      <a:pt x="140" y="34"/>
                    </a:lnTo>
                    <a:lnTo>
                      <a:pt x="151" y="57"/>
                    </a:lnTo>
                    <a:lnTo>
                      <a:pt x="138" y="66"/>
                    </a:lnTo>
                    <a:cubicBezTo>
                      <a:pt x="139" y="72"/>
                      <a:pt x="139" y="78"/>
                      <a:pt x="138" y="83"/>
                    </a:cubicBezTo>
                    <a:lnTo>
                      <a:pt x="151" y="92"/>
                    </a:lnTo>
                    <a:lnTo>
                      <a:pt x="142" y="116"/>
                    </a:lnTo>
                    <a:lnTo>
                      <a:pt x="127" y="114"/>
                    </a:lnTo>
                    <a:cubicBezTo>
                      <a:pt x="124" y="118"/>
                      <a:pt x="120" y="122"/>
                      <a:pt x="115" y="126"/>
                    </a:cubicBezTo>
                    <a:lnTo>
                      <a:pt x="118" y="141"/>
                    </a:lnTo>
                    <a:lnTo>
                      <a:pt x="95" y="151"/>
                    </a:lnTo>
                    <a:lnTo>
                      <a:pt x="85" y="139"/>
                    </a:lnTo>
                    <a:moveTo>
                      <a:pt x="86" y="102"/>
                    </a:moveTo>
                    <a:cubicBezTo>
                      <a:pt x="99" y="96"/>
                      <a:pt x="106" y="79"/>
                      <a:pt x="100" y="66"/>
                    </a:cubicBezTo>
                    <a:cubicBezTo>
                      <a:pt x="93" y="52"/>
                      <a:pt x="77" y="45"/>
                      <a:pt x="63" y="52"/>
                    </a:cubicBezTo>
                    <a:cubicBezTo>
                      <a:pt x="49" y="58"/>
                      <a:pt x="43" y="74"/>
                      <a:pt x="49" y="88"/>
                    </a:cubicBezTo>
                    <a:cubicBezTo>
                      <a:pt x="55" y="102"/>
                      <a:pt x="72" y="108"/>
                      <a:pt x="86" y="102"/>
                    </a:cubicBezTo>
                    <a:close/>
                  </a:path>
                </a:pathLst>
              </a:custGeom>
              <a:solidFill>
                <a:schemeClr val="lt2"/>
              </a:solidFill>
              <a:ln>
                <a:noFill/>
              </a:ln>
            </p:spPr>
            <p:txBody>
              <a:bodyPr anchorCtr="1" anchor="ctr" bIns="9700" lIns="90000" spcFirstLastPara="1" rIns="90000" wrap="square" tIns="97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6" name="Google Shape;286;p8"/>
              <p:cNvSpPr/>
              <p:nvPr/>
            </p:nvSpPr>
            <p:spPr>
              <a:xfrm>
                <a:off x="2099501" y="226775"/>
                <a:ext cx="102035" cy="103857"/>
              </a:xfrm>
              <a:custGeom>
                <a:rect b="b" l="l" r="r" t="t"/>
                <a:pathLst>
                  <a:path extrusionOk="0" h="57" w="56">
                    <a:moveTo>
                      <a:pt x="40" y="54"/>
                    </a:moveTo>
                    <a:cubicBezTo>
                      <a:pt x="40" y="54"/>
                      <a:pt x="38" y="55"/>
                      <a:pt x="33" y="56"/>
                    </a:cubicBezTo>
                    <a:cubicBezTo>
                      <a:pt x="29" y="57"/>
                      <a:pt x="22" y="57"/>
                      <a:pt x="15" y="53"/>
                    </a:cubicBezTo>
                    <a:cubicBezTo>
                      <a:pt x="11" y="52"/>
                      <a:pt x="8" y="49"/>
                      <a:pt x="5" y="45"/>
                    </a:cubicBezTo>
                    <a:cubicBezTo>
                      <a:pt x="2" y="41"/>
                      <a:pt x="0" y="36"/>
                      <a:pt x="0" y="31"/>
                    </a:cubicBezTo>
                    <a:cubicBezTo>
                      <a:pt x="0" y="28"/>
                      <a:pt x="0" y="25"/>
                      <a:pt x="1" y="23"/>
                    </a:cubicBezTo>
                    <a:cubicBezTo>
                      <a:pt x="1" y="20"/>
                      <a:pt x="2" y="17"/>
                      <a:pt x="4" y="15"/>
                    </a:cubicBezTo>
                    <a:cubicBezTo>
                      <a:pt x="7" y="10"/>
                      <a:pt x="11" y="5"/>
                      <a:pt x="17" y="3"/>
                    </a:cubicBezTo>
                    <a:cubicBezTo>
                      <a:pt x="22" y="0"/>
                      <a:pt x="29" y="0"/>
                      <a:pt x="34" y="1"/>
                    </a:cubicBezTo>
                    <a:cubicBezTo>
                      <a:pt x="37" y="2"/>
                      <a:pt x="40" y="3"/>
                      <a:pt x="42" y="4"/>
                    </a:cubicBezTo>
                    <a:cubicBezTo>
                      <a:pt x="45" y="5"/>
                      <a:pt x="47" y="7"/>
                      <a:pt x="49" y="9"/>
                    </a:cubicBezTo>
                    <a:cubicBezTo>
                      <a:pt x="53" y="13"/>
                      <a:pt x="55" y="18"/>
                      <a:pt x="56" y="22"/>
                    </a:cubicBezTo>
                    <a:cubicBezTo>
                      <a:pt x="57" y="27"/>
                      <a:pt x="57" y="31"/>
                      <a:pt x="56" y="35"/>
                    </a:cubicBezTo>
                    <a:cubicBezTo>
                      <a:pt x="54" y="43"/>
                      <a:pt x="49" y="48"/>
                      <a:pt x="46" y="51"/>
                    </a:cubicBezTo>
                    <a:cubicBezTo>
                      <a:pt x="42" y="53"/>
                      <a:pt x="40" y="54"/>
                      <a:pt x="40" y="54"/>
                    </a:cubicBezTo>
                    <a:cubicBezTo>
                      <a:pt x="39" y="54"/>
                      <a:pt x="42" y="53"/>
                      <a:pt x="45" y="50"/>
                    </a:cubicBezTo>
                    <a:cubicBezTo>
                      <a:pt x="48" y="48"/>
                      <a:pt x="53" y="43"/>
                      <a:pt x="55" y="35"/>
                    </a:cubicBezTo>
                    <a:cubicBezTo>
                      <a:pt x="55" y="31"/>
                      <a:pt x="56" y="27"/>
                      <a:pt x="55" y="23"/>
                    </a:cubicBezTo>
                    <a:cubicBezTo>
                      <a:pt x="53" y="18"/>
                      <a:pt x="51" y="14"/>
                      <a:pt x="48" y="10"/>
                    </a:cubicBezTo>
                    <a:cubicBezTo>
                      <a:pt x="46" y="8"/>
                      <a:pt x="44" y="7"/>
                      <a:pt x="42" y="6"/>
                    </a:cubicBezTo>
                    <a:cubicBezTo>
                      <a:pt x="39" y="4"/>
                      <a:pt x="37" y="3"/>
                      <a:pt x="34" y="3"/>
                    </a:cubicBezTo>
                    <a:cubicBezTo>
                      <a:pt x="29" y="1"/>
                      <a:pt x="23" y="2"/>
                      <a:pt x="17" y="4"/>
                    </a:cubicBezTo>
                    <a:cubicBezTo>
                      <a:pt x="12" y="7"/>
                      <a:pt x="8" y="11"/>
                      <a:pt x="5" y="16"/>
                    </a:cubicBezTo>
                    <a:cubicBezTo>
                      <a:pt x="4" y="18"/>
                      <a:pt x="3" y="20"/>
                      <a:pt x="2" y="23"/>
                    </a:cubicBezTo>
                    <a:cubicBezTo>
                      <a:pt x="2" y="26"/>
                      <a:pt x="1" y="28"/>
                      <a:pt x="2" y="31"/>
                    </a:cubicBezTo>
                    <a:cubicBezTo>
                      <a:pt x="2" y="36"/>
                      <a:pt x="4" y="40"/>
                      <a:pt x="6" y="44"/>
                    </a:cubicBezTo>
                    <a:cubicBezTo>
                      <a:pt x="9" y="48"/>
                      <a:pt x="12" y="51"/>
                      <a:pt x="15" y="53"/>
                    </a:cubicBezTo>
                    <a:cubicBezTo>
                      <a:pt x="22" y="56"/>
                      <a:pt x="29" y="56"/>
                      <a:pt x="33" y="56"/>
                    </a:cubicBezTo>
                    <a:cubicBezTo>
                      <a:pt x="37" y="55"/>
                      <a:pt x="40" y="54"/>
                      <a:pt x="40" y="54"/>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7" name="Google Shape;287;p8"/>
              <p:cNvSpPr/>
              <p:nvPr/>
            </p:nvSpPr>
            <p:spPr>
              <a:xfrm>
                <a:off x="2013865" y="139317"/>
                <a:ext cx="278774" cy="278773"/>
              </a:xfrm>
              <a:custGeom>
                <a:rect b="b" l="l" r="r" t="t"/>
                <a:pathLst>
                  <a:path extrusionOk="0" h="153" w="153">
                    <a:moveTo>
                      <a:pt x="86" y="139"/>
                    </a:moveTo>
                    <a:cubicBezTo>
                      <a:pt x="86" y="139"/>
                      <a:pt x="87" y="139"/>
                      <a:pt x="87" y="140"/>
                    </a:cubicBezTo>
                    <a:lnTo>
                      <a:pt x="89" y="142"/>
                    </a:lnTo>
                    <a:cubicBezTo>
                      <a:pt x="90" y="144"/>
                      <a:pt x="93" y="147"/>
                      <a:pt x="96" y="151"/>
                    </a:cubicBezTo>
                    <a:lnTo>
                      <a:pt x="96" y="151"/>
                    </a:lnTo>
                    <a:cubicBezTo>
                      <a:pt x="102" y="148"/>
                      <a:pt x="109" y="145"/>
                      <a:pt x="119" y="141"/>
                    </a:cubicBezTo>
                    <a:lnTo>
                      <a:pt x="119" y="141"/>
                    </a:lnTo>
                    <a:cubicBezTo>
                      <a:pt x="118" y="136"/>
                      <a:pt x="117" y="131"/>
                      <a:pt x="116" y="126"/>
                    </a:cubicBezTo>
                    <a:lnTo>
                      <a:pt x="116" y="125"/>
                    </a:lnTo>
                    <a:lnTo>
                      <a:pt x="116" y="125"/>
                    </a:lnTo>
                    <a:cubicBezTo>
                      <a:pt x="120" y="122"/>
                      <a:pt x="124" y="118"/>
                      <a:pt x="127" y="113"/>
                    </a:cubicBezTo>
                    <a:lnTo>
                      <a:pt x="128" y="113"/>
                    </a:lnTo>
                    <a:lnTo>
                      <a:pt x="128" y="113"/>
                    </a:lnTo>
                    <a:cubicBezTo>
                      <a:pt x="133" y="114"/>
                      <a:pt x="138" y="114"/>
                      <a:pt x="143" y="115"/>
                    </a:cubicBezTo>
                    <a:lnTo>
                      <a:pt x="143" y="116"/>
                    </a:lnTo>
                    <a:cubicBezTo>
                      <a:pt x="146" y="108"/>
                      <a:pt x="149" y="100"/>
                      <a:pt x="152" y="92"/>
                    </a:cubicBezTo>
                    <a:lnTo>
                      <a:pt x="152" y="92"/>
                    </a:lnTo>
                    <a:cubicBezTo>
                      <a:pt x="148" y="90"/>
                      <a:pt x="144" y="87"/>
                      <a:pt x="139" y="84"/>
                    </a:cubicBezTo>
                    <a:lnTo>
                      <a:pt x="139" y="83"/>
                    </a:lnTo>
                    <a:lnTo>
                      <a:pt x="139" y="83"/>
                    </a:lnTo>
                    <a:cubicBezTo>
                      <a:pt x="139" y="78"/>
                      <a:pt x="139" y="72"/>
                      <a:pt x="138" y="67"/>
                    </a:cubicBezTo>
                    <a:lnTo>
                      <a:pt x="138" y="66"/>
                    </a:lnTo>
                    <a:lnTo>
                      <a:pt x="139" y="66"/>
                    </a:lnTo>
                    <a:cubicBezTo>
                      <a:pt x="143" y="63"/>
                      <a:pt x="147" y="60"/>
                      <a:pt x="151" y="57"/>
                    </a:cubicBezTo>
                    <a:lnTo>
                      <a:pt x="151" y="57"/>
                    </a:lnTo>
                    <a:cubicBezTo>
                      <a:pt x="148" y="50"/>
                      <a:pt x="144" y="42"/>
                      <a:pt x="141" y="34"/>
                    </a:cubicBezTo>
                    <a:lnTo>
                      <a:pt x="141" y="34"/>
                    </a:lnTo>
                    <a:cubicBezTo>
                      <a:pt x="137" y="35"/>
                      <a:pt x="131" y="36"/>
                      <a:pt x="126" y="37"/>
                    </a:cubicBezTo>
                    <a:lnTo>
                      <a:pt x="126" y="37"/>
                    </a:lnTo>
                    <a:lnTo>
                      <a:pt x="125" y="37"/>
                    </a:lnTo>
                    <a:cubicBezTo>
                      <a:pt x="122" y="33"/>
                      <a:pt x="118" y="29"/>
                      <a:pt x="113" y="26"/>
                    </a:cubicBezTo>
                    <a:lnTo>
                      <a:pt x="113" y="26"/>
                    </a:lnTo>
                    <a:lnTo>
                      <a:pt x="113" y="25"/>
                    </a:lnTo>
                    <a:cubicBezTo>
                      <a:pt x="114" y="20"/>
                      <a:pt x="115" y="15"/>
                      <a:pt x="115" y="10"/>
                    </a:cubicBezTo>
                    <a:lnTo>
                      <a:pt x="116" y="11"/>
                    </a:lnTo>
                    <a:cubicBezTo>
                      <a:pt x="108" y="8"/>
                      <a:pt x="100" y="4"/>
                      <a:pt x="92" y="1"/>
                    </a:cubicBezTo>
                    <a:lnTo>
                      <a:pt x="93" y="1"/>
                    </a:lnTo>
                    <a:cubicBezTo>
                      <a:pt x="90" y="5"/>
                      <a:pt x="87" y="9"/>
                      <a:pt x="84" y="14"/>
                    </a:cubicBezTo>
                    <a:lnTo>
                      <a:pt x="84" y="14"/>
                    </a:lnTo>
                    <a:lnTo>
                      <a:pt x="83" y="14"/>
                    </a:lnTo>
                    <a:cubicBezTo>
                      <a:pt x="78" y="14"/>
                      <a:pt x="72" y="14"/>
                      <a:pt x="67" y="15"/>
                    </a:cubicBezTo>
                    <a:lnTo>
                      <a:pt x="67" y="15"/>
                    </a:lnTo>
                    <a:cubicBezTo>
                      <a:pt x="66" y="14"/>
                      <a:pt x="68" y="15"/>
                      <a:pt x="66" y="14"/>
                    </a:cubicBezTo>
                    <a:lnTo>
                      <a:pt x="66" y="14"/>
                    </a:lnTo>
                    <a:lnTo>
                      <a:pt x="66" y="14"/>
                    </a:lnTo>
                    <a:lnTo>
                      <a:pt x="66" y="14"/>
                    </a:lnTo>
                    <a:lnTo>
                      <a:pt x="65" y="14"/>
                    </a:lnTo>
                    <a:lnTo>
                      <a:pt x="65" y="13"/>
                    </a:lnTo>
                    <a:lnTo>
                      <a:pt x="64" y="11"/>
                    </a:lnTo>
                    <a:lnTo>
                      <a:pt x="61" y="8"/>
                    </a:lnTo>
                    <a:cubicBezTo>
                      <a:pt x="60" y="6"/>
                      <a:pt x="58" y="4"/>
                      <a:pt x="57" y="2"/>
                    </a:cubicBezTo>
                    <a:lnTo>
                      <a:pt x="58" y="2"/>
                    </a:lnTo>
                    <a:cubicBezTo>
                      <a:pt x="50" y="6"/>
                      <a:pt x="42" y="9"/>
                      <a:pt x="34" y="13"/>
                    </a:cubicBezTo>
                    <a:lnTo>
                      <a:pt x="35" y="12"/>
                    </a:lnTo>
                    <a:cubicBezTo>
                      <a:pt x="36" y="17"/>
                      <a:pt x="37" y="22"/>
                      <a:pt x="38" y="27"/>
                    </a:cubicBezTo>
                    <a:lnTo>
                      <a:pt x="38" y="27"/>
                    </a:lnTo>
                    <a:lnTo>
                      <a:pt x="37" y="28"/>
                    </a:lnTo>
                    <a:cubicBezTo>
                      <a:pt x="33" y="31"/>
                      <a:pt x="29" y="35"/>
                      <a:pt x="26" y="40"/>
                    </a:cubicBezTo>
                    <a:lnTo>
                      <a:pt x="26" y="40"/>
                    </a:lnTo>
                    <a:lnTo>
                      <a:pt x="25" y="40"/>
                    </a:lnTo>
                    <a:cubicBezTo>
                      <a:pt x="20" y="39"/>
                      <a:pt x="15" y="39"/>
                      <a:pt x="10" y="38"/>
                    </a:cubicBezTo>
                    <a:lnTo>
                      <a:pt x="11" y="37"/>
                    </a:lnTo>
                    <a:cubicBezTo>
                      <a:pt x="8" y="46"/>
                      <a:pt x="4" y="53"/>
                      <a:pt x="1" y="61"/>
                    </a:cubicBezTo>
                    <a:lnTo>
                      <a:pt x="1" y="60"/>
                    </a:lnTo>
                    <a:cubicBezTo>
                      <a:pt x="6" y="63"/>
                      <a:pt x="10" y="66"/>
                      <a:pt x="14" y="69"/>
                    </a:cubicBezTo>
                    <a:lnTo>
                      <a:pt x="14" y="69"/>
                    </a:lnTo>
                    <a:lnTo>
                      <a:pt x="14" y="70"/>
                    </a:lnTo>
                    <a:cubicBezTo>
                      <a:pt x="14" y="75"/>
                      <a:pt x="14" y="81"/>
                      <a:pt x="15" y="86"/>
                    </a:cubicBezTo>
                    <a:lnTo>
                      <a:pt x="15" y="87"/>
                    </a:lnTo>
                    <a:lnTo>
                      <a:pt x="14" y="87"/>
                    </a:lnTo>
                    <a:cubicBezTo>
                      <a:pt x="10" y="90"/>
                      <a:pt x="6" y="93"/>
                      <a:pt x="2" y="96"/>
                    </a:cubicBezTo>
                    <a:lnTo>
                      <a:pt x="2" y="96"/>
                    </a:lnTo>
                    <a:cubicBezTo>
                      <a:pt x="6" y="104"/>
                      <a:pt x="9" y="112"/>
                      <a:pt x="13" y="119"/>
                    </a:cubicBezTo>
                    <a:lnTo>
                      <a:pt x="12" y="119"/>
                    </a:lnTo>
                    <a:cubicBezTo>
                      <a:pt x="17" y="118"/>
                      <a:pt x="22" y="117"/>
                      <a:pt x="27" y="116"/>
                    </a:cubicBezTo>
                    <a:lnTo>
                      <a:pt x="27" y="116"/>
                    </a:lnTo>
                    <a:lnTo>
                      <a:pt x="28" y="116"/>
                    </a:lnTo>
                    <a:cubicBezTo>
                      <a:pt x="31" y="121"/>
                      <a:pt x="35" y="124"/>
                      <a:pt x="40" y="127"/>
                    </a:cubicBezTo>
                    <a:lnTo>
                      <a:pt x="40" y="128"/>
                    </a:lnTo>
                    <a:lnTo>
                      <a:pt x="40" y="128"/>
                    </a:lnTo>
                    <a:cubicBezTo>
                      <a:pt x="39" y="134"/>
                      <a:pt x="38" y="139"/>
                      <a:pt x="38" y="143"/>
                    </a:cubicBezTo>
                    <a:lnTo>
                      <a:pt x="37" y="143"/>
                    </a:lnTo>
                    <a:cubicBezTo>
                      <a:pt x="47" y="146"/>
                      <a:pt x="55" y="150"/>
                      <a:pt x="61" y="152"/>
                    </a:cubicBezTo>
                    <a:lnTo>
                      <a:pt x="61" y="152"/>
                    </a:lnTo>
                    <a:cubicBezTo>
                      <a:pt x="64" y="147"/>
                      <a:pt x="67" y="143"/>
                      <a:pt x="70" y="139"/>
                    </a:cubicBezTo>
                    <a:lnTo>
                      <a:pt x="70" y="139"/>
                    </a:lnTo>
                    <a:lnTo>
                      <a:pt x="70" y="139"/>
                    </a:lnTo>
                    <a:cubicBezTo>
                      <a:pt x="75" y="140"/>
                      <a:pt x="80" y="140"/>
                      <a:pt x="82" y="140"/>
                    </a:cubicBezTo>
                    <a:lnTo>
                      <a:pt x="85" y="139"/>
                    </a:lnTo>
                    <a:cubicBezTo>
                      <a:pt x="86" y="139"/>
                      <a:pt x="87" y="139"/>
                      <a:pt x="87" y="139"/>
                    </a:cubicBezTo>
                    <a:cubicBezTo>
                      <a:pt x="87" y="139"/>
                      <a:pt x="85" y="138"/>
                      <a:pt x="85" y="139"/>
                    </a:cubicBezTo>
                    <a:cubicBezTo>
                      <a:pt x="84" y="140"/>
                      <a:pt x="84" y="140"/>
                      <a:pt x="82" y="140"/>
                    </a:cubicBezTo>
                    <a:cubicBezTo>
                      <a:pt x="80" y="140"/>
                      <a:pt x="75" y="140"/>
                      <a:pt x="70" y="140"/>
                    </a:cubicBezTo>
                    <a:lnTo>
                      <a:pt x="70" y="140"/>
                    </a:lnTo>
                    <a:cubicBezTo>
                      <a:pt x="68" y="143"/>
                      <a:pt x="65" y="148"/>
                      <a:pt x="61" y="153"/>
                    </a:cubicBezTo>
                    <a:lnTo>
                      <a:pt x="61" y="153"/>
                    </a:lnTo>
                    <a:lnTo>
                      <a:pt x="61" y="153"/>
                    </a:lnTo>
                    <a:cubicBezTo>
                      <a:pt x="54" y="150"/>
                      <a:pt x="46" y="147"/>
                      <a:pt x="37" y="144"/>
                    </a:cubicBezTo>
                    <a:lnTo>
                      <a:pt x="37" y="144"/>
                    </a:lnTo>
                    <a:lnTo>
                      <a:pt x="37" y="143"/>
                    </a:lnTo>
                    <a:cubicBezTo>
                      <a:pt x="37" y="138"/>
                      <a:pt x="38" y="133"/>
                      <a:pt x="39" y="128"/>
                    </a:cubicBezTo>
                    <a:lnTo>
                      <a:pt x="39" y="128"/>
                    </a:lnTo>
                    <a:cubicBezTo>
                      <a:pt x="35" y="125"/>
                      <a:pt x="31" y="121"/>
                      <a:pt x="27" y="117"/>
                    </a:cubicBezTo>
                    <a:lnTo>
                      <a:pt x="27" y="117"/>
                    </a:lnTo>
                    <a:cubicBezTo>
                      <a:pt x="23" y="118"/>
                      <a:pt x="17" y="119"/>
                      <a:pt x="12" y="120"/>
                    </a:cubicBezTo>
                    <a:lnTo>
                      <a:pt x="12" y="120"/>
                    </a:lnTo>
                    <a:lnTo>
                      <a:pt x="11" y="120"/>
                    </a:lnTo>
                    <a:cubicBezTo>
                      <a:pt x="8" y="112"/>
                      <a:pt x="5" y="104"/>
                      <a:pt x="1" y="96"/>
                    </a:cubicBezTo>
                    <a:lnTo>
                      <a:pt x="1" y="96"/>
                    </a:lnTo>
                    <a:lnTo>
                      <a:pt x="1" y="95"/>
                    </a:lnTo>
                    <a:cubicBezTo>
                      <a:pt x="5" y="92"/>
                      <a:pt x="9" y="89"/>
                      <a:pt x="14" y="86"/>
                    </a:cubicBezTo>
                    <a:lnTo>
                      <a:pt x="13" y="87"/>
                    </a:lnTo>
                    <a:cubicBezTo>
                      <a:pt x="12" y="81"/>
                      <a:pt x="12" y="76"/>
                      <a:pt x="13" y="70"/>
                    </a:cubicBezTo>
                    <a:lnTo>
                      <a:pt x="13" y="70"/>
                    </a:lnTo>
                    <a:cubicBezTo>
                      <a:pt x="9" y="68"/>
                      <a:pt x="5" y="65"/>
                      <a:pt x="0" y="62"/>
                    </a:cubicBezTo>
                    <a:lnTo>
                      <a:pt x="0" y="61"/>
                    </a:lnTo>
                    <a:lnTo>
                      <a:pt x="0" y="61"/>
                    </a:lnTo>
                    <a:cubicBezTo>
                      <a:pt x="3" y="53"/>
                      <a:pt x="6" y="45"/>
                      <a:pt x="9" y="37"/>
                    </a:cubicBezTo>
                    <a:lnTo>
                      <a:pt x="10" y="36"/>
                    </a:lnTo>
                    <a:lnTo>
                      <a:pt x="10" y="36"/>
                    </a:lnTo>
                    <a:cubicBezTo>
                      <a:pt x="15" y="37"/>
                      <a:pt x="20" y="38"/>
                      <a:pt x="25" y="39"/>
                    </a:cubicBezTo>
                    <a:lnTo>
                      <a:pt x="25" y="39"/>
                    </a:lnTo>
                    <a:cubicBezTo>
                      <a:pt x="28" y="34"/>
                      <a:pt x="32" y="30"/>
                      <a:pt x="36" y="27"/>
                    </a:cubicBezTo>
                    <a:lnTo>
                      <a:pt x="36" y="27"/>
                    </a:lnTo>
                    <a:cubicBezTo>
                      <a:pt x="35" y="22"/>
                      <a:pt x="34" y="17"/>
                      <a:pt x="33" y="12"/>
                    </a:cubicBezTo>
                    <a:lnTo>
                      <a:pt x="33" y="12"/>
                    </a:lnTo>
                    <a:lnTo>
                      <a:pt x="34" y="11"/>
                    </a:lnTo>
                    <a:cubicBezTo>
                      <a:pt x="41" y="8"/>
                      <a:pt x="49" y="4"/>
                      <a:pt x="57" y="1"/>
                    </a:cubicBezTo>
                    <a:lnTo>
                      <a:pt x="58" y="1"/>
                    </a:lnTo>
                    <a:lnTo>
                      <a:pt x="58" y="1"/>
                    </a:lnTo>
                    <a:lnTo>
                      <a:pt x="63" y="7"/>
                    </a:lnTo>
                    <a:lnTo>
                      <a:pt x="65" y="11"/>
                    </a:lnTo>
                    <a:lnTo>
                      <a:pt x="66" y="12"/>
                    </a:lnTo>
                    <a:lnTo>
                      <a:pt x="67" y="13"/>
                    </a:lnTo>
                    <a:lnTo>
                      <a:pt x="67" y="13"/>
                    </a:lnTo>
                    <a:lnTo>
                      <a:pt x="67" y="13"/>
                    </a:lnTo>
                    <a:lnTo>
                      <a:pt x="67" y="14"/>
                    </a:lnTo>
                    <a:lnTo>
                      <a:pt x="67" y="14"/>
                    </a:lnTo>
                    <a:cubicBezTo>
                      <a:pt x="66" y="13"/>
                      <a:pt x="67" y="14"/>
                      <a:pt x="67" y="13"/>
                    </a:cubicBezTo>
                    <a:lnTo>
                      <a:pt x="67" y="13"/>
                    </a:lnTo>
                    <a:cubicBezTo>
                      <a:pt x="72" y="12"/>
                      <a:pt x="78" y="12"/>
                      <a:pt x="84" y="13"/>
                    </a:cubicBezTo>
                    <a:lnTo>
                      <a:pt x="83" y="13"/>
                    </a:lnTo>
                    <a:cubicBezTo>
                      <a:pt x="86" y="9"/>
                      <a:pt x="89" y="4"/>
                      <a:pt x="91" y="0"/>
                    </a:cubicBezTo>
                    <a:lnTo>
                      <a:pt x="92" y="0"/>
                    </a:lnTo>
                    <a:lnTo>
                      <a:pt x="92" y="0"/>
                    </a:lnTo>
                    <a:cubicBezTo>
                      <a:pt x="101" y="3"/>
                      <a:pt x="109" y="6"/>
                      <a:pt x="116" y="9"/>
                    </a:cubicBezTo>
                    <a:lnTo>
                      <a:pt x="117" y="10"/>
                    </a:lnTo>
                    <a:lnTo>
                      <a:pt x="117" y="10"/>
                    </a:lnTo>
                    <a:cubicBezTo>
                      <a:pt x="116" y="15"/>
                      <a:pt x="115" y="21"/>
                      <a:pt x="115" y="25"/>
                    </a:cubicBezTo>
                    <a:lnTo>
                      <a:pt x="114" y="25"/>
                    </a:lnTo>
                    <a:cubicBezTo>
                      <a:pt x="119" y="28"/>
                      <a:pt x="123" y="32"/>
                      <a:pt x="127" y="36"/>
                    </a:cubicBezTo>
                    <a:lnTo>
                      <a:pt x="126" y="36"/>
                    </a:lnTo>
                    <a:cubicBezTo>
                      <a:pt x="131" y="35"/>
                      <a:pt x="136" y="34"/>
                      <a:pt x="141" y="33"/>
                    </a:cubicBezTo>
                    <a:lnTo>
                      <a:pt x="142" y="33"/>
                    </a:lnTo>
                    <a:lnTo>
                      <a:pt x="142" y="34"/>
                    </a:lnTo>
                    <a:cubicBezTo>
                      <a:pt x="146" y="42"/>
                      <a:pt x="149" y="50"/>
                      <a:pt x="152" y="57"/>
                    </a:cubicBezTo>
                    <a:lnTo>
                      <a:pt x="153" y="58"/>
                    </a:lnTo>
                    <a:lnTo>
                      <a:pt x="152" y="58"/>
                    </a:lnTo>
                    <a:cubicBezTo>
                      <a:pt x="148" y="61"/>
                      <a:pt x="144" y="64"/>
                      <a:pt x="140" y="67"/>
                    </a:cubicBezTo>
                    <a:lnTo>
                      <a:pt x="140" y="67"/>
                    </a:lnTo>
                    <a:cubicBezTo>
                      <a:pt x="141" y="72"/>
                      <a:pt x="141" y="78"/>
                      <a:pt x="140" y="84"/>
                    </a:cubicBezTo>
                    <a:lnTo>
                      <a:pt x="140" y="83"/>
                    </a:lnTo>
                    <a:cubicBezTo>
                      <a:pt x="145" y="86"/>
                      <a:pt x="149" y="89"/>
                      <a:pt x="153" y="92"/>
                    </a:cubicBezTo>
                    <a:lnTo>
                      <a:pt x="153" y="92"/>
                    </a:lnTo>
                    <a:lnTo>
                      <a:pt x="153" y="92"/>
                    </a:lnTo>
                    <a:cubicBezTo>
                      <a:pt x="150" y="101"/>
                      <a:pt x="147" y="109"/>
                      <a:pt x="144" y="116"/>
                    </a:cubicBezTo>
                    <a:lnTo>
                      <a:pt x="144" y="117"/>
                    </a:lnTo>
                    <a:lnTo>
                      <a:pt x="143" y="117"/>
                    </a:lnTo>
                    <a:cubicBezTo>
                      <a:pt x="138" y="116"/>
                      <a:pt x="133" y="115"/>
                      <a:pt x="128" y="114"/>
                    </a:cubicBezTo>
                    <a:lnTo>
                      <a:pt x="128" y="114"/>
                    </a:lnTo>
                    <a:cubicBezTo>
                      <a:pt x="125" y="119"/>
                      <a:pt x="121" y="123"/>
                      <a:pt x="117" y="126"/>
                    </a:cubicBezTo>
                    <a:lnTo>
                      <a:pt x="117" y="126"/>
                    </a:lnTo>
                    <a:cubicBezTo>
                      <a:pt x="118" y="132"/>
                      <a:pt x="119" y="137"/>
                      <a:pt x="120" y="141"/>
                    </a:cubicBezTo>
                    <a:lnTo>
                      <a:pt x="120" y="142"/>
                    </a:lnTo>
                    <a:lnTo>
                      <a:pt x="120" y="142"/>
                    </a:lnTo>
                    <a:cubicBezTo>
                      <a:pt x="110" y="146"/>
                      <a:pt x="102" y="149"/>
                      <a:pt x="96" y="152"/>
                    </a:cubicBezTo>
                    <a:lnTo>
                      <a:pt x="96" y="152"/>
                    </a:lnTo>
                    <a:cubicBezTo>
                      <a:pt x="93" y="148"/>
                      <a:pt x="90" y="145"/>
                      <a:pt x="89" y="143"/>
                    </a:cubicBezTo>
                    <a:lnTo>
                      <a:pt x="87" y="140"/>
                    </a:lnTo>
                    <a:lnTo>
                      <a:pt x="87" y="139"/>
                    </a:lnTo>
                    <a:lnTo>
                      <a:pt x="86" y="139"/>
                    </a:lnTo>
                    <a:close/>
                  </a:path>
                </a:pathLst>
              </a:custGeom>
              <a:solidFill>
                <a:schemeClr val="dk1"/>
              </a:solidFill>
              <a:ln>
                <a:noFill/>
              </a:ln>
            </p:spPr>
            <p:txBody>
              <a:bodyPr anchorCtr="1" anchor="ctr" bIns="10075" lIns="90000" spcFirstLastPara="1" rIns="90000" wrap="square" tIns="100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288" name="Google Shape;288;p8"/>
          <p:cNvGrpSpPr/>
          <p:nvPr/>
        </p:nvGrpSpPr>
        <p:grpSpPr>
          <a:xfrm>
            <a:off x="-1203881" y="139313"/>
            <a:ext cx="2082593" cy="4823632"/>
            <a:chOff x="-1203881" y="139313"/>
            <a:chExt cx="2082593" cy="4823632"/>
          </a:xfrm>
        </p:grpSpPr>
        <p:grpSp>
          <p:nvGrpSpPr>
            <p:cNvPr id="289" name="Google Shape;289;p8"/>
            <p:cNvGrpSpPr/>
            <p:nvPr/>
          </p:nvGrpSpPr>
          <p:grpSpPr>
            <a:xfrm>
              <a:off x="-187189" y="139313"/>
              <a:ext cx="1065901" cy="619495"/>
              <a:chOff x="-192639" y="64613"/>
              <a:chExt cx="1065901" cy="619495"/>
            </a:xfrm>
          </p:grpSpPr>
          <p:sp>
            <p:nvSpPr>
              <p:cNvPr id="290" name="Google Shape;290;p8"/>
              <p:cNvSpPr/>
              <p:nvPr/>
            </p:nvSpPr>
            <p:spPr>
              <a:xfrm>
                <a:off x="-192639" y="64613"/>
                <a:ext cx="1065901" cy="619495"/>
              </a:xfrm>
              <a:custGeom>
                <a:rect b="b" l="l" r="r" t="t"/>
                <a:pathLst>
                  <a:path extrusionOk="0" h="340" w="585">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91" name="Google Shape;291;p8"/>
              <p:cNvSpPr/>
              <p:nvPr/>
            </p:nvSpPr>
            <p:spPr>
              <a:xfrm>
                <a:off x="-188995" y="139317"/>
                <a:ext cx="1060435" cy="3644"/>
              </a:xfrm>
              <a:custGeom>
                <a:rect b="b" l="l" r="r" t="t"/>
                <a:pathLst>
                  <a:path extrusionOk="0" h="2" w="582">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92" name="Google Shape;292;p8"/>
              <p:cNvSpPr/>
              <p:nvPr/>
            </p:nvSpPr>
            <p:spPr>
              <a:xfrm>
                <a:off x="-99714" y="243174"/>
                <a:ext cx="327969" cy="327968"/>
              </a:xfrm>
              <a:custGeom>
                <a:rect b="b" l="l" r="r" t="t"/>
                <a:pathLst>
                  <a:path extrusionOk="0" h="180" w="180">
                    <a:moveTo>
                      <a:pt x="0" y="0"/>
                    </a:moveTo>
                    <a:lnTo>
                      <a:pt x="180" y="0"/>
                    </a:lnTo>
                    <a:lnTo>
                      <a:pt x="180" y="180"/>
                    </a:lnTo>
                    <a:lnTo>
                      <a:pt x="0" y="180"/>
                    </a:lnTo>
                    <a:lnTo>
                      <a:pt x="0" y="0"/>
                    </a:lnTo>
                    <a:close/>
                  </a:path>
                </a:pathLst>
              </a:custGeom>
              <a:solidFill>
                <a:schemeClr val="accent2"/>
              </a:solidFill>
              <a:ln>
                <a:noFill/>
              </a:ln>
            </p:spPr>
            <p:txBody>
              <a:bodyPr anchorCtr="1" anchor="ctr" bIns="19800" lIns="90000" spcFirstLastPara="1" rIns="90000" wrap="square" tIns="19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93" name="Google Shape;293;p8"/>
              <p:cNvSpPr/>
              <p:nvPr/>
            </p:nvSpPr>
            <p:spPr>
              <a:xfrm>
                <a:off x="319358" y="294191"/>
                <a:ext cx="475556" cy="5466"/>
              </a:xfrm>
              <a:custGeom>
                <a:rect b="b" l="l" r="r" t="t"/>
                <a:pathLst>
                  <a:path extrusionOk="0" h="3" w="261">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94" name="Google Shape;294;p8"/>
              <p:cNvSpPr/>
              <p:nvPr/>
            </p:nvSpPr>
            <p:spPr>
              <a:xfrm>
                <a:off x="319358" y="368895"/>
                <a:ext cx="484666" cy="3644"/>
              </a:xfrm>
              <a:custGeom>
                <a:rect b="b" l="l" r="r" t="t"/>
                <a:pathLst>
                  <a:path extrusionOk="0" h="2" w="266">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95" name="Google Shape;295;p8"/>
              <p:cNvSpPr/>
              <p:nvPr/>
            </p:nvSpPr>
            <p:spPr>
              <a:xfrm>
                <a:off x="319358" y="441777"/>
                <a:ext cx="484666" cy="3644"/>
              </a:xfrm>
              <a:custGeom>
                <a:rect b="b" l="l" r="r" t="t"/>
                <a:pathLst>
                  <a:path extrusionOk="0" h="2" w="266">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96" name="Google Shape;296;p8"/>
              <p:cNvSpPr/>
              <p:nvPr/>
            </p:nvSpPr>
            <p:spPr>
              <a:xfrm>
                <a:off x="319358" y="514659"/>
                <a:ext cx="484666" cy="3644"/>
              </a:xfrm>
              <a:custGeom>
                <a:rect b="b" l="l" r="r" t="t"/>
                <a:pathLst>
                  <a:path extrusionOk="0" h="2" w="266">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297" name="Google Shape;297;p8"/>
            <p:cNvGrpSpPr/>
            <p:nvPr/>
          </p:nvGrpSpPr>
          <p:grpSpPr>
            <a:xfrm>
              <a:off x="-1203881" y="4245059"/>
              <a:ext cx="1754642" cy="717886"/>
              <a:chOff x="-1340531" y="3895472"/>
              <a:chExt cx="1754642" cy="717886"/>
            </a:xfrm>
          </p:grpSpPr>
          <p:sp>
            <p:nvSpPr>
              <p:cNvPr id="298" name="Google Shape;298;p8"/>
              <p:cNvSpPr/>
              <p:nvPr/>
            </p:nvSpPr>
            <p:spPr>
              <a:xfrm>
                <a:off x="-1340525" y="3895472"/>
                <a:ext cx="1754637" cy="717886"/>
              </a:xfrm>
              <a:custGeom>
                <a:rect b="b" l="l" r="r" t="t"/>
                <a:pathLst>
                  <a:path extrusionOk="0" h="394" w="963">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99" name="Google Shape;299;p8"/>
              <p:cNvSpPr/>
              <p:nvPr/>
            </p:nvSpPr>
            <p:spPr>
              <a:xfrm>
                <a:off x="-1340531" y="3989303"/>
                <a:ext cx="1749170" cy="5466"/>
              </a:xfrm>
              <a:custGeom>
                <a:rect b="b" l="l" r="r" t="t"/>
                <a:pathLst>
                  <a:path extrusionOk="0" h="3" w="96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0" name="Google Shape;300;p8"/>
              <p:cNvSpPr/>
              <p:nvPr/>
            </p:nvSpPr>
            <p:spPr>
              <a:xfrm>
                <a:off x="-1291336" y="3936463"/>
                <a:ext cx="23687" cy="25509"/>
              </a:xfrm>
              <a:custGeom>
                <a:rect b="b" l="l" r="r" t="t"/>
                <a:pathLst>
                  <a:path extrusionOk="0" h="14" w="13">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1" name="Google Shape;301;p8"/>
              <p:cNvSpPr/>
              <p:nvPr/>
            </p:nvSpPr>
            <p:spPr>
              <a:xfrm>
                <a:off x="-1249428" y="3936463"/>
                <a:ext cx="25509" cy="25509"/>
              </a:xfrm>
              <a:custGeom>
                <a:rect b="b" l="l" r="r" t="t"/>
                <a:pathLst>
                  <a:path extrusionOk="0" h="14" w="14">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2" name="Google Shape;302;p8"/>
              <p:cNvSpPr/>
              <p:nvPr/>
            </p:nvSpPr>
            <p:spPr>
              <a:xfrm>
                <a:off x="-1205699" y="3936463"/>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3" name="Google Shape;303;p8"/>
              <p:cNvSpPr/>
              <p:nvPr/>
            </p:nvSpPr>
            <p:spPr>
              <a:xfrm>
                <a:off x="-1224695" y="4075986"/>
                <a:ext cx="422716" cy="422714"/>
              </a:xfrm>
              <a:custGeom>
                <a:rect b="b" l="l" r="r" t="t"/>
                <a:pathLst>
                  <a:path extrusionOk="0" h="232" w="232">
                    <a:moveTo>
                      <a:pt x="0" y="0"/>
                    </a:moveTo>
                    <a:lnTo>
                      <a:pt x="232" y="0"/>
                    </a:lnTo>
                    <a:lnTo>
                      <a:pt x="232" y="232"/>
                    </a:lnTo>
                    <a:lnTo>
                      <a:pt x="0" y="232"/>
                    </a:lnTo>
                    <a:lnTo>
                      <a:pt x="0" y="0"/>
                    </a:lnTo>
                    <a:close/>
                  </a:path>
                </a:pathLst>
              </a:custGeom>
              <a:solidFill>
                <a:schemeClr val="accent2"/>
              </a:solidFill>
              <a:ln>
                <a:noFill/>
              </a:ln>
            </p:spPr>
            <p:txBody>
              <a:bodyPr anchorCtr="1" anchor="ctr" bIns="38500" lIns="90000" spcFirstLastPara="1" rIns="90000" wrap="square" tIns="385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4" name="Google Shape;304;p8"/>
              <p:cNvSpPr/>
              <p:nvPr/>
            </p:nvSpPr>
            <p:spPr>
              <a:xfrm>
                <a:off x="-681493" y="4344218"/>
                <a:ext cx="972976" cy="5466"/>
              </a:xfrm>
              <a:custGeom>
                <a:rect b="b" l="l" r="r" t="t"/>
                <a:pathLst>
                  <a:path extrusionOk="0" h="3" w="534">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5" name="Google Shape;305;p8"/>
              <p:cNvSpPr/>
              <p:nvPr/>
            </p:nvSpPr>
            <p:spPr>
              <a:xfrm>
                <a:off x="-681493" y="4429855"/>
                <a:ext cx="972976" cy="5466"/>
              </a:xfrm>
              <a:custGeom>
                <a:rect b="b" l="l" r="r" t="t"/>
                <a:pathLst>
                  <a:path extrusionOk="0" h="3" w="534">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6" name="Google Shape;306;p8"/>
              <p:cNvSpPr/>
              <p:nvPr/>
            </p:nvSpPr>
            <p:spPr>
              <a:xfrm>
                <a:off x="-335303" y="4517313"/>
                <a:ext cx="626786" cy="3644"/>
              </a:xfrm>
              <a:custGeom>
                <a:rect b="b" l="l" r="r" t="t"/>
                <a:pathLst>
                  <a:path extrusionOk="0" h="2" w="344">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7" name="Google Shape;307;p8"/>
              <p:cNvSpPr/>
              <p:nvPr/>
            </p:nvSpPr>
            <p:spPr>
              <a:xfrm>
                <a:off x="-428227" y="41172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8" name="Google Shape;308;p8"/>
              <p:cNvSpPr/>
              <p:nvPr/>
            </p:nvSpPr>
            <p:spPr>
              <a:xfrm>
                <a:off x="-428227" y="41955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9" name="Google Shape;309;p8"/>
              <p:cNvSpPr/>
              <p:nvPr/>
            </p:nvSpPr>
            <p:spPr>
              <a:xfrm>
                <a:off x="-133055" y="42720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310" name="Google Shape;310;p8"/>
            <p:cNvGrpSpPr/>
            <p:nvPr/>
          </p:nvGrpSpPr>
          <p:grpSpPr>
            <a:xfrm>
              <a:off x="-744312" y="3030012"/>
              <a:ext cx="1550567" cy="1051320"/>
              <a:chOff x="-872012" y="2723887"/>
              <a:chExt cx="1550567" cy="1051320"/>
            </a:xfrm>
          </p:grpSpPr>
          <p:sp>
            <p:nvSpPr>
              <p:cNvPr id="311" name="Google Shape;311;p8"/>
              <p:cNvSpPr/>
              <p:nvPr/>
            </p:nvSpPr>
            <p:spPr>
              <a:xfrm>
                <a:off x="-872012" y="2723887"/>
                <a:ext cx="1550567" cy="1051320"/>
              </a:xfrm>
              <a:custGeom>
                <a:rect b="b" l="l" r="r" t="t"/>
                <a:pathLst>
                  <a:path extrusionOk="0" h="577" w="851">
                    <a:moveTo>
                      <a:pt x="850" y="576"/>
                    </a:moveTo>
                    <a:cubicBezTo>
                      <a:pt x="850" y="576"/>
                      <a:pt x="850" y="572"/>
                      <a:pt x="850" y="565"/>
                    </a:cubicBezTo>
                    <a:cubicBezTo>
                      <a:pt x="850" y="558"/>
                      <a:pt x="850" y="548"/>
                      <a:pt x="850" y="535"/>
                    </a:cubicBezTo>
                    <a:cubicBezTo>
                      <a:pt x="850" y="508"/>
                      <a:pt x="850" y="469"/>
                      <a:pt x="850" y="420"/>
                    </a:cubicBezTo>
                    <a:cubicBezTo>
                      <a:pt x="849" y="320"/>
                      <a:pt x="849" y="177"/>
                      <a:pt x="849" y="2"/>
                    </a:cubicBezTo>
                    <a:lnTo>
                      <a:pt x="850" y="3"/>
                    </a:lnTo>
                    <a:cubicBezTo>
                      <a:pt x="616" y="3"/>
                      <a:pt x="321" y="3"/>
                      <a:pt x="1" y="3"/>
                    </a:cubicBezTo>
                    <a:lnTo>
                      <a:pt x="1" y="3"/>
                    </a:lnTo>
                    <a:lnTo>
                      <a:pt x="3" y="2"/>
                    </a:lnTo>
                    <a:cubicBezTo>
                      <a:pt x="3" y="206"/>
                      <a:pt x="3" y="401"/>
                      <a:pt x="3" y="576"/>
                    </a:cubicBezTo>
                    <a:lnTo>
                      <a:pt x="1" y="574"/>
                    </a:lnTo>
                    <a:cubicBezTo>
                      <a:pt x="251" y="574"/>
                      <a:pt x="463" y="575"/>
                      <a:pt x="613" y="575"/>
                    </a:cubicBezTo>
                    <a:cubicBezTo>
                      <a:pt x="688" y="575"/>
                      <a:pt x="747" y="575"/>
                      <a:pt x="788" y="575"/>
                    </a:cubicBezTo>
                    <a:cubicBezTo>
                      <a:pt x="808" y="575"/>
                      <a:pt x="823" y="575"/>
                      <a:pt x="834" y="576"/>
                    </a:cubicBezTo>
                    <a:cubicBezTo>
                      <a:pt x="839" y="576"/>
                      <a:pt x="843" y="576"/>
                      <a:pt x="846" y="576"/>
                    </a:cubicBezTo>
                    <a:cubicBezTo>
                      <a:pt x="849" y="576"/>
                      <a:pt x="850" y="576"/>
                      <a:pt x="850" y="576"/>
                    </a:cubicBezTo>
                    <a:cubicBezTo>
                      <a:pt x="850" y="576"/>
                      <a:pt x="849" y="576"/>
                      <a:pt x="846" y="576"/>
                    </a:cubicBezTo>
                    <a:cubicBezTo>
                      <a:pt x="844" y="576"/>
                      <a:pt x="840" y="576"/>
                      <a:pt x="834" y="576"/>
                    </a:cubicBezTo>
                    <a:cubicBezTo>
                      <a:pt x="824" y="576"/>
                      <a:pt x="808" y="576"/>
                      <a:pt x="788" y="576"/>
                    </a:cubicBezTo>
                    <a:cubicBezTo>
                      <a:pt x="748" y="576"/>
                      <a:pt x="689" y="576"/>
                      <a:pt x="614" y="576"/>
                    </a:cubicBezTo>
                    <a:cubicBezTo>
                      <a:pt x="464" y="577"/>
                      <a:pt x="251" y="577"/>
                      <a:pt x="1" y="577"/>
                    </a:cubicBezTo>
                    <a:lnTo>
                      <a:pt x="0" y="577"/>
                    </a:lnTo>
                    <a:lnTo>
                      <a:pt x="0" y="576"/>
                    </a:lnTo>
                    <a:cubicBezTo>
                      <a:pt x="0" y="401"/>
                      <a:pt x="0" y="206"/>
                      <a:pt x="0" y="2"/>
                    </a:cubicBezTo>
                    <a:lnTo>
                      <a:pt x="0" y="0"/>
                    </a:lnTo>
                    <a:lnTo>
                      <a:pt x="1" y="0"/>
                    </a:lnTo>
                    <a:cubicBezTo>
                      <a:pt x="321" y="0"/>
                      <a:pt x="616" y="1"/>
                      <a:pt x="850" y="1"/>
                    </a:cubicBezTo>
                    <a:lnTo>
                      <a:pt x="851" y="1"/>
                    </a:lnTo>
                    <a:lnTo>
                      <a:pt x="851" y="2"/>
                    </a:lnTo>
                    <a:cubicBezTo>
                      <a:pt x="851" y="177"/>
                      <a:pt x="851" y="320"/>
                      <a:pt x="851" y="420"/>
                    </a:cubicBezTo>
                    <a:cubicBezTo>
                      <a:pt x="851" y="470"/>
                      <a:pt x="851" y="509"/>
                      <a:pt x="850" y="535"/>
                    </a:cubicBezTo>
                    <a:cubicBezTo>
                      <a:pt x="850" y="549"/>
                      <a:pt x="850" y="559"/>
                      <a:pt x="850" y="565"/>
                    </a:cubicBezTo>
                    <a:cubicBezTo>
                      <a:pt x="850" y="572"/>
                      <a:pt x="850" y="576"/>
                      <a:pt x="850" y="576"/>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12" name="Google Shape;312;p8"/>
              <p:cNvSpPr/>
              <p:nvPr/>
            </p:nvSpPr>
            <p:spPr>
              <a:xfrm>
                <a:off x="-870190" y="2818634"/>
                <a:ext cx="1545101" cy="5466"/>
              </a:xfrm>
              <a:custGeom>
                <a:rect b="b" l="l" r="r" t="t"/>
                <a:pathLst>
                  <a:path extrusionOk="0" h="3" w="848">
                    <a:moveTo>
                      <a:pt x="0" y="1"/>
                    </a:moveTo>
                    <a:cubicBezTo>
                      <a:pt x="0" y="0"/>
                      <a:pt x="190" y="0"/>
                      <a:pt x="424" y="0"/>
                    </a:cubicBezTo>
                    <a:cubicBezTo>
                      <a:pt x="658" y="0"/>
                      <a:pt x="848" y="0"/>
                      <a:pt x="848" y="1"/>
                    </a:cubicBezTo>
                    <a:cubicBezTo>
                      <a:pt x="848" y="2"/>
                      <a:pt x="658" y="3"/>
                      <a:pt x="424" y="3"/>
                    </a:cubicBezTo>
                    <a:cubicBezTo>
                      <a:pt x="189" y="3"/>
                      <a:pt x="0" y="2"/>
                      <a:pt x="0"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13" name="Google Shape;313;p8"/>
              <p:cNvSpPr/>
              <p:nvPr/>
            </p:nvSpPr>
            <p:spPr>
              <a:xfrm>
                <a:off x="-833749" y="2760328"/>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14" name="Google Shape;314;p8"/>
              <p:cNvSpPr/>
              <p:nvPr/>
            </p:nvSpPr>
            <p:spPr>
              <a:xfrm>
                <a:off x="-791842" y="2760328"/>
                <a:ext cx="25509" cy="25509"/>
              </a:xfrm>
              <a:custGeom>
                <a:rect b="b" l="l" r="r" t="t"/>
                <a:pathLst>
                  <a:path extrusionOk="0" h="14" w="14">
                    <a:moveTo>
                      <a:pt x="14" y="7"/>
                    </a:moveTo>
                    <a:cubicBezTo>
                      <a:pt x="14" y="8"/>
                      <a:pt x="14" y="10"/>
                      <a:pt x="13" y="11"/>
                    </a:cubicBezTo>
                    <a:cubicBezTo>
                      <a:pt x="12" y="12"/>
                      <a:pt x="12" y="12"/>
                      <a:pt x="11"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1" y="1"/>
                    </a:cubicBezTo>
                    <a:cubicBezTo>
                      <a:pt x="13" y="1"/>
                      <a:pt x="12"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15" name="Google Shape;315;p8"/>
              <p:cNvSpPr/>
              <p:nvPr/>
            </p:nvSpPr>
            <p:spPr>
              <a:xfrm>
                <a:off x="-749935" y="2760328"/>
                <a:ext cx="25509" cy="25509"/>
              </a:xfrm>
              <a:custGeom>
                <a:rect b="b" l="l" r="r" t="t"/>
                <a:pathLst>
                  <a:path extrusionOk="0" h="14" w="14">
                    <a:moveTo>
                      <a:pt x="14" y="7"/>
                    </a:moveTo>
                    <a:cubicBezTo>
                      <a:pt x="14" y="8"/>
                      <a:pt x="14" y="10"/>
                      <a:pt x="13" y="11"/>
                    </a:cubicBezTo>
                    <a:cubicBezTo>
                      <a:pt x="12" y="12"/>
                      <a:pt x="11" y="12"/>
                      <a:pt x="10"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0" y="1"/>
                    </a:cubicBezTo>
                    <a:cubicBezTo>
                      <a:pt x="11" y="1"/>
                      <a:pt x="12"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16" name="Google Shape;316;p8"/>
              <p:cNvSpPr/>
              <p:nvPr/>
            </p:nvSpPr>
            <p:spPr>
              <a:xfrm>
                <a:off x="-737180" y="2929779"/>
                <a:ext cx="413606" cy="415426"/>
              </a:xfrm>
              <a:custGeom>
                <a:rect b="b" l="l" r="r" t="t"/>
                <a:pathLst>
                  <a:path extrusionOk="0" h="228" w="227">
                    <a:moveTo>
                      <a:pt x="0" y="0"/>
                    </a:moveTo>
                    <a:lnTo>
                      <a:pt x="227" y="0"/>
                    </a:lnTo>
                    <a:lnTo>
                      <a:pt x="227" y="228"/>
                    </a:lnTo>
                    <a:lnTo>
                      <a:pt x="0" y="228"/>
                    </a:lnTo>
                    <a:lnTo>
                      <a:pt x="0" y="0"/>
                    </a:lnTo>
                    <a:close/>
                  </a:path>
                </a:pathLst>
              </a:custGeom>
              <a:solidFill>
                <a:schemeClr val="accent2"/>
              </a:solidFill>
              <a:ln>
                <a:noFill/>
              </a:ln>
            </p:spPr>
            <p:txBody>
              <a:bodyPr anchorCtr="1" anchor="ctr" bIns="37075" lIns="90000" spcFirstLastPara="1" rIns="90000" wrap="square" tIns="370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17" name="Google Shape;317;p8"/>
              <p:cNvSpPr/>
              <p:nvPr/>
            </p:nvSpPr>
            <p:spPr>
              <a:xfrm>
                <a:off x="-749922"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18" name="Google Shape;318;p8"/>
              <p:cNvSpPr/>
              <p:nvPr/>
            </p:nvSpPr>
            <p:spPr>
              <a:xfrm>
                <a:off x="-398266"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19" name="Google Shape;319;p8"/>
              <p:cNvSpPr/>
              <p:nvPr/>
            </p:nvSpPr>
            <p:spPr>
              <a:xfrm>
                <a:off x="-46610"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20" name="Google Shape;320;p8"/>
              <p:cNvSpPr/>
              <p:nvPr/>
            </p:nvSpPr>
            <p:spPr>
              <a:xfrm>
                <a:off x="305046"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21" name="Google Shape;321;p8"/>
              <p:cNvSpPr/>
              <p:nvPr/>
            </p:nvSpPr>
            <p:spPr>
              <a:xfrm>
                <a:off x="-215912" y="31841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22" name="Google Shape;322;p8"/>
              <p:cNvSpPr/>
              <p:nvPr/>
            </p:nvSpPr>
            <p:spPr>
              <a:xfrm>
                <a:off x="-215912" y="32624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23" name="Google Shape;323;p8"/>
              <p:cNvSpPr/>
              <p:nvPr/>
            </p:nvSpPr>
            <p:spPr>
              <a:xfrm>
                <a:off x="-215912" y="33389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324" name="Google Shape;324;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25" name="Shape 325"/>
        <p:cNvGrpSpPr/>
        <p:nvPr/>
      </p:nvGrpSpPr>
      <p:grpSpPr>
        <a:xfrm>
          <a:off x="0" y="0"/>
          <a:ext cx="0" cy="0"/>
          <a:chOff x="0" y="0"/>
          <a:chExt cx="0" cy="0"/>
        </a:xfrm>
      </p:grpSpPr>
      <p:sp>
        <p:nvSpPr>
          <p:cNvPr id="326" name="Google Shape;326;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5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327" name="Google Shape;327;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328" name="Google Shape;328;p9"/>
          <p:cNvGrpSpPr/>
          <p:nvPr/>
        </p:nvGrpSpPr>
        <p:grpSpPr>
          <a:xfrm>
            <a:off x="8672408" y="4756412"/>
            <a:ext cx="521107" cy="335256"/>
            <a:chOff x="9601058" y="4286612"/>
            <a:chExt cx="521107" cy="335256"/>
          </a:xfrm>
        </p:grpSpPr>
        <p:sp>
          <p:nvSpPr>
            <p:cNvPr id="329" name="Google Shape;329;p9"/>
            <p:cNvSpPr/>
            <p:nvPr/>
          </p:nvSpPr>
          <p:spPr>
            <a:xfrm>
              <a:off x="9601058" y="4286612"/>
              <a:ext cx="61950" cy="67416"/>
            </a:xfrm>
            <a:custGeom>
              <a:rect b="b" l="l" r="r" t="t"/>
              <a:pathLst>
                <a:path extrusionOk="0" h="37" w="34">
                  <a:moveTo>
                    <a:pt x="0" y="19"/>
                  </a:moveTo>
                  <a:cubicBezTo>
                    <a:pt x="0" y="9"/>
                    <a:pt x="7" y="0"/>
                    <a:pt x="17" y="0"/>
                  </a:cubicBezTo>
                  <a:cubicBezTo>
                    <a:pt x="26" y="0"/>
                    <a:pt x="34" y="9"/>
                    <a:pt x="34" y="19"/>
                  </a:cubicBezTo>
                  <a:cubicBezTo>
                    <a:pt x="34" y="29"/>
                    <a:pt x="26" y="37"/>
                    <a:pt x="17" y="37"/>
                  </a:cubicBezTo>
                  <a:cubicBezTo>
                    <a:pt x="7" y="37"/>
                    <a:pt x="0" y="29"/>
                    <a:pt x="0" y="19"/>
                  </a:cubicBez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330" name="Google Shape;330;p9"/>
            <p:cNvSpPr/>
            <p:nvPr/>
          </p:nvSpPr>
          <p:spPr>
            <a:xfrm>
              <a:off x="9632033" y="4313943"/>
              <a:ext cx="490132" cy="307926"/>
            </a:xfrm>
            <a:custGeom>
              <a:rect b="b" l="l" r="r" t="t"/>
              <a:pathLst>
                <a:path extrusionOk="0" h="169" w="269">
                  <a:moveTo>
                    <a:pt x="0" y="0"/>
                  </a:moveTo>
                  <a:lnTo>
                    <a:pt x="58" y="0"/>
                  </a:lnTo>
                  <a:cubicBezTo>
                    <a:pt x="111" y="0"/>
                    <a:pt x="154" y="46"/>
                    <a:pt x="154" y="102"/>
                  </a:cubicBezTo>
                  <a:cubicBezTo>
                    <a:pt x="154" y="139"/>
                    <a:pt x="156" y="162"/>
                    <a:pt x="187" y="162"/>
                  </a:cubicBezTo>
                  <a:lnTo>
                    <a:pt x="269" y="162"/>
                  </a:lnTo>
                  <a:lnTo>
                    <a:pt x="269" y="169"/>
                  </a:lnTo>
                  <a:lnTo>
                    <a:pt x="187" y="169"/>
                  </a:lnTo>
                  <a:cubicBezTo>
                    <a:pt x="148" y="169"/>
                    <a:pt x="148" y="134"/>
                    <a:pt x="148" y="102"/>
                  </a:cubicBezTo>
                  <a:cubicBezTo>
                    <a:pt x="148" y="50"/>
                    <a:pt x="108" y="7"/>
                    <a:pt x="58" y="7"/>
                  </a:cubicBezTo>
                  <a:lnTo>
                    <a:pt x="0" y="7"/>
                  </a:lnTo>
                  <a:lnTo>
                    <a:pt x="0" y="0"/>
                  </a:lnTo>
                  <a:close/>
                </a:path>
              </a:pathLst>
            </a:custGeom>
            <a:solidFill>
              <a:schemeClr val="lt2"/>
            </a:solidFill>
            <a:ln>
              <a:noFill/>
            </a:ln>
          </p:spPr>
          <p:txBody>
            <a:bodyPr anchorCtr="1" anchor="ctr" bIns="15825" lIns="90000" spcFirstLastPara="1" rIns="90000" wrap="square" tIns="158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331" name="Google Shape;331;p9"/>
          <p:cNvGrpSpPr/>
          <p:nvPr/>
        </p:nvGrpSpPr>
        <p:grpSpPr>
          <a:xfrm>
            <a:off x="-1105181" y="273787"/>
            <a:ext cx="10843493" cy="4225046"/>
            <a:chOff x="-1105181" y="273787"/>
            <a:chExt cx="10843493" cy="4225046"/>
          </a:xfrm>
        </p:grpSpPr>
        <p:grpSp>
          <p:nvGrpSpPr>
            <p:cNvPr id="332" name="Google Shape;332;p9"/>
            <p:cNvGrpSpPr/>
            <p:nvPr/>
          </p:nvGrpSpPr>
          <p:grpSpPr>
            <a:xfrm>
              <a:off x="-1105181" y="1488834"/>
              <a:ext cx="1754642" cy="717886"/>
              <a:chOff x="-1340531" y="3895472"/>
              <a:chExt cx="1754642" cy="717886"/>
            </a:xfrm>
          </p:grpSpPr>
          <p:sp>
            <p:nvSpPr>
              <p:cNvPr id="333" name="Google Shape;333;p9"/>
              <p:cNvSpPr/>
              <p:nvPr/>
            </p:nvSpPr>
            <p:spPr>
              <a:xfrm>
                <a:off x="-1340525" y="3895472"/>
                <a:ext cx="1754637" cy="717886"/>
              </a:xfrm>
              <a:custGeom>
                <a:rect b="b" l="l" r="r" t="t"/>
                <a:pathLst>
                  <a:path extrusionOk="0" h="394" w="963">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34" name="Google Shape;334;p9"/>
              <p:cNvSpPr/>
              <p:nvPr/>
            </p:nvSpPr>
            <p:spPr>
              <a:xfrm>
                <a:off x="-1340531" y="3989303"/>
                <a:ext cx="1749170" cy="5466"/>
              </a:xfrm>
              <a:custGeom>
                <a:rect b="b" l="l" r="r" t="t"/>
                <a:pathLst>
                  <a:path extrusionOk="0" h="3" w="96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35" name="Google Shape;335;p9"/>
              <p:cNvSpPr/>
              <p:nvPr/>
            </p:nvSpPr>
            <p:spPr>
              <a:xfrm>
                <a:off x="-1291336" y="3936463"/>
                <a:ext cx="23687" cy="25509"/>
              </a:xfrm>
              <a:custGeom>
                <a:rect b="b" l="l" r="r" t="t"/>
                <a:pathLst>
                  <a:path extrusionOk="0" h="14" w="13">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36" name="Google Shape;336;p9"/>
              <p:cNvSpPr/>
              <p:nvPr/>
            </p:nvSpPr>
            <p:spPr>
              <a:xfrm>
                <a:off x="-1249428" y="3936463"/>
                <a:ext cx="25509" cy="25509"/>
              </a:xfrm>
              <a:custGeom>
                <a:rect b="b" l="l" r="r" t="t"/>
                <a:pathLst>
                  <a:path extrusionOk="0" h="14" w="14">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37" name="Google Shape;337;p9"/>
              <p:cNvSpPr/>
              <p:nvPr/>
            </p:nvSpPr>
            <p:spPr>
              <a:xfrm>
                <a:off x="-1205699" y="3936463"/>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38" name="Google Shape;338;p9"/>
              <p:cNvSpPr/>
              <p:nvPr/>
            </p:nvSpPr>
            <p:spPr>
              <a:xfrm>
                <a:off x="-1224695" y="4075986"/>
                <a:ext cx="422716" cy="422714"/>
              </a:xfrm>
              <a:custGeom>
                <a:rect b="b" l="l" r="r" t="t"/>
                <a:pathLst>
                  <a:path extrusionOk="0" h="232" w="232">
                    <a:moveTo>
                      <a:pt x="0" y="0"/>
                    </a:moveTo>
                    <a:lnTo>
                      <a:pt x="232" y="0"/>
                    </a:lnTo>
                    <a:lnTo>
                      <a:pt x="232" y="232"/>
                    </a:lnTo>
                    <a:lnTo>
                      <a:pt x="0" y="232"/>
                    </a:lnTo>
                    <a:lnTo>
                      <a:pt x="0" y="0"/>
                    </a:lnTo>
                    <a:close/>
                  </a:path>
                </a:pathLst>
              </a:custGeom>
              <a:solidFill>
                <a:schemeClr val="accent2"/>
              </a:solidFill>
              <a:ln>
                <a:noFill/>
              </a:ln>
            </p:spPr>
            <p:txBody>
              <a:bodyPr anchorCtr="1" anchor="ctr" bIns="38500" lIns="90000" spcFirstLastPara="1" rIns="90000" wrap="square" tIns="385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39" name="Google Shape;339;p9"/>
              <p:cNvSpPr/>
              <p:nvPr/>
            </p:nvSpPr>
            <p:spPr>
              <a:xfrm>
                <a:off x="-681493" y="4344218"/>
                <a:ext cx="972976" cy="5466"/>
              </a:xfrm>
              <a:custGeom>
                <a:rect b="b" l="l" r="r" t="t"/>
                <a:pathLst>
                  <a:path extrusionOk="0" h="3" w="534">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40" name="Google Shape;340;p9"/>
              <p:cNvSpPr/>
              <p:nvPr/>
            </p:nvSpPr>
            <p:spPr>
              <a:xfrm>
                <a:off x="-681493" y="4429855"/>
                <a:ext cx="972976" cy="5466"/>
              </a:xfrm>
              <a:custGeom>
                <a:rect b="b" l="l" r="r" t="t"/>
                <a:pathLst>
                  <a:path extrusionOk="0" h="3" w="534">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41" name="Google Shape;341;p9"/>
              <p:cNvSpPr/>
              <p:nvPr/>
            </p:nvSpPr>
            <p:spPr>
              <a:xfrm>
                <a:off x="-335303" y="4517313"/>
                <a:ext cx="626786" cy="3644"/>
              </a:xfrm>
              <a:custGeom>
                <a:rect b="b" l="l" r="r" t="t"/>
                <a:pathLst>
                  <a:path extrusionOk="0" h="2" w="344">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42" name="Google Shape;342;p9"/>
              <p:cNvSpPr/>
              <p:nvPr/>
            </p:nvSpPr>
            <p:spPr>
              <a:xfrm>
                <a:off x="-428227" y="41172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43" name="Google Shape;343;p9"/>
              <p:cNvSpPr/>
              <p:nvPr/>
            </p:nvSpPr>
            <p:spPr>
              <a:xfrm>
                <a:off x="-428227" y="41955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44" name="Google Shape;344;p9"/>
              <p:cNvSpPr/>
              <p:nvPr/>
            </p:nvSpPr>
            <p:spPr>
              <a:xfrm>
                <a:off x="-133055" y="42720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345" name="Google Shape;345;p9"/>
            <p:cNvGrpSpPr/>
            <p:nvPr/>
          </p:nvGrpSpPr>
          <p:grpSpPr>
            <a:xfrm>
              <a:off x="-645612" y="273787"/>
              <a:ext cx="1550567" cy="1051320"/>
              <a:chOff x="-872012" y="2723887"/>
              <a:chExt cx="1550567" cy="1051320"/>
            </a:xfrm>
          </p:grpSpPr>
          <p:sp>
            <p:nvSpPr>
              <p:cNvPr id="346" name="Google Shape;346;p9"/>
              <p:cNvSpPr/>
              <p:nvPr/>
            </p:nvSpPr>
            <p:spPr>
              <a:xfrm>
                <a:off x="-872012" y="2723887"/>
                <a:ext cx="1550567" cy="1051320"/>
              </a:xfrm>
              <a:custGeom>
                <a:rect b="b" l="l" r="r" t="t"/>
                <a:pathLst>
                  <a:path extrusionOk="0" h="577" w="851">
                    <a:moveTo>
                      <a:pt x="850" y="576"/>
                    </a:moveTo>
                    <a:cubicBezTo>
                      <a:pt x="850" y="576"/>
                      <a:pt x="850" y="572"/>
                      <a:pt x="850" y="565"/>
                    </a:cubicBezTo>
                    <a:cubicBezTo>
                      <a:pt x="850" y="558"/>
                      <a:pt x="850" y="548"/>
                      <a:pt x="850" y="535"/>
                    </a:cubicBezTo>
                    <a:cubicBezTo>
                      <a:pt x="850" y="508"/>
                      <a:pt x="850" y="469"/>
                      <a:pt x="850" y="420"/>
                    </a:cubicBezTo>
                    <a:cubicBezTo>
                      <a:pt x="849" y="320"/>
                      <a:pt x="849" y="177"/>
                      <a:pt x="849" y="2"/>
                    </a:cubicBezTo>
                    <a:lnTo>
                      <a:pt x="850" y="3"/>
                    </a:lnTo>
                    <a:cubicBezTo>
                      <a:pt x="616" y="3"/>
                      <a:pt x="321" y="3"/>
                      <a:pt x="1" y="3"/>
                    </a:cubicBezTo>
                    <a:lnTo>
                      <a:pt x="1" y="3"/>
                    </a:lnTo>
                    <a:lnTo>
                      <a:pt x="3" y="2"/>
                    </a:lnTo>
                    <a:cubicBezTo>
                      <a:pt x="3" y="206"/>
                      <a:pt x="3" y="401"/>
                      <a:pt x="3" y="576"/>
                    </a:cubicBezTo>
                    <a:lnTo>
                      <a:pt x="1" y="574"/>
                    </a:lnTo>
                    <a:cubicBezTo>
                      <a:pt x="251" y="574"/>
                      <a:pt x="463" y="575"/>
                      <a:pt x="613" y="575"/>
                    </a:cubicBezTo>
                    <a:cubicBezTo>
                      <a:pt x="688" y="575"/>
                      <a:pt x="747" y="575"/>
                      <a:pt x="788" y="575"/>
                    </a:cubicBezTo>
                    <a:cubicBezTo>
                      <a:pt x="808" y="575"/>
                      <a:pt x="823" y="575"/>
                      <a:pt x="834" y="576"/>
                    </a:cubicBezTo>
                    <a:cubicBezTo>
                      <a:pt x="839" y="576"/>
                      <a:pt x="843" y="576"/>
                      <a:pt x="846" y="576"/>
                    </a:cubicBezTo>
                    <a:cubicBezTo>
                      <a:pt x="849" y="576"/>
                      <a:pt x="850" y="576"/>
                      <a:pt x="850" y="576"/>
                    </a:cubicBezTo>
                    <a:cubicBezTo>
                      <a:pt x="850" y="576"/>
                      <a:pt x="849" y="576"/>
                      <a:pt x="846" y="576"/>
                    </a:cubicBezTo>
                    <a:cubicBezTo>
                      <a:pt x="844" y="576"/>
                      <a:pt x="840" y="576"/>
                      <a:pt x="834" y="576"/>
                    </a:cubicBezTo>
                    <a:cubicBezTo>
                      <a:pt x="824" y="576"/>
                      <a:pt x="808" y="576"/>
                      <a:pt x="788" y="576"/>
                    </a:cubicBezTo>
                    <a:cubicBezTo>
                      <a:pt x="748" y="576"/>
                      <a:pt x="689" y="576"/>
                      <a:pt x="614" y="576"/>
                    </a:cubicBezTo>
                    <a:cubicBezTo>
                      <a:pt x="464" y="577"/>
                      <a:pt x="251" y="577"/>
                      <a:pt x="1" y="577"/>
                    </a:cubicBezTo>
                    <a:lnTo>
                      <a:pt x="0" y="577"/>
                    </a:lnTo>
                    <a:lnTo>
                      <a:pt x="0" y="576"/>
                    </a:lnTo>
                    <a:cubicBezTo>
                      <a:pt x="0" y="401"/>
                      <a:pt x="0" y="206"/>
                      <a:pt x="0" y="2"/>
                    </a:cubicBezTo>
                    <a:lnTo>
                      <a:pt x="0" y="0"/>
                    </a:lnTo>
                    <a:lnTo>
                      <a:pt x="1" y="0"/>
                    </a:lnTo>
                    <a:cubicBezTo>
                      <a:pt x="321" y="0"/>
                      <a:pt x="616" y="1"/>
                      <a:pt x="850" y="1"/>
                    </a:cubicBezTo>
                    <a:lnTo>
                      <a:pt x="851" y="1"/>
                    </a:lnTo>
                    <a:lnTo>
                      <a:pt x="851" y="2"/>
                    </a:lnTo>
                    <a:cubicBezTo>
                      <a:pt x="851" y="177"/>
                      <a:pt x="851" y="320"/>
                      <a:pt x="851" y="420"/>
                    </a:cubicBezTo>
                    <a:cubicBezTo>
                      <a:pt x="851" y="470"/>
                      <a:pt x="851" y="509"/>
                      <a:pt x="850" y="535"/>
                    </a:cubicBezTo>
                    <a:cubicBezTo>
                      <a:pt x="850" y="549"/>
                      <a:pt x="850" y="559"/>
                      <a:pt x="850" y="565"/>
                    </a:cubicBezTo>
                    <a:cubicBezTo>
                      <a:pt x="850" y="572"/>
                      <a:pt x="850" y="576"/>
                      <a:pt x="850" y="576"/>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47" name="Google Shape;347;p9"/>
              <p:cNvSpPr/>
              <p:nvPr/>
            </p:nvSpPr>
            <p:spPr>
              <a:xfrm>
                <a:off x="-870190" y="2818634"/>
                <a:ext cx="1545101" cy="5466"/>
              </a:xfrm>
              <a:custGeom>
                <a:rect b="b" l="l" r="r" t="t"/>
                <a:pathLst>
                  <a:path extrusionOk="0" h="3" w="848">
                    <a:moveTo>
                      <a:pt x="0" y="1"/>
                    </a:moveTo>
                    <a:cubicBezTo>
                      <a:pt x="0" y="0"/>
                      <a:pt x="190" y="0"/>
                      <a:pt x="424" y="0"/>
                    </a:cubicBezTo>
                    <a:cubicBezTo>
                      <a:pt x="658" y="0"/>
                      <a:pt x="848" y="0"/>
                      <a:pt x="848" y="1"/>
                    </a:cubicBezTo>
                    <a:cubicBezTo>
                      <a:pt x="848" y="2"/>
                      <a:pt x="658" y="3"/>
                      <a:pt x="424" y="3"/>
                    </a:cubicBezTo>
                    <a:cubicBezTo>
                      <a:pt x="189" y="3"/>
                      <a:pt x="0" y="2"/>
                      <a:pt x="0"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48" name="Google Shape;348;p9"/>
              <p:cNvSpPr/>
              <p:nvPr/>
            </p:nvSpPr>
            <p:spPr>
              <a:xfrm>
                <a:off x="-833749" y="2760328"/>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49" name="Google Shape;349;p9"/>
              <p:cNvSpPr/>
              <p:nvPr/>
            </p:nvSpPr>
            <p:spPr>
              <a:xfrm>
                <a:off x="-791842" y="2760328"/>
                <a:ext cx="25509" cy="25509"/>
              </a:xfrm>
              <a:custGeom>
                <a:rect b="b" l="l" r="r" t="t"/>
                <a:pathLst>
                  <a:path extrusionOk="0" h="14" w="14">
                    <a:moveTo>
                      <a:pt x="14" y="7"/>
                    </a:moveTo>
                    <a:cubicBezTo>
                      <a:pt x="14" y="8"/>
                      <a:pt x="14" y="10"/>
                      <a:pt x="13" y="11"/>
                    </a:cubicBezTo>
                    <a:cubicBezTo>
                      <a:pt x="12" y="12"/>
                      <a:pt x="12" y="12"/>
                      <a:pt x="11"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1" y="1"/>
                    </a:cubicBezTo>
                    <a:cubicBezTo>
                      <a:pt x="13" y="1"/>
                      <a:pt x="12"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50" name="Google Shape;350;p9"/>
              <p:cNvSpPr/>
              <p:nvPr/>
            </p:nvSpPr>
            <p:spPr>
              <a:xfrm>
                <a:off x="-749935" y="2760328"/>
                <a:ext cx="25509" cy="25509"/>
              </a:xfrm>
              <a:custGeom>
                <a:rect b="b" l="l" r="r" t="t"/>
                <a:pathLst>
                  <a:path extrusionOk="0" h="14" w="14">
                    <a:moveTo>
                      <a:pt x="14" y="7"/>
                    </a:moveTo>
                    <a:cubicBezTo>
                      <a:pt x="14" y="8"/>
                      <a:pt x="14" y="10"/>
                      <a:pt x="13" y="11"/>
                    </a:cubicBezTo>
                    <a:cubicBezTo>
                      <a:pt x="12" y="12"/>
                      <a:pt x="11" y="12"/>
                      <a:pt x="10"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0" y="1"/>
                    </a:cubicBezTo>
                    <a:cubicBezTo>
                      <a:pt x="11" y="1"/>
                      <a:pt x="12"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51" name="Google Shape;351;p9"/>
              <p:cNvSpPr/>
              <p:nvPr/>
            </p:nvSpPr>
            <p:spPr>
              <a:xfrm>
                <a:off x="-737180" y="2929779"/>
                <a:ext cx="413606" cy="415426"/>
              </a:xfrm>
              <a:custGeom>
                <a:rect b="b" l="l" r="r" t="t"/>
                <a:pathLst>
                  <a:path extrusionOk="0" h="228" w="227">
                    <a:moveTo>
                      <a:pt x="0" y="0"/>
                    </a:moveTo>
                    <a:lnTo>
                      <a:pt x="227" y="0"/>
                    </a:lnTo>
                    <a:lnTo>
                      <a:pt x="227" y="228"/>
                    </a:lnTo>
                    <a:lnTo>
                      <a:pt x="0" y="228"/>
                    </a:lnTo>
                    <a:lnTo>
                      <a:pt x="0" y="0"/>
                    </a:lnTo>
                    <a:close/>
                  </a:path>
                </a:pathLst>
              </a:custGeom>
              <a:solidFill>
                <a:schemeClr val="accent2"/>
              </a:solidFill>
              <a:ln>
                <a:noFill/>
              </a:ln>
            </p:spPr>
            <p:txBody>
              <a:bodyPr anchorCtr="1" anchor="ctr" bIns="37075" lIns="90000" spcFirstLastPara="1" rIns="90000" wrap="square" tIns="370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52" name="Google Shape;352;p9"/>
              <p:cNvSpPr/>
              <p:nvPr/>
            </p:nvSpPr>
            <p:spPr>
              <a:xfrm>
                <a:off x="-749922"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53" name="Google Shape;353;p9"/>
              <p:cNvSpPr/>
              <p:nvPr/>
            </p:nvSpPr>
            <p:spPr>
              <a:xfrm>
                <a:off x="-398266"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54" name="Google Shape;354;p9"/>
              <p:cNvSpPr/>
              <p:nvPr/>
            </p:nvSpPr>
            <p:spPr>
              <a:xfrm>
                <a:off x="-46610"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55" name="Google Shape;355;p9"/>
              <p:cNvSpPr/>
              <p:nvPr/>
            </p:nvSpPr>
            <p:spPr>
              <a:xfrm>
                <a:off x="305046"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56" name="Google Shape;356;p9"/>
              <p:cNvSpPr/>
              <p:nvPr/>
            </p:nvSpPr>
            <p:spPr>
              <a:xfrm>
                <a:off x="-215912" y="31841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57" name="Google Shape;357;p9"/>
              <p:cNvSpPr/>
              <p:nvPr/>
            </p:nvSpPr>
            <p:spPr>
              <a:xfrm>
                <a:off x="-215912" y="32624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58" name="Google Shape;358;p9"/>
              <p:cNvSpPr/>
              <p:nvPr/>
            </p:nvSpPr>
            <p:spPr>
              <a:xfrm>
                <a:off x="-215912" y="33389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359" name="Google Shape;359;p9"/>
            <p:cNvGrpSpPr/>
            <p:nvPr/>
          </p:nvGrpSpPr>
          <p:grpSpPr>
            <a:xfrm>
              <a:off x="8672411" y="3879338"/>
              <a:ext cx="1065901" cy="619495"/>
              <a:chOff x="-192639" y="64613"/>
              <a:chExt cx="1065901" cy="619495"/>
            </a:xfrm>
          </p:grpSpPr>
          <p:sp>
            <p:nvSpPr>
              <p:cNvPr id="360" name="Google Shape;360;p9"/>
              <p:cNvSpPr/>
              <p:nvPr/>
            </p:nvSpPr>
            <p:spPr>
              <a:xfrm>
                <a:off x="-192639" y="64613"/>
                <a:ext cx="1065901" cy="619495"/>
              </a:xfrm>
              <a:custGeom>
                <a:rect b="b" l="l" r="r" t="t"/>
                <a:pathLst>
                  <a:path extrusionOk="0" h="340" w="585">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61" name="Google Shape;361;p9"/>
              <p:cNvSpPr/>
              <p:nvPr/>
            </p:nvSpPr>
            <p:spPr>
              <a:xfrm>
                <a:off x="-188995" y="139317"/>
                <a:ext cx="1060435" cy="3644"/>
              </a:xfrm>
              <a:custGeom>
                <a:rect b="b" l="l" r="r" t="t"/>
                <a:pathLst>
                  <a:path extrusionOk="0" h="2" w="582">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62" name="Google Shape;362;p9"/>
              <p:cNvSpPr/>
              <p:nvPr/>
            </p:nvSpPr>
            <p:spPr>
              <a:xfrm>
                <a:off x="-99714" y="243174"/>
                <a:ext cx="327969" cy="327968"/>
              </a:xfrm>
              <a:custGeom>
                <a:rect b="b" l="l" r="r" t="t"/>
                <a:pathLst>
                  <a:path extrusionOk="0" h="180" w="180">
                    <a:moveTo>
                      <a:pt x="0" y="0"/>
                    </a:moveTo>
                    <a:lnTo>
                      <a:pt x="180" y="0"/>
                    </a:lnTo>
                    <a:lnTo>
                      <a:pt x="180" y="180"/>
                    </a:lnTo>
                    <a:lnTo>
                      <a:pt x="0" y="180"/>
                    </a:lnTo>
                    <a:lnTo>
                      <a:pt x="0" y="0"/>
                    </a:lnTo>
                    <a:close/>
                  </a:path>
                </a:pathLst>
              </a:custGeom>
              <a:solidFill>
                <a:schemeClr val="accent2"/>
              </a:solidFill>
              <a:ln>
                <a:noFill/>
              </a:ln>
            </p:spPr>
            <p:txBody>
              <a:bodyPr anchorCtr="1" anchor="ctr" bIns="19800" lIns="90000" spcFirstLastPara="1" rIns="90000" wrap="square" tIns="19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63" name="Google Shape;363;p9"/>
              <p:cNvSpPr/>
              <p:nvPr/>
            </p:nvSpPr>
            <p:spPr>
              <a:xfrm>
                <a:off x="319358" y="294191"/>
                <a:ext cx="475556" cy="5466"/>
              </a:xfrm>
              <a:custGeom>
                <a:rect b="b" l="l" r="r" t="t"/>
                <a:pathLst>
                  <a:path extrusionOk="0" h="3" w="261">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64" name="Google Shape;364;p9"/>
              <p:cNvSpPr/>
              <p:nvPr/>
            </p:nvSpPr>
            <p:spPr>
              <a:xfrm>
                <a:off x="319358" y="368895"/>
                <a:ext cx="484666" cy="3644"/>
              </a:xfrm>
              <a:custGeom>
                <a:rect b="b" l="l" r="r" t="t"/>
                <a:pathLst>
                  <a:path extrusionOk="0" h="2" w="266">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65" name="Google Shape;365;p9"/>
              <p:cNvSpPr/>
              <p:nvPr/>
            </p:nvSpPr>
            <p:spPr>
              <a:xfrm>
                <a:off x="319358" y="441777"/>
                <a:ext cx="484666" cy="3644"/>
              </a:xfrm>
              <a:custGeom>
                <a:rect b="b" l="l" r="r" t="t"/>
                <a:pathLst>
                  <a:path extrusionOk="0" h="2" w="266">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66" name="Google Shape;366;p9"/>
              <p:cNvSpPr/>
              <p:nvPr/>
            </p:nvSpPr>
            <p:spPr>
              <a:xfrm>
                <a:off x="319358" y="514659"/>
                <a:ext cx="484666" cy="3644"/>
              </a:xfrm>
              <a:custGeom>
                <a:rect b="b" l="l" r="r" t="t"/>
                <a:pathLst>
                  <a:path extrusionOk="0" h="2" w="266">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367" name="Google Shape;367;p9"/>
          <p:cNvGrpSpPr/>
          <p:nvPr/>
        </p:nvGrpSpPr>
        <p:grpSpPr>
          <a:xfrm>
            <a:off x="-190973" y="-451649"/>
            <a:ext cx="9632271" cy="5968389"/>
            <a:chOff x="-190973" y="-451649"/>
            <a:chExt cx="9632271" cy="5968389"/>
          </a:xfrm>
        </p:grpSpPr>
        <p:grpSp>
          <p:nvGrpSpPr>
            <p:cNvPr id="368" name="Google Shape;368;p9"/>
            <p:cNvGrpSpPr/>
            <p:nvPr/>
          </p:nvGrpSpPr>
          <p:grpSpPr>
            <a:xfrm>
              <a:off x="-190973" y="2491125"/>
              <a:ext cx="453184" cy="454844"/>
              <a:chOff x="1031102" y="400625"/>
              <a:chExt cx="453184" cy="454844"/>
            </a:xfrm>
          </p:grpSpPr>
          <p:sp>
            <p:nvSpPr>
              <p:cNvPr id="369" name="Google Shape;369;p9"/>
              <p:cNvSpPr/>
              <p:nvPr/>
            </p:nvSpPr>
            <p:spPr>
              <a:xfrm>
                <a:off x="1172203" y="546706"/>
                <a:ext cx="164341" cy="166002"/>
              </a:xfrm>
              <a:custGeom>
                <a:rect b="b" l="l" r="r" t="t"/>
                <a:pathLst>
                  <a:path extrusionOk="0" h="100" w="99">
                    <a:moveTo>
                      <a:pt x="69" y="95"/>
                    </a:moveTo>
                    <a:cubicBezTo>
                      <a:pt x="69" y="95"/>
                      <a:pt x="68" y="95"/>
                      <a:pt x="67" y="96"/>
                    </a:cubicBezTo>
                    <a:cubicBezTo>
                      <a:pt x="65" y="97"/>
                      <a:pt x="62" y="98"/>
                      <a:pt x="58" y="99"/>
                    </a:cubicBezTo>
                    <a:cubicBezTo>
                      <a:pt x="51" y="101"/>
                      <a:pt x="38" y="101"/>
                      <a:pt x="26" y="94"/>
                    </a:cubicBezTo>
                    <a:cubicBezTo>
                      <a:pt x="13" y="88"/>
                      <a:pt x="1" y="73"/>
                      <a:pt x="0" y="54"/>
                    </a:cubicBezTo>
                    <a:cubicBezTo>
                      <a:pt x="-1" y="45"/>
                      <a:pt x="1" y="35"/>
                      <a:pt x="6" y="26"/>
                    </a:cubicBezTo>
                    <a:cubicBezTo>
                      <a:pt x="11" y="17"/>
                      <a:pt x="19" y="9"/>
                      <a:pt x="29" y="5"/>
                    </a:cubicBezTo>
                    <a:cubicBezTo>
                      <a:pt x="39" y="0"/>
                      <a:pt x="51" y="-1"/>
                      <a:pt x="61" y="1"/>
                    </a:cubicBezTo>
                    <a:cubicBezTo>
                      <a:pt x="71" y="4"/>
                      <a:pt x="79" y="9"/>
                      <a:pt x="86" y="16"/>
                    </a:cubicBezTo>
                    <a:cubicBezTo>
                      <a:pt x="99" y="30"/>
                      <a:pt x="102" y="49"/>
                      <a:pt x="98" y="62"/>
                    </a:cubicBezTo>
                    <a:cubicBezTo>
                      <a:pt x="95" y="76"/>
                      <a:pt x="86" y="85"/>
                      <a:pt x="80" y="89"/>
                    </a:cubicBezTo>
                    <a:cubicBezTo>
                      <a:pt x="77" y="92"/>
                      <a:pt x="74" y="93"/>
                      <a:pt x="72" y="94"/>
                    </a:cubicBezTo>
                    <a:cubicBezTo>
                      <a:pt x="70" y="95"/>
                      <a:pt x="69" y="95"/>
                      <a:pt x="69" y="95"/>
                    </a:cubicBezTo>
                    <a:cubicBezTo>
                      <a:pt x="69" y="94"/>
                      <a:pt x="73" y="93"/>
                      <a:pt x="79" y="88"/>
                    </a:cubicBezTo>
                    <a:cubicBezTo>
                      <a:pt x="85" y="83"/>
                      <a:pt x="92" y="75"/>
                      <a:pt x="95" y="61"/>
                    </a:cubicBezTo>
                    <a:cubicBezTo>
                      <a:pt x="99" y="49"/>
                      <a:pt x="96" y="31"/>
                      <a:pt x="83" y="18"/>
                    </a:cubicBezTo>
                    <a:cubicBezTo>
                      <a:pt x="77" y="12"/>
                      <a:pt x="69" y="7"/>
                      <a:pt x="60" y="5"/>
                    </a:cubicBezTo>
                    <a:cubicBezTo>
                      <a:pt x="51" y="3"/>
                      <a:pt x="40" y="4"/>
                      <a:pt x="31" y="8"/>
                    </a:cubicBezTo>
                    <a:cubicBezTo>
                      <a:pt x="22" y="12"/>
                      <a:pt x="14" y="19"/>
                      <a:pt x="10" y="28"/>
                    </a:cubicBezTo>
                    <a:cubicBezTo>
                      <a:pt x="5" y="36"/>
                      <a:pt x="3" y="45"/>
                      <a:pt x="3" y="54"/>
                    </a:cubicBezTo>
                    <a:cubicBezTo>
                      <a:pt x="5" y="71"/>
                      <a:pt x="16" y="85"/>
                      <a:pt x="27" y="92"/>
                    </a:cubicBezTo>
                    <a:cubicBezTo>
                      <a:pt x="39" y="98"/>
                      <a:pt x="51" y="99"/>
                      <a:pt x="58" y="97"/>
                    </a:cubicBezTo>
                    <a:cubicBezTo>
                      <a:pt x="65" y="96"/>
                      <a:pt x="69" y="94"/>
                      <a:pt x="69" y="95"/>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70" name="Google Shape;370;p9"/>
              <p:cNvSpPr/>
              <p:nvPr/>
            </p:nvSpPr>
            <p:spPr>
              <a:xfrm>
                <a:off x="1032762" y="403945"/>
                <a:ext cx="448204" cy="448204"/>
              </a:xfrm>
              <a:custGeom>
                <a:rect b="b" l="l" r="r" t="t"/>
                <a:pathLst>
                  <a:path extrusionOk="0" h="270" w="270">
                    <a:moveTo>
                      <a:pt x="153" y="245"/>
                    </a:moveTo>
                    <a:cubicBezTo>
                      <a:pt x="153" y="245"/>
                      <a:pt x="153" y="246"/>
                      <a:pt x="154" y="247"/>
                    </a:cubicBezTo>
                    <a:cubicBezTo>
                      <a:pt x="155" y="248"/>
                      <a:pt x="156" y="249"/>
                      <a:pt x="157" y="251"/>
                    </a:cubicBezTo>
                    <a:cubicBezTo>
                      <a:pt x="160" y="254"/>
                      <a:pt x="164" y="260"/>
                      <a:pt x="170" y="267"/>
                    </a:cubicBezTo>
                    <a:lnTo>
                      <a:pt x="169" y="267"/>
                    </a:lnTo>
                    <a:cubicBezTo>
                      <a:pt x="180" y="262"/>
                      <a:pt x="193" y="256"/>
                      <a:pt x="210" y="248"/>
                    </a:cubicBezTo>
                    <a:lnTo>
                      <a:pt x="210" y="249"/>
                    </a:lnTo>
                    <a:cubicBezTo>
                      <a:pt x="208" y="241"/>
                      <a:pt x="206" y="232"/>
                      <a:pt x="204" y="222"/>
                    </a:cubicBezTo>
                    <a:lnTo>
                      <a:pt x="204" y="222"/>
                    </a:lnTo>
                    <a:lnTo>
                      <a:pt x="205" y="221"/>
                    </a:lnTo>
                    <a:cubicBezTo>
                      <a:pt x="212" y="215"/>
                      <a:pt x="218" y="208"/>
                      <a:pt x="224" y="200"/>
                    </a:cubicBezTo>
                    <a:lnTo>
                      <a:pt x="225" y="199"/>
                    </a:lnTo>
                    <a:lnTo>
                      <a:pt x="226" y="200"/>
                    </a:lnTo>
                    <a:cubicBezTo>
                      <a:pt x="234" y="201"/>
                      <a:pt x="243" y="202"/>
                      <a:pt x="253" y="203"/>
                    </a:cubicBezTo>
                    <a:lnTo>
                      <a:pt x="251" y="204"/>
                    </a:lnTo>
                    <a:cubicBezTo>
                      <a:pt x="256" y="191"/>
                      <a:pt x="261" y="177"/>
                      <a:pt x="267" y="162"/>
                    </a:cubicBezTo>
                    <a:lnTo>
                      <a:pt x="268" y="164"/>
                    </a:lnTo>
                    <a:cubicBezTo>
                      <a:pt x="261" y="159"/>
                      <a:pt x="253" y="154"/>
                      <a:pt x="245" y="149"/>
                    </a:cubicBezTo>
                    <a:lnTo>
                      <a:pt x="244" y="148"/>
                    </a:lnTo>
                    <a:lnTo>
                      <a:pt x="244" y="147"/>
                    </a:lnTo>
                    <a:cubicBezTo>
                      <a:pt x="245" y="138"/>
                      <a:pt x="245" y="128"/>
                      <a:pt x="244" y="118"/>
                    </a:cubicBezTo>
                    <a:lnTo>
                      <a:pt x="243" y="117"/>
                    </a:lnTo>
                    <a:lnTo>
                      <a:pt x="244" y="117"/>
                    </a:lnTo>
                    <a:cubicBezTo>
                      <a:pt x="251" y="112"/>
                      <a:pt x="258" y="106"/>
                      <a:pt x="266" y="100"/>
                    </a:cubicBezTo>
                    <a:lnTo>
                      <a:pt x="265" y="103"/>
                    </a:lnTo>
                    <a:cubicBezTo>
                      <a:pt x="260" y="90"/>
                      <a:pt x="253" y="76"/>
                      <a:pt x="247" y="61"/>
                    </a:cubicBezTo>
                    <a:lnTo>
                      <a:pt x="249" y="62"/>
                    </a:lnTo>
                    <a:cubicBezTo>
                      <a:pt x="241" y="64"/>
                      <a:pt x="232" y="66"/>
                      <a:pt x="222" y="68"/>
                    </a:cubicBezTo>
                    <a:lnTo>
                      <a:pt x="221" y="68"/>
                    </a:lnTo>
                    <a:lnTo>
                      <a:pt x="221" y="67"/>
                    </a:lnTo>
                    <a:cubicBezTo>
                      <a:pt x="215" y="60"/>
                      <a:pt x="208" y="53"/>
                      <a:pt x="200" y="47"/>
                    </a:cubicBezTo>
                    <a:lnTo>
                      <a:pt x="199" y="46"/>
                    </a:lnTo>
                    <a:lnTo>
                      <a:pt x="199" y="45"/>
                    </a:lnTo>
                    <a:cubicBezTo>
                      <a:pt x="200" y="37"/>
                      <a:pt x="201" y="28"/>
                      <a:pt x="203" y="18"/>
                    </a:cubicBezTo>
                    <a:lnTo>
                      <a:pt x="204" y="20"/>
                    </a:lnTo>
                    <a:cubicBezTo>
                      <a:pt x="191" y="15"/>
                      <a:pt x="176" y="10"/>
                      <a:pt x="162" y="4"/>
                    </a:cubicBezTo>
                    <a:lnTo>
                      <a:pt x="164" y="4"/>
                    </a:lnTo>
                    <a:cubicBezTo>
                      <a:pt x="160" y="11"/>
                      <a:pt x="154" y="18"/>
                      <a:pt x="149" y="26"/>
                    </a:cubicBezTo>
                    <a:lnTo>
                      <a:pt x="148" y="27"/>
                    </a:lnTo>
                    <a:lnTo>
                      <a:pt x="147" y="27"/>
                    </a:lnTo>
                    <a:cubicBezTo>
                      <a:pt x="138" y="26"/>
                      <a:pt x="128" y="26"/>
                      <a:pt x="118" y="28"/>
                    </a:cubicBezTo>
                    <a:lnTo>
                      <a:pt x="118" y="28"/>
                    </a:lnTo>
                    <a:cubicBezTo>
                      <a:pt x="118" y="27"/>
                      <a:pt x="120" y="28"/>
                      <a:pt x="117" y="27"/>
                    </a:cubicBezTo>
                    <a:lnTo>
                      <a:pt x="117" y="27"/>
                    </a:lnTo>
                    <a:lnTo>
                      <a:pt x="117" y="27"/>
                    </a:lnTo>
                    <a:lnTo>
                      <a:pt x="116" y="27"/>
                    </a:lnTo>
                    <a:lnTo>
                      <a:pt x="116" y="26"/>
                    </a:lnTo>
                    <a:lnTo>
                      <a:pt x="116" y="26"/>
                    </a:lnTo>
                    <a:lnTo>
                      <a:pt x="115" y="24"/>
                    </a:lnTo>
                    <a:lnTo>
                      <a:pt x="112" y="21"/>
                    </a:lnTo>
                    <a:lnTo>
                      <a:pt x="108" y="16"/>
                    </a:lnTo>
                    <a:cubicBezTo>
                      <a:pt x="106" y="12"/>
                      <a:pt x="103" y="9"/>
                      <a:pt x="100" y="5"/>
                    </a:cubicBezTo>
                    <a:lnTo>
                      <a:pt x="103" y="6"/>
                    </a:lnTo>
                    <a:cubicBezTo>
                      <a:pt x="89" y="12"/>
                      <a:pt x="75" y="18"/>
                      <a:pt x="61" y="24"/>
                    </a:cubicBezTo>
                    <a:lnTo>
                      <a:pt x="63" y="22"/>
                    </a:lnTo>
                    <a:cubicBezTo>
                      <a:pt x="64" y="31"/>
                      <a:pt x="66" y="40"/>
                      <a:pt x="68" y="49"/>
                    </a:cubicBezTo>
                    <a:lnTo>
                      <a:pt x="68" y="50"/>
                    </a:lnTo>
                    <a:lnTo>
                      <a:pt x="67" y="50"/>
                    </a:lnTo>
                    <a:cubicBezTo>
                      <a:pt x="60" y="57"/>
                      <a:pt x="53" y="64"/>
                      <a:pt x="47" y="71"/>
                    </a:cubicBezTo>
                    <a:lnTo>
                      <a:pt x="47" y="72"/>
                    </a:lnTo>
                    <a:lnTo>
                      <a:pt x="45" y="72"/>
                    </a:lnTo>
                    <a:cubicBezTo>
                      <a:pt x="36" y="71"/>
                      <a:pt x="27" y="69"/>
                      <a:pt x="18" y="68"/>
                    </a:cubicBezTo>
                    <a:lnTo>
                      <a:pt x="21" y="67"/>
                    </a:lnTo>
                    <a:cubicBezTo>
                      <a:pt x="15" y="81"/>
                      <a:pt x="10" y="95"/>
                      <a:pt x="4" y="109"/>
                    </a:cubicBezTo>
                    <a:lnTo>
                      <a:pt x="4" y="107"/>
                    </a:lnTo>
                    <a:cubicBezTo>
                      <a:pt x="11" y="112"/>
                      <a:pt x="19" y="117"/>
                      <a:pt x="26" y="122"/>
                    </a:cubicBezTo>
                    <a:lnTo>
                      <a:pt x="27" y="123"/>
                    </a:lnTo>
                    <a:lnTo>
                      <a:pt x="27" y="124"/>
                    </a:lnTo>
                    <a:cubicBezTo>
                      <a:pt x="26" y="134"/>
                      <a:pt x="26" y="143"/>
                      <a:pt x="28" y="153"/>
                    </a:cubicBezTo>
                    <a:lnTo>
                      <a:pt x="28" y="154"/>
                    </a:lnTo>
                    <a:lnTo>
                      <a:pt x="27" y="154"/>
                    </a:lnTo>
                    <a:cubicBezTo>
                      <a:pt x="19" y="160"/>
                      <a:pt x="12" y="165"/>
                      <a:pt x="5" y="171"/>
                    </a:cubicBezTo>
                    <a:lnTo>
                      <a:pt x="6" y="169"/>
                    </a:lnTo>
                    <a:cubicBezTo>
                      <a:pt x="12" y="183"/>
                      <a:pt x="18" y="197"/>
                      <a:pt x="24" y="210"/>
                    </a:cubicBezTo>
                    <a:lnTo>
                      <a:pt x="22" y="209"/>
                    </a:lnTo>
                    <a:cubicBezTo>
                      <a:pt x="31" y="207"/>
                      <a:pt x="40" y="205"/>
                      <a:pt x="49" y="204"/>
                    </a:cubicBezTo>
                    <a:lnTo>
                      <a:pt x="50" y="204"/>
                    </a:lnTo>
                    <a:lnTo>
                      <a:pt x="50" y="204"/>
                    </a:lnTo>
                    <a:cubicBezTo>
                      <a:pt x="57" y="212"/>
                      <a:pt x="64" y="219"/>
                      <a:pt x="71" y="224"/>
                    </a:cubicBezTo>
                    <a:lnTo>
                      <a:pt x="72" y="225"/>
                    </a:lnTo>
                    <a:lnTo>
                      <a:pt x="72" y="226"/>
                    </a:lnTo>
                    <a:cubicBezTo>
                      <a:pt x="70" y="235"/>
                      <a:pt x="69" y="244"/>
                      <a:pt x="68" y="252"/>
                    </a:cubicBezTo>
                    <a:lnTo>
                      <a:pt x="67" y="251"/>
                    </a:lnTo>
                    <a:cubicBezTo>
                      <a:pt x="83" y="258"/>
                      <a:pt x="97" y="263"/>
                      <a:pt x="109" y="268"/>
                    </a:cubicBezTo>
                    <a:lnTo>
                      <a:pt x="108" y="268"/>
                    </a:lnTo>
                    <a:cubicBezTo>
                      <a:pt x="114" y="259"/>
                      <a:pt x="119" y="252"/>
                      <a:pt x="123" y="246"/>
                    </a:cubicBezTo>
                    <a:lnTo>
                      <a:pt x="123" y="245"/>
                    </a:lnTo>
                    <a:lnTo>
                      <a:pt x="124" y="245"/>
                    </a:lnTo>
                    <a:cubicBezTo>
                      <a:pt x="134" y="246"/>
                      <a:pt x="141" y="246"/>
                      <a:pt x="146" y="246"/>
                    </a:cubicBezTo>
                    <a:cubicBezTo>
                      <a:pt x="148" y="246"/>
                      <a:pt x="150" y="245"/>
                      <a:pt x="151" y="245"/>
                    </a:cubicBezTo>
                    <a:cubicBezTo>
                      <a:pt x="153" y="245"/>
                      <a:pt x="153" y="245"/>
                      <a:pt x="153" y="245"/>
                    </a:cubicBezTo>
                    <a:cubicBezTo>
                      <a:pt x="153" y="245"/>
                      <a:pt x="152" y="245"/>
                      <a:pt x="151" y="246"/>
                    </a:cubicBezTo>
                    <a:cubicBezTo>
                      <a:pt x="150" y="246"/>
                      <a:pt x="148" y="246"/>
                      <a:pt x="146" y="246"/>
                    </a:cubicBezTo>
                    <a:cubicBezTo>
                      <a:pt x="141" y="247"/>
                      <a:pt x="134" y="247"/>
                      <a:pt x="124" y="246"/>
                    </a:cubicBezTo>
                    <a:lnTo>
                      <a:pt x="124" y="246"/>
                    </a:lnTo>
                    <a:cubicBezTo>
                      <a:pt x="120" y="252"/>
                      <a:pt x="115" y="260"/>
                      <a:pt x="109" y="269"/>
                    </a:cubicBezTo>
                    <a:lnTo>
                      <a:pt x="109" y="270"/>
                    </a:lnTo>
                    <a:lnTo>
                      <a:pt x="108" y="269"/>
                    </a:lnTo>
                    <a:cubicBezTo>
                      <a:pt x="96" y="265"/>
                      <a:pt x="82" y="260"/>
                      <a:pt x="66" y="253"/>
                    </a:cubicBezTo>
                    <a:lnTo>
                      <a:pt x="65" y="253"/>
                    </a:lnTo>
                    <a:lnTo>
                      <a:pt x="65" y="252"/>
                    </a:lnTo>
                    <a:cubicBezTo>
                      <a:pt x="66" y="244"/>
                      <a:pt x="68" y="235"/>
                      <a:pt x="69" y="225"/>
                    </a:cubicBezTo>
                    <a:lnTo>
                      <a:pt x="70" y="226"/>
                    </a:lnTo>
                    <a:cubicBezTo>
                      <a:pt x="62" y="221"/>
                      <a:pt x="55" y="214"/>
                      <a:pt x="48" y="206"/>
                    </a:cubicBezTo>
                    <a:lnTo>
                      <a:pt x="49" y="206"/>
                    </a:lnTo>
                    <a:cubicBezTo>
                      <a:pt x="41" y="208"/>
                      <a:pt x="32" y="210"/>
                      <a:pt x="23" y="212"/>
                    </a:cubicBezTo>
                    <a:lnTo>
                      <a:pt x="21" y="212"/>
                    </a:lnTo>
                    <a:lnTo>
                      <a:pt x="21" y="211"/>
                    </a:lnTo>
                    <a:cubicBezTo>
                      <a:pt x="15" y="198"/>
                      <a:pt x="9" y="184"/>
                      <a:pt x="3" y="170"/>
                    </a:cubicBezTo>
                    <a:lnTo>
                      <a:pt x="2" y="169"/>
                    </a:lnTo>
                    <a:lnTo>
                      <a:pt x="3" y="168"/>
                    </a:lnTo>
                    <a:cubicBezTo>
                      <a:pt x="10" y="162"/>
                      <a:pt x="17" y="157"/>
                      <a:pt x="25" y="151"/>
                    </a:cubicBezTo>
                    <a:lnTo>
                      <a:pt x="24" y="153"/>
                    </a:lnTo>
                    <a:cubicBezTo>
                      <a:pt x="23" y="143"/>
                      <a:pt x="22" y="133"/>
                      <a:pt x="23" y="123"/>
                    </a:cubicBezTo>
                    <a:lnTo>
                      <a:pt x="24" y="125"/>
                    </a:lnTo>
                    <a:cubicBezTo>
                      <a:pt x="17" y="120"/>
                      <a:pt x="9" y="115"/>
                      <a:pt x="2" y="110"/>
                    </a:cubicBezTo>
                    <a:lnTo>
                      <a:pt x="0" y="109"/>
                    </a:lnTo>
                    <a:lnTo>
                      <a:pt x="1" y="108"/>
                    </a:lnTo>
                    <a:cubicBezTo>
                      <a:pt x="6" y="94"/>
                      <a:pt x="12" y="80"/>
                      <a:pt x="17" y="65"/>
                    </a:cubicBezTo>
                    <a:lnTo>
                      <a:pt x="18" y="64"/>
                    </a:lnTo>
                    <a:lnTo>
                      <a:pt x="19" y="64"/>
                    </a:lnTo>
                    <a:cubicBezTo>
                      <a:pt x="28" y="66"/>
                      <a:pt x="37" y="67"/>
                      <a:pt x="46" y="68"/>
                    </a:cubicBezTo>
                    <a:lnTo>
                      <a:pt x="44" y="69"/>
                    </a:lnTo>
                    <a:cubicBezTo>
                      <a:pt x="50" y="61"/>
                      <a:pt x="57" y="54"/>
                      <a:pt x="65" y="47"/>
                    </a:cubicBezTo>
                    <a:lnTo>
                      <a:pt x="64" y="49"/>
                    </a:lnTo>
                    <a:cubicBezTo>
                      <a:pt x="62" y="40"/>
                      <a:pt x="61" y="31"/>
                      <a:pt x="59" y="22"/>
                    </a:cubicBezTo>
                    <a:lnTo>
                      <a:pt x="58" y="21"/>
                    </a:lnTo>
                    <a:lnTo>
                      <a:pt x="60" y="20"/>
                    </a:lnTo>
                    <a:cubicBezTo>
                      <a:pt x="73" y="14"/>
                      <a:pt x="87" y="8"/>
                      <a:pt x="101" y="2"/>
                    </a:cubicBezTo>
                    <a:lnTo>
                      <a:pt x="103" y="1"/>
                    </a:lnTo>
                    <a:lnTo>
                      <a:pt x="103" y="3"/>
                    </a:lnTo>
                    <a:cubicBezTo>
                      <a:pt x="106" y="6"/>
                      <a:pt x="109" y="10"/>
                      <a:pt x="112" y="13"/>
                    </a:cubicBezTo>
                    <a:lnTo>
                      <a:pt x="116" y="19"/>
                    </a:lnTo>
                    <a:lnTo>
                      <a:pt x="118" y="22"/>
                    </a:lnTo>
                    <a:lnTo>
                      <a:pt x="119" y="23"/>
                    </a:lnTo>
                    <a:lnTo>
                      <a:pt x="119" y="24"/>
                    </a:lnTo>
                    <a:lnTo>
                      <a:pt x="120" y="24"/>
                    </a:lnTo>
                    <a:lnTo>
                      <a:pt x="120" y="24"/>
                    </a:lnTo>
                    <a:lnTo>
                      <a:pt x="120" y="24"/>
                    </a:lnTo>
                    <a:lnTo>
                      <a:pt x="120" y="24"/>
                    </a:lnTo>
                    <a:lnTo>
                      <a:pt x="120" y="24"/>
                    </a:lnTo>
                    <a:cubicBezTo>
                      <a:pt x="116" y="23"/>
                      <a:pt x="119" y="24"/>
                      <a:pt x="118" y="24"/>
                    </a:cubicBezTo>
                    <a:lnTo>
                      <a:pt x="118" y="24"/>
                    </a:lnTo>
                    <a:cubicBezTo>
                      <a:pt x="128" y="22"/>
                      <a:pt x="138" y="22"/>
                      <a:pt x="148" y="23"/>
                    </a:cubicBezTo>
                    <a:lnTo>
                      <a:pt x="146" y="24"/>
                    </a:lnTo>
                    <a:cubicBezTo>
                      <a:pt x="151" y="16"/>
                      <a:pt x="156" y="8"/>
                      <a:pt x="161" y="1"/>
                    </a:cubicBezTo>
                    <a:lnTo>
                      <a:pt x="162" y="0"/>
                    </a:lnTo>
                    <a:lnTo>
                      <a:pt x="163" y="0"/>
                    </a:lnTo>
                    <a:cubicBezTo>
                      <a:pt x="178" y="6"/>
                      <a:pt x="192" y="11"/>
                      <a:pt x="205" y="17"/>
                    </a:cubicBezTo>
                    <a:lnTo>
                      <a:pt x="207" y="17"/>
                    </a:lnTo>
                    <a:lnTo>
                      <a:pt x="207" y="19"/>
                    </a:lnTo>
                    <a:cubicBezTo>
                      <a:pt x="205" y="28"/>
                      <a:pt x="204" y="37"/>
                      <a:pt x="203" y="46"/>
                    </a:cubicBezTo>
                    <a:lnTo>
                      <a:pt x="202" y="44"/>
                    </a:lnTo>
                    <a:cubicBezTo>
                      <a:pt x="210" y="50"/>
                      <a:pt x="218" y="57"/>
                      <a:pt x="224" y="64"/>
                    </a:cubicBezTo>
                    <a:lnTo>
                      <a:pt x="222" y="64"/>
                    </a:lnTo>
                    <a:cubicBezTo>
                      <a:pt x="231" y="62"/>
                      <a:pt x="240" y="60"/>
                      <a:pt x="248" y="59"/>
                    </a:cubicBezTo>
                    <a:lnTo>
                      <a:pt x="250" y="58"/>
                    </a:lnTo>
                    <a:lnTo>
                      <a:pt x="251" y="60"/>
                    </a:lnTo>
                    <a:cubicBezTo>
                      <a:pt x="257" y="74"/>
                      <a:pt x="263" y="88"/>
                      <a:pt x="269" y="101"/>
                    </a:cubicBezTo>
                    <a:lnTo>
                      <a:pt x="269" y="102"/>
                    </a:lnTo>
                    <a:lnTo>
                      <a:pt x="268" y="103"/>
                    </a:lnTo>
                    <a:cubicBezTo>
                      <a:pt x="261" y="109"/>
                      <a:pt x="253" y="114"/>
                      <a:pt x="246" y="119"/>
                    </a:cubicBezTo>
                    <a:lnTo>
                      <a:pt x="247" y="118"/>
                    </a:lnTo>
                    <a:cubicBezTo>
                      <a:pt x="249" y="128"/>
                      <a:pt x="249" y="138"/>
                      <a:pt x="248" y="148"/>
                    </a:cubicBezTo>
                    <a:lnTo>
                      <a:pt x="247" y="146"/>
                    </a:lnTo>
                    <a:cubicBezTo>
                      <a:pt x="255" y="151"/>
                      <a:pt x="262" y="157"/>
                      <a:pt x="269" y="161"/>
                    </a:cubicBezTo>
                    <a:lnTo>
                      <a:pt x="270" y="162"/>
                    </a:lnTo>
                    <a:lnTo>
                      <a:pt x="270" y="163"/>
                    </a:lnTo>
                    <a:cubicBezTo>
                      <a:pt x="264" y="178"/>
                      <a:pt x="259" y="192"/>
                      <a:pt x="254" y="205"/>
                    </a:cubicBezTo>
                    <a:lnTo>
                      <a:pt x="253" y="206"/>
                    </a:lnTo>
                    <a:lnTo>
                      <a:pt x="252" y="206"/>
                    </a:lnTo>
                    <a:cubicBezTo>
                      <a:pt x="243" y="205"/>
                      <a:pt x="234" y="203"/>
                      <a:pt x="225" y="202"/>
                    </a:cubicBezTo>
                    <a:lnTo>
                      <a:pt x="226" y="201"/>
                    </a:lnTo>
                    <a:cubicBezTo>
                      <a:pt x="220" y="210"/>
                      <a:pt x="213" y="217"/>
                      <a:pt x="206" y="223"/>
                    </a:cubicBezTo>
                    <a:lnTo>
                      <a:pt x="206" y="222"/>
                    </a:lnTo>
                    <a:cubicBezTo>
                      <a:pt x="208" y="231"/>
                      <a:pt x="210" y="240"/>
                      <a:pt x="211" y="248"/>
                    </a:cubicBezTo>
                    <a:lnTo>
                      <a:pt x="212" y="249"/>
                    </a:lnTo>
                    <a:lnTo>
                      <a:pt x="211" y="250"/>
                    </a:lnTo>
                    <a:cubicBezTo>
                      <a:pt x="194" y="257"/>
                      <a:pt x="180" y="263"/>
                      <a:pt x="169" y="267"/>
                    </a:cubicBezTo>
                    <a:lnTo>
                      <a:pt x="169" y="268"/>
                    </a:lnTo>
                    <a:lnTo>
                      <a:pt x="169" y="267"/>
                    </a:lnTo>
                    <a:cubicBezTo>
                      <a:pt x="164" y="260"/>
                      <a:pt x="160" y="255"/>
                      <a:pt x="157" y="251"/>
                    </a:cubicBezTo>
                    <a:cubicBezTo>
                      <a:pt x="156" y="249"/>
                      <a:pt x="155" y="248"/>
                      <a:pt x="154" y="247"/>
                    </a:cubicBezTo>
                    <a:cubicBezTo>
                      <a:pt x="153" y="246"/>
                      <a:pt x="153" y="245"/>
                      <a:pt x="153" y="245"/>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71" name="Google Shape;371;p9"/>
              <p:cNvSpPr/>
              <p:nvPr/>
            </p:nvSpPr>
            <p:spPr>
              <a:xfrm>
                <a:off x="1170543" y="545046"/>
                <a:ext cx="169322" cy="167662"/>
              </a:xfrm>
              <a:custGeom>
                <a:rect b="b" l="l" r="r" t="t"/>
                <a:pathLst>
                  <a:path extrusionOk="0" h="101" w="102">
                    <a:moveTo>
                      <a:pt x="70" y="96"/>
                    </a:moveTo>
                    <a:lnTo>
                      <a:pt x="69" y="96"/>
                    </a:lnTo>
                    <a:cubicBezTo>
                      <a:pt x="68" y="97"/>
                      <a:pt x="67" y="97"/>
                      <a:pt x="65" y="98"/>
                    </a:cubicBezTo>
                    <a:cubicBezTo>
                      <a:pt x="61" y="99"/>
                      <a:pt x="55" y="100"/>
                      <a:pt x="47" y="100"/>
                    </a:cubicBezTo>
                    <a:cubicBezTo>
                      <a:pt x="40" y="99"/>
                      <a:pt x="30" y="97"/>
                      <a:pt x="22" y="90"/>
                    </a:cubicBezTo>
                    <a:cubicBezTo>
                      <a:pt x="13" y="84"/>
                      <a:pt x="5" y="73"/>
                      <a:pt x="3" y="59"/>
                    </a:cubicBezTo>
                    <a:cubicBezTo>
                      <a:pt x="0" y="46"/>
                      <a:pt x="4" y="29"/>
                      <a:pt x="16" y="18"/>
                    </a:cubicBezTo>
                    <a:cubicBezTo>
                      <a:pt x="27" y="6"/>
                      <a:pt x="46" y="-1"/>
                      <a:pt x="64" y="5"/>
                    </a:cubicBezTo>
                    <a:cubicBezTo>
                      <a:pt x="73" y="7"/>
                      <a:pt x="81" y="12"/>
                      <a:pt x="88" y="20"/>
                    </a:cubicBezTo>
                    <a:cubicBezTo>
                      <a:pt x="94" y="27"/>
                      <a:pt x="98" y="36"/>
                      <a:pt x="99" y="46"/>
                    </a:cubicBezTo>
                    <a:cubicBezTo>
                      <a:pt x="101" y="56"/>
                      <a:pt x="99" y="67"/>
                      <a:pt x="94" y="76"/>
                    </a:cubicBezTo>
                    <a:cubicBezTo>
                      <a:pt x="91" y="81"/>
                      <a:pt x="88" y="85"/>
                      <a:pt x="84" y="88"/>
                    </a:cubicBezTo>
                    <a:cubicBezTo>
                      <a:pt x="82" y="90"/>
                      <a:pt x="80" y="92"/>
                      <a:pt x="78" y="93"/>
                    </a:cubicBezTo>
                    <a:cubicBezTo>
                      <a:pt x="77" y="94"/>
                      <a:pt x="76" y="95"/>
                      <a:pt x="74" y="96"/>
                    </a:cubicBezTo>
                    <a:lnTo>
                      <a:pt x="73" y="96"/>
                    </a:lnTo>
                    <a:lnTo>
                      <a:pt x="72" y="97"/>
                    </a:lnTo>
                    <a:lnTo>
                      <a:pt x="72" y="97"/>
                    </a:lnTo>
                    <a:lnTo>
                      <a:pt x="72" y="97"/>
                    </a:lnTo>
                    <a:lnTo>
                      <a:pt x="72" y="97"/>
                    </a:lnTo>
                    <a:cubicBezTo>
                      <a:pt x="71" y="97"/>
                      <a:pt x="73" y="96"/>
                      <a:pt x="72" y="95"/>
                    </a:cubicBezTo>
                    <a:lnTo>
                      <a:pt x="70" y="94"/>
                    </a:lnTo>
                    <a:cubicBezTo>
                      <a:pt x="71" y="93"/>
                      <a:pt x="74" y="92"/>
                      <a:pt x="75" y="91"/>
                    </a:cubicBezTo>
                    <a:cubicBezTo>
                      <a:pt x="93" y="81"/>
                      <a:pt x="101" y="59"/>
                      <a:pt x="97" y="41"/>
                    </a:cubicBezTo>
                    <a:cubicBezTo>
                      <a:pt x="93" y="22"/>
                      <a:pt x="77" y="8"/>
                      <a:pt x="60" y="5"/>
                    </a:cubicBezTo>
                    <a:cubicBezTo>
                      <a:pt x="42" y="1"/>
                      <a:pt x="25" y="8"/>
                      <a:pt x="15" y="20"/>
                    </a:cubicBezTo>
                    <a:cubicBezTo>
                      <a:pt x="4" y="31"/>
                      <a:pt x="1" y="47"/>
                      <a:pt x="3" y="60"/>
                    </a:cubicBezTo>
                    <a:cubicBezTo>
                      <a:pt x="6" y="73"/>
                      <a:pt x="13" y="84"/>
                      <a:pt x="22" y="90"/>
                    </a:cubicBezTo>
                    <a:cubicBezTo>
                      <a:pt x="30" y="97"/>
                      <a:pt x="40" y="99"/>
                      <a:pt x="47" y="100"/>
                    </a:cubicBezTo>
                    <a:cubicBezTo>
                      <a:pt x="55" y="100"/>
                      <a:pt x="61" y="99"/>
                      <a:pt x="65" y="98"/>
                    </a:cubicBezTo>
                    <a:cubicBezTo>
                      <a:pt x="68" y="97"/>
                      <a:pt x="70" y="96"/>
                      <a:pt x="70" y="96"/>
                    </a:cubicBezTo>
                    <a:cubicBezTo>
                      <a:pt x="70" y="96"/>
                      <a:pt x="69" y="97"/>
                      <a:pt x="65" y="99"/>
                    </a:cubicBezTo>
                    <a:cubicBezTo>
                      <a:pt x="61" y="100"/>
                      <a:pt x="55" y="102"/>
                      <a:pt x="47" y="101"/>
                    </a:cubicBezTo>
                    <a:cubicBezTo>
                      <a:pt x="39" y="101"/>
                      <a:pt x="30" y="99"/>
                      <a:pt x="21" y="92"/>
                    </a:cubicBezTo>
                    <a:cubicBezTo>
                      <a:pt x="11" y="86"/>
                      <a:pt x="3" y="75"/>
                      <a:pt x="1" y="61"/>
                    </a:cubicBezTo>
                    <a:cubicBezTo>
                      <a:pt x="-2" y="47"/>
                      <a:pt x="1" y="30"/>
                      <a:pt x="12" y="18"/>
                    </a:cubicBezTo>
                    <a:cubicBezTo>
                      <a:pt x="23" y="5"/>
                      <a:pt x="42" y="-3"/>
                      <a:pt x="61" y="1"/>
                    </a:cubicBezTo>
                    <a:cubicBezTo>
                      <a:pt x="70" y="3"/>
                      <a:pt x="79" y="7"/>
                      <a:pt x="86" y="14"/>
                    </a:cubicBezTo>
                    <a:cubicBezTo>
                      <a:pt x="93" y="21"/>
                      <a:pt x="99" y="30"/>
                      <a:pt x="101" y="40"/>
                    </a:cubicBezTo>
                    <a:cubicBezTo>
                      <a:pt x="106" y="60"/>
                      <a:pt x="97" y="84"/>
                      <a:pt x="77" y="95"/>
                    </a:cubicBezTo>
                    <a:cubicBezTo>
                      <a:pt x="75" y="96"/>
                      <a:pt x="73" y="97"/>
                      <a:pt x="71" y="98"/>
                    </a:cubicBezTo>
                    <a:lnTo>
                      <a:pt x="69" y="98"/>
                    </a:lnTo>
                    <a:lnTo>
                      <a:pt x="69" y="97"/>
                    </a:lnTo>
                    <a:cubicBezTo>
                      <a:pt x="68" y="96"/>
                      <a:pt x="69" y="94"/>
                      <a:pt x="69" y="95"/>
                    </a:cubicBezTo>
                    <a:cubicBezTo>
                      <a:pt x="69" y="94"/>
                      <a:pt x="69" y="94"/>
                      <a:pt x="69" y="94"/>
                    </a:cubicBezTo>
                    <a:lnTo>
                      <a:pt x="70" y="94"/>
                    </a:lnTo>
                    <a:lnTo>
                      <a:pt x="70" y="94"/>
                    </a:lnTo>
                    <a:lnTo>
                      <a:pt x="71" y="93"/>
                    </a:lnTo>
                    <a:lnTo>
                      <a:pt x="73" y="92"/>
                    </a:lnTo>
                    <a:cubicBezTo>
                      <a:pt x="74" y="92"/>
                      <a:pt x="75" y="91"/>
                      <a:pt x="76" y="90"/>
                    </a:cubicBezTo>
                    <a:cubicBezTo>
                      <a:pt x="78" y="89"/>
                      <a:pt x="80" y="87"/>
                      <a:pt x="81" y="86"/>
                    </a:cubicBezTo>
                    <a:cubicBezTo>
                      <a:pt x="85" y="82"/>
                      <a:pt x="88" y="79"/>
                      <a:pt x="90" y="74"/>
                    </a:cubicBezTo>
                    <a:cubicBezTo>
                      <a:pt x="95" y="66"/>
                      <a:pt x="97" y="56"/>
                      <a:pt x="96" y="47"/>
                    </a:cubicBezTo>
                    <a:cubicBezTo>
                      <a:pt x="95" y="38"/>
                      <a:pt x="91" y="29"/>
                      <a:pt x="85" y="22"/>
                    </a:cubicBezTo>
                    <a:cubicBezTo>
                      <a:pt x="79" y="16"/>
                      <a:pt x="71" y="11"/>
                      <a:pt x="63" y="8"/>
                    </a:cubicBezTo>
                    <a:cubicBezTo>
                      <a:pt x="46" y="4"/>
                      <a:pt x="29" y="9"/>
                      <a:pt x="18" y="20"/>
                    </a:cubicBezTo>
                    <a:cubicBezTo>
                      <a:pt x="7" y="31"/>
                      <a:pt x="3" y="46"/>
                      <a:pt x="6" y="59"/>
                    </a:cubicBezTo>
                    <a:cubicBezTo>
                      <a:pt x="8" y="72"/>
                      <a:pt x="15" y="83"/>
                      <a:pt x="23" y="89"/>
                    </a:cubicBezTo>
                    <a:cubicBezTo>
                      <a:pt x="31" y="95"/>
                      <a:pt x="40" y="98"/>
                      <a:pt x="47" y="99"/>
                    </a:cubicBezTo>
                    <a:cubicBezTo>
                      <a:pt x="55" y="99"/>
                      <a:pt x="61" y="98"/>
                      <a:pt x="64" y="97"/>
                    </a:cubicBezTo>
                    <a:cubicBezTo>
                      <a:pt x="68" y="97"/>
                      <a:pt x="70" y="96"/>
                      <a:pt x="70" y="96"/>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72" name="Google Shape;372;p9"/>
              <p:cNvSpPr/>
              <p:nvPr/>
            </p:nvSpPr>
            <p:spPr>
              <a:xfrm>
                <a:off x="1031102" y="400625"/>
                <a:ext cx="453184" cy="454844"/>
              </a:xfrm>
              <a:custGeom>
                <a:rect b="b" l="l" r="r" t="t"/>
                <a:pathLst>
                  <a:path extrusionOk="0" h="274" w="273">
                    <a:moveTo>
                      <a:pt x="154" y="247"/>
                    </a:moveTo>
                    <a:cubicBezTo>
                      <a:pt x="156" y="250"/>
                      <a:pt x="160" y="256"/>
                      <a:pt x="171" y="270"/>
                    </a:cubicBezTo>
                    <a:lnTo>
                      <a:pt x="170" y="269"/>
                    </a:lnTo>
                    <a:cubicBezTo>
                      <a:pt x="181" y="265"/>
                      <a:pt x="195" y="258"/>
                      <a:pt x="212" y="251"/>
                    </a:cubicBezTo>
                    <a:lnTo>
                      <a:pt x="212" y="252"/>
                    </a:lnTo>
                    <a:cubicBezTo>
                      <a:pt x="210" y="243"/>
                      <a:pt x="208" y="234"/>
                      <a:pt x="206" y="224"/>
                    </a:cubicBezTo>
                    <a:lnTo>
                      <a:pt x="208" y="224"/>
                    </a:lnTo>
                    <a:lnTo>
                      <a:pt x="208" y="225"/>
                    </a:lnTo>
                    <a:lnTo>
                      <a:pt x="206" y="224"/>
                    </a:lnTo>
                    <a:cubicBezTo>
                      <a:pt x="214" y="218"/>
                      <a:pt x="221" y="211"/>
                      <a:pt x="227" y="203"/>
                    </a:cubicBezTo>
                    <a:lnTo>
                      <a:pt x="228" y="204"/>
                    </a:lnTo>
                    <a:lnTo>
                      <a:pt x="227" y="205"/>
                    </a:lnTo>
                    <a:lnTo>
                      <a:pt x="227" y="203"/>
                    </a:lnTo>
                    <a:cubicBezTo>
                      <a:pt x="235" y="204"/>
                      <a:pt x="245" y="205"/>
                      <a:pt x="254" y="207"/>
                    </a:cubicBezTo>
                    <a:lnTo>
                      <a:pt x="253" y="208"/>
                    </a:lnTo>
                    <a:cubicBezTo>
                      <a:pt x="258" y="194"/>
                      <a:pt x="264" y="179"/>
                      <a:pt x="270" y="164"/>
                    </a:cubicBezTo>
                    <a:lnTo>
                      <a:pt x="271" y="165"/>
                    </a:lnTo>
                    <a:cubicBezTo>
                      <a:pt x="263" y="161"/>
                      <a:pt x="255" y="155"/>
                      <a:pt x="247" y="150"/>
                    </a:cubicBezTo>
                    <a:lnTo>
                      <a:pt x="249" y="148"/>
                    </a:lnTo>
                    <a:lnTo>
                      <a:pt x="249" y="149"/>
                    </a:lnTo>
                    <a:lnTo>
                      <a:pt x="247" y="150"/>
                    </a:lnTo>
                    <a:cubicBezTo>
                      <a:pt x="248" y="141"/>
                      <a:pt x="248" y="130"/>
                      <a:pt x="246" y="120"/>
                    </a:cubicBezTo>
                    <a:lnTo>
                      <a:pt x="249" y="120"/>
                    </a:lnTo>
                    <a:lnTo>
                      <a:pt x="248" y="122"/>
                    </a:lnTo>
                    <a:lnTo>
                      <a:pt x="246" y="120"/>
                    </a:lnTo>
                    <a:cubicBezTo>
                      <a:pt x="253" y="115"/>
                      <a:pt x="261" y="109"/>
                      <a:pt x="269" y="103"/>
                    </a:cubicBezTo>
                    <a:lnTo>
                      <a:pt x="269" y="105"/>
                    </a:lnTo>
                    <a:cubicBezTo>
                      <a:pt x="263" y="92"/>
                      <a:pt x="256" y="77"/>
                      <a:pt x="249" y="62"/>
                    </a:cubicBezTo>
                    <a:lnTo>
                      <a:pt x="251" y="63"/>
                    </a:lnTo>
                    <a:cubicBezTo>
                      <a:pt x="243" y="64"/>
                      <a:pt x="233" y="66"/>
                      <a:pt x="223" y="68"/>
                    </a:cubicBezTo>
                    <a:lnTo>
                      <a:pt x="224" y="65"/>
                    </a:lnTo>
                    <a:lnTo>
                      <a:pt x="225" y="66"/>
                    </a:lnTo>
                    <a:lnTo>
                      <a:pt x="223" y="68"/>
                    </a:lnTo>
                    <a:cubicBezTo>
                      <a:pt x="218" y="61"/>
                      <a:pt x="210" y="54"/>
                      <a:pt x="202" y="48"/>
                    </a:cubicBezTo>
                    <a:lnTo>
                      <a:pt x="204" y="46"/>
                    </a:lnTo>
                    <a:lnTo>
                      <a:pt x="205" y="47"/>
                    </a:lnTo>
                    <a:lnTo>
                      <a:pt x="202" y="48"/>
                    </a:lnTo>
                    <a:cubicBezTo>
                      <a:pt x="203" y="39"/>
                      <a:pt x="204" y="30"/>
                      <a:pt x="206" y="20"/>
                    </a:cubicBezTo>
                    <a:lnTo>
                      <a:pt x="207" y="21"/>
                    </a:lnTo>
                    <a:cubicBezTo>
                      <a:pt x="193" y="16"/>
                      <a:pt x="178" y="10"/>
                      <a:pt x="163" y="4"/>
                    </a:cubicBezTo>
                    <a:lnTo>
                      <a:pt x="165" y="4"/>
                    </a:lnTo>
                    <a:cubicBezTo>
                      <a:pt x="160" y="11"/>
                      <a:pt x="154" y="19"/>
                      <a:pt x="149" y="27"/>
                    </a:cubicBezTo>
                    <a:lnTo>
                      <a:pt x="147" y="25"/>
                    </a:lnTo>
                    <a:lnTo>
                      <a:pt x="148" y="24"/>
                    </a:lnTo>
                    <a:lnTo>
                      <a:pt x="149" y="27"/>
                    </a:lnTo>
                    <a:cubicBezTo>
                      <a:pt x="140" y="27"/>
                      <a:pt x="130" y="27"/>
                      <a:pt x="119" y="28"/>
                    </a:cubicBezTo>
                    <a:lnTo>
                      <a:pt x="120" y="28"/>
                    </a:lnTo>
                    <a:lnTo>
                      <a:pt x="120" y="25"/>
                    </a:lnTo>
                    <a:lnTo>
                      <a:pt x="120" y="25"/>
                    </a:lnTo>
                    <a:lnTo>
                      <a:pt x="119" y="28"/>
                    </a:lnTo>
                    <a:lnTo>
                      <a:pt x="118" y="28"/>
                    </a:lnTo>
                    <a:lnTo>
                      <a:pt x="118" y="28"/>
                    </a:lnTo>
                    <a:lnTo>
                      <a:pt x="119" y="28"/>
                    </a:lnTo>
                    <a:lnTo>
                      <a:pt x="120" y="25"/>
                    </a:lnTo>
                    <a:lnTo>
                      <a:pt x="120" y="25"/>
                    </a:lnTo>
                    <a:lnTo>
                      <a:pt x="120" y="25"/>
                    </a:lnTo>
                    <a:lnTo>
                      <a:pt x="120" y="25"/>
                    </a:lnTo>
                    <a:lnTo>
                      <a:pt x="120" y="25"/>
                    </a:lnTo>
                    <a:lnTo>
                      <a:pt x="121" y="26"/>
                    </a:lnTo>
                    <a:lnTo>
                      <a:pt x="119" y="28"/>
                    </a:lnTo>
                    <a:cubicBezTo>
                      <a:pt x="114" y="21"/>
                      <a:pt x="108" y="13"/>
                      <a:pt x="102" y="5"/>
                    </a:cubicBezTo>
                    <a:lnTo>
                      <a:pt x="104" y="6"/>
                    </a:lnTo>
                    <a:cubicBezTo>
                      <a:pt x="91" y="12"/>
                      <a:pt x="76" y="19"/>
                      <a:pt x="61" y="25"/>
                    </a:cubicBezTo>
                    <a:lnTo>
                      <a:pt x="62" y="23"/>
                    </a:lnTo>
                    <a:cubicBezTo>
                      <a:pt x="64" y="32"/>
                      <a:pt x="66" y="41"/>
                      <a:pt x="68" y="51"/>
                    </a:cubicBezTo>
                    <a:lnTo>
                      <a:pt x="64" y="51"/>
                    </a:lnTo>
                    <a:lnTo>
                      <a:pt x="65" y="49"/>
                    </a:lnTo>
                    <a:lnTo>
                      <a:pt x="67" y="52"/>
                    </a:lnTo>
                    <a:cubicBezTo>
                      <a:pt x="60" y="57"/>
                      <a:pt x="53" y="64"/>
                      <a:pt x="47" y="73"/>
                    </a:cubicBezTo>
                    <a:lnTo>
                      <a:pt x="45" y="70"/>
                    </a:lnTo>
                    <a:lnTo>
                      <a:pt x="46" y="69"/>
                    </a:lnTo>
                    <a:lnTo>
                      <a:pt x="47" y="73"/>
                    </a:lnTo>
                    <a:cubicBezTo>
                      <a:pt x="38" y="72"/>
                      <a:pt x="28" y="70"/>
                      <a:pt x="19" y="69"/>
                    </a:cubicBezTo>
                    <a:lnTo>
                      <a:pt x="21" y="68"/>
                    </a:lnTo>
                    <a:cubicBezTo>
                      <a:pt x="16" y="81"/>
                      <a:pt x="10" y="97"/>
                      <a:pt x="4" y="112"/>
                    </a:cubicBezTo>
                    <a:lnTo>
                      <a:pt x="3" y="109"/>
                    </a:lnTo>
                    <a:cubicBezTo>
                      <a:pt x="11" y="114"/>
                      <a:pt x="19" y="120"/>
                      <a:pt x="27" y="125"/>
                    </a:cubicBezTo>
                    <a:lnTo>
                      <a:pt x="24" y="128"/>
                    </a:lnTo>
                    <a:lnTo>
                      <a:pt x="23" y="126"/>
                    </a:lnTo>
                    <a:lnTo>
                      <a:pt x="27" y="126"/>
                    </a:lnTo>
                    <a:cubicBezTo>
                      <a:pt x="26" y="135"/>
                      <a:pt x="26" y="145"/>
                      <a:pt x="28" y="155"/>
                    </a:cubicBezTo>
                    <a:lnTo>
                      <a:pt x="24" y="155"/>
                    </a:lnTo>
                    <a:lnTo>
                      <a:pt x="25" y="154"/>
                    </a:lnTo>
                    <a:lnTo>
                      <a:pt x="28" y="156"/>
                    </a:lnTo>
                    <a:cubicBezTo>
                      <a:pt x="21" y="161"/>
                      <a:pt x="13" y="167"/>
                      <a:pt x="5" y="173"/>
                    </a:cubicBezTo>
                    <a:lnTo>
                      <a:pt x="6" y="170"/>
                    </a:lnTo>
                    <a:cubicBezTo>
                      <a:pt x="11" y="184"/>
                      <a:pt x="18" y="198"/>
                      <a:pt x="25" y="213"/>
                    </a:cubicBezTo>
                    <a:lnTo>
                      <a:pt x="22" y="212"/>
                    </a:lnTo>
                    <a:cubicBezTo>
                      <a:pt x="31" y="210"/>
                      <a:pt x="40" y="208"/>
                      <a:pt x="50" y="207"/>
                    </a:cubicBezTo>
                    <a:lnTo>
                      <a:pt x="50" y="210"/>
                    </a:lnTo>
                    <a:lnTo>
                      <a:pt x="49" y="210"/>
                    </a:lnTo>
                    <a:lnTo>
                      <a:pt x="51" y="207"/>
                    </a:lnTo>
                    <a:cubicBezTo>
                      <a:pt x="57" y="214"/>
                      <a:pt x="64" y="221"/>
                      <a:pt x="72" y="227"/>
                    </a:cubicBezTo>
                    <a:lnTo>
                      <a:pt x="69" y="229"/>
                    </a:lnTo>
                    <a:lnTo>
                      <a:pt x="69" y="228"/>
                    </a:lnTo>
                    <a:lnTo>
                      <a:pt x="72" y="228"/>
                    </a:lnTo>
                    <a:cubicBezTo>
                      <a:pt x="71" y="237"/>
                      <a:pt x="70" y="246"/>
                      <a:pt x="69" y="256"/>
                    </a:cubicBezTo>
                    <a:lnTo>
                      <a:pt x="67" y="253"/>
                    </a:lnTo>
                    <a:cubicBezTo>
                      <a:pt x="81" y="259"/>
                      <a:pt x="96" y="264"/>
                      <a:pt x="110" y="270"/>
                    </a:cubicBezTo>
                    <a:lnTo>
                      <a:pt x="108" y="271"/>
                    </a:lnTo>
                    <a:cubicBezTo>
                      <a:pt x="113" y="263"/>
                      <a:pt x="118" y="255"/>
                      <a:pt x="123" y="247"/>
                    </a:cubicBezTo>
                    <a:lnTo>
                      <a:pt x="126" y="250"/>
                    </a:lnTo>
                    <a:lnTo>
                      <a:pt x="126" y="251"/>
                    </a:lnTo>
                    <a:lnTo>
                      <a:pt x="125" y="247"/>
                    </a:lnTo>
                    <a:cubicBezTo>
                      <a:pt x="133" y="248"/>
                      <a:pt x="141" y="248"/>
                      <a:pt x="150" y="246"/>
                    </a:cubicBezTo>
                    <a:lnTo>
                      <a:pt x="152" y="246"/>
                    </a:lnTo>
                    <a:lnTo>
                      <a:pt x="152" y="246"/>
                    </a:lnTo>
                    <a:lnTo>
                      <a:pt x="152" y="247"/>
                    </a:lnTo>
                    <a:lnTo>
                      <a:pt x="152" y="247"/>
                    </a:lnTo>
                    <a:lnTo>
                      <a:pt x="152" y="247"/>
                    </a:lnTo>
                    <a:lnTo>
                      <a:pt x="153" y="250"/>
                    </a:lnTo>
                    <a:lnTo>
                      <a:pt x="154" y="250"/>
                    </a:lnTo>
                    <a:lnTo>
                      <a:pt x="154" y="250"/>
                    </a:lnTo>
                    <a:lnTo>
                      <a:pt x="154" y="250"/>
                    </a:lnTo>
                    <a:lnTo>
                      <a:pt x="150" y="250"/>
                    </a:lnTo>
                    <a:cubicBezTo>
                      <a:pt x="147" y="250"/>
                      <a:pt x="144" y="251"/>
                      <a:pt x="141" y="251"/>
                    </a:cubicBezTo>
                    <a:cubicBezTo>
                      <a:pt x="136" y="251"/>
                      <a:pt x="130" y="251"/>
                      <a:pt x="124" y="250"/>
                    </a:cubicBezTo>
                    <a:lnTo>
                      <a:pt x="126" y="249"/>
                    </a:lnTo>
                    <a:cubicBezTo>
                      <a:pt x="121" y="257"/>
                      <a:pt x="116" y="264"/>
                      <a:pt x="111" y="272"/>
                    </a:cubicBezTo>
                    <a:lnTo>
                      <a:pt x="109" y="269"/>
                    </a:lnTo>
                    <a:lnTo>
                      <a:pt x="109" y="269"/>
                    </a:lnTo>
                    <a:lnTo>
                      <a:pt x="109" y="272"/>
                    </a:lnTo>
                    <a:cubicBezTo>
                      <a:pt x="95" y="267"/>
                      <a:pt x="81" y="261"/>
                      <a:pt x="67" y="256"/>
                    </a:cubicBezTo>
                    <a:lnTo>
                      <a:pt x="70" y="253"/>
                    </a:lnTo>
                    <a:lnTo>
                      <a:pt x="70" y="254"/>
                    </a:lnTo>
                    <a:lnTo>
                      <a:pt x="66" y="255"/>
                    </a:lnTo>
                    <a:cubicBezTo>
                      <a:pt x="68" y="245"/>
                      <a:pt x="69" y="236"/>
                      <a:pt x="71" y="227"/>
                    </a:cubicBezTo>
                    <a:lnTo>
                      <a:pt x="71" y="229"/>
                    </a:lnTo>
                    <a:cubicBezTo>
                      <a:pt x="63" y="223"/>
                      <a:pt x="55" y="216"/>
                      <a:pt x="49" y="208"/>
                    </a:cubicBezTo>
                    <a:lnTo>
                      <a:pt x="51" y="208"/>
                    </a:lnTo>
                    <a:cubicBezTo>
                      <a:pt x="42" y="210"/>
                      <a:pt x="33" y="212"/>
                      <a:pt x="24" y="214"/>
                    </a:cubicBezTo>
                    <a:lnTo>
                      <a:pt x="24" y="210"/>
                    </a:lnTo>
                    <a:lnTo>
                      <a:pt x="25" y="211"/>
                    </a:lnTo>
                    <a:lnTo>
                      <a:pt x="23" y="213"/>
                    </a:lnTo>
                    <a:cubicBezTo>
                      <a:pt x="17" y="199"/>
                      <a:pt x="11" y="185"/>
                      <a:pt x="5" y="172"/>
                    </a:cubicBezTo>
                    <a:lnTo>
                      <a:pt x="8" y="172"/>
                    </a:lnTo>
                    <a:lnTo>
                      <a:pt x="8" y="173"/>
                    </a:lnTo>
                    <a:lnTo>
                      <a:pt x="5" y="171"/>
                    </a:lnTo>
                    <a:cubicBezTo>
                      <a:pt x="12" y="165"/>
                      <a:pt x="20" y="160"/>
                      <a:pt x="27" y="154"/>
                    </a:cubicBezTo>
                    <a:lnTo>
                      <a:pt x="26" y="156"/>
                    </a:lnTo>
                    <a:cubicBezTo>
                      <a:pt x="25" y="146"/>
                      <a:pt x="24" y="135"/>
                      <a:pt x="26" y="125"/>
                    </a:cubicBezTo>
                    <a:lnTo>
                      <a:pt x="26" y="127"/>
                    </a:lnTo>
                    <a:cubicBezTo>
                      <a:pt x="19" y="122"/>
                      <a:pt x="11" y="116"/>
                      <a:pt x="3" y="111"/>
                    </a:cubicBezTo>
                    <a:lnTo>
                      <a:pt x="6" y="109"/>
                    </a:lnTo>
                    <a:lnTo>
                      <a:pt x="7" y="111"/>
                    </a:lnTo>
                    <a:lnTo>
                      <a:pt x="3" y="111"/>
                    </a:lnTo>
                    <a:cubicBezTo>
                      <a:pt x="9" y="96"/>
                      <a:pt x="14" y="82"/>
                      <a:pt x="19" y="68"/>
                    </a:cubicBezTo>
                    <a:lnTo>
                      <a:pt x="22" y="71"/>
                    </a:lnTo>
                    <a:lnTo>
                      <a:pt x="21" y="72"/>
                    </a:lnTo>
                    <a:lnTo>
                      <a:pt x="20" y="68"/>
                    </a:lnTo>
                    <a:cubicBezTo>
                      <a:pt x="29" y="70"/>
                      <a:pt x="39" y="71"/>
                      <a:pt x="48" y="72"/>
                    </a:cubicBezTo>
                    <a:lnTo>
                      <a:pt x="46" y="73"/>
                    </a:lnTo>
                    <a:cubicBezTo>
                      <a:pt x="52" y="64"/>
                      <a:pt x="59" y="57"/>
                      <a:pt x="67" y="50"/>
                    </a:cubicBezTo>
                    <a:lnTo>
                      <a:pt x="67" y="52"/>
                    </a:lnTo>
                    <a:cubicBezTo>
                      <a:pt x="65" y="43"/>
                      <a:pt x="63" y="34"/>
                      <a:pt x="61" y="25"/>
                    </a:cubicBezTo>
                    <a:lnTo>
                      <a:pt x="65" y="25"/>
                    </a:lnTo>
                    <a:lnTo>
                      <a:pt x="64" y="27"/>
                    </a:lnTo>
                    <a:lnTo>
                      <a:pt x="62" y="24"/>
                    </a:lnTo>
                    <a:cubicBezTo>
                      <a:pt x="76" y="18"/>
                      <a:pt x="89" y="12"/>
                      <a:pt x="103" y="6"/>
                    </a:cubicBezTo>
                    <a:lnTo>
                      <a:pt x="103" y="9"/>
                    </a:lnTo>
                    <a:lnTo>
                      <a:pt x="101" y="9"/>
                    </a:lnTo>
                    <a:lnTo>
                      <a:pt x="103" y="6"/>
                    </a:lnTo>
                    <a:cubicBezTo>
                      <a:pt x="109" y="14"/>
                      <a:pt x="114" y="21"/>
                      <a:pt x="119" y="28"/>
                    </a:cubicBezTo>
                    <a:lnTo>
                      <a:pt x="119" y="27"/>
                    </a:lnTo>
                    <a:lnTo>
                      <a:pt x="120" y="28"/>
                    </a:lnTo>
                    <a:lnTo>
                      <a:pt x="120" y="28"/>
                    </a:lnTo>
                    <a:lnTo>
                      <a:pt x="120" y="28"/>
                    </a:lnTo>
                    <a:lnTo>
                      <a:pt x="118" y="29"/>
                    </a:lnTo>
                    <a:lnTo>
                      <a:pt x="119" y="31"/>
                    </a:lnTo>
                    <a:lnTo>
                      <a:pt x="119" y="31"/>
                    </a:lnTo>
                    <a:lnTo>
                      <a:pt x="119" y="31"/>
                    </a:lnTo>
                    <a:lnTo>
                      <a:pt x="119" y="31"/>
                    </a:lnTo>
                    <a:lnTo>
                      <a:pt x="120" y="28"/>
                    </a:lnTo>
                    <a:lnTo>
                      <a:pt x="119" y="28"/>
                    </a:lnTo>
                    <a:cubicBezTo>
                      <a:pt x="130" y="26"/>
                      <a:pt x="140" y="26"/>
                      <a:pt x="149" y="27"/>
                    </a:cubicBezTo>
                    <a:lnTo>
                      <a:pt x="148" y="28"/>
                    </a:lnTo>
                    <a:cubicBezTo>
                      <a:pt x="153" y="20"/>
                      <a:pt x="158" y="12"/>
                      <a:pt x="164" y="4"/>
                    </a:cubicBezTo>
                    <a:lnTo>
                      <a:pt x="165" y="7"/>
                    </a:lnTo>
                    <a:lnTo>
                      <a:pt x="164" y="7"/>
                    </a:lnTo>
                    <a:lnTo>
                      <a:pt x="164" y="4"/>
                    </a:lnTo>
                    <a:cubicBezTo>
                      <a:pt x="179" y="10"/>
                      <a:pt x="192" y="15"/>
                      <a:pt x="206" y="21"/>
                    </a:cubicBezTo>
                    <a:lnTo>
                      <a:pt x="204" y="23"/>
                    </a:lnTo>
                    <a:lnTo>
                      <a:pt x="203" y="21"/>
                    </a:lnTo>
                    <a:lnTo>
                      <a:pt x="206" y="21"/>
                    </a:lnTo>
                    <a:cubicBezTo>
                      <a:pt x="205" y="31"/>
                      <a:pt x="203" y="40"/>
                      <a:pt x="202" y="48"/>
                    </a:cubicBezTo>
                    <a:lnTo>
                      <a:pt x="201" y="47"/>
                    </a:lnTo>
                    <a:cubicBezTo>
                      <a:pt x="210" y="53"/>
                      <a:pt x="218" y="61"/>
                      <a:pt x="224" y="68"/>
                    </a:cubicBezTo>
                    <a:lnTo>
                      <a:pt x="222" y="68"/>
                    </a:lnTo>
                    <a:cubicBezTo>
                      <a:pt x="232" y="66"/>
                      <a:pt x="241" y="64"/>
                      <a:pt x="250" y="62"/>
                    </a:cubicBezTo>
                    <a:lnTo>
                      <a:pt x="249" y="65"/>
                    </a:lnTo>
                    <a:lnTo>
                      <a:pt x="248" y="64"/>
                    </a:lnTo>
                    <a:lnTo>
                      <a:pt x="250" y="62"/>
                    </a:lnTo>
                    <a:cubicBezTo>
                      <a:pt x="257" y="77"/>
                      <a:pt x="263" y="91"/>
                      <a:pt x="268" y="104"/>
                    </a:cubicBezTo>
                    <a:lnTo>
                      <a:pt x="266" y="104"/>
                    </a:lnTo>
                    <a:lnTo>
                      <a:pt x="266" y="102"/>
                    </a:lnTo>
                    <a:lnTo>
                      <a:pt x="268" y="104"/>
                    </a:lnTo>
                    <a:cubicBezTo>
                      <a:pt x="260" y="110"/>
                      <a:pt x="253" y="115"/>
                      <a:pt x="246" y="121"/>
                    </a:cubicBezTo>
                    <a:lnTo>
                      <a:pt x="246" y="119"/>
                    </a:lnTo>
                    <a:cubicBezTo>
                      <a:pt x="248" y="131"/>
                      <a:pt x="248" y="141"/>
                      <a:pt x="247" y="150"/>
                    </a:cubicBezTo>
                    <a:lnTo>
                      <a:pt x="247" y="149"/>
                    </a:lnTo>
                    <a:cubicBezTo>
                      <a:pt x="255" y="155"/>
                      <a:pt x="263" y="160"/>
                      <a:pt x="270" y="165"/>
                    </a:cubicBezTo>
                    <a:lnTo>
                      <a:pt x="268" y="166"/>
                    </a:lnTo>
                    <a:lnTo>
                      <a:pt x="268" y="165"/>
                    </a:lnTo>
                    <a:lnTo>
                      <a:pt x="270" y="165"/>
                    </a:lnTo>
                    <a:cubicBezTo>
                      <a:pt x="264" y="181"/>
                      <a:pt x="258" y="194"/>
                      <a:pt x="254" y="207"/>
                    </a:cubicBezTo>
                    <a:lnTo>
                      <a:pt x="252" y="205"/>
                    </a:lnTo>
                    <a:lnTo>
                      <a:pt x="253" y="205"/>
                    </a:lnTo>
                    <a:lnTo>
                      <a:pt x="254" y="207"/>
                    </a:lnTo>
                    <a:cubicBezTo>
                      <a:pt x="243" y="205"/>
                      <a:pt x="234" y="204"/>
                      <a:pt x="226" y="203"/>
                    </a:cubicBezTo>
                    <a:lnTo>
                      <a:pt x="227" y="202"/>
                    </a:lnTo>
                    <a:cubicBezTo>
                      <a:pt x="220" y="212"/>
                      <a:pt x="213" y="219"/>
                      <a:pt x="206" y="224"/>
                    </a:cubicBezTo>
                    <a:lnTo>
                      <a:pt x="206" y="224"/>
                    </a:lnTo>
                    <a:cubicBezTo>
                      <a:pt x="209" y="235"/>
                      <a:pt x="210" y="243"/>
                      <a:pt x="212" y="251"/>
                    </a:cubicBezTo>
                    <a:lnTo>
                      <a:pt x="210" y="251"/>
                    </a:lnTo>
                    <a:lnTo>
                      <a:pt x="211" y="250"/>
                    </a:lnTo>
                    <a:lnTo>
                      <a:pt x="212" y="251"/>
                    </a:lnTo>
                    <a:cubicBezTo>
                      <a:pt x="194" y="259"/>
                      <a:pt x="181" y="265"/>
                      <a:pt x="170" y="269"/>
                    </a:cubicBezTo>
                    <a:lnTo>
                      <a:pt x="170" y="268"/>
                    </a:lnTo>
                    <a:lnTo>
                      <a:pt x="171" y="268"/>
                    </a:lnTo>
                    <a:lnTo>
                      <a:pt x="170" y="269"/>
                    </a:lnTo>
                    <a:cubicBezTo>
                      <a:pt x="160" y="255"/>
                      <a:pt x="156" y="250"/>
                      <a:pt x="154" y="247"/>
                    </a:cubicBezTo>
                    <a:cubicBezTo>
                      <a:pt x="154" y="247"/>
                      <a:pt x="156" y="249"/>
                      <a:pt x="158" y="252"/>
                    </a:cubicBezTo>
                    <a:cubicBezTo>
                      <a:pt x="161" y="256"/>
                      <a:pt x="166" y="261"/>
                      <a:pt x="171" y="269"/>
                    </a:cubicBezTo>
                    <a:lnTo>
                      <a:pt x="172" y="269"/>
                    </a:lnTo>
                    <a:lnTo>
                      <a:pt x="171" y="269"/>
                    </a:lnTo>
                    <a:lnTo>
                      <a:pt x="170" y="269"/>
                    </a:lnTo>
                    <a:lnTo>
                      <a:pt x="169" y="269"/>
                    </a:lnTo>
                    <a:lnTo>
                      <a:pt x="170" y="268"/>
                    </a:lnTo>
                    <a:cubicBezTo>
                      <a:pt x="180" y="264"/>
                      <a:pt x="193" y="258"/>
                      <a:pt x="211" y="249"/>
                    </a:cubicBezTo>
                    <a:lnTo>
                      <a:pt x="213" y="249"/>
                    </a:lnTo>
                    <a:lnTo>
                      <a:pt x="212" y="250"/>
                    </a:lnTo>
                    <a:lnTo>
                      <a:pt x="212" y="251"/>
                    </a:lnTo>
                    <a:lnTo>
                      <a:pt x="211" y="253"/>
                    </a:lnTo>
                    <a:lnTo>
                      <a:pt x="210" y="251"/>
                    </a:lnTo>
                    <a:cubicBezTo>
                      <a:pt x="209" y="243"/>
                      <a:pt x="207" y="235"/>
                      <a:pt x="205" y="224"/>
                    </a:cubicBezTo>
                    <a:lnTo>
                      <a:pt x="205" y="223"/>
                    </a:lnTo>
                    <a:lnTo>
                      <a:pt x="205" y="223"/>
                    </a:lnTo>
                    <a:cubicBezTo>
                      <a:pt x="212" y="218"/>
                      <a:pt x="218" y="211"/>
                      <a:pt x="225" y="201"/>
                    </a:cubicBezTo>
                    <a:lnTo>
                      <a:pt x="226" y="201"/>
                    </a:lnTo>
                    <a:lnTo>
                      <a:pt x="226" y="201"/>
                    </a:lnTo>
                    <a:cubicBezTo>
                      <a:pt x="234" y="202"/>
                      <a:pt x="243" y="203"/>
                      <a:pt x="254" y="205"/>
                    </a:cubicBezTo>
                    <a:lnTo>
                      <a:pt x="257" y="205"/>
                    </a:lnTo>
                    <a:lnTo>
                      <a:pt x="254" y="207"/>
                    </a:lnTo>
                    <a:lnTo>
                      <a:pt x="253" y="207"/>
                    </a:lnTo>
                    <a:lnTo>
                      <a:pt x="251" y="209"/>
                    </a:lnTo>
                    <a:lnTo>
                      <a:pt x="252" y="206"/>
                    </a:lnTo>
                    <a:cubicBezTo>
                      <a:pt x="257" y="193"/>
                      <a:pt x="262" y="180"/>
                      <a:pt x="268" y="164"/>
                    </a:cubicBezTo>
                    <a:lnTo>
                      <a:pt x="269" y="161"/>
                    </a:lnTo>
                    <a:lnTo>
                      <a:pt x="270" y="164"/>
                    </a:lnTo>
                    <a:lnTo>
                      <a:pt x="270" y="165"/>
                    </a:lnTo>
                    <a:lnTo>
                      <a:pt x="271" y="168"/>
                    </a:lnTo>
                    <a:lnTo>
                      <a:pt x="269" y="167"/>
                    </a:lnTo>
                    <a:cubicBezTo>
                      <a:pt x="261" y="162"/>
                      <a:pt x="254" y="157"/>
                      <a:pt x="245" y="151"/>
                    </a:cubicBezTo>
                    <a:lnTo>
                      <a:pt x="245" y="151"/>
                    </a:lnTo>
                    <a:lnTo>
                      <a:pt x="245" y="150"/>
                    </a:lnTo>
                    <a:cubicBezTo>
                      <a:pt x="246" y="141"/>
                      <a:pt x="246" y="131"/>
                      <a:pt x="244" y="120"/>
                    </a:cubicBezTo>
                    <a:lnTo>
                      <a:pt x="244" y="119"/>
                    </a:lnTo>
                    <a:lnTo>
                      <a:pt x="244" y="119"/>
                    </a:lnTo>
                    <a:cubicBezTo>
                      <a:pt x="251" y="113"/>
                      <a:pt x="258" y="108"/>
                      <a:pt x="267" y="102"/>
                    </a:cubicBezTo>
                    <a:lnTo>
                      <a:pt x="270" y="99"/>
                    </a:lnTo>
                    <a:lnTo>
                      <a:pt x="269" y="103"/>
                    </a:lnTo>
                    <a:lnTo>
                      <a:pt x="268" y="105"/>
                    </a:lnTo>
                    <a:lnTo>
                      <a:pt x="267" y="108"/>
                    </a:lnTo>
                    <a:lnTo>
                      <a:pt x="266" y="105"/>
                    </a:lnTo>
                    <a:cubicBezTo>
                      <a:pt x="260" y="92"/>
                      <a:pt x="254" y="79"/>
                      <a:pt x="247" y="64"/>
                    </a:cubicBezTo>
                    <a:lnTo>
                      <a:pt x="246" y="60"/>
                    </a:lnTo>
                    <a:lnTo>
                      <a:pt x="249" y="62"/>
                    </a:lnTo>
                    <a:lnTo>
                      <a:pt x="251" y="63"/>
                    </a:lnTo>
                    <a:lnTo>
                      <a:pt x="254" y="64"/>
                    </a:lnTo>
                    <a:lnTo>
                      <a:pt x="250" y="65"/>
                    </a:lnTo>
                    <a:cubicBezTo>
                      <a:pt x="242" y="67"/>
                      <a:pt x="233" y="69"/>
                      <a:pt x="223" y="71"/>
                    </a:cubicBezTo>
                    <a:lnTo>
                      <a:pt x="222" y="71"/>
                    </a:lnTo>
                    <a:lnTo>
                      <a:pt x="222" y="70"/>
                    </a:lnTo>
                    <a:cubicBezTo>
                      <a:pt x="215" y="63"/>
                      <a:pt x="208" y="56"/>
                      <a:pt x="200" y="49"/>
                    </a:cubicBezTo>
                    <a:lnTo>
                      <a:pt x="199" y="49"/>
                    </a:lnTo>
                    <a:lnTo>
                      <a:pt x="199" y="48"/>
                    </a:lnTo>
                    <a:cubicBezTo>
                      <a:pt x="200" y="39"/>
                      <a:pt x="201" y="30"/>
                      <a:pt x="203" y="20"/>
                    </a:cubicBezTo>
                    <a:lnTo>
                      <a:pt x="204" y="16"/>
                    </a:lnTo>
                    <a:lnTo>
                      <a:pt x="206" y="20"/>
                    </a:lnTo>
                    <a:lnTo>
                      <a:pt x="207" y="21"/>
                    </a:lnTo>
                    <a:lnTo>
                      <a:pt x="209" y="25"/>
                    </a:lnTo>
                    <a:lnTo>
                      <a:pt x="205" y="23"/>
                    </a:lnTo>
                    <a:cubicBezTo>
                      <a:pt x="191" y="18"/>
                      <a:pt x="177" y="13"/>
                      <a:pt x="163" y="7"/>
                    </a:cubicBezTo>
                    <a:lnTo>
                      <a:pt x="158" y="6"/>
                    </a:lnTo>
                    <a:lnTo>
                      <a:pt x="163" y="4"/>
                    </a:lnTo>
                    <a:lnTo>
                      <a:pt x="164" y="4"/>
                    </a:lnTo>
                    <a:lnTo>
                      <a:pt x="169" y="2"/>
                    </a:lnTo>
                    <a:lnTo>
                      <a:pt x="166" y="6"/>
                    </a:lnTo>
                    <a:cubicBezTo>
                      <a:pt x="161" y="14"/>
                      <a:pt x="156" y="21"/>
                      <a:pt x="151" y="29"/>
                    </a:cubicBezTo>
                    <a:lnTo>
                      <a:pt x="150" y="30"/>
                    </a:lnTo>
                    <a:lnTo>
                      <a:pt x="149" y="30"/>
                    </a:lnTo>
                    <a:cubicBezTo>
                      <a:pt x="139" y="29"/>
                      <a:pt x="130" y="29"/>
                      <a:pt x="120" y="31"/>
                    </a:cubicBezTo>
                    <a:lnTo>
                      <a:pt x="119" y="31"/>
                    </a:lnTo>
                    <a:lnTo>
                      <a:pt x="119" y="31"/>
                    </a:lnTo>
                    <a:lnTo>
                      <a:pt x="119" y="31"/>
                    </a:lnTo>
                    <a:lnTo>
                      <a:pt x="119" y="30"/>
                    </a:lnTo>
                    <a:lnTo>
                      <a:pt x="119" y="30"/>
                    </a:lnTo>
                    <a:lnTo>
                      <a:pt x="120" y="28"/>
                    </a:lnTo>
                    <a:cubicBezTo>
                      <a:pt x="120" y="27"/>
                      <a:pt x="120" y="27"/>
                      <a:pt x="120" y="27"/>
                    </a:cubicBezTo>
                    <a:lnTo>
                      <a:pt x="120" y="27"/>
                    </a:lnTo>
                    <a:lnTo>
                      <a:pt x="120" y="28"/>
                    </a:lnTo>
                    <a:lnTo>
                      <a:pt x="120" y="28"/>
                    </a:lnTo>
                    <a:lnTo>
                      <a:pt x="121" y="30"/>
                    </a:lnTo>
                    <a:lnTo>
                      <a:pt x="119" y="31"/>
                    </a:lnTo>
                    <a:lnTo>
                      <a:pt x="119" y="31"/>
                    </a:lnTo>
                    <a:lnTo>
                      <a:pt x="119" y="31"/>
                    </a:lnTo>
                    <a:lnTo>
                      <a:pt x="119" y="31"/>
                    </a:lnTo>
                    <a:lnTo>
                      <a:pt x="118" y="31"/>
                    </a:lnTo>
                    <a:lnTo>
                      <a:pt x="117" y="30"/>
                    </a:lnTo>
                    <a:lnTo>
                      <a:pt x="117" y="30"/>
                    </a:lnTo>
                    <a:lnTo>
                      <a:pt x="117" y="30"/>
                    </a:lnTo>
                    <a:cubicBezTo>
                      <a:pt x="111" y="23"/>
                      <a:pt x="106" y="15"/>
                      <a:pt x="100" y="8"/>
                    </a:cubicBezTo>
                    <a:lnTo>
                      <a:pt x="97" y="4"/>
                    </a:lnTo>
                    <a:lnTo>
                      <a:pt x="102" y="5"/>
                    </a:lnTo>
                    <a:lnTo>
                      <a:pt x="104" y="5"/>
                    </a:lnTo>
                    <a:lnTo>
                      <a:pt x="109" y="7"/>
                    </a:lnTo>
                    <a:lnTo>
                      <a:pt x="104" y="9"/>
                    </a:lnTo>
                    <a:cubicBezTo>
                      <a:pt x="91" y="15"/>
                      <a:pt x="77" y="21"/>
                      <a:pt x="63" y="27"/>
                    </a:cubicBezTo>
                    <a:lnTo>
                      <a:pt x="58" y="29"/>
                    </a:lnTo>
                    <a:lnTo>
                      <a:pt x="61" y="25"/>
                    </a:lnTo>
                    <a:lnTo>
                      <a:pt x="62" y="23"/>
                    </a:lnTo>
                    <a:lnTo>
                      <a:pt x="64" y="18"/>
                    </a:lnTo>
                    <a:lnTo>
                      <a:pt x="65" y="23"/>
                    </a:lnTo>
                    <a:cubicBezTo>
                      <a:pt x="67" y="32"/>
                      <a:pt x="68" y="42"/>
                      <a:pt x="70" y="51"/>
                    </a:cubicBezTo>
                    <a:lnTo>
                      <a:pt x="70" y="52"/>
                    </a:lnTo>
                    <a:lnTo>
                      <a:pt x="70" y="53"/>
                    </a:lnTo>
                    <a:cubicBezTo>
                      <a:pt x="62" y="59"/>
                      <a:pt x="55" y="66"/>
                      <a:pt x="49" y="75"/>
                    </a:cubicBezTo>
                    <a:lnTo>
                      <a:pt x="48" y="76"/>
                    </a:lnTo>
                    <a:lnTo>
                      <a:pt x="47" y="75"/>
                    </a:lnTo>
                    <a:cubicBezTo>
                      <a:pt x="38" y="74"/>
                      <a:pt x="29" y="73"/>
                      <a:pt x="19" y="71"/>
                    </a:cubicBezTo>
                    <a:lnTo>
                      <a:pt x="14" y="71"/>
                    </a:lnTo>
                    <a:lnTo>
                      <a:pt x="19" y="68"/>
                    </a:lnTo>
                    <a:lnTo>
                      <a:pt x="20" y="67"/>
                    </a:lnTo>
                    <a:lnTo>
                      <a:pt x="25" y="64"/>
                    </a:lnTo>
                    <a:lnTo>
                      <a:pt x="23" y="69"/>
                    </a:lnTo>
                    <a:cubicBezTo>
                      <a:pt x="17" y="83"/>
                      <a:pt x="12" y="97"/>
                      <a:pt x="6" y="111"/>
                    </a:cubicBezTo>
                    <a:lnTo>
                      <a:pt x="5" y="116"/>
                    </a:lnTo>
                    <a:lnTo>
                      <a:pt x="3" y="111"/>
                    </a:lnTo>
                    <a:lnTo>
                      <a:pt x="2" y="110"/>
                    </a:lnTo>
                    <a:lnTo>
                      <a:pt x="1" y="105"/>
                    </a:lnTo>
                    <a:lnTo>
                      <a:pt x="5" y="108"/>
                    </a:lnTo>
                    <a:cubicBezTo>
                      <a:pt x="13" y="113"/>
                      <a:pt x="21" y="118"/>
                      <a:pt x="29" y="123"/>
                    </a:cubicBezTo>
                    <a:lnTo>
                      <a:pt x="30" y="124"/>
                    </a:lnTo>
                    <a:lnTo>
                      <a:pt x="29" y="125"/>
                    </a:lnTo>
                    <a:cubicBezTo>
                      <a:pt x="28" y="135"/>
                      <a:pt x="28" y="145"/>
                      <a:pt x="30" y="155"/>
                    </a:cubicBezTo>
                    <a:lnTo>
                      <a:pt x="30" y="156"/>
                    </a:lnTo>
                    <a:lnTo>
                      <a:pt x="29" y="157"/>
                    </a:lnTo>
                    <a:cubicBezTo>
                      <a:pt x="22" y="163"/>
                      <a:pt x="15" y="168"/>
                      <a:pt x="7" y="174"/>
                    </a:cubicBezTo>
                    <a:lnTo>
                      <a:pt x="3" y="177"/>
                    </a:lnTo>
                    <a:lnTo>
                      <a:pt x="4" y="172"/>
                    </a:lnTo>
                    <a:lnTo>
                      <a:pt x="4" y="170"/>
                    </a:lnTo>
                    <a:lnTo>
                      <a:pt x="6" y="165"/>
                    </a:lnTo>
                    <a:lnTo>
                      <a:pt x="8" y="170"/>
                    </a:lnTo>
                    <a:cubicBezTo>
                      <a:pt x="14" y="184"/>
                      <a:pt x="20" y="197"/>
                      <a:pt x="26" y="211"/>
                    </a:cubicBezTo>
                    <a:lnTo>
                      <a:pt x="29" y="216"/>
                    </a:lnTo>
                    <a:lnTo>
                      <a:pt x="24" y="214"/>
                    </a:lnTo>
                    <a:lnTo>
                      <a:pt x="22" y="213"/>
                    </a:lnTo>
                    <a:lnTo>
                      <a:pt x="18" y="211"/>
                    </a:lnTo>
                    <a:lnTo>
                      <a:pt x="23" y="209"/>
                    </a:lnTo>
                    <a:cubicBezTo>
                      <a:pt x="32" y="208"/>
                      <a:pt x="41" y="206"/>
                      <a:pt x="50" y="204"/>
                    </a:cubicBezTo>
                    <a:lnTo>
                      <a:pt x="52" y="204"/>
                    </a:lnTo>
                    <a:lnTo>
                      <a:pt x="52" y="205"/>
                    </a:lnTo>
                    <a:cubicBezTo>
                      <a:pt x="58" y="213"/>
                      <a:pt x="66" y="220"/>
                      <a:pt x="74" y="225"/>
                    </a:cubicBezTo>
                    <a:lnTo>
                      <a:pt x="75" y="226"/>
                    </a:lnTo>
                    <a:lnTo>
                      <a:pt x="75" y="227"/>
                    </a:lnTo>
                    <a:cubicBezTo>
                      <a:pt x="73" y="236"/>
                      <a:pt x="72" y="246"/>
                      <a:pt x="70" y="255"/>
                    </a:cubicBezTo>
                    <a:lnTo>
                      <a:pt x="70" y="260"/>
                    </a:lnTo>
                    <a:lnTo>
                      <a:pt x="67" y="255"/>
                    </a:lnTo>
                    <a:lnTo>
                      <a:pt x="66" y="255"/>
                    </a:lnTo>
                    <a:lnTo>
                      <a:pt x="63" y="250"/>
                    </a:lnTo>
                    <a:lnTo>
                      <a:pt x="69" y="252"/>
                    </a:lnTo>
                    <a:cubicBezTo>
                      <a:pt x="83" y="257"/>
                      <a:pt x="97" y="263"/>
                      <a:pt x="111" y="268"/>
                    </a:cubicBezTo>
                    <a:lnTo>
                      <a:pt x="116" y="270"/>
                    </a:lnTo>
                    <a:lnTo>
                      <a:pt x="111" y="272"/>
                    </a:lnTo>
                    <a:lnTo>
                      <a:pt x="110" y="272"/>
                    </a:lnTo>
                    <a:lnTo>
                      <a:pt x="104" y="274"/>
                    </a:lnTo>
                    <a:lnTo>
                      <a:pt x="108" y="269"/>
                    </a:lnTo>
                    <a:cubicBezTo>
                      <a:pt x="113" y="262"/>
                      <a:pt x="118" y="254"/>
                      <a:pt x="123" y="246"/>
                    </a:cubicBezTo>
                    <a:lnTo>
                      <a:pt x="124" y="245"/>
                    </a:lnTo>
                    <a:lnTo>
                      <a:pt x="125" y="246"/>
                    </a:lnTo>
                    <a:cubicBezTo>
                      <a:pt x="130" y="246"/>
                      <a:pt x="136" y="246"/>
                      <a:pt x="141" y="246"/>
                    </a:cubicBezTo>
                    <a:cubicBezTo>
                      <a:pt x="144" y="246"/>
                      <a:pt x="147" y="246"/>
                      <a:pt x="150" y="246"/>
                    </a:cubicBezTo>
                    <a:lnTo>
                      <a:pt x="154" y="245"/>
                    </a:lnTo>
                    <a:lnTo>
                      <a:pt x="154" y="245"/>
                    </a:lnTo>
                    <a:lnTo>
                      <a:pt x="155" y="245"/>
                    </a:lnTo>
                    <a:lnTo>
                      <a:pt x="155" y="245"/>
                    </a:lnTo>
                    <a:cubicBezTo>
                      <a:pt x="156" y="245"/>
                      <a:pt x="157" y="248"/>
                      <a:pt x="156" y="248"/>
                    </a:cubicBezTo>
                    <a:lnTo>
                      <a:pt x="156" y="248"/>
                    </a:lnTo>
                    <a:lnTo>
                      <a:pt x="156" y="248"/>
                    </a:lnTo>
                    <a:lnTo>
                      <a:pt x="155" y="249"/>
                    </a:lnTo>
                    <a:cubicBezTo>
                      <a:pt x="154" y="249"/>
                      <a:pt x="153" y="250"/>
                      <a:pt x="153" y="250"/>
                    </a:cubicBezTo>
                    <a:lnTo>
                      <a:pt x="151" y="250"/>
                    </a:lnTo>
                    <a:cubicBezTo>
                      <a:pt x="142" y="251"/>
                      <a:pt x="133" y="251"/>
                      <a:pt x="125" y="250"/>
                    </a:cubicBezTo>
                    <a:lnTo>
                      <a:pt x="118" y="250"/>
                    </a:lnTo>
                    <a:lnTo>
                      <a:pt x="124" y="247"/>
                    </a:lnTo>
                    <a:lnTo>
                      <a:pt x="125" y="246"/>
                    </a:lnTo>
                    <a:lnTo>
                      <a:pt x="131" y="243"/>
                    </a:lnTo>
                    <a:lnTo>
                      <a:pt x="127" y="249"/>
                    </a:lnTo>
                    <a:cubicBezTo>
                      <a:pt x="122" y="257"/>
                      <a:pt x="117" y="265"/>
                      <a:pt x="112" y="273"/>
                    </a:cubicBezTo>
                    <a:lnTo>
                      <a:pt x="111" y="274"/>
                    </a:lnTo>
                    <a:lnTo>
                      <a:pt x="109" y="273"/>
                    </a:lnTo>
                    <a:cubicBezTo>
                      <a:pt x="95" y="268"/>
                      <a:pt x="80" y="262"/>
                      <a:pt x="66" y="257"/>
                    </a:cubicBezTo>
                    <a:lnTo>
                      <a:pt x="65" y="256"/>
                    </a:lnTo>
                    <a:lnTo>
                      <a:pt x="65" y="255"/>
                    </a:lnTo>
                    <a:cubicBezTo>
                      <a:pt x="66" y="245"/>
                      <a:pt x="68" y="236"/>
                      <a:pt x="69" y="227"/>
                    </a:cubicBezTo>
                    <a:lnTo>
                      <a:pt x="70" y="220"/>
                    </a:lnTo>
                    <a:lnTo>
                      <a:pt x="73" y="227"/>
                    </a:lnTo>
                    <a:lnTo>
                      <a:pt x="73" y="227"/>
                    </a:lnTo>
                    <a:lnTo>
                      <a:pt x="76" y="234"/>
                    </a:lnTo>
                    <a:lnTo>
                      <a:pt x="70" y="230"/>
                    </a:lnTo>
                    <a:cubicBezTo>
                      <a:pt x="62" y="224"/>
                      <a:pt x="54" y="216"/>
                      <a:pt x="48" y="209"/>
                    </a:cubicBezTo>
                    <a:lnTo>
                      <a:pt x="44" y="204"/>
                    </a:lnTo>
                    <a:lnTo>
                      <a:pt x="50" y="206"/>
                    </a:lnTo>
                    <a:lnTo>
                      <a:pt x="51" y="206"/>
                    </a:lnTo>
                    <a:lnTo>
                      <a:pt x="58" y="209"/>
                    </a:lnTo>
                    <a:lnTo>
                      <a:pt x="51" y="210"/>
                    </a:lnTo>
                    <a:cubicBezTo>
                      <a:pt x="41" y="212"/>
                      <a:pt x="32" y="214"/>
                      <a:pt x="23" y="215"/>
                    </a:cubicBezTo>
                    <a:lnTo>
                      <a:pt x="22" y="216"/>
                    </a:lnTo>
                    <a:lnTo>
                      <a:pt x="21" y="214"/>
                    </a:lnTo>
                    <a:cubicBezTo>
                      <a:pt x="15" y="200"/>
                      <a:pt x="8" y="185"/>
                      <a:pt x="2" y="172"/>
                    </a:cubicBezTo>
                    <a:lnTo>
                      <a:pt x="2" y="170"/>
                    </a:lnTo>
                    <a:lnTo>
                      <a:pt x="3" y="169"/>
                    </a:lnTo>
                    <a:cubicBezTo>
                      <a:pt x="11" y="163"/>
                      <a:pt x="18" y="158"/>
                      <a:pt x="25" y="152"/>
                    </a:cubicBezTo>
                    <a:lnTo>
                      <a:pt x="31" y="148"/>
                    </a:lnTo>
                    <a:lnTo>
                      <a:pt x="28" y="155"/>
                    </a:lnTo>
                    <a:lnTo>
                      <a:pt x="28" y="156"/>
                    </a:lnTo>
                    <a:lnTo>
                      <a:pt x="25" y="162"/>
                    </a:lnTo>
                    <a:lnTo>
                      <a:pt x="24" y="155"/>
                    </a:lnTo>
                    <a:cubicBezTo>
                      <a:pt x="22" y="145"/>
                      <a:pt x="22" y="134"/>
                      <a:pt x="23" y="125"/>
                    </a:cubicBezTo>
                    <a:lnTo>
                      <a:pt x="24" y="118"/>
                    </a:lnTo>
                    <a:lnTo>
                      <a:pt x="27" y="125"/>
                    </a:lnTo>
                    <a:lnTo>
                      <a:pt x="28" y="126"/>
                    </a:lnTo>
                    <a:lnTo>
                      <a:pt x="30" y="132"/>
                    </a:lnTo>
                    <a:lnTo>
                      <a:pt x="25" y="128"/>
                    </a:lnTo>
                    <a:cubicBezTo>
                      <a:pt x="17" y="123"/>
                      <a:pt x="9" y="117"/>
                      <a:pt x="1" y="112"/>
                    </a:cubicBezTo>
                    <a:lnTo>
                      <a:pt x="0" y="112"/>
                    </a:lnTo>
                    <a:lnTo>
                      <a:pt x="1" y="110"/>
                    </a:lnTo>
                    <a:cubicBezTo>
                      <a:pt x="6" y="95"/>
                      <a:pt x="12" y="80"/>
                      <a:pt x="18" y="66"/>
                    </a:cubicBezTo>
                    <a:lnTo>
                      <a:pt x="18" y="65"/>
                    </a:lnTo>
                    <a:lnTo>
                      <a:pt x="20" y="65"/>
                    </a:lnTo>
                    <a:cubicBezTo>
                      <a:pt x="29" y="66"/>
                      <a:pt x="39" y="68"/>
                      <a:pt x="48" y="69"/>
                    </a:cubicBezTo>
                    <a:lnTo>
                      <a:pt x="54" y="70"/>
                    </a:lnTo>
                    <a:lnTo>
                      <a:pt x="48" y="73"/>
                    </a:lnTo>
                    <a:lnTo>
                      <a:pt x="47" y="73"/>
                    </a:lnTo>
                    <a:lnTo>
                      <a:pt x="41" y="76"/>
                    </a:lnTo>
                    <a:lnTo>
                      <a:pt x="44" y="70"/>
                    </a:lnTo>
                    <a:cubicBezTo>
                      <a:pt x="51" y="62"/>
                      <a:pt x="58" y="54"/>
                      <a:pt x="65" y="48"/>
                    </a:cubicBezTo>
                    <a:lnTo>
                      <a:pt x="70" y="44"/>
                    </a:lnTo>
                    <a:lnTo>
                      <a:pt x="68" y="50"/>
                    </a:lnTo>
                    <a:lnTo>
                      <a:pt x="68" y="52"/>
                    </a:lnTo>
                    <a:lnTo>
                      <a:pt x="65" y="58"/>
                    </a:lnTo>
                    <a:lnTo>
                      <a:pt x="64" y="51"/>
                    </a:lnTo>
                    <a:cubicBezTo>
                      <a:pt x="62" y="42"/>
                      <a:pt x="60" y="32"/>
                      <a:pt x="59" y="24"/>
                    </a:cubicBezTo>
                    <a:lnTo>
                      <a:pt x="58" y="22"/>
                    </a:lnTo>
                    <a:lnTo>
                      <a:pt x="60" y="22"/>
                    </a:lnTo>
                    <a:cubicBezTo>
                      <a:pt x="75" y="15"/>
                      <a:pt x="90" y="8"/>
                      <a:pt x="103" y="2"/>
                    </a:cubicBezTo>
                    <a:lnTo>
                      <a:pt x="104" y="2"/>
                    </a:lnTo>
                    <a:lnTo>
                      <a:pt x="105" y="3"/>
                    </a:lnTo>
                    <a:cubicBezTo>
                      <a:pt x="111" y="11"/>
                      <a:pt x="117" y="19"/>
                      <a:pt x="122" y="26"/>
                    </a:cubicBezTo>
                    <a:lnTo>
                      <a:pt x="126" y="31"/>
                    </a:lnTo>
                    <a:lnTo>
                      <a:pt x="120" y="28"/>
                    </a:lnTo>
                    <a:lnTo>
                      <a:pt x="119" y="28"/>
                    </a:lnTo>
                    <a:lnTo>
                      <a:pt x="119" y="28"/>
                    </a:lnTo>
                    <a:lnTo>
                      <a:pt x="118" y="28"/>
                    </a:lnTo>
                    <a:lnTo>
                      <a:pt x="118" y="28"/>
                    </a:lnTo>
                    <a:lnTo>
                      <a:pt x="118" y="27"/>
                    </a:lnTo>
                    <a:lnTo>
                      <a:pt x="119" y="24"/>
                    </a:lnTo>
                    <a:cubicBezTo>
                      <a:pt x="120" y="24"/>
                      <a:pt x="120" y="24"/>
                      <a:pt x="120" y="25"/>
                    </a:cubicBezTo>
                    <a:lnTo>
                      <a:pt x="120" y="25"/>
                    </a:lnTo>
                    <a:lnTo>
                      <a:pt x="120" y="25"/>
                    </a:lnTo>
                    <a:lnTo>
                      <a:pt x="120" y="25"/>
                    </a:lnTo>
                    <a:cubicBezTo>
                      <a:pt x="120" y="25"/>
                      <a:pt x="120" y="24"/>
                      <a:pt x="120" y="25"/>
                    </a:cubicBezTo>
                    <a:lnTo>
                      <a:pt x="119" y="27"/>
                    </a:lnTo>
                    <a:lnTo>
                      <a:pt x="119" y="27"/>
                    </a:lnTo>
                    <a:lnTo>
                      <a:pt x="119" y="28"/>
                    </a:lnTo>
                    <a:lnTo>
                      <a:pt x="119" y="28"/>
                    </a:lnTo>
                    <a:lnTo>
                      <a:pt x="114" y="26"/>
                    </a:lnTo>
                    <a:lnTo>
                      <a:pt x="119" y="25"/>
                    </a:lnTo>
                    <a:lnTo>
                      <a:pt x="119" y="25"/>
                    </a:lnTo>
                    <a:cubicBezTo>
                      <a:pt x="129" y="23"/>
                      <a:pt x="140" y="23"/>
                      <a:pt x="149" y="24"/>
                    </a:cubicBezTo>
                    <a:lnTo>
                      <a:pt x="155" y="24"/>
                    </a:lnTo>
                    <a:lnTo>
                      <a:pt x="150" y="27"/>
                    </a:lnTo>
                    <a:lnTo>
                      <a:pt x="148" y="28"/>
                    </a:lnTo>
                    <a:lnTo>
                      <a:pt x="143" y="30"/>
                    </a:lnTo>
                    <a:lnTo>
                      <a:pt x="146" y="25"/>
                    </a:lnTo>
                    <a:cubicBezTo>
                      <a:pt x="152" y="17"/>
                      <a:pt x="157" y="9"/>
                      <a:pt x="162" y="2"/>
                    </a:cubicBezTo>
                    <a:lnTo>
                      <a:pt x="163" y="0"/>
                    </a:lnTo>
                    <a:lnTo>
                      <a:pt x="164" y="1"/>
                    </a:lnTo>
                    <a:cubicBezTo>
                      <a:pt x="179" y="7"/>
                      <a:pt x="195" y="13"/>
                      <a:pt x="208" y="18"/>
                    </a:cubicBezTo>
                    <a:lnTo>
                      <a:pt x="209" y="18"/>
                    </a:lnTo>
                    <a:lnTo>
                      <a:pt x="209" y="20"/>
                    </a:lnTo>
                    <a:cubicBezTo>
                      <a:pt x="208" y="30"/>
                      <a:pt x="206" y="39"/>
                      <a:pt x="205" y="48"/>
                    </a:cubicBezTo>
                    <a:lnTo>
                      <a:pt x="204" y="53"/>
                    </a:lnTo>
                    <a:lnTo>
                      <a:pt x="202" y="48"/>
                    </a:lnTo>
                    <a:lnTo>
                      <a:pt x="201" y="47"/>
                    </a:lnTo>
                    <a:lnTo>
                      <a:pt x="199" y="42"/>
                    </a:lnTo>
                    <a:lnTo>
                      <a:pt x="204" y="45"/>
                    </a:lnTo>
                    <a:cubicBezTo>
                      <a:pt x="212" y="51"/>
                      <a:pt x="220" y="59"/>
                      <a:pt x="226" y="66"/>
                    </a:cubicBezTo>
                    <a:lnTo>
                      <a:pt x="229" y="70"/>
                    </a:lnTo>
                    <a:lnTo>
                      <a:pt x="224" y="68"/>
                    </a:lnTo>
                    <a:lnTo>
                      <a:pt x="223" y="68"/>
                    </a:lnTo>
                    <a:lnTo>
                      <a:pt x="218" y="66"/>
                    </a:lnTo>
                    <a:lnTo>
                      <a:pt x="223" y="65"/>
                    </a:lnTo>
                    <a:cubicBezTo>
                      <a:pt x="233" y="63"/>
                      <a:pt x="242" y="61"/>
                      <a:pt x="251" y="60"/>
                    </a:cubicBezTo>
                    <a:lnTo>
                      <a:pt x="252" y="59"/>
                    </a:lnTo>
                    <a:lnTo>
                      <a:pt x="252" y="60"/>
                    </a:lnTo>
                    <a:cubicBezTo>
                      <a:pt x="259" y="75"/>
                      <a:pt x="265" y="90"/>
                      <a:pt x="271" y="103"/>
                    </a:cubicBezTo>
                    <a:lnTo>
                      <a:pt x="272" y="104"/>
                    </a:lnTo>
                    <a:lnTo>
                      <a:pt x="271" y="105"/>
                    </a:lnTo>
                    <a:cubicBezTo>
                      <a:pt x="263" y="111"/>
                      <a:pt x="255" y="117"/>
                      <a:pt x="248" y="122"/>
                    </a:cubicBezTo>
                    <a:lnTo>
                      <a:pt x="244" y="125"/>
                    </a:lnTo>
                    <a:lnTo>
                      <a:pt x="246" y="120"/>
                    </a:lnTo>
                    <a:lnTo>
                      <a:pt x="246" y="119"/>
                    </a:lnTo>
                    <a:lnTo>
                      <a:pt x="248" y="115"/>
                    </a:lnTo>
                    <a:lnTo>
                      <a:pt x="249" y="120"/>
                    </a:lnTo>
                    <a:cubicBezTo>
                      <a:pt x="251" y="130"/>
                      <a:pt x="251" y="141"/>
                      <a:pt x="250" y="150"/>
                    </a:cubicBezTo>
                    <a:lnTo>
                      <a:pt x="249" y="154"/>
                    </a:lnTo>
                    <a:lnTo>
                      <a:pt x="247" y="150"/>
                    </a:lnTo>
                    <a:lnTo>
                      <a:pt x="247" y="149"/>
                    </a:lnTo>
                    <a:lnTo>
                      <a:pt x="245" y="145"/>
                    </a:lnTo>
                    <a:lnTo>
                      <a:pt x="248" y="147"/>
                    </a:lnTo>
                    <a:cubicBezTo>
                      <a:pt x="257" y="153"/>
                      <a:pt x="265" y="158"/>
                      <a:pt x="272" y="163"/>
                    </a:cubicBezTo>
                    <a:lnTo>
                      <a:pt x="273" y="164"/>
                    </a:lnTo>
                    <a:lnTo>
                      <a:pt x="272" y="165"/>
                    </a:lnTo>
                    <a:cubicBezTo>
                      <a:pt x="266" y="180"/>
                      <a:pt x="260" y="194"/>
                      <a:pt x="255" y="208"/>
                    </a:cubicBezTo>
                    <a:lnTo>
                      <a:pt x="255" y="209"/>
                    </a:lnTo>
                    <a:lnTo>
                      <a:pt x="254" y="209"/>
                    </a:lnTo>
                    <a:cubicBezTo>
                      <a:pt x="244" y="207"/>
                      <a:pt x="235" y="206"/>
                      <a:pt x="226" y="204"/>
                    </a:cubicBezTo>
                    <a:lnTo>
                      <a:pt x="223" y="204"/>
                    </a:lnTo>
                    <a:lnTo>
                      <a:pt x="226" y="203"/>
                    </a:lnTo>
                    <a:lnTo>
                      <a:pt x="227" y="202"/>
                    </a:lnTo>
                    <a:lnTo>
                      <a:pt x="230" y="201"/>
                    </a:lnTo>
                    <a:lnTo>
                      <a:pt x="228" y="204"/>
                    </a:lnTo>
                    <a:cubicBezTo>
                      <a:pt x="222" y="212"/>
                      <a:pt x="215" y="219"/>
                      <a:pt x="207" y="225"/>
                    </a:cubicBezTo>
                    <a:lnTo>
                      <a:pt x="205" y="227"/>
                    </a:lnTo>
                    <a:lnTo>
                      <a:pt x="206" y="224"/>
                    </a:lnTo>
                    <a:lnTo>
                      <a:pt x="206" y="224"/>
                    </a:lnTo>
                    <a:lnTo>
                      <a:pt x="207" y="221"/>
                    </a:lnTo>
                    <a:lnTo>
                      <a:pt x="208" y="224"/>
                    </a:lnTo>
                    <a:cubicBezTo>
                      <a:pt x="210" y="234"/>
                      <a:pt x="211" y="243"/>
                      <a:pt x="213" y="251"/>
                    </a:cubicBezTo>
                    <a:lnTo>
                      <a:pt x="213" y="252"/>
                    </a:lnTo>
                    <a:lnTo>
                      <a:pt x="213" y="252"/>
                    </a:lnTo>
                    <a:cubicBezTo>
                      <a:pt x="195" y="259"/>
                      <a:pt x="181" y="265"/>
                      <a:pt x="170" y="270"/>
                    </a:cubicBezTo>
                    <a:lnTo>
                      <a:pt x="170" y="270"/>
                    </a:lnTo>
                    <a:lnTo>
                      <a:pt x="170" y="270"/>
                    </a:lnTo>
                    <a:cubicBezTo>
                      <a:pt x="165" y="263"/>
                      <a:pt x="161" y="257"/>
                      <a:pt x="158" y="253"/>
                    </a:cubicBezTo>
                    <a:cubicBezTo>
                      <a:pt x="157" y="251"/>
                      <a:pt x="156" y="250"/>
                      <a:pt x="155" y="249"/>
                    </a:cubicBezTo>
                    <a:cubicBezTo>
                      <a:pt x="154" y="248"/>
                      <a:pt x="154" y="247"/>
                      <a:pt x="154" y="247"/>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373" name="Google Shape;373;p9"/>
            <p:cNvSpPr/>
            <p:nvPr/>
          </p:nvSpPr>
          <p:spPr>
            <a:xfrm>
              <a:off x="8544623" y="-451649"/>
              <a:ext cx="896675" cy="896675"/>
            </a:xfrm>
            <a:custGeom>
              <a:rect b="b" l="l" r="r" t="t"/>
              <a:pathLst>
                <a:path extrusionOk="0" h="493" w="493">
                  <a:moveTo>
                    <a:pt x="92" y="112"/>
                  </a:moveTo>
                  <a:cubicBezTo>
                    <a:pt x="104" y="98"/>
                    <a:pt x="118" y="86"/>
                    <a:pt x="133" y="76"/>
                  </a:cubicBezTo>
                  <a:lnTo>
                    <a:pt x="128" y="26"/>
                  </a:lnTo>
                  <a:lnTo>
                    <a:pt x="206" y="0"/>
                  </a:lnTo>
                  <a:lnTo>
                    <a:pt x="232" y="42"/>
                  </a:lnTo>
                  <a:cubicBezTo>
                    <a:pt x="250" y="41"/>
                    <a:pt x="269" y="42"/>
                    <a:pt x="286" y="46"/>
                  </a:cubicBezTo>
                  <a:lnTo>
                    <a:pt x="318" y="7"/>
                  </a:lnTo>
                  <a:lnTo>
                    <a:pt x="392" y="44"/>
                  </a:lnTo>
                  <a:lnTo>
                    <a:pt x="381" y="92"/>
                  </a:lnTo>
                  <a:cubicBezTo>
                    <a:pt x="395" y="104"/>
                    <a:pt x="406" y="118"/>
                    <a:pt x="416" y="133"/>
                  </a:cubicBezTo>
                  <a:lnTo>
                    <a:pt x="466" y="128"/>
                  </a:lnTo>
                  <a:lnTo>
                    <a:pt x="493" y="206"/>
                  </a:lnTo>
                  <a:lnTo>
                    <a:pt x="450" y="233"/>
                  </a:lnTo>
                  <a:cubicBezTo>
                    <a:pt x="451" y="250"/>
                    <a:pt x="450" y="269"/>
                    <a:pt x="447" y="287"/>
                  </a:cubicBezTo>
                  <a:lnTo>
                    <a:pt x="486" y="318"/>
                  </a:lnTo>
                  <a:lnTo>
                    <a:pt x="449" y="393"/>
                  </a:lnTo>
                  <a:lnTo>
                    <a:pt x="400" y="381"/>
                  </a:lnTo>
                  <a:cubicBezTo>
                    <a:pt x="388" y="395"/>
                    <a:pt x="374" y="407"/>
                    <a:pt x="360" y="416"/>
                  </a:cubicBezTo>
                  <a:lnTo>
                    <a:pt x="365" y="466"/>
                  </a:lnTo>
                  <a:lnTo>
                    <a:pt x="286" y="493"/>
                  </a:lnTo>
                  <a:lnTo>
                    <a:pt x="260" y="450"/>
                  </a:lnTo>
                  <a:cubicBezTo>
                    <a:pt x="242" y="452"/>
                    <a:pt x="224" y="450"/>
                    <a:pt x="206" y="447"/>
                  </a:cubicBezTo>
                  <a:lnTo>
                    <a:pt x="174" y="486"/>
                  </a:lnTo>
                  <a:lnTo>
                    <a:pt x="100" y="449"/>
                  </a:lnTo>
                  <a:lnTo>
                    <a:pt x="112" y="400"/>
                  </a:lnTo>
                  <a:cubicBezTo>
                    <a:pt x="98" y="388"/>
                    <a:pt x="86" y="375"/>
                    <a:pt x="76" y="360"/>
                  </a:cubicBezTo>
                  <a:lnTo>
                    <a:pt x="26" y="365"/>
                  </a:lnTo>
                  <a:lnTo>
                    <a:pt x="0" y="286"/>
                  </a:lnTo>
                  <a:lnTo>
                    <a:pt x="42" y="260"/>
                  </a:lnTo>
                  <a:cubicBezTo>
                    <a:pt x="41" y="242"/>
                    <a:pt x="42" y="224"/>
                    <a:pt x="46" y="206"/>
                  </a:cubicBezTo>
                  <a:lnTo>
                    <a:pt x="7" y="174"/>
                  </a:lnTo>
                  <a:lnTo>
                    <a:pt x="43" y="100"/>
                  </a:lnTo>
                  <a:lnTo>
                    <a:pt x="92" y="112"/>
                  </a:lnTo>
                  <a:moveTo>
                    <a:pt x="168" y="204"/>
                  </a:moveTo>
                  <a:cubicBezTo>
                    <a:pt x="146" y="248"/>
                    <a:pt x="164" y="301"/>
                    <a:pt x="209" y="323"/>
                  </a:cubicBezTo>
                  <a:cubicBezTo>
                    <a:pt x="253" y="344"/>
                    <a:pt x="306" y="326"/>
                    <a:pt x="328" y="282"/>
                  </a:cubicBezTo>
                  <a:cubicBezTo>
                    <a:pt x="349" y="238"/>
                    <a:pt x="331" y="185"/>
                    <a:pt x="287" y="163"/>
                  </a:cubicBezTo>
                  <a:cubicBezTo>
                    <a:pt x="243" y="141"/>
                    <a:pt x="190" y="159"/>
                    <a:pt x="168" y="204"/>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74" name="Google Shape;374;p9"/>
            <p:cNvSpPr/>
            <p:nvPr/>
          </p:nvSpPr>
          <p:spPr>
            <a:xfrm>
              <a:off x="7816037" y="4709575"/>
              <a:ext cx="807169" cy="807166"/>
            </a:xfrm>
            <a:custGeom>
              <a:rect b="b" l="l" r="r" t="t"/>
              <a:pathLst>
                <a:path extrusionOk="0" h="443" w="443">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375" name="Google Shape;375;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76" name="Shape 376"/>
        <p:cNvGrpSpPr/>
        <p:nvPr/>
      </p:nvGrpSpPr>
      <p:grpSpPr>
        <a:xfrm>
          <a:off x="0" y="0"/>
          <a:ext cx="0" cy="0"/>
          <a:chOff x="0" y="0"/>
          <a:chExt cx="0" cy="0"/>
        </a:xfrm>
      </p:grpSpPr>
      <p:sp>
        <p:nvSpPr>
          <p:cNvPr id="377" name="Google Shape;377;p10"/>
          <p:cNvSpPr txBox="1"/>
          <p:nvPr>
            <p:ph type="title"/>
          </p:nvPr>
        </p:nvSpPr>
        <p:spPr>
          <a:xfrm>
            <a:off x="720000" y="4014450"/>
            <a:ext cx="7704000" cy="5727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378" name="Google Shape;378;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79" name="Shape 379"/>
        <p:cNvGrpSpPr/>
        <p:nvPr/>
      </p:nvGrpSpPr>
      <p:grpSpPr>
        <a:xfrm>
          <a:off x="0" y="0"/>
          <a:ext cx="0" cy="0"/>
          <a:chOff x="0" y="0"/>
          <a:chExt cx="0" cy="0"/>
        </a:xfrm>
      </p:grpSpPr>
      <p:sp>
        <p:nvSpPr>
          <p:cNvPr id="380" name="Google Shape;380;p11"/>
          <p:cNvSpPr txBox="1"/>
          <p:nvPr>
            <p:ph hasCustomPrompt="1" type="title"/>
          </p:nvPr>
        </p:nvSpPr>
        <p:spPr>
          <a:xfrm>
            <a:off x="2047800" y="3093100"/>
            <a:ext cx="5048400" cy="8256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9600"/>
              <a:buNone/>
              <a:defRPr b="1" sz="4800">
                <a:solidFill>
                  <a:schemeClr val="dk2"/>
                </a:solidFill>
                <a:latin typeface="Roboto"/>
                <a:ea typeface="Roboto"/>
                <a:cs typeface="Roboto"/>
                <a:sym typeface="Roboto"/>
              </a:defRPr>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381" name="Google Shape;381;p11"/>
          <p:cNvSpPr txBox="1"/>
          <p:nvPr>
            <p:ph idx="1" type="subTitle"/>
          </p:nvPr>
        </p:nvSpPr>
        <p:spPr>
          <a:xfrm>
            <a:off x="2047800" y="3871225"/>
            <a:ext cx="5048400" cy="366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382" name="Google Shape;382;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383" name="Shape 383"/>
        <p:cNvGrpSpPr/>
        <p:nvPr/>
      </p:nvGrpSpPr>
      <p:grpSpPr>
        <a:xfrm>
          <a:off x="0" y="0"/>
          <a:ext cx="0" cy="0"/>
          <a:chOff x="0" y="0"/>
          <a:chExt cx="0" cy="0"/>
        </a:xfrm>
      </p:grpSpPr>
      <p:sp>
        <p:nvSpPr>
          <p:cNvPr id="384" name="Google Shape;384;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85" name="Shape 385"/>
        <p:cNvGrpSpPr/>
        <p:nvPr/>
      </p:nvGrpSpPr>
      <p:grpSpPr>
        <a:xfrm>
          <a:off x="0" y="0"/>
          <a:ext cx="0" cy="0"/>
          <a:chOff x="0" y="0"/>
          <a:chExt cx="0" cy="0"/>
        </a:xfrm>
      </p:grpSpPr>
      <p:sp>
        <p:nvSpPr>
          <p:cNvPr id="386" name="Google Shape;386;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7" name="Google Shape;387;p13"/>
          <p:cNvSpPr txBox="1"/>
          <p:nvPr>
            <p:ph hasCustomPrompt="1" idx="2" type="title"/>
          </p:nvPr>
        </p:nvSpPr>
        <p:spPr>
          <a:xfrm>
            <a:off x="1557275" y="1518560"/>
            <a:ext cx="630900" cy="6309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b="1">
                <a:solidFill>
                  <a:schemeClr val="lt1"/>
                </a:solidFill>
                <a:latin typeface="Roboto"/>
                <a:ea typeface="Roboto"/>
                <a:cs typeface="Roboto"/>
                <a:sym typeface="Roboto"/>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88" name="Google Shape;388;p13"/>
          <p:cNvSpPr txBox="1"/>
          <p:nvPr>
            <p:ph hasCustomPrompt="1" idx="3" type="title"/>
          </p:nvPr>
        </p:nvSpPr>
        <p:spPr>
          <a:xfrm>
            <a:off x="1557275" y="3034705"/>
            <a:ext cx="630900" cy="6309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b="1">
                <a:solidFill>
                  <a:schemeClr val="lt1"/>
                </a:solidFill>
                <a:latin typeface="Roboto"/>
                <a:ea typeface="Roboto"/>
                <a:cs typeface="Roboto"/>
                <a:sym typeface="Roboto"/>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89" name="Google Shape;389;p13"/>
          <p:cNvSpPr txBox="1"/>
          <p:nvPr>
            <p:ph hasCustomPrompt="1" idx="4" type="title"/>
          </p:nvPr>
        </p:nvSpPr>
        <p:spPr>
          <a:xfrm>
            <a:off x="4256550" y="1518560"/>
            <a:ext cx="630900" cy="6309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b="1">
                <a:solidFill>
                  <a:schemeClr val="lt1"/>
                </a:solidFill>
                <a:latin typeface="Roboto"/>
                <a:ea typeface="Roboto"/>
                <a:cs typeface="Roboto"/>
                <a:sym typeface="Roboto"/>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90" name="Google Shape;390;p13"/>
          <p:cNvSpPr txBox="1"/>
          <p:nvPr>
            <p:ph hasCustomPrompt="1" idx="5" type="title"/>
          </p:nvPr>
        </p:nvSpPr>
        <p:spPr>
          <a:xfrm>
            <a:off x="4256550" y="3034705"/>
            <a:ext cx="630900" cy="6309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b="1">
                <a:solidFill>
                  <a:schemeClr val="lt1"/>
                </a:solidFill>
                <a:latin typeface="Roboto"/>
                <a:ea typeface="Roboto"/>
                <a:cs typeface="Roboto"/>
                <a:sym typeface="Roboto"/>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91" name="Google Shape;391;p13"/>
          <p:cNvSpPr txBox="1"/>
          <p:nvPr>
            <p:ph hasCustomPrompt="1" idx="6" type="title"/>
          </p:nvPr>
        </p:nvSpPr>
        <p:spPr>
          <a:xfrm>
            <a:off x="6955825" y="1518560"/>
            <a:ext cx="630900" cy="6309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b="1">
                <a:solidFill>
                  <a:schemeClr val="lt1"/>
                </a:solidFill>
                <a:latin typeface="Roboto"/>
                <a:ea typeface="Roboto"/>
                <a:cs typeface="Roboto"/>
                <a:sym typeface="Roboto"/>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92" name="Google Shape;392;p13"/>
          <p:cNvSpPr txBox="1"/>
          <p:nvPr>
            <p:ph hasCustomPrompt="1" idx="7" type="title"/>
          </p:nvPr>
        </p:nvSpPr>
        <p:spPr>
          <a:xfrm>
            <a:off x="6955825" y="3034705"/>
            <a:ext cx="630900" cy="6309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b="1">
                <a:solidFill>
                  <a:schemeClr val="lt1"/>
                </a:solidFill>
                <a:latin typeface="Roboto"/>
                <a:ea typeface="Roboto"/>
                <a:cs typeface="Roboto"/>
                <a:sym typeface="Roboto"/>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93" name="Google Shape;393;p13"/>
          <p:cNvSpPr txBox="1"/>
          <p:nvPr>
            <p:ph idx="1" type="subTitle"/>
          </p:nvPr>
        </p:nvSpPr>
        <p:spPr>
          <a:xfrm>
            <a:off x="719975" y="2217275"/>
            <a:ext cx="2305500" cy="47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None/>
              <a:defRPr sz="1800">
                <a:solidFill>
                  <a:schemeClr val="dk1"/>
                </a:solidFill>
              </a:defRPr>
            </a:lvl1pPr>
            <a:lvl2pPr lvl="1" rtl="0">
              <a:lnSpc>
                <a:spcPct val="100000"/>
              </a:lnSpc>
              <a:spcBef>
                <a:spcPts val="0"/>
              </a:spcBef>
              <a:spcAft>
                <a:spcPts val="0"/>
              </a:spcAft>
              <a:buSzPts val="2400"/>
              <a:buNone/>
              <a:defRPr b="1" sz="2400"/>
            </a:lvl2pPr>
            <a:lvl3pPr lvl="2" rtl="0">
              <a:lnSpc>
                <a:spcPct val="100000"/>
              </a:lnSpc>
              <a:spcBef>
                <a:spcPts val="0"/>
              </a:spcBef>
              <a:spcAft>
                <a:spcPts val="0"/>
              </a:spcAft>
              <a:buSzPts val="2400"/>
              <a:buNone/>
              <a:defRPr b="1" sz="2400"/>
            </a:lvl3pPr>
            <a:lvl4pPr lvl="3" rtl="0">
              <a:lnSpc>
                <a:spcPct val="100000"/>
              </a:lnSpc>
              <a:spcBef>
                <a:spcPts val="0"/>
              </a:spcBef>
              <a:spcAft>
                <a:spcPts val="0"/>
              </a:spcAft>
              <a:buSzPts val="2400"/>
              <a:buNone/>
              <a:defRPr b="1" sz="2400"/>
            </a:lvl4pPr>
            <a:lvl5pPr lvl="4" rtl="0">
              <a:lnSpc>
                <a:spcPct val="100000"/>
              </a:lnSpc>
              <a:spcBef>
                <a:spcPts val="0"/>
              </a:spcBef>
              <a:spcAft>
                <a:spcPts val="0"/>
              </a:spcAft>
              <a:buSzPts val="2400"/>
              <a:buNone/>
              <a:defRPr b="1" sz="2400"/>
            </a:lvl5pPr>
            <a:lvl6pPr lvl="5" rtl="0">
              <a:lnSpc>
                <a:spcPct val="100000"/>
              </a:lnSpc>
              <a:spcBef>
                <a:spcPts val="0"/>
              </a:spcBef>
              <a:spcAft>
                <a:spcPts val="0"/>
              </a:spcAft>
              <a:buSzPts val="2400"/>
              <a:buNone/>
              <a:defRPr b="1" sz="2400"/>
            </a:lvl6pPr>
            <a:lvl7pPr lvl="6" rtl="0">
              <a:lnSpc>
                <a:spcPct val="100000"/>
              </a:lnSpc>
              <a:spcBef>
                <a:spcPts val="0"/>
              </a:spcBef>
              <a:spcAft>
                <a:spcPts val="0"/>
              </a:spcAft>
              <a:buSzPts val="2400"/>
              <a:buNone/>
              <a:defRPr b="1" sz="2400"/>
            </a:lvl7pPr>
            <a:lvl8pPr lvl="7" rtl="0">
              <a:lnSpc>
                <a:spcPct val="100000"/>
              </a:lnSpc>
              <a:spcBef>
                <a:spcPts val="0"/>
              </a:spcBef>
              <a:spcAft>
                <a:spcPts val="0"/>
              </a:spcAft>
              <a:buSzPts val="2400"/>
              <a:buNone/>
              <a:defRPr b="1" sz="2400"/>
            </a:lvl8pPr>
            <a:lvl9pPr lvl="8" rtl="0">
              <a:lnSpc>
                <a:spcPct val="100000"/>
              </a:lnSpc>
              <a:spcBef>
                <a:spcPts val="0"/>
              </a:spcBef>
              <a:spcAft>
                <a:spcPts val="0"/>
              </a:spcAft>
              <a:buSzPts val="2400"/>
              <a:buNone/>
              <a:defRPr b="1" sz="2400"/>
            </a:lvl9pPr>
          </a:lstStyle>
          <a:p/>
        </p:txBody>
      </p:sp>
      <p:sp>
        <p:nvSpPr>
          <p:cNvPr id="394" name="Google Shape;394;p13"/>
          <p:cNvSpPr txBox="1"/>
          <p:nvPr>
            <p:ph idx="8" type="subTitle"/>
          </p:nvPr>
        </p:nvSpPr>
        <p:spPr>
          <a:xfrm>
            <a:off x="3419250" y="2217275"/>
            <a:ext cx="2305500" cy="47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None/>
              <a:defRPr sz="1800">
                <a:solidFill>
                  <a:schemeClr val="dk1"/>
                </a:solidFill>
              </a:defRPr>
            </a:lvl1pPr>
            <a:lvl2pPr lvl="1" rtl="0">
              <a:lnSpc>
                <a:spcPct val="100000"/>
              </a:lnSpc>
              <a:spcBef>
                <a:spcPts val="0"/>
              </a:spcBef>
              <a:spcAft>
                <a:spcPts val="0"/>
              </a:spcAft>
              <a:buSzPts val="2400"/>
              <a:buNone/>
              <a:defRPr b="1" sz="2400"/>
            </a:lvl2pPr>
            <a:lvl3pPr lvl="2" rtl="0">
              <a:lnSpc>
                <a:spcPct val="100000"/>
              </a:lnSpc>
              <a:spcBef>
                <a:spcPts val="0"/>
              </a:spcBef>
              <a:spcAft>
                <a:spcPts val="0"/>
              </a:spcAft>
              <a:buSzPts val="2400"/>
              <a:buNone/>
              <a:defRPr b="1" sz="2400"/>
            </a:lvl3pPr>
            <a:lvl4pPr lvl="3" rtl="0">
              <a:lnSpc>
                <a:spcPct val="100000"/>
              </a:lnSpc>
              <a:spcBef>
                <a:spcPts val="0"/>
              </a:spcBef>
              <a:spcAft>
                <a:spcPts val="0"/>
              </a:spcAft>
              <a:buSzPts val="2400"/>
              <a:buNone/>
              <a:defRPr b="1" sz="2400"/>
            </a:lvl4pPr>
            <a:lvl5pPr lvl="4" rtl="0">
              <a:lnSpc>
                <a:spcPct val="100000"/>
              </a:lnSpc>
              <a:spcBef>
                <a:spcPts val="0"/>
              </a:spcBef>
              <a:spcAft>
                <a:spcPts val="0"/>
              </a:spcAft>
              <a:buSzPts val="2400"/>
              <a:buNone/>
              <a:defRPr b="1" sz="2400"/>
            </a:lvl5pPr>
            <a:lvl6pPr lvl="5" rtl="0">
              <a:lnSpc>
                <a:spcPct val="100000"/>
              </a:lnSpc>
              <a:spcBef>
                <a:spcPts val="0"/>
              </a:spcBef>
              <a:spcAft>
                <a:spcPts val="0"/>
              </a:spcAft>
              <a:buSzPts val="2400"/>
              <a:buNone/>
              <a:defRPr b="1" sz="2400"/>
            </a:lvl6pPr>
            <a:lvl7pPr lvl="6" rtl="0">
              <a:lnSpc>
                <a:spcPct val="100000"/>
              </a:lnSpc>
              <a:spcBef>
                <a:spcPts val="0"/>
              </a:spcBef>
              <a:spcAft>
                <a:spcPts val="0"/>
              </a:spcAft>
              <a:buSzPts val="2400"/>
              <a:buNone/>
              <a:defRPr b="1" sz="2400"/>
            </a:lvl7pPr>
            <a:lvl8pPr lvl="7" rtl="0">
              <a:lnSpc>
                <a:spcPct val="100000"/>
              </a:lnSpc>
              <a:spcBef>
                <a:spcPts val="0"/>
              </a:spcBef>
              <a:spcAft>
                <a:spcPts val="0"/>
              </a:spcAft>
              <a:buSzPts val="2400"/>
              <a:buNone/>
              <a:defRPr b="1" sz="2400"/>
            </a:lvl8pPr>
            <a:lvl9pPr lvl="8" rtl="0">
              <a:lnSpc>
                <a:spcPct val="100000"/>
              </a:lnSpc>
              <a:spcBef>
                <a:spcPts val="0"/>
              </a:spcBef>
              <a:spcAft>
                <a:spcPts val="0"/>
              </a:spcAft>
              <a:buSzPts val="2400"/>
              <a:buNone/>
              <a:defRPr b="1" sz="2400"/>
            </a:lvl9pPr>
          </a:lstStyle>
          <a:p/>
        </p:txBody>
      </p:sp>
      <p:sp>
        <p:nvSpPr>
          <p:cNvPr id="395" name="Google Shape;395;p13"/>
          <p:cNvSpPr txBox="1"/>
          <p:nvPr>
            <p:ph idx="9" type="subTitle"/>
          </p:nvPr>
        </p:nvSpPr>
        <p:spPr>
          <a:xfrm>
            <a:off x="6118525" y="2217275"/>
            <a:ext cx="2305500" cy="47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None/>
              <a:defRPr sz="1800">
                <a:solidFill>
                  <a:schemeClr val="dk1"/>
                </a:solidFill>
              </a:defRPr>
            </a:lvl1pPr>
            <a:lvl2pPr lvl="1" rtl="0">
              <a:lnSpc>
                <a:spcPct val="100000"/>
              </a:lnSpc>
              <a:spcBef>
                <a:spcPts val="0"/>
              </a:spcBef>
              <a:spcAft>
                <a:spcPts val="0"/>
              </a:spcAft>
              <a:buSzPts val="2400"/>
              <a:buNone/>
              <a:defRPr b="1" sz="2400"/>
            </a:lvl2pPr>
            <a:lvl3pPr lvl="2" rtl="0">
              <a:lnSpc>
                <a:spcPct val="100000"/>
              </a:lnSpc>
              <a:spcBef>
                <a:spcPts val="0"/>
              </a:spcBef>
              <a:spcAft>
                <a:spcPts val="0"/>
              </a:spcAft>
              <a:buSzPts val="2400"/>
              <a:buNone/>
              <a:defRPr b="1" sz="2400"/>
            </a:lvl3pPr>
            <a:lvl4pPr lvl="3" rtl="0">
              <a:lnSpc>
                <a:spcPct val="100000"/>
              </a:lnSpc>
              <a:spcBef>
                <a:spcPts val="0"/>
              </a:spcBef>
              <a:spcAft>
                <a:spcPts val="0"/>
              </a:spcAft>
              <a:buSzPts val="2400"/>
              <a:buNone/>
              <a:defRPr b="1" sz="2400"/>
            </a:lvl4pPr>
            <a:lvl5pPr lvl="4" rtl="0">
              <a:lnSpc>
                <a:spcPct val="100000"/>
              </a:lnSpc>
              <a:spcBef>
                <a:spcPts val="0"/>
              </a:spcBef>
              <a:spcAft>
                <a:spcPts val="0"/>
              </a:spcAft>
              <a:buSzPts val="2400"/>
              <a:buNone/>
              <a:defRPr b="1" sz="2400"/>
            </a:lvl5pPr>
            <a:lvl6pPr lvl="5" rtl="0">
              <a:lnSpc>
                <a:spcPct val="100000"/>
              </a:lnSpc>
              <a:spcBef>
                <a:spcPts val="0"/>
              </a:spcBef>
              <a:spcAft>
                <a:spcPts val="0"/>
              </a:spcAft>
              <a:buSzPts val="2400"/>
              <a:buNone/>
              <a:defRPr b="1" sz="2400"/>
            </a:lvl6pPr>
            <a:lvl7pPr lvl="6" rtl="0">
              <a:lnSpc>
                <a:spcPct val="100000"/>
              </a:lnSpc>
              <a:spcBef>
                <a:spcPts val="0"/>
              </a:spcBef>
              <a:spcAft>
                <a:spcPts val="0"/>
              </a:spcAft>
              <a:buSzPts val="2400"/>
              <a:buNone/>
              <a:defRPr b="1" sz="2400"/>
            </a:lvl7pPr>
            <a:lvl8pPr lvl="7" rtl="0">
              <a:lnSpc>
                <a:spcPct val="100000"/>
              </a:lnSpc>
              <a:spcBef>
                <a:spcPts val="0"/>
              </a:spcBef>
              <a:spcAft>
                <a:spcPts val="0"/>
              </a:spcAft>
              <a:buSzPts val="2400"/>
              <a:buNone/>
              <a:defRPr b="1" sz="2400"/>
            </a:lvl8pPr>
            <a:lvl9pPr lvl="8" rtl="0">
              <a:lnSpc>
                <a:spcPct val="100000"/>
              </a:lnSpc>
              <a:spcBef>
                <a:spcPts val="0"/>
              </a:spcBef>
              <a:spcAft>
                <a:spcPts val="0"/>
              </a:spcAft>
              <a:buSzPts val="2400"/>
              <a:buNone/>
              <a:defRPr b="1" sz="2400"/>
            </a:lvl9pPr>
          </a:lstStyle>
          <a:p/>
        </p:txBody>
      </p:sp>
      <p:sp>
        <p:nvSpPr>
          <p:cNvPr id="396" name="Google Shape;396;p13"/>
          <p:cNvSpPr txBox="1"/>
          <p:nvPr>
            <p:ph idx="13" type="subTitle"/>
          </p:nvPr>
        </p:nvSpPr>
        <p:spPr>
          <a:xfrm>
            <a:off x="719975" y="3726950"/>
            <a:ext cx="2305500" cy="47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None/>
              <a:defRPr sz="1800">
                <a:solidFill>
                  <a:schemeClr val="dk1"/>
                </a:solidFill>
              </a:defRPr>
            </a:lvl1pPr>
            <a:lvl2pPr lvl="1" rtl="0">
              <a:lnSpc>
                <a:spcPct val="100000"/>
              </a:lnSpc>
              <a:spcBef>
                <a:spcPts val="0"/>
              </a:spcBef>
              <a:spcAft>
                <a:spcPts val="0"/>
              </a:spcAft>
              <a:buSzPts val="2400"/>
              <a:buNone/>
              <a:defRPr b="1" sz="2400"/>
            </a:lvl2pPr>
            <a:lvl3pPr lvl="2" rtl="0">
              <a:lnSpc>
                <a:spcPct val="100000"/>
              </a:lnSpc>
              <a:spcBef>
                <a:spcPts val="0"/>
              </a:spcBef>
              <a:spcAft>
                <a:spcPts val="0"/>
              </a:spcAft>
              <a:buSzPts val="2400"/>
              <a:buNone/>
              <a:defRPr b="1" sz="2400"/>
            </a:lvl3pPr>
            <a:lvl4pPr lvl="3" rtl="0">
              <a:lnSpc>
                <a:spcPct val="100000"/>
              </a:lnSpc>
              <a:spcBef>
                <a:spcPts val="0"/>
              </a:spcBef>
              <a:spcAft>
                <a:spcPts val="0"/>
              </a:spcAft>
              <a:buSzPts val="2400"/>
              <a:buNone/>
              <a:defRPr b="1" sz="2400"/>
            </a:lvl4pPr>
            <a:lvl5pPr lvl="4" rtl="0">
              <a:lnSpc>
                <a:spcPct val="100000"/>
              </a:lnSpc>
              <a:spcBef>
                <a:spcPts val="0"/>
              </a:spcBef>
              <a:spcAft>
                <a:spcPts val="0"/>
              </a:spcAft>
              <a:buSzPts val="2400"/>
              <a:buNone/>
              <a:defRPr b="1" sz="2400"/>
            </a:lvl5pPr>
            <a:lvl6pPr lvl="5" rtl="0">
              <a:lnSpc>
                <a:spcPct val="100000"/>
              </a:lnSpc>
              <a:spcBef>
                <a:spcPts val="0"/>
              </a:spcBef>
              <a:spcAft>
                <a:spcPts val="0"/>
              </a:spcAft>
              <a:buSzPts val="2400"/>
              <a:buNone/>
              <a:defRPr b="1" sz="2400"/>
            </a:lvl6pPr>
            <a:lvl7pPr lvl="6" rtl="0">
              <a:lnSpc>
                <a:spcPct val="100000"/>
              </a:lnSpc>
              <a:spcBef>
                <a:spcPts val="0"/>
              </a:spcBef>
              <a:spcAft>
                <a:spcPts val="0"/>
              </a:spcAft>
              <a:buSzPts val="2400"/>
              <a:buNone/>
              <a:defRPr b="1" sz="2400"/>
            </a:lvl7pPr>
            <a:lvl8pPr lvl="7" rtl="0">
              <a:lnSpc>
                <a:spcPct val="100000"/>
              </a:lnSpc>
              <a:spcBef>
                <a:spcPts val="0"/>
              </a:spcBef>
              <a:spcAft>
                <a:spcPts val="0"/>
              </a:spcAft>
              <a:buSzPts val="2400"/>
              <a:buNone/>
              <a:defRPr b="1" sz="2400"/>
            </a:lvl8pPr>
            <a:lvl9pPr lvl="8" rtl="0">
              <a:lnSpc>
                <a:spcPct val="100000"/>
              </a:lnSpc>
              <a:spcBef>
                <a:spcPts val="0"/>
              </a:spcBef>
              <a:spcAft>
                <a:spcPts val="0"/>
              </a:spcAft>
              <a:buSzPts val="2400"/>
              <a:buNone/>
              <a:defRPr b="1" sz="2400"/>
            </a:lvl9pPr>
          </a:lstStyle>
          <a:p/>
        </p:txBody>
      </p:sp>
      <p:sp>
        <p:nvSpPr>
          <p:cNvPr id="397" name="Google Shape;397;p13"/>
          <p:cNvSpPr txBox="1"/>
          <p:nvPr>
            <p:ph idx="14" type="subTitle"/>
          </p:nvPr>
        </p:nvSpPr>
        <p:spPr>
          <a:xfrm>
            <a:off x="3419250" y="3726950"/>
            <a:ext cx="2305500" cy="47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None/>
              <a:defRPr sz="1800">
                <a:solidFill>
                  <a:schemeClr val="dk1"/>
                </a:solidFill>
              </a:defRPr>
            </a:lvl1pPr>
            <a:lvl2pPr lvl="1" rtl="0">
              <a:lnSpc>
                <a:spcPct val="100000"/>
              </a:lnSpc>
              <a:spcBef>
                <a:spcPts val="0"/>
              </a:spcBef>
              <a:spcAft>
                <a:spcPts val="0"/>
              </a:spcAft>
              <a:buSzPts val="2400"/>
              <a:buNone/>
              <a:defRPr b="1" sz="2400"/>
            </a:lvl2pPr>
            <a:lvl3pPr lvl="2" rtl="0">
              <a:lnSpc>
                <a:spcPct val="100000"/>
              </a:lnSpc>
              <a:spcBef>
                <a:spcPts val="0"/>
              </a:spcBef>
              <a:spcAft>
                <a:spcPts val="0"/>
              </a:spcAft>
              <a:buSzPts val="2400"/>
              <a:buNone/>
              <a:defRPr b="1" sz="2400"/>
            </a:lvl3pPr>
            <a:lvl4pPr lvl="3" rtl="0">
              <a:lnSpc>
                <a:spcPct val="100000"/>
              </a:lnSpc>
              <a:spcBef>
                <a:spcPts val="0"/>
              </a:spcBef>
              <a:spcAft>
                <a:spcPts val="0"/>
              </a:spcAft>
              <a:buSzPts val="2400"/>
              <a:buNone/>
              <a:defRPr b="1" sz="2400"/>
            </a:lvl4pPr>
            <a:lvl5pPr lvl="4" rtl="0">
              <a:lnSpc>
                <a:spcPct val="100000"/>
              </a:lnSpc>
              <a:spcBef>
                <a:spcPts val="0"/>
              </a:spcBef>
              <a:spcAft>
                <a:spcPts val="0"/>
              </a:spcAft>
              <a:buSzPts val="2400"/>
              <a:buNone/>
              <a:defRPr b="1" sz="2400"/>
            </a:lvl5pPr>
            <a:lvl6pPr lvl="5" rtl="0">
              <a:lnSpc>
                <a:spcPct val="100000"/>
              </a:lnSpc>
              <a:spcBef>
                <a:spcPts val="0"/>
              </a:spcBef>
              <a:spcAft>
                <a:spcPts val="0"/>
              </a:spcAft>
              <a:buSzPts val="2400"/>
              <a:buNone/>
              <a:defRPr b="1" sz="2400"/>
            </a:lvl6pPr>
            <a:lvl7pPr lvl="6" rtl="0">
              <a:lnSpc>
                <a:spcPct val="100000"/>
              </a:lnSpc>
              <a:spcBef>
                <a:spcPts val="0"/>
              </a:spcBef>
              <a:spcAft>
                <a:spcPts val="0"/>
              </a:spcAft>
              <a:buSzPts val="2400"/>
              <a:buNone/>
              <a:defRPr b="1" sz="2400"/>
            </a:lvl7pPr>
            <a:lvl8pPr lvl="7" rtl="0">
              <a:lnSpc>
                <a:spcPct val="100000"/>
              </a:lnSpc>
              <a:spcBef>
                <a:spcPts val="0"/>
              </a:spcBef>
              <a:spcAft>
                <a:spcPts val="0"/>
              </a:spcAft>
              <a:buSzPts val="2400"/>
              <a:buNone/>
              <a:defRPr b="1" sz="2400"/>
            </a:lvl8pPr>
            <a:lvl9pPr lvl="8" rtl="0">
              <a:lnSpc>
                <a:spcPct val="100000"/>
              </a:lnSpc>
              <a:spcBef>
                <a:spcPts val="0"/>
              </a:spcBef>
              <a:spcAft>
                <a:spcPts val="0"/>
              </a:spcAft>
              <a:buSzPts val="2400"/>
              <a:buNone/>
              <a:defRPr b="1" sz="2400"/>
            </a:lvl9pPr>
          </a:lstStyle>
          <a:p/>
        </p:txBody>
      </p:sp>
      <p:sp>
        <p:nvSpPr>
          <p:cNvPr id="398" name="Google Shape;398;p13"/>
          <p:cNvSpPr txBox="1"/>
          <p:nvPr>
            <p:ph idx="15" type="subTitle"/>
          </p:nvPr>
        </p:nvSpPr>
        <p:spPr>
          <a:xfrm>
            <a:off x="6118525" y="3726950"/>
            <a:ext cx="2305500" cy="47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None/>
              <a:defRPr sz="1800">
                <a:solidFill>
                  <a:schemeClr val="dk1"/>
                </a:solidFill>
              </a:defRPr>
            </a:lvl1pPr>
            <a:lvl2pPr lvl="1" rtl="0">
              <a:lnSpc>
                <a:spcPct val="100000"/>
              </a:lnSpc>
              <a:spcBef>
                <a:spcPts val="0"/>
              </a:spcBef>
              <a:spcAft>
                <a:spcPts val="0"/>
              </a:spcAft>
              <a:buSzPts val="2400"/>
              <a:buNone/>
              <a:defRPr b="1" sz="2400"/>
            </a:lvl2pPr>
            <a:lvl3pPr lvl="2" rtl="0">
              <a:lnSpc>
                <a:spcPct val="100000"/>
              </a:lnSpc>
              <a:spcBef>
                <a:spcPts val="0"/>
              </a:spcBef>
              <a:spcAft>
                <a:spcPts val="0"/>
              </a:spcAft>
              <a:buSzPts val="2400"/>
              <a:buNone/>
              <a:defRPr b="1" sz="2400"/>
            </a:lvl3pPr>
            <a:lvl4pPr lvl="3" rtl="0">
              <a:lnSpc>
                <a:spcPct val="100000"/>
              </a:lnSpc>
              <a:spcBef>
                <a:spcPts val="0"/>
              </a:spcBef>
              <a:spcAft>
                <a:spcPts val="0"/>
              </a:spcAft>
              <a:buSzPts val="2400"/>
              <a:buNone/>
              <a:defRPr b="1" sz="2400"/>
            </a:lvl4pPr>
            <a:lvl5pPr lvl="4" rtl="0">
              <a:lnSpc>
                <a:spcPct val="100000"/>
              </a:lnSpc>
              <a:spcBef>
                <a:spcPts val="0"/>
              </a:spcBef>
              <a:spcAft>
                <a:spcPts val="0"/>
              </a:spcAft>
              <a:buSzPts val="2400"/>
              <a:buNone/>
              <a:defRPr b="1" sz="2400"/>
            </a:lvl5pPr>
            <a:lvl6pPr lvl="5" rtl="0">
              <a:lnSpc>
                <a:spcPct val="100000"/>
              </a:lnSpc>
              <a:spcBef>
                <a:spcPts val="0"/>
              </a:spcBef>
              <a:spcAft>
                <a:spcPts val="0"/>
              </a:spcAft>
              <a:buSzPts val="2400"/>
              <a:buNone/>
              <a:defRPr b="1" sz="2400"/>
            </a:lvl6pPr>
            <a:lvl7pPr lvl="6" rtl="0">
              <a:lnSpc>
                <a:spcPct val="100000"/>
              </a:lnSpc>
              <a:spcBef>
                <a:spcPts val="0"/>
              </a:spcBef>
              <a:spcAft>
                <a:spcPts val="0"/>
              </a:spcAft>
              <a:buSzPts val="2400"/>
              <a:buNone/>
              <a:defRPr b="1" sz="2400"/>
            </a:lvl7pPr>
            <a:lvl8pPr lvl="7" rtl="0">
              <a:lnSpc>
                <a:spcPct val="100000"/>
              </a:lnSpc>
              <a:spcBef>
                <a:spcPts val="0"/>
              </a:spcBef>
              <a:spcAft>
                <a:spcPts val="0"/>
              </a:spcAft>
              <a:buSzPts val="2400"/>
              <a:buNone/>
              <a:defRPr b="1" sz="2400"/>
            </a:lvl8pPr>
            <a:lvl9pPr lvl="8" rtl="0">
              <a:lnSpc>
                <a:spcPct val="100000"/>
              </a:lnSpc>
              <a:spcBef>
                <a:spcPts val="0"/>
              </a:spcBef>
              <a:spcAft>
                <a:spcPts val="0"/>
              </a:spcAft>
              <a:buSzPts val="2400"/>
              <a:buNone/>
              <a:defRPr b="1" sz="2400"/>
            </a:lvl9pPr>
          </a:lstStyle>
          <a:p/>
        </p:txBody>
      </p:sp>
      <p:grpSp>
        <p:nvGrpSpPr>
          <p:cNvPr id="399" name="Google Shape;399;p13"/>
          <p:cNvGrpSpPr/>
          <p:nvPr/>
        </p:nvGrpSpPr>
        <p:grpSpPr>
          <a:xfrm>
            <a:off x="-1133549" y="822583"/>
            <a:ext cx="10871861" cy="4447925"/>
            <a:chOff x="-1133549" y="822583"/>
            <a:chExt cx="10871861" cy="4447925"/>
          </a:xfrm>
        </p:grpSpPr>
        <p:grpSp>
          <p:nvGrpSpPr>
            <p:cNvPr id="400" name="Google Shape;400;p13"/>
            <p:cNvGrpSpPr/>
            <p:nvPr/>
          </p:nvGrpSpPr>
          <p:grpSpPr>
            <a:xfrm>
              <a:off x="8672408" y="4604012"/>
              <a:ext cx="521107" cy="335256"/>
              <a:chOff x="9601058" y="4286612"/>
              <a:chExt cx="521107" cy="335256"/>
            </a:xfrm>
          </p:grpSpPr>
          <p:sp>
            <p:nvSpPr>
              <p:cNvPr id="401" name="Google Shape;401;p13"/>
              <p:cNvSpPr/>
              <p:nvPr/>
            </p:nvSpPr>
            <p:spPr>
              <a:xfrm>
                <a:off x="9601058" y="4286612"/>
                <a:ext cx="61950" cy="67416"/>
              </a:xfrm>
              <a:custGeom>
                <a:rect b="b" l="l" r="r" t="t"/>
                <a:pathLst>
                  <a:path extrusionOk="0" h="37" w="34">
                    <a:moveTo>
                      <a:pt x="0" y="19"/>
                    </a:moveTo>
                    <a:cubicBezTo>
                      <a:pt x="0" y="9"/>
                      <a:pt x="7" y="0"/>
                      <a:pt x="17" y="0"/>
                    </a:cubicBezTo>
                    <a:cubicBezTo>
                      <a:pt x="26" y="0"/>
                      <a:pt x="34" y="9"/>
                      <a:pt x="34" y="19"/>
                    </a:cubicBezTo>
                    <a:cubicBezTo>
                      <a:pt x="34" y="29"/>
                      <a:pt x="26" y="37"/>
                      <a:pt x="17" y="37"/>
                    </a:cubicBezTo>
                    <a:cubicBezTo>
                      <a:pt x="7" y="37"/>
                      <a:pt x="0" y="29"/>
                      <a:pt x="0" y="19"/>
                    </a:cubicBez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02" name="Google Shape;402;p13"/>
              <p:cNvSpPr/>
              <p:nvPr/>
            </p:nvSpPr>
            <p:spPr>
              <a:xfrm>
                <a:off x="9632033" y="4313943"/>
                <a:ext cx="490132" cy="307926"/>
              </a:xfrm>
              <a:custGeom>
                <a:rect b="b" l="l" r="r" t="t"/>
                <a:pathLst>
                  <a:path extrusionOk="0" h="169" w="269">
                    <a:moveTo>
                      <a:pt x="0" y="0"/>
                    </a:moveTo>
                    <a:lnTo>
                      <a:pt x="58" y="0"/>
                    </a:lnTo>
                    <a:cubicBezTo>
                      <a:pt x="111" y="0"/>
                      <a:pt x="154" y="46"/>
                      <a:pt x="154" y="102"/>
                    </a:cubicBezTo>
                    <a:cubicBezTo>
                      <a:pt x="154" y="139"/>
                      <a:pt x="156" y="162"/>
                      <a:pt x="187" y="162"/>
                    </a:cubicBezTo>
                    <a:lnTo>
                      <a:pt x="269" y="162"/>
                    </a:lnTo>
                    <a:lnTo>
                      <a:pt x="269" y="169"/>
                    </a:lnTo>
                    <a:lnTo>
                      <a:pt x="187" y="169"/>
                    </a:lnTo>
                    <a:cubicBezTo>
                      <a:pt x="148" y="169"/>
                      <a:pt x="148" y="134"/>
                      <a:pt x="148" y="102"/>
                    </a:cubicBezTo>
                    <a:cubicBezTo>
                      <a:pt x="148" y="50"/>
                      <a:pt x="108" y="7"/>
                      <a:pt x="58" y="7"/>
                    </a:cubicBezTo>
                    <a:lnTo>
                      <a:pt x="0" y="7"/>
                    </a:lnTo>
                    <a:lnTo>
                      <a:pt x="0" y="0"/>
                    </a:lnTo>
                    <a:close/>
                  </a:path>
                </a:pathLst>
              </a:custGeom>
              <a:solidFill>
                <a:schemeClr val="lt2"/>
              </a:solidFill>
              <a:ln>
                <a:noFill/>
              </a:ln>
            </p:spPr>
            <p:txBody>
              <a:bodyPr anchorCtr="1" anchor="ctr" bIns="15825" lIns="90000" spcFirstLastPara="1" rIns="90000" wrap="square" tIns="158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403" name="Google Shape;403;p13"/>
            <p:cNvGrpSpPr/>
            <p:nvPr/>
          </p:nvGrpSpPr>
          <p:grpSpPr>
            <a:xfrm>
              <a:off x="8672411" y="3726938"/>
              <a:ext cx="1065901" cy="619495"/>
              <a:chOff x="-192639" y="64613"/>
              <a:chExt cx="1065901" cy="619495"/>
            </a:xfrm>
          </p:grpSpPr>
          <p:sp>
            <p:nvSpPr>
              <p:cNvPr id="404" name="Google Shape;404;p13"/>
              <p:cNvSpPr/>
              <p:nvPr/>
            </p:nvSpPr>
            <p:spPr>
              <a:xfrm>
                <a:off x="-192639" y="64613"/>
                <a:ext cx="1065901" cy="619495"/>
              </a:xfrm>
              <a:custGeom>
                <a:rect b="b" l="l" r="r" t="t"/>
                <a:pathLst>
                  <a:path extrusionOk="0" h="340" w="585">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05" name="Google Shape;405;p13"/>
              <p:cNvSpPr/>
              <p:nvPr/>
            </p:nvSpPr>
            <p:spPr>
              <a:xfrm>
                <a:off x="-188995" y="139317"/>
                <a:ext cx="1060435" cy="3644"/>
              </a:xfrm>
              <a:custGeom>
                <a:rect b="b" l="l" r="r" t="t"/>
                <a:pathLst>
                  <a:path extrusionOk="0" h="2" w="582">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06" name="Google Shape;406;p13"/>
              <p:cNvSpPr/>
              <p:nvPr/>
            </p:nvSpPr>
            <p:spPr>
              <a:xfrm>
                <a:off x="-99714" y="243174"/>
                <a:ext cx="327969" cy="327968"/>
              </a:xfrm>
              <a:custGeom>
                <a:rect b="b" l="l" r="r" t="t"/>
                <a:pathLst>
                  <a:path extrusionOk="0" h="180" w="180">
                    <a:moveTo>
                      <a:pt x="0" y="0"/>
                    </a:moveTo>
                    <a:lnTo>
                      <a:pt x="180" y="0"/>
                    </a:lnTo>
                    <a:lnTo>
                      <a:pt x="180" y="180"/>
                    </a:lnTo>
                    <a:lnTo>
                      <a:pt x="0" y="180"/>
                    </a:lnTo>
                    <a:lnTo>
                      <a:pt x="0" y="0"/>
                    </a:lnTo>
                    <a:close/>
                  </a:path>
                </a:pathLst>
              </a:custGeom>
              <a:solidFill>
                <a:schemeClr val="accent2"/>
              </a:solidFill>
              <a:ln>
                <a:noFill/>
              </a:ln>
            </p:spPr>
            <p:txBody>
              <a:bodyPr anchorCtr="1" anchor="ctr" bIns="19800" lIns="90000" spcFirstLastPara="1" rIns="90000" wrap="square" tIns="19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07" name="Google Shape;407;p13"/>
              <p:cNvSpPr/>
              <p:nvPr/>
            </p:nvSpPr>
            <p:spPr>
              <a:xfrm>
                <a:off x="319358" y="294191"/>
                <a:ext cx="475556" cy="5466"/>
              </a:xfrm>
              <a:custGeom>
                <a:rect b="b" l="l" r="r" t="t"/>
                <a:pathLst>
                  <a:path extrusionOk="0" h="3" w="261">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08" name="Google Shape;408;p13"/>
              <p:cNvSpPr/>
              <p:nvPr/>
            </p:nvSpPr>
            <p:spPr>
              <a:xfrm>
                <a:off x="319358" y="368895"/>
                <a:ext cx="484666" cy="3644"/>
              </a:xfrm>
              <a:custGeom>
                <a:rect b="b" l="l" r="r" t="t"/>
                <a:pathLst>
                  <a:path extrusionOk="0" h="2" w="266">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09" name="Google Shape;409;p13"/>
              <p:cNvSpPr/>
              <p:nvPr/>
            </p:nvSpPr>
            <p:spPr>
              <a:xfrm>
                <a:off x="319358" y="441777"/>
                <a:ext cx="484666" cy="3644"/>
              </a:xfrm>
              <a:custGeom>
                <a:rect b="b" l="l" r="r" t="t"/>
                <a:pathLst>
                  <a:path extrusionOk="0" h="2" w="266">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10" name="Google Shape;410;p13"/>
              <p:cNvSpPr/>
              <p:nvPr/>
            </p:nvSpPr>
            <p:spPr>
              <a:xfrm>
                <a:off x="319358" y="514659"/>
                <a:ext cx="484666" cy="3644"/>
              </a:xfrm>
              <a:custGeom>
                <a:rect b="b" l="l" r="r" t="t"/>
                <a:pathLst>
                  <a:path extrusionOk="0" h="2" w="266">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411" name="Google Shape;411;p13"/>
            <p:cNvGrpSpPr/>
            <p:nvPr/>
          </p:nvGrpSpPr>
          <p:grpSpPr>
            <a:xfrm>
              <a:off x="-1133549" y="822583"/>
              <a:ext cx="1658068" cy="3498326"/>
              <a:chOff x="-1133549" y="822583"/>
              <a:chExt cx="1658068" cy="3498326"/>
            </a:xfrm>
          </p:grpSpPr>
          <p:sp>
            <p:nvSpPr>
              <p:cNvPr id="412" name="Google Shape;412;p13"/>
              <p:cNvSpPr/>
              <p:nvPr/>
            </p:nvSpPr>
            <p:spPr>
              <a:xfrm>
                <a:off x="-1133549" y="822583"/>
                <a:ext cx="1658068" cy="3498326"/>
              </a:xfrm>
              <a:custGeom>
                <a:rect b="b" l="l" r="r" t="t"/>
                <a:pathLst>
                  <a:path extrusionOk="0" h="1920" w="910">
                    <a:moveTo>
                      <a:pt x="803" y="1"/>
                    </a:moveTo>
                    <a:cubicBezTo>
                      <a:pt x="803" y="1"/>
                      <a:pt x="804" y="1"/>
                      <a:pt x="807" y="2"/>
                    </a:cubicBezTo>
                    <a:cubicBezTo>
                      <a:pt x="809" y="2"/>
                      <a:pt x="813" y="2"/>
                      <a:pt x="817" y="2"/>
                    </a:cubicBezTo>
                    <a:cubicBezTo>
                      <a:pt x="827" y="3"/>
                      <a:pt x="841" y="7"/>
                      <a:pt x="857" y="16"/>
                    </a:cubicBezTo>
                    <a:cubicBezTo>
                      <a:pt x="865" y="21"/>
                      <a:pt x="873" y="27"/>
                      <a:pt x="881" y="36"/>
                    </a:cubicBezTo>
                    <a:cubicBezTo>
                      <a:pt x="888" y="44"/>
                      <a:pt x="897" y="55"/>
                      <a:pt x="902" y="68"/>
                    </a:cubicBezTo>
                    <a:cubicBezTo>
                      <a:pt x="907" y="80"/>
                      <a:pt x="910" y="95"/>
                      <a:pt x="910" y="111"/>
                    </a:cubicBezTo>
                    <a:cubicBezTo>
                      <a:pt x="910" y="126"/>
                      <a:pt x="910" y="143"/>
                      <a:pt x="910" y="161"/>
                    </a:cubicBezTo>
                    <a:cubicBezTo>
                      <a:pt x="910" y="302"/>
                      <a:pt x="910" y="507"/>
                      <a:pt x="910" y="761"/>
                    </a:cubicBezTo>
                    <a:cubicBezTo>
                      <a:pt x="910" y="1014"/>
                      <a:pt x="910" y="1315"/>
                      <a:pt x="910" y="1650"/>
                    </a:cubicBezTo>
                    <a:cubicBezTo>
                      <a:pt x="910" y="1692"/>
                      <a:pt x="910" y="1734"/>
                      <a:pt x="910" y="1777"/>
                    </a:cubicBezTo>
                    <a:lnTo>
                      <a:pt x="910" y="1809"/>
                    </a:lnTo>
                    <a:cubicBezTo>
                      <a:pt x="910" y="1820"/>
                      <a:pt x="909" y="1831"/>
                      <a:pt x="906" y="1842"/>
                    </a:cubicBezTo>
                    <a:cubicBezTo>
                      <a:pt x="903" y="1852"/>
                      <a:pt x="899" y="1862"/>
                      <a:pt x="893" y="1872"/>
                    </a:cubicBezTo>
                    <a:cubicBezTo>
                      <a:pt x="886" y="1881"/>
                      <a:pt x="879" y="1889"/>
                      <a:pt x="870" y="1896"/>
                    </a:cubicBezTo>
                    <a:cubicBezTo>
                      <a:pt x="853" y="1910"/>
                      <a:pt x="831" y="1919"/>
                      <a:pt x="809" y="1920"/>
                    </a:cubicBezTo>
                    <a:cubicBezTo>
                      <a:pt x="787" y="1921"/>
                      <a:pt x="765" y="1920"/>
                      <a:pt x="742" y="1920"/>
                    </a:cubicBezTo>
                    <a:cubicBezTo>
                      <a:pt x="698" y="1920"/>
                      <a:pt x="652" y="1920"/>
                      <a:pt x="607" y="1920"/>
                    </a:cubicBezTo>
                    <a:cubicBezTo>
                      <a:pt x="516" y="1920"/>
                      <a:pt x="423" y="1920"/>
                      <a:pt x="329" y="1920"/>
                    </a:cubicBezTo>
                    <a:cubicBezTo>
                      <a:pt x="282" y="1920"/>
                      <a:pt x="235" y="1920"/>
                      <a:pt x="187" y="1920"/>
                    </a:cubicBezTo>
                    <a:cubicBezTo>
                      <a:pt x="163" y="1920"/>
                      <a:pt x="139" y="1920"/>
                      <a:pt x="115" y="1920"/>
                    </a:cubicBezTo>
                    <a:cubicBezTo>
                      <a:pt x="91" y="1921"/>
                      <a:pt x="66" y="1915"/>
                      <a:pt x="46" y="1901"/>
                    </a:cubicBezTo>
                    <a:cubicBezTo>
                      <a:pt x="26" y="1887"/>
                      <a:pt x="11" y="1866"/>
                      <a:pt x="4" y="1843"/>
                    </a:cubicBezTo>
                    <a:cubicBezTo>
                      <a:pt x="0" y="1831"/>
                      <a:pt x="0" y="1819"/>
                      <a:pt x="0" y="1807"/>
                    </a:cubicBezTo>
                    <a:cubicBezTo>
                      <a:pt x="0" y="1795"/>
                      <a:pt x="0" y="1783"/>
                      <a:pt x="0" y="1771"/>
                    </a:cubicBezTo>
                    <a:cubicBezTo>
                      <a:pt x="0" y="1723"/>
                      <a:pt x="0" y="1676"/>
                      <a:pt x="0" y="1629"/>
                    </a:cubicBezTo>
                    <a:cubicBezTo>
                      <a:pt x="0" y="1535"/>
                      <a:pt x="0" y="1442"/>
                      <a:pt x="0" y="1351"/>
                    </a:cubicBezTo>
                    <a:cubicBezTo>
                      <a:pt x="0" y="1169"/>
                      <a:pt x="0" y="993"/>
                      <a:pt x="0" y="826"/>
                    </a:cubicBezTo>
                    <a:cubicBezTo>
                      <a:pt x="0" y="658"/>
                      <a:pt x="0" y="499"/>
                      <a:pt x="0" y="350"/>
                    </a:cubicBezTo>
                    <a:cubicBezTo>
                      <a:pt x="0" y="276"/>
                      <a:pt x="0" y="204"/>
                      <a:pt x="0" y="135"/>
                    </a:cubicBezTo>
                    <a:cubicBezTo>
                      <a:pt x="0" y="126"/>
                      <a:pt x="0" y="118"/>
                      <a:pt x="0" y="109"/>
                    </a:cubicBezTo>
                    <a:cubicBezTo>
                      <a:pt x="0" y="105"/>
                      <a:pt x="1" y="100"/>
                      <a:pt x="1" y="96"/>
                    </a:cubicBezTo>
                    <a:cubicBezTo>
                      <a:pt x="2" y="92"/>
                      <a:pt x="2" y="88"/>
                      <a:pt x="3" y="83"/>
                    </a:cubicBezTo>
                    <a:cubicBezTo>
                      <a:pt x="7" y="67"/>
                      <a:pt x="15" y="51"/>
                      <a:pt x="25" y="38"/>
                    </a:cubicBezTo>
                    <a:cubicBezTo>
                      <a:pt x="36" y="26"/>
                      <a:pt x="50" y="16"/>
                      <a:pt x="65" y="9"/>
                    </a:cubicBezTo>
                    <a:cubicBezTo>
                      <a:pt x="80" y="2"/>
                      <a:pt x="96" y="0"/>
                      <a:pt x="112" y="0"/>
                    </a:cubicBezTo>
                    <a:cubicBezTo>
                      <a:pt x="144" y="0"/>
                      <a:pt x="175" y="0"/>
                      <a:pt x="205" y="0"/>
                    </a:cubicBezTo>
                    <a:cubicBezTo>
                      <a:pt x="220" y="0"/>
                      <a:pt x="235" y="0"/>
                      <a:pt x="249" y="0"/>
                    </a:cubicBezTo>
                    <a:cubicBezTo>
                      <a:pt x="257" y="0"/>
                      <a:pt x="264" y="0"/>
                      <a:pt x="271" y="0"/>
                    </a:cubicBezTo>
                    <a:cubicBezTo>
                      <a:pt x="278" y="0"/>
                      <a:pt x="286" y="2"/>
                      <a:pt x="292" y="6"/>
                    </a:cubicBezTo>
                    <a:cubicBezTo>
                      <a:pt x="298" y="10"/>
                      <a:pt x="303" y="16"/>
                      <a:pt x="305" y="23"/>
                    </a:cubicBezTo>
                    <a:cubicBezTo>
                      <a:pt x="308" y="30"/>
                      <a:pt x="307" y="37"/>
                      <a:pt x="307" y="44"/>
                    </a:cubicBezTo>
                    <a:cubicBezTo>
                      <a:pt x="307" y="48"/>
                      <a:pt x="307" y="50"/>
                      <a:pt x="307" y="54"/>
                    </a:cubicBezTo>
                    <a:cubicBezTo>
                      <a:pt x="307" y="57"/>
                      <a:pt x="307" y="61"/>
                      <a:pt x="307" y="65"/>
                    </a:cubicBezTo>
                    <a:cubicBezTo>
                      <a:pt x="308" y="71"/>
                      <a:pt x="311" y="77"/>
                      <a:pt x="315" y="82"/>
                    </a:cubicBezTo>
                    <a:cubicBezTo>
                      <a:pt x="320" y="87"/>
                      <a:pt x="325" y="91"/>
                      <a:pt x="332" y="92"/>
                    </a:cubicBezTo>
                    <a:cubicBezTo>
                      <a:pt x="335" y="93"/>
                      <a:pt x="338" y="93"/>
                      <a:pt x="341" y="93"/>
                    </a:cubicBezTo>
                    <a:cubicBezTo>
                      <a:pt x="345" y="93"/>
                      <a:pt x="348" y="93"/>
                      <a:pt x="351" y="93"/>
                    </a:cubicBezTo>
                    <a:cubicBezTo>
                      <a:pt x="364" y="93"/>
                      <a:pt x="377" y="93"/>
                      <a:pt x="389" y="93"/>
                    </a:cubicBezTo>
                    <a:cubicBezTo>
                      <a:pt x="440" y="93"/>
                      <a:pt x="486" y="94"/>
                      <a:pt x="529" y="94"/>
                    </a:cubicBezTo>
                    <a:cubicBezTo>
                      <a:pt x="551" y="94"/>
                      <a:pt x="572" y="94"/>
                      <a:pt x="591" y="94"/>
                    </a:cubicBezTo>
                    <a:cubicBezTo>
                      <a:pt x="596" y="94"/>
                      <a:pt x="601" y="94"/>
                      <a:pt x="606" y="94"/>
                    </a:cubicBezTo>
                    <a:cubicBezTo>
                      <a:pt x="610" y="93"/>
                      <a:pt x="615" y="91"/>
                      <a:pt x="619" y="89"/>
                    </a:cubicBezTo>
                    <a:cubicBezTo>
                      <a:pt x="627" y="84"/>
                      <a:pt x="632" y="76"/>
                      <a:pt x="634" y="68"/>
                    </a:cubicBezTo>
                    <a:cubicBezTo>
                      <a:pt x="635" y="63"/>
                      <a:pt x="634" y="59"/>
                      <a:pt x="634" y="55"/>
                    </a:cubicBezTo>
                    <a:cubicBezTo>
                      <a:pt x="634" y="50"/>
                      <a:pt x="634" y="46"/>
                      <a:pt x="634" y="42"/>
                    </a:cubicBezTo>
                    <a:cubicBezTo>
                      <a:pt x="634" y="38"/>
                      <a:pt x="634" y="34"/>
                      <a:pt x="635" y="29"/>
                    </a:cubicBezTo>
                    <a:cubicBezTo>
                      <a:pt x="636" y="25"/>
                      <a:pt x="637" y="22"/>
                      <a:pt x="639" y="18"/>
                    </a:cubicBezTo>
                    <a:cubicBezTo>
                      <a:pt x="643" y="11"/>
                      <a:pt x="649" y="6"/>
                      <a:pt x="656" y="3"/>
                    </a:cubicBezTo>
                    <a:cubicBezTo>
                      <a:pt x="663" y="0"/>
                      <a:pt x="670" y="1"/>
                      <a:pt x="677" y="1"/>
                    </a:cubicBezTo>
                    <a:cubicBezTo>
                      <a:pt x="704" y="1"/>
                      <a:pt x="727" y="1"/>
                      <a:pt x="746" y="1"/>
                    </a:cubicBezTo>
                    <a:cubicBezTo>
                      <a:pt x="765" y="1"/>
                      <a:pt x="779" y="1"/>
                      <a:pt x="788" y="1"/>
                    </a:cubicBezTo>
                    <a:cubicBezTo>
                      <a:pt x="798" y="1"/>
                      <a:pt x="803" y="1"/>
                      <a:pt x="803" y="1"/>
                    </a:cubicBezTo>
                    <a:cubicBezTo>
                      <a:pt x="803" y="1"/>
                      <a:pt x="798" y="1"/>
                      <a:pt x="788" y="1"/>
                    </a:cubicBezTo>
                    <a:cubicBezTo>
                      <a:pt x="779" y="1"/>
                      <a:pt x="765" y="2"/>
                      <a:pt x="746" y="2"/>
                    </a:cubicBezTo>
                    <a:cubicBezTo>
                      <a:pt x="727" y="2"/>
                      <a:pt x="704" y="2"/>
                      <a:pt x="677" y="2"/>
                    </a:cubicBezTo>
                    <a:cubicBezTo>
                      <a:pt x="670" y="2"/>
                      <a:pt x="663" y="1"/>
                      <a:pt x="656" y="4"/>
                    </a:cubicBezTo>
                    <a:cubicBezTo>
                      <a:pt x="650" y="7"/>
                      <a:pt x="644" y="12"/>
                      <a:pt x="640" y="19"/>
                    </a:cubicBezTo>
                    <a:cubicBezTo>
                      <a:pt x="638" y="22"/>
                      <a:pt x="637" y="26"/>
                      <a:pt x="636" y="30"/>
                    </a:cubicBezTo>
                    <a:cubicBezTo>
                      <a:pt x="635" y="34"/>
                      <a:pt x="636" y="38"/>
                      <a:pt x="636" y="42"/>
                    </a:cubicBezTo>
                    <a:cubicBezTo>
                      <a:pt x="636" y="46"/>
                      <a:pt x="636" y="50"/>
                      <a:pt x="636" y="55"/>
                    </a:cubicBezTo>
                    <a:cubicBezTo>
                      <a:pt x="636" y="59"/>
                      <a:pt x="636" y="63"/>
                      <a:pt x="635" y="68"/>
                    </a:cubicBezTo>
                    <a:cubicBezTo>
                      <a:pt x="633" y="77"/>
                      <a:pt x="627" y="85"/>
                      <a:pt x="619" y="90"/>
                    </a:cubicBezTo>
                    <a:cubicBezTo>
                      <a:pt x="615" y="93"/>
                      <a:pt x="611" y="94"/>
                      <a:pt x="606" y="95"/>
                    </a:cubicBezTo>
                    <a:cubicBezTo>
                      <a:pt x="601" y="95"/>
                      <a:pt x="596" y="95"/>
                      <a:pt x="591" y="95"/>
                    </a:cubicBezTo>
                    <a:cubicBezTo>
                      <a:pt x="571" y="95"/>
                      <a:pt x="551" y="95"/>
                      <a:pt x="529" y="95"/>
                    </a:cubicBezTo>
                    <a:cubicBezTo>
                      <a:pt x="486" y="95"/>
                      <a:pt x="439" y="95"/>
                      <a:pt x="389" y="95"/>
                    </a:cubicBezTo>
                    <a:cubicBezTo>
                      <a:pt x="377" y="95"/>
                      <a:pt x="364" y="95"/>
                      <a:pt x="351" y="95"/>
                    </a:cubicBezTo>
                    <a:cubicBezTo>
                      <a:pt x="348" y="95"/>
                      <a:pt x="344" y="95"/>
                      <a:pt x="341" y="95"/>
                    </a:cubicBezTo>
                    <a:cubicBezTo>
                      <a:pt x="338" y="95"/>
                      <a:pt x="334" y="95"/>
                      <a:pt x="331" y="94"/>
                    </a:cubicBezTo>
                    <a:cubicBezTo>
                      <a:pt x="324" y="92"/>
                      <a:pt x="318" y="89"/>
                      <a:pt x="314" y="83"/>
                    </a:cubicBezTo>
                    <a:cubicBezTo>
                      <a:pt x="309" y="78"/>
                      <a:pt x="306" y="72"/>
                      <a:pt x="305" y="65"/>
                    </a:cubicBezTo>
                    <a:cubicBezTo>
                      <a:pt x="305" y="61"/>
                      <a:pt x="305" y="58"/>
                      <a:pt x="305" y="54"/>
                    </a:cubicBezTo>
                    <a:cubicBezTo>
                      <a:pt x="305" y="51"/>
                      <a:pt x="305" y="47"/>
                      <a:pt x="305" y="44"/>
                    </a:cubicBezTo>
                    <a:cubicBezTo>
                      <a:pt x="305" y="37"/>
                      <a:pt x="306" y="30"/>
                      <a:pt x="303" y="24"/>
                    </a:cubicBezTo>
                    <a:cubicBezTo>
                      <a:pt x="301" y="17"/>
                      <a:pt x="296" y="11"/>
                      <a:pt x="291" y="7"/>
                    </a:cubicBezTo>
                    <a:cubicBezTo>
                      <a:pt x="285" y="3"/>
                      <a:pt x="278" y="2"/>
                      <a:pt x="271" y="2"/>
                    </a:cubicBezTo>
                    <a:lnTo>
                      <a:pt x="249" y="2"/>
                    </a:lnTo>
                    <a:cubicBezTo>
                      <a:pt x="234" y="2"/>
                      <a:pt x="220" y="2"/>
                      <a:pt x="204" y="2"/>
                    </a:cubicBezTo>
                    <a:cubicBezTo>
                      <a:pt x="174" y="2"/>
                      <a:pt x="144" y="2"/>
                      <a:pt x="112" y="2"/>
                    </a:cubicBezTo>
                    <a:cubicBezTo>
                      <a:pt x="96" y="2"/>
                      <a:pt x="80" y="4"/>
                      <a:pt x="65" y="11"/>
                    </a:cubicBezTo>
                    <a:cubicBezTo>
                      <a:pt x="51" y="17"/>
                      <a:pt x="37" y="27"/>
                      <a:pt x="27" y="40"/>
                    </a:cubicBezTo>
                    <a:cubicBezTo>
                      <a:pt x="16" y="52"/>
                      <a:pt x="9" y="67"/>
                      <a:pt x="5" y="84"/>
                    </a:cubicBezTo>
                    <a:cubicBezTo>
                      <a:pt x="4" y="88"/>
                      <a:pt x="4" y="92"/>
                      <a:pt x="3" y="96"/>
                    </a:cubicBezTo>
                    <a:cubicBezTo>
                      <a:pt x="3" y="100"/>
                      <a:pt x="2" y="105"/>
                      <a:pt x="2" y="109"/>
                    </a:cubicBezTo>
                    <a:cubicBezTo>
                      <a:pt x="2" y="117"/>
                      <a:pt x="2" y="126"/>
                      <a:pt x="2" y="135"/>
                    </a:cubicBezTo>
                    <a:cubicBezTo>
                      <a:pt x="2" y="204"/>
                      <a:pt x="2" y="276"/>
                      <a:pt x="2" y="350"/>
                    </a:cubicBezTo>
                    <a:cubicBezTo>
                      <a:pt x="2" y="499"/>
                      <a:pt x="2" y="657"/>
                      <a:pt x="2" y="825"/>
                    </a:cubicBezTo>
                    <a:cubicBezTo>
                      <a:pt x="2" y="992"/>
                      <a:pt x="2" y="1169"/>
                      <a:pt x="2" y="1351"/>
                    </a:cubicBezTo>
                    <a:cubicBezTo>
                      <a:pt x="2" y="1442"/>
                      <a:pt x="2" y="1535"/>
                      <a:pt x="2" y="1629"/>
                    </a:cubicBezTo>
                    <a:cubicBezTo>
                      <a:pt x="2" y="1676"/>
                      <a:pt x="2" y="1723"/>
                      <a:pt x="2" y="1771"/>
                    </a:cubicBezTo>
                    <a:cubicBezTo>
                      <a:pt x="2" y="1783"/>
                      <a:pt x="2" y="1795"/>
                      <a:pt x="2" y="1807"/>
                    </a:cubicBezTo>
                    <a:cubicBezTo>
                      <a:pt x="2" y="1819"/>
                      <a:pt x="3" y="1830"/>
                      <a:pt x="7" y="1842"/>
                    </a:cubicBezTo>
                    <a:cubicBezTo>
                      <a:pt x="13" y="1864"/>
                      <a:pt x="28" y="1885"/>
                      <a:pt x="48" y="1898"/>
                    </a:cubicBezTo>
                    <a:cubicBezTo>
                      <a:pt x="67" y="1912"/>
                      <a:pt x="91" y="1918"/>
                      <a:pt x="115" y="1917"/>
                    </a:cubicBezTo>
                    <a:cubicBezTo>
                      <a:pt x="139" y="1917"/>
                      <a:pt x="163" y="1917"/>
                      <a:pt x="187" y="1917"/>
                    </a:cubicBezTo>
                    <a:cubicBezTo>
                      <a:pt x="234" y="1917"/>
                      <a:pt x="282" y="1917"/>
                      <a:pt x="329" y="1917"/>
                    </a:cubicBezTo>
                    <a:cubicBezTo>
                      <a:pt x="423" y="1917"/>
                      <a:pt x="516" y="1917"/>
                      <a:pt x="607" y="1917"/>
                    </a:cubicBezTo>
                    <a:cubicBezTo>
                      <a:pt x="652" y="1917"/>
                      <a:pt x="697" y="1917"/>
                      <a:pt x="742" y="1917"/>
                    </a:cubicBezTo>
                    <a:cubicBezTo>
                      <a:pt x="764" y="1917"/>
                      <a:pt x="787" y="1918"/>
                      <a:pt x="809" y="1917"/>
                    </a:cubicBezTo>
                    <a:cubicBezTo>
                      <a:pt x="830" y="1916"/>
                      <a:pt x="852" y="1907"/>
                      <a:pt x="868" y="1894"/>
                    </a:cubicBezTo>
                    <a:cubicBezTo>
                      <a:pt x="877" y="1887"/>
                      <a:pt x="884" y="1879"/>
                      <a:pt x="890" y="1870"/>
                    </a:cubicBezTo>
                    <a:cubicBezTo>
                      <a:pt x="896" y="1861"/>
                      <a:pt x="900" y="1851"/>
                      <a:pt x="903" y="1841"/>
                    </a:cubicBezTo>
                    <a:cubicBezTo>
                      <a:pt x="906" y="1830"/>
                      <a:pt x="907" y="1820"/>
                      <a:pt x="907" y="1809"/>
                    </a:cubicBezTo>
                    <a:cubicBezTo>
                      <a:pt x="907" y="1798"/>
                      <a:pt x="907" y="1788"/>
                      <a:pt x="907" y="1777"/>
                    </a:cubicBezTo>
                    <a:cubicBezTo>
                      <a:pt x="907" y="1734"/>
                      <a:pt x="907" y="1692"/>
                      <a:pt x="907" y="1650"/>
                    </a:cubicBezTo>
                    <a:cubicBezTo>
                      <a:pt x="907" y="1315"/>
                      <a:pt x="907" y="1013"/>
                      <a:pt x="908" y="760"/>
                    </a:cubicBezTo>
                    <a:cubicBezTo>
                      <a:pt x="908" y="507"/>
                      <a:pt x="908" y="302"/>
                      <a:pt x="908" y="161"/>
                    </a:cubicBezTo>
                    <a:cubicBezTo>
                      <a:pt x="908" y="143"/>
                      <a:pt x="908" y="126"/>
                      <a:pt x="908" y="110"/>
                    </a:cubicBezTo>
                    <a:cubicBezTo>
                      <a:pt x="908" y="95"/>
                      <a:pt x="906" y="80"/>
                      <a:pt x="901" y="68"/>
                    </a:cubicBezTo>
                    <a:cubicBezTo>
                      <a:pt x="895" y="55"/>
                      <a:pt x="888" y="44"/>
                      <a:pt x="881" y="36"/>
                    </a:cubicBezTo>
                    <a:cubicBezTo>
                      <a:pt x="873" y="28"/>
                      <a:pt x="865" y="21"/>
                      <a:pt x="857" y="16"/>
                    </a:cubicBezTo>
                    <a:cubicBezTo>
                      <a:pt x="841" y="7"/>
                      <a:pt x="826" y="4"/>
                      <a:pt x="817" y="2"/>
                    </a:cubicBezTo>
                    <a:cubicBezTo>
                      <a:pt x="812" y="2"/>
                      <a:pt x="809" y="2"/>
                      <a:pt x="806" y="1"/>
                    </a:cubicBezTo>
                    <a:cubicBezTo>
                      <a:pt x="804" y="1"/>
                      <a:pt x="803" y="1"/>
                      <a:pt x="803" y="1"/>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13" name="Google Shape;413;p13"/>
              <p:cNvSpPr/>
              <p:nvPr/>
            </p:nvSpPr>
            <p:spPr>
              <a:xfrm>
                <a:off x="207210" y="1137797"/>
                <a:ext cx="142120" cy="3644"/>
              </a:xfrm>
              <a:custGeom>
                <a:rect b="b" l="l" r="r" t="t"/>
                <a:pathLst>
                  <a:path extrusionOk="0" h="2" w="78">
                    <a:moveTo>
                      <a:pt x="78" y="1"/>
                    </a:moveTo>
                    <a:cubicBezTo>
                      <a:pt x="78" y="1"/>
                      <a:pt x="61" y="2"/>
                      <a:pt x="39" y="2"/>
                    </a:cubicBezTo>
                    <a:cubicBezTo>
                      <a:pt x="18" y="2"/>
                      <a:pt x="0" y="2"/>
                      <a:pt x="0" y="1"/>
                    </a:cubicBezTo>
                    <a:cubicBezTo>
                      <a:pt x="0" y="1"/>
                      <a:pt x="18" y="0"/>
                      <a:pt x="39" y="0"/>
                    </a:cubicBezTo>
                    <a:cubicBezTo>
                      <a:pt x="61" y="0"/>
                      <a:pt x="78" y="0"/>
                      <a:pt x="78"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14" name="Google Shape;414;p13"/>
              <p:cNvSpPr/>
              <p:nvPr/>
            </p:nvSpPr>
            <p:spPr>
              <a:xfrm>
                <a:off x="207210" y="1174238"/>
                <a:ext cx="143942" cy="3644"/>
              </a:xfrm>
              <a:custGeom>
                <a:rect b="b" l="l" r="r" t="t"/>
                <a:pathLst>
                  <a:path extrusionOk="0" h="2" w="79">
                    <a:moveTo>
                      <a:pt x="79" y="1"/>
                    </a:moveTo>
                    <a:cubicBezTo>
                      <a:pt x="79" y="1"/>
                      <a:pt x="61" y="2"/>
                      <a:pt x="39" y="2"/>
                    </a:cubicBezTo>
                    <a:cubicBezTo>
                      <a:pt x="18" y="2"/>
                      <a:pt x="0" y="2"/>
                      <a:pt x="0" y="1"/>
                    </a:cubicBezTo>
                    <a:cubicBezTo>
                      <a:pt x="0" y="1"/>
                      <a:pt x="18" y="0"/>
                      <a:pt x="39" y="0"/>
                    </a:cubicBezTo>
                    <a:cubicBezTo>
                      <a:pt x="61" y="0"/>
                      <a:pt x="79" y="0"/>
                      <a:pt x="79"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15" name="Google Shape;415;p13"/>
              <p:cNvSpPr/>
              <p:nvPr/>
            </p:nvSpPr>
            <p:spPr>
              <a:xfrm>
                <a:off x="207210" y="1210679"/>
                <a:ext cx="143942" cy="3644"/>
              </a:xfrm>
              <a:custGeom>
                <a:rect b="b" l="l" r="r" t="t"/>
                <a:pathLst>
                  <a:path extrusionOk="0" h="2" w="79">
                    <a:moveTo>
                      <a:pt x="79" y="1"/>
                    </a:moveTo>
                    <a:cubicBezTo>
                      <a:pt x="79" y="1"/>
                      <a:pt x="61" y="2"/>
                      <a:pt x="40" y="2"/>
                    </a:cubicBezTo>
                    <a:cubicBezTo>
                      <a:pt x="18" y="2"/>
                      <a:pt x="0" y="2"/>
                      <a:pt x="0" y="1"/>
                    </a:cubicBezTo>
                    <a:cubicBezTo>
                      <a:pt x="0" y="1"/>
                      <a:pt x="18" y="0"/>
                      <a:pt x="40" y="0"/>
                    </a:cubicBezTo>
                    <a:cubicBezTo>
                      <a:pt x="61" y="0"/>
                      <a:pt x="79" y="0"/>
                      <a:pt x="79"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16" name="Google Shape;416;p13"/>
              <p:cNvSpPr/>
              <p:nvPr/>
            </p:nvSpPr>
            <p:spPr>
              <a:xfrm>
                <a:off x="-1009920" y="1443901"/>
                <a:ext cx="1353785" cy="251442"/>
              </a:xfrm>
              <a:custGeom>
                <a:rect b="b" l="l" r="r" t="t"/>
                <a:pathLst>
                  <a:path extrusionOk="0" h="138" w="743">
                    <a:moveTo>
                      <a:pt x="685" y="137"/>
                    </a:moveTo>
                    <a:cubicBezTo>
                      <a:pt x="685" y="137"/>
                      <a:pt x="687" y="136"/>
                      <a:pt x="690" y="136"/>
                    </a:cubicBezTo>
                    <a:cubicBezTo>
                      <a:pt x="693" y="136"/>
                      <a:pt x="697" y="135"/>
                      <a:pt x="702" y="134"/>
                    </a:cubicBezTo>
                    <a:cubicBezTo>
                      <a:pt x="707" y="132"/>
                      <a:pt x="713" y="129"/>
                      <a:pt x="720" y="124"/>
                    </a:cubicBezTo>
                    <a:cubicBezTo>
                      <a:pt x="726" y="120"/>
                      <a:pt x="732" y="113"/>
                      <a:pt x="737" y="103"/>
                    </a:cubicBezTo>
                    <a:cubicBezTo>
                      <a:pt x="739" y="98"/>
                      <a:pt x="741" y="93"/>
                      <a:pt x="741" y="87"/>
                    </a:cubicBezTo>
                    <a:cubicBezTo>
                      <a:pt x="742" y="82"/>
                      <a:pt x="742" y="76"/>
                      <a:pt x="742" y="69"/>
                    </a:cubicBezTo>
                    <a:cubicBezTo>
                      <a:pt x="742" y="63"/>
                      <a:pt x="742" y="56"/>
                      <a:pt x="741" y="49"/>
                    </a:cubicBezTo>
                    <a:cubicBezTo>
                      <a:pt x="740" y="43"/>
                      <a:pt x="737" y="36"/>
                      <a:pt x="733" y="30"/>
                    </a:cubicBezTo>
                    <a:cubicBezTo>
                      <a:pt x="726" y="17"/>
                      <a:pt x="712" y="7"/>
                      <a:pt x="696" y="4"/>
                    </a:cubicBezTo>
                    <a:cubicBezTo>
                      <a:pt x="688" y="2"/>
                      <a:pt x="679" y="3"/>
                      <a:pt x="670" y="3"/>
                    </a:cubicBezTo>
                    <a:cubicBezTo>
                      <a:pt x="661" y="3"/>
                      <a:pt x="652" y="3"/>
                      <a:pt x="643" y="3"/>
                    </a:cubicBezTo>
                    <a:cubicBezTo>
                      <a:pt x="493" y="3"/>
                      <a:pt x="286" y="3"/>
                      <a:pt x="58" y="3"/>
                    </a:cubicBezTo>
                    <a:cubicBezTo>
                      <a:pt x="44" y="3"/>
                      <a:pt x="30" y="9"/>
                      <a:pt x="20" y="18"/>
                    </a:cubicBezTo>
                    <a:cubicBezTo>
                      <a:pt x="10" y="27"/>
                      <a:pt x="4" y="40"/>
                      <a:pt x="3" y="54"/>
                    </a:cubicBezTo>
                    <a:cubicBezTo>
                      <a:pt x="2" y="61"/>
                      <a:pt x="3" y="68"/>
                      <a:pt x="3" y="75"/>
                    </a:cubicBezTo>
                    <a:cubicBezTo>
                      <a:pt x="2" y="82"/>
                      <a:pt x="3" y="88"/>
                      <a:pt x="5" y="95"/>
                    </a:cubicBezTo>
                    <a:cubicBezTo>
                      <a:pt x="8" y="108"/>
                      <a:pt x="17" y="119"/>
                      <a:pt x="28" y="126"/>
                    </a:cubicBezTo>
                    <a:cubicBezTo>
                      <a:pt x="33" y="130"/>
                      <a:pt x="39" y="132"/>
                      <a:pt x="46" y="134"/>
                    </a:cubicBezTo>
                    <a:cubicBezTo>
                      <a:pt x="52" y="135"/>
                      <a:pt x="58" y="135"/>
                      <a:pt x="65" y="135"/>
                    </a:cubicBezTo>
                    <a:cubicBezTo>
                      <a:pt x="78" y="135"/>
                      <a:pt x="91" y="135"/>
                      <a:pt x="104" y="135"/>
                    </a:cubicBezTo>
                    <a:cubicBezTo>
                      <a:pt x="130" y="135"/>
                      <a:pt x="156" y="135"/>
                      <a:pt x="180" y="135"/>
                    </a:cubicBezTo>
                    <a:cubicBezTo>
                      <a:pt x="279" y="135"/>
                      <a:pt x="368" y="135"/>
                      <a:pt x="443" y="136"/>
                    </a:cubicBezTo>
                    <a:cubicBezTo>
                      <a:pt x="518" y="136"/>
                      <a:pt x="579" y="136"/>
                      <a:pt x="620" y="136"/>
                    </a:cubicBezTo>
                    <a:cubicBezTo>
                      <a:pt x="641" y="136"/>
                      <a:pt x="658" y="136"/>
                      <a:pt x="669" y="136"/>
                    </a:cubicBezTo>
                    <a:cubicBezTo>
                      <a:pt x="674" y="136"/>
                      <a:pt x="678" y="136"/>
                      <a:pt x="681" y="136"/>
                    </a:cubicBezTo>
                    <a:cubicBezTo>
                      <a:pt x="684" y="136"/>
                      <a:pt x="685" y="137"/>
                      <a:pt x="685" y="137"/>
                    </a:cubicBezTo>
                    <a:cubicBezTo>
                      <a:pt x="685" y="137"/>
                      <a:pt x="684" y="137"/>
                      <a:pt x="681" y="137"/>
                    </a:cubicBezTo>
                    <a:cubicBezTo>
                      <a:pt x="678" y="137"/>
                      <a:pt x="674" y="137"/>
                      <a:pt x="669" y="137"/>
                    </a:cubicBezTo>
                    <a:cubicBezTo>
                      <a:pt x="657" y="137"/>
                      <a:pt x="641" y="137"/>
                      <a:pt x="620" y="137"/>
                    </a:cubicBezTo>
                    <a:cubicBezTo>
                      <a:pt x="579" y="137"/>
                      <a:pt x="518" y="137"/>
                      <a:pt x="443" y="137"/>
                    </a:cubicBezTo>
                    <a:cubicBezTo>
                      <a:pt x="368" y="138"/>
                      <a:pt x="279" y="138"/>
                      <a:pt x="180" y="138"/>
                    </a:cubicBezTo>
                    <a:cubicBezTo>
                      <a:pt x="156" y="138"/>
                      <a:pt x="130" y="138"/>
                      <a:pt x="104" y="138"/>
                    </a:cubicBezTo>
                    <a:cubicBezTo>
                      <a:pt x="91" y="138"/>
                      <a:pt x="78" y="138"/>
                      <a:pt x="65" y="138"/>
                    </a:cubicBezTo>
                    <a:cubicBezTo>
                      <a:pt x="59" y="138"/>
                      <a:pt x="52" y="138"/>
                      <a:pt x="45" y="136"/>
                    </a:cubicBezTo>
                    <a:cubicBezTo>
                      <a:pt x="38" y="135"/>
                      <a:pt x="32" y="132"/>
                      <a:pt x="26" y="128"/>
                    </a:cubicBezTo>
                    <a:cubicBezTo>
                      <a:pt x="15" y="121"/>
                      <a:pt x="6" y="109"/>
                      <a:pt x="2" y="95"/>
                    </a:cubicBezTo>
                    <a:cubicBezTo>
                      <a:pt x="0" y="89"/>
                      <a:pt x="0" y="81"/>
                      <a:pt x="0" y="75"/>
                    </a:cubicBezTo>
                    <a:cubicBezTo>
                      <a:pt x="0" y="68"/>
                      <a:pt x="0" y="61"/>
                      <a:pt x="0" y="54"/>
                    </a:cubicBezTo>
                    <a:cubicBezTo>
                      <a:pt x="1" y="39"/>
                      <a:pt x="8" y="26"/>
                      <a:pt x="19" y="16"/>
                    </a:cubicBezTo>
                    <a:cubicBezTo>
                      <a:pt x="29" y="6"/>
                      <a:pt x="44" y="0"/>
                      <a:pt x="58" y="0"/>
                    </a:cubicBezTo>
                    <a:cubicBezTo>
                      <a:pt x="286" y="0"/>
                      <a:pt x="493" y="1"/>
                      <a:pt x="643" y="1"/>
                    </a:cubicBezTo>
                    <a:cubicBezTo>
                      <a:pt x="652" y="1"/>
                      <a:pt x="661" y="1"/>
                      <a:pt x="670" y="1"/>
                    </a:cubicBezTo>
                    <a:cubicBezTo>
                      <a:pt x="679" y="1"/>
                      <a:pt x="688" y="0"/>
                      <a:pt x="696" y="2"/>
                    </a:cubicBezTo>
                    <a:cubicBezTo>
                      <a:pt x="713" y="5"/>
                      <a:pt x="727" y="16"/>
                      <a:pt x="735" y="29"/>
                    </a:cubicBezTo>
                    <a:cubicBezTo>
                      <a:pt x="739" y="35"/>
                      <a:pt x="741" y="42"/>
                      <a:pt x="742" y="49"/>
                    </a:cubicBezTo>
                    <a:cubicBezTo>
                      <a:pt x="743" y="56"/>
                      <a:pt x="743" y="63"/>
                      <a:pt x="743" y="69"/>
                    </a:cubicBezTo>
                    <a:cubicBezTo>
                      <a:pt x="743" y="75"/>
                      <a:pt x="743" y="81"/>
                      <a:pt x="742" y="87"/>
                    </a:cubicBezTo>
                    <a:cubicBezTo>
                      <a:pt x="742" y="93"/>
                      <a:pt x="740" y="98"/>
                      <a:pt x="738" y="103"/>
                    </a:cubicBezTo>
                    <a:cubicBezTo>
                      <a:pt x="733" y="113"/>
                      <a:pt x="727" y="120"/>
                      <a:pt x="720" y="125"/>
                    </a:cubicBezTo>
                    <a:cubicBezTo>
                      <a:pt x="714" y="130"/>
                      <a:pt x="708" y="133"/>
                      <a:pt x="702" y="134"/>
                    </a:cubicBezTo>
                    <a:cubicBezTo>
                      <a:pt x="697" y="136"/>
                      <a:pt x="693" y="136"/>
                      <a:pt x="690" y="136"/>
                    </a:cubicBezTo>
                    <a:cubicBezTo>
                      <a:pt x="687" y="136"/>
                      <a:pt x="686" y="136"/>
                      <a:pt x="686" y="136"/>
                    </a:cubicBezTo>
                    <a:lnTo>
                      <a:pt x="685" y="137"/>
                    </a:lnTo>
                    <a:close/>
                  </a:path>
                </a:pathLst>
              </a:custGeom>
              <a:solidFill>
                <a:schemeClr val="dk1"/>
              </a:solidFill>
              <a:ln>
                <a:noFill/>
              </a:ln>
            </p:spPr>
            <p:txBody>
              <a:bodyPr anchorCtr="1" anchor="ctr" bIns="4675" lIns="90000" spcFirstLastPara="1" rIns="90000" wrap="square" tIns="467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17" name="Google Shape;417;p13"/>
              <p:cNvSpPr/>
              <p:nvPr/>
            </p:nvSpPr>
            <p:spPr>
              <a:xfrm>
                <a:off x="-527076" y="2571748"/>
                <a:ext cx="783483" cy="5466"/>
              </a:xfrm>
              <a:custGeom>
                <a:rect b="b" l="l" r="r" t="t"/>
                <a:pathLst>
                  <a:path extrusionOk="0" h="3" w="430">
                    <a:moveTo>
                      <a:pt x="430" y="2"/>
                    </a:moveTo>
                    <a:cubicBezTo>
                      <a:pt x="430" y="2"/>
                      <a:pt x="334" y="3"/>
                      <a:pt x="215" y="3"/>
                    </a:cubicBezTo>
                    <a:cubicBezTo>
                      <a:pt x="96" y="3"/>
                      <a:pt x="0" y="2"/>
                      <a:pt x="0" y="2"/>
                    </a:cubicBezTo>
                    <a:cubicBezTo>
                      <a:pt x="0" y="1"/>
                      <a:pt x="96" y="0"/>
                      <a:pt x="215" y="0"/>
                    </a:cubicBezTo>
                    <a:cubicBezTo>
                      <a:pt x="334" y="0"/>
                      <a:pt x="430" y="1"/>
                      <a:pt x="430"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18" name="Google Shape;418;p13"/>
              <p:cNvSpPr/>
              <p:nvPr/>
            </p:nvSpPr>
            <p:spPr>
              <a:xfrm>
                <a:off x="-527076" y="2999929"/>
                <a:ext cx="792593" cy="5466"/>
              </a:xfrm>
              <a:custGeom>
                <a:rect b="b" l="l" r="r" t="t"/>
                <a:pathLst>
                  <a:path extrusionOk="0" h="3" w="435">
                    <a:moveTo>
                      <a:pt x="435" y="1"/>
                    </a:moveTo>
                    <a:cubicBezTo>
                      <a:pt x="435" y="2"/>
                      <a:pt x="337" y="3"/>
                      <a:pt x="217" y="3"/>
                    </a:cubicBezTo>
                    <a:cubicBezTo>
                      <a:pt x="97" y="3"/>
                      <a:pt x="0" y="2"/>
                      <a:pt x="0" y="1"/>
                    </a:cubicBezTo>
                    <a:cubicBezTo>
                      <a:pt x="0" y="1"/>
                      <a:pt x="96" y="0"/>
                      <a:pt x="217" y="0"/>
                    </a:cubicBezTo>
                    <a:cubicBezTo>
                      <a:pt x="337" y="0"/>
                      <a:pt x="435" y="1"/>
                      <a:pt x="43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19" name="Google Shape;419;p13"/>
              <p:cNvSpPr/>
              <p:nvPr/>
            </p:nvSpPr>
            <p:spPr>
              <a:xfrm>
                <a:off x="-527076" y="3065523"/>
                <a:ext cx="783483" cy="3644"/>
              </a:xfrm>
              <a:custGeom>
                <a:rect b="b" l="l" r="r" t="t"/>
                <a:pathLst>
                  <a:path extrusionOk="0" h="2" w="430">
                    <a:moveTo>
                      <a:pt x="430" y="1"/>
                    </a:moveTo>
                    <a:cubicBezTo>
                      <a:pt x="430" y="2"/>
                      <a:pt x="334" y="2"/>
                      <a:pt x="215" y="2"/>
                    </a:cubicBezTo>
                    <a:cubicBezTo>
                      <a:pt x="96" y="2"/>
                      <a:pt x="0" y="2"/>
                      <a:pt x="0" y="1"/>
                    </a:cubicBezTo>
                    <a:cubicBezTo>
                      <a:pt x="0" y="0"/>
                      <a:pt x="96" y="0"/>
                      <a:pt x="215" y="0"/>
                    </a:cubicBezTo>
                    <a:cubicBezTo>
                      <a:pt x="334" y="0"/>
                      <a:pt x="430" y="0"/>
                      <a:pt x="430"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20" name="Google Shape;420;p13"/>
              <p:cNvSpPr/>
              <p:nvPr/>
            </p:nvSpPr>
            <p:spPr>
              <a:xfrm>
                <a:off x="-527076" y="3491882"/>
                <a:ext cx="792593" cy="5466"/>
              </a:xfrm>
              <a:custGeom>
                <a:rect b="b" l="l" r="r" t="t"/>
                <a:pathLst>
                  <a:path extrusionOk="0" h="3" w="435">
                    <a:moveTo>
                      <a:pt x="435" y="2"/>
                    </a:moveTo>
                    <a:cubicBezTo>
                      <a:pt x="435" y="2"/>
                      <a:pt x="337" y="3"/>
                      <a:pt x="217" y="3"/>
                    </a:cubicBezTo>
                    <a:cubicBezTo>
                      <a:pt x="97" y="3"/>
                      <a:pt x="0" y="2"/>
                      <a:pt x="0" y="2"/>
                    </a:cubicBezTo>
                    <a:cubicBezTo>
                      <a:pt x="0" y="1"/>
                      <a:pt x="96" y="0"/>
                      <a:pt x="217" y="0"/>
                    </a:cubicBezTo>
                    <a:cubicBezTo>
                      <a:pt x="337" y="0"/>
                      <a:pt x="435" y="1"/>
                      <a:pt x="43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21" name="Google Shape;421;p13"/>
              <p:cNvSpPr/>
              <p:nvPr/>
            </p:nvSpPr>
            <p:spPr>
              <a:xfrm>
                <a:off x="-527076" y="3557476"/>
                <a:ext cx="783483" cy="5466"/>
              </a:xfrm>
              <a:custGeom>
                <a:rect b="b" l="l" r="r" t="t"/>
                <a:pathLst>
                  <a:path extrusionOk="0" h="3" w="430">
                    <a:moveTo>
                      <a:pt x="430" y="1"/>
                    </a:moveTo>
                    <a:cubicBezTo>
                      <a:pt x="430" y="2"/>
                      <a:pt x="334" y="3"/>
                      <a:pt x="215" y="3"/>
                    </a:cubicBezTo>
                    <a:cubicBezTo>
                      <a:pt x="96" y="3"/>
                      <a:pt x="0" y="2"/>
                      <a:pt x="0" y="1"/>
                    </a:cubicBezTo>
                    <a:cubicBezTo>
                      <a:pt x="0" y="0"/>
                      <a:pt x="96" y="0"/>
                      <a:pt x="215" y="0"/>
                    </a:cubicBezTo>
                    <a:cubicBezTo>
                      <a:pt x="334" y="0"/>
                      <a:pt x="430" y="0"/>
                      <a:pt x="430"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22" name="Google Shape;422;p13"/>
              <p:cNvSpPr/>
              <p:nvPr/>
            </p:nvSpPr>
            <p:spPr>
              <a:xfrm>
                <a:off x="-527076" y="3982013"/>
                <a:ext cx="792593" cy="3644"/>
              </a:xfrm>
              <a:custGeom>
                <a:rect b="b" l="l" r="r" t="t"/>
                <a:pathLst>
                  <a:path extrusionOk="0" h="2" w="435">
                    <a:moveTo>
                      <a:pt x="435" y="1"/>
                    </a:moveTo>
                    <a:cubicBezTo>
                      <a:pt x="435" y="2"/>
                      <a:pt x="337" y="2"/>
                      <a:pt x="217" y="2"/>
                    </a:cubicBezTo>
                    <a:cubicBezTo>
                      <a:pt x="97" y="2"/>
                      <a:pt x="0" y="2"/>
                      <a:pt x="0" y="1"/>
                    </a:cubicBezTo>
                    <a:cubicBezTo>
                      <a:pt x="0" y="0"/>
                      <a:pt x="96" y="0"/>
                      <a:pt x="217" y="0"/>
                    </a:cubicBezTo>
                    <a:cubicBezTo>
                      <a:pt x="337" y="0"/>
                      <a:pt x="435" y="0"/>
                      <a:pt x="43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23" name="Google Shape;423;p13"/>
              <p:cNvSpPr/>
              <p:nvPr/>
            </p:nvSpPr>
            <p:spPr>
              <a:xfrm>
                <a:off x="-527076" y="4045784"/>
                <a:ext cx="783483" cy="5466"/>
              </a:xfrm>
              <a:custGeom>
                <a:rect b="b" l="l" r="r" t="t"/>
                <a:pathLst>
                  <a:path extrusionOk="0" h="3" w="430">
                    <a:moveTo>
                      <a:pt x="430" y="2"/>
                    </a:moveTo>
                    <a:cubicBezTo>
                      <a:pt x="430" y="2"/>
                      <a:pt x="334" y="3"/>
                      <a:pt x="215" y="3"/>
                    </a:cubicBezTo>
                    <a:cubicBezTo>
                      <a:pt x="96" y="3"/>
                      <a:pt x="0" y="2"/>
                      <a:pt x="0" y="2"/>
                    </a:cubicBezTo>
                    <a:cubicBezTo>
                      <a:pt x="0" y="1"/>
                      <a:pt x="96" y="0"/>
                      <a:pt x="215" y="0"/>
                    </a:cubicBezTo>
                    <a:cubicBezTo>
                      <a:pt x="334" y="0"/>
                      <a:pt x="430" y="1"/>
                      <a:pt x="430"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424" name="Google Shape;424;p13"/>
            <p:cNvGrpSpPr/>
            <p:nvPr/>
          </p:nvGrpSpPr>
          <p:grpSpPr>
            <a:xfrm>
              <a:off x="180286" y="4651013"/>
              <a:ext cx="1065901" cy="619495"/>
              <a:chOff x="-192639" y="64613"/>
              <a:chExt cx="1065901" cy="619495"/>
            </a:xfrm>
          </p:grpSpPr>
          <p:sp>
            <p:nvSpPr>
              <p:cNvPr id="425" name="Google Shape;425;p13"/>
              <p:cNvSpPr/>
              <p:nvPr/>
            </p:nvSpPr>
            <p:spPr>
              <a:xfrm>
                <a:off x="-192639" y="64613"/>
                <a:ext cx="1065901" cy="619495"/>
              </a:xfrm>
              <a:custGeom>
                <a:rect b="b" l="l" r="r" t="t"/>
                <a:pathLst>
                  <a:path extrusionOk="0" h="340" w="585">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26" name="Google Shape;426;p13"/>
              <p:cNvSpPr/>
              <p:nvPr/>
            </p:nvSpPr>
            <p:spPr>
              <a:xfrm>
                <a:off x="-188995" y="139317"/>
                <a:ext cx="1060435" cy="3644"/>
              </a:xfrm>
              <a:custGeom>
                <a:rect b="b" l="l" r="r" t="t"/>
                <a:pathLst>
                  <a:path extrusionOk="0" h="2" w="582">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27" name="Google Shape;427;p13"/>
              <p:cNvSpPr/>
              <p:nvPr/>
            </p:nvSpPr>
            <p:spPr>
              <a:xfrm>
                <a:off x="-99714" y="243174"/>
                <a:ext cx="327969" cy="327968"/>
              </a:xfrm>
              <a:custGeom>
                <a:rect b="b" l="l" r="r" t="t"/>
                <a:pathLst>
                  <a:path extrusionOk="0" h="180" w="180">
                    <a:moveTo>
                      <a:pt x="0" y="0"/>
                    </a:moveTo>
                    <a:lnTo>
                      <a:pt x="180" y="0"/>
                    </a:lnTo>
                    <a:lnTo>
                      <a:pt x="180" y="180"/>
                    </a:lnTo>
                    <a:lnTo>
                      <a:pt x="0" y="180"/>
                    </a:lnTo>
                    <a:lnTo>
                      <a:pt x="0" y="0"/>
                    </a:lnTo>
                    <a:close/>
                  </a:path>
                </a:pathLst>
              </a:custGeom>
              <a:solidFill>
                <a:schemeClr val="accent2"/>
              </a:solidFill>
              <a:ln>
                <a:noFill/>
              </a:ln>
            </p:spPr>
            <p:txBody>
              <a:bodyPr anchorCtr="1" anchor="ctr" bIns="19800" lIns="90000" spcFirstLastPara="1" rIns="90000" wrap="square" tIns="19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28" name="Google Shape;428;p13"/>
              <p:cNvSpPr/>
              <p:nvPr/>
            </p:nvSpPr>
            <p:spPr>
              <a:xfrm>
                <a:off x="319358" y="294191"/>
                <a:ext cx="475556" cy="5466"/>
              </a:xfrm>
              <a:custGeom>
                <a:rect b="b" l="l" r="r" t="t"/>
                <a:pathLst>
                  <a:path extrusionOk="0" h="3" w="261">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29" name="Google Shape;429;p13"/>
              <p:cNvSpPr/>
              <p:nvPr/>
            </p:nvSpPr>
            <p:spPr>
              <a:xfrm>
                <a:off x="319358" y="368895"/>
                <a:ext cx="484666" cy="3644"/>
              </a:xfrm>
              <a:custGeom>
                <a:rect b="b" l="l" r="r" t="t"/>
                <a:pathLst>
                  <a:path extrusionOk="0" h="2" w="266">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30" name="Google Shape;430;p13"/>
              <p:cNvSpPr/>
              <p:nvPr/>
            </p:nvSpPr>
            <p:spPr>
              <a:xfrm>
                <a:off x="319358" y="441777"/>
                <a:ext cx="484666" cy="3644"/>
              </a:xfrm>
              <a:custGeom>
                <a:rect b="b" l="l" r="r" t="t"/>
                <a:pathLst>
                  <a:path extrusionOk="0" h="2" w="266">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31" name="Google Shape;431;p13"/>
              <p:cNvSpPr/>
              <p:nvPr/>
            </p:nvSpPr>
            <p:spPr>
              <a:xfrm>
                <a:off x="319358" y="514659"/>
                <a:ext cx="484666" cy="3644"/>
              </a:xfrm>
              <a:custGeom>
                <a:rect b="b" l="l" r="r" t="t"/>
                <a:pathLst>
                  <a:path extrusionOk="0" h="2" w="266">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432" name="Google Shape;432;p13"/>
          <p:cNvGrpSpPr/>
          <p:nvPr/>
        </p:nvGrpSpPr>
        <p:grpSpPr>
          <a:xfrm>
            <a:off x="163587" y="135917"/>
            <a:ext cx="8459619" cy="5228424"/>
            <a:chOff x="163587" y="135917"/>
            <a:chExt cx="8459619" cy="5228424"/>
          </a:xfrm>
        </p:grpSpPr>
        <p:sp>
          <p:nvSpPr>
            <p:cNvPr id="433" name="Google Shape;433;p13"/>
            <p:cNvSpPr/>
            <p:nvPr/>
          </p:nvSpPr>
          <p:spPr>
            <a:xfrm>
              <a:off x="7816037" y="4557175"/>
              <a:ext cx="807169" cy="807166"/>
            </a:xfrm>
            <a:custGeom>
              <a:rect b="b" l="l" r="r" t="t"/>
              <a:pathLst>
                <a:path extrusionOk="0" h="443" w="443">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34" name="Google Shape;434;p13"/>
            <p:cNvSpPr/>
            <p:nvPr/>
          </p:nvSpPr>
          <p:spPr>
            <a:xfrm>
              <a:off x="490652" y="288717"/>
              <a:ext cx="535683" cy="533859"/>
            </a:xfrm>
            <a:custGeom>
              <a:rect b="b" l="l" r="r" t="t"/>
              <a:pathLst>
                <a:path extrusionOk="0" h="293" w="294">
                  <a:moveTo>
                    <a:pt x="166" y="268"/>
                  </a:moveTo>
                  <a:cubicBezTo>
                    <a:pt x="156" y="269"/>
                    <a:pt x="145" y="270"/>
                    <a:pt x="134" y="269"/>
                  </a:cubicBezTo>
                  <a:lnTo>
                    <a:pt x="117" y="293"/>
                  </a:lnTo>
                  <a:lnTo>
                    <a:pt x="71" y="276"/>
                  </a:lnTo>
                  <a:lnTo>
                    <a:pt x="75" y="246"/>
                  </a:lnTo>
                  <a:cubicBezTo>
                    <a:pt x="67" y="240"/>
                    <a:pt x="59" y="232"/>
                    <a:pt x="52" y="224"/>
                  </a:cubicBezTo>
                  <a:lnTo>
                    <a:pt x="22" y="229"/>
                  </a:lnTo>
                  <a:lnTo>
                    <a:pt x="2" y="184"/>
                  </a:lnTo>
                  <a:lnTo>
                    <a:pt x="26" y="166"/>
                  </a:lnTo>
                  <a:cubicBezTo>
                    <a:pt x="24" y="155"/>
                    <a:pt x="24" y="144"/>
                    <a:pt x="25" y="134"/>
                  </a:cubicBezTo>
                  <a:lnTo>
                    <a:pt x="0" y="117"/>
                  </a:lnTo>
                  <a:lnTo>
                    <a:pt x="18" y="71"/>
                  </a:lnTo>
                  <a:lnTo>
                    <a:pt x="48" y="75"/>
                  </a:lnTo>
                  <a:cubicBezTo>
                    <a:pt x="54" y="66"/>
                    <a:pt x="62" y="58"/>
                    <a:pt x="70" y="51"/>
                  </a:cubicBezTo>
                  <a:lnTo>
                    <a:pt x="64" y="22"/>
                  </a:lnTo>
                  <a:lnTo>
                    <a:pt x="110" y="2"/>
                  </a:lnTo>
                  <a:lnTo>
                    <a:pt x="128" y="26"/>
                  </a:lnTo>
                  <a:cubicBezTo>
                    <a:pt x="139" y="24"/>
                    <a:pt x="150" y="24"/>
                    <a:pt x="160" y="25"/>
                  </a:cubicBezTo>
                  <a:lnTo>
                    <a:pt x="177" y="0"/>
                  </a:lnTo>
                  <a:lnTo>
                    <a:pt x="223" y="18"/>
                  </a:lnTo>
                  <a:lnTo>
                    <a:pt x="219" y="48"/>
                  </a:lnTo>
                  <a:cubicBezTo>
                    <a:pt x="228" y="54"/>
                    <a:pt x="236" y="61"/>
                    <a:pt x="242" y="70"/>
                  </a:cubicBezTo>
                  <a:lnTo>
                    <a:pt x="272" y="64"/>
                  </a:lnTo>
                  <a:lnTo>
                    <a:pt x="292" y="110"/>
                  </a:lnTo>
                  <a:lnTo>
                    <a:pt x="268" y="127"/>
                  </a:lnTo>
                  <a:cubicBezTo>
                    <a:pt x="270" y="138"/>
                    <a:pt x="270" y="149"/>
                    <a:pt x="269" y="160"/>
                  </a:cubicBezTo>
                  <a:lnTo>
                    <a:pt x="294" y="177"/>
                  </a:lnTo>
                  <a:lnTo>
                    <a:pt x="276" y="223"/>
                  </a:lnTo>
                  <a:lnTo>
                    <a:pt x="246" y="219"/>
                  </a:lnTo>
                  <a:cubicBezTo>
                    <a:pt x="240" y="227"/>
                    <a:pt x="232" y="235"/>
                    <a:pt x="224" y="242"/>
                  </a:cubicBezTo>
                  <a:lnTo>
                    <a:pt x="230" y="272"/>
                  </a:lnTo>
                  <a:lnTo>
                    <a:pt x="184" y="292"/>
                  </a:lnTo>
                  <a:lnTo>
                    <a:pt x="166" y="268"/>
                  </a:lnTo>
                  <a:moveTo>
                    <a:pt x="167" y="196"/>
                  </a:moveTo>
                  <a:cubicBezTo>
                    <a:pt x="194" y="184"/>
                    <a:pt x="206" y="153"/>
                    <a:pt x="194" y="126"/>
                  </a:cubicBezTo>
                  <a:cubicBezTo>
                    <a:pt x="182" y="99"/>
                    <a:pt x="150" y="87"/>
                    <a:pt x="123" y="99"/>
                  </a:cubicBezTo>
                  <a:cubicBezTo>
                    <a:pt x="97" y="111"/>
                    <a:pt x="84" y="142"/>
                    <a:pt x="96" y="169"/>
                  </a:cubicBezTo>
                  <a:cubicBezTo>
                    <a:pt x="108" y="196"/>
                    <a:pt x="140" y="208"/>
                    <a:pt x="167" y="196"/>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35" name="Google Shape;435;p13"/>
            <p:cNvSpPr/>
            <p:nvPr/>
          </p:nvSpPr>
          <p:spPr>
            <a:xfrm>
              <a:off x="163587" y="135917"/>
              <a:ext cx="275130" cy="276951"/>
            </a:xfrm>
            <a:custGeom>
              <a:rect b="b" l="l" r="r" t="t"/>
              <a:pathLst>
                <a:path extrusionOk="0" h="152" w="151">
                  <a:moveTo>
                    <a:pt x="85" y="139"/>
                  </a:moveTo>
                  <a:cubicBezTo>
                    <a:pt x="80" y="140"/>
                    <a:pt x="74" y="140"/>
                    <a:pt x="69" y="139"/>
                  </a:cubicBezTo>
                  <a:lnTo>
                    <a:pt x="60" y="152"/>
                  </a:lnTo>
                  <a:lnTo>
                    <a:pt x="36" y="143"/>
                  </a:lnTo>
                  <a:lnTo>
                    <a:pt x="38" y="128"/>
                  </a:lnTo>
                  <a:cubicBezTo>
                    <a:pt x="34" y="124"/>
                    <a:pt x="30" y="120"/>
                    <a:pt x="26" y="116"/>
                  </a:cubicBezTo>
                  <a:lnTo>
                    <a:pt x="11" y="119"/>
                  </a:lnTo>
                  <a:lnTo>
                    <a:pt x="0" y="96"/>
                  </a:lnTo>
                  <a:lnTo>
                    <a:pt x="13" y="86"/>
                  </a:lnTo>
                  <a:cubicBezTo>
                    <a:pt x="12" y="81"/>
                    <a:pt x="12" y="75"/>
                    <a:pt x="13" y="69"/>
                  </a:cubicBezTo>
                  <a:lnTo>
                    <a:pt x="0" y="61"/>
                  </a:lnTo>
                  <a:lnTo>
                    <a:pt x="9" y="37"/>
                  </a:lnTo>
                  <a:lnTo>
                    <a:pt x="24" y="39"/>
                  </a:lnTo>
                  <a:cubicBezTo>
                    <a:pt x="27" y="35"/>
                    <a:pt x="31" y="30"/>
                    <a:pt x="36" y="27"/>
                  </a:cubicBezTo>
                  <a:lnTo>
                    <a:pt x="33" y="12"/>
                  </a:lnTo>
                  <a:lnTo>
                    <a:pt x="56" y="1"/>
                  </a:lnTo>
                  <a:lnTo>
                    <a:pt x="66" y="14"/>
                  </a:lnTo>
                  <a:cubicBezTo>
                    <a:pt x="71" y="13"/>
                    <a:pt x="77" y="13"/>
                    <a:pt x="82" y="13"/>
                  </a:cubicBezTo>
                  <a:lnTo>
                    <a:pt x="91" y="0"/>
                  </a:lnTo>
                  <a:lnTo>
                    <a:pt x="115" y="10"/>
                  </a:lnTo>
                  <a:lnTo>
                    <a:pt x="113" y="25"/>
                  </a:lnTo>
                  <a:cubicBezTo>
                    <a:pt x="117" y="28"/>
                    <a:pt x="121" y="32"/>
                    <a:pt x="125" y="37"/>
                  </a:cubicBezTo>
                  <a:lnTo>
                    <a:pt x="140" y="34"/>
                  </a:lnTo>
                  <a:lnTo>
                    <a:pt x="151" y="57"/>
                  </a:lnTo>
                  <a:lnTo>
                    <a:pt x="138" y="66"/>
                  </a:lnTo>
                  <a:cubicBezTo>
                    <a:pt x="139" y="72"/>
                    <a:pt x="139" y="78"/>
                    <a:pt x="138" y="83"/>
                  </a:cubicBezTo>
                  <a:lnTo>
                    <a:pt x="151" y="92"/>
                  </a:lnTo>
                  <a:lnTo>
                    <a:pt x="142" y="116"/>
                  </a:lnTo>
                  <a:lnTo>
                    <a:pt x="127" y="114"/>
                  </a:lnTo>
                  <a:cubicBezTo>
                    <a:pt x="124" y="118"/>
                    <a:pt x="120" y="122"/>
                    <a:pt x="115" y="126"/>
                  </a:cubicBezTo>
                  <a:lnTo>
                    <a:pt x="118" y="141"/>
                  </a:lnTo>
                  <a:lnTo>
                    <a:pt x="95" y="151"/>
                  </a:lnTo>
                  <a:lnTo>
                    <a:pt x="85" y="139"/>
                  </a:lnTo>
                  <a:moveTo>
                    <a:pt x="86" y="102"/>
                  </a:moveTo>
                  <a:cubicBezTo>
                    <a:pt x="99" y="96"/>
                    <a:pt x="106" y="79"/>
                    <a:pt x="100" y="66"/>
                  </a:cubicBezTo>
                  <a:cubicBezTo>
                    <a:pt x="93" y="52"/>
                    <a:pt x="77" y="45"/>
                    <a:pt x="63" y="52"/>
                  </a:cubicBezTo>
                  <a:cubicBezTo>
                    <a:pt x="49" y="58"/>
                    <a:pt x="43" y="74"/>
                    <a:pt x="49" y="88"/>
                  </a:cubicBezTo>
                  <a:cubicBezTo>
                    <a:pt x="55" y="102"/>
                    <a:pt x="72" y="108"/>
                    <a:pt x="86" y="102"/>
                  </a:cubicBezTo>
                  <a:close/>
                </a:path>
              </a:pathLst>
            </a:custGeom>
            <a:solidFill>
              <a:schemeClr val="lt2"/>
            </a:solidFill>
            <a:ln>
              <a:noFill/>
            </a:ln>
          </p:spPr>
          <p:txBody>
            <a:bodyPr anchorCtr="1" anchor="ctr" bIns="9700" lIns="90000" spcFirstLastPara="1" rIns="90000" wrap="square" tIns="97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436" name="Google Shape;436;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437" name="Shape 437"/>
        <p:cNvGrpSpPr/>
        <p:nvPr/>
      </p:nvGrpSpPr>
      <p:grpSpPr>
        <a:xfrm>
          <a:off x="0" y="0"/>
          <a:ext cx="0" cy="0"/>
          <a:chOff x="0" y="0"/>
          <a:chExt cx="0" cy="0"/>
        </a:xfrm>
      </p:grpSpPr>
      <p:sp>
        <p:nvSpPr>
          <p:cNvPr id="438" name="Google Shape;438;p1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439" name="Google Shape;439;p14"/>
          <p:cNvGrpSpPr/>
          <p:nvPr/>
        </p:nvGrpSpPr>
        <p:grpSpPr>
          <a:xfrm>
            <a:off x="-187189" y="139313"/>
            <a:ext cx="10397451" cy="5226445"/>
            <a:chOff x="-187189" y="139313"/>
            <a:chExt cx="10397451" cy="5226445"/>
          </a:xfrm>
        </p:grpSpPr>
        <p:grpSp>
          <p:nvGrpSpPr>
            <p:cNvPr id="440" name="Google Shape;440;p14"/>
            <p:cNvGrpSpPr/>
            <p:nvPr/>
          </p:nvGrpSpPr>
          <p:grpSpPr>
            <a:xfrm flipH="1">
              <a:off x="8552194" y="917833"/>
              <a:ext cx="1658068" cy="3498326"/>
              <a:chOff x="-1133549" y="822583"/>
              <a:chExt cx="1658068" cy="3498326"/>
            </a:xfrm>
          </p:grpSpPr>
          <p:sp>
            <p:nvSpPr>
              <p:cNvPr id="441" name="Google Shape;441;p14"/>
              <p:cNvSpPr/>
              <p:nvPr/>
            </p:nvSpPr>
            <p:spPr>
              <a:xfrm>
                <a:off x="-1133549" y="822583"/>
                <a:ext cx="1658068" cy="3498326"/>
              </a:xfrm>
              <a:custGeom>
                <a:rect b="b" l="l" r="r" t="t"/>
                <a:pathLst>
                  <a:path extrusionOk="0" h="1920" w="910">
                    <a:moveTo>
                      <a:pt x="803" y="1"/>
                    </a:moveTo>
                    <a:cubicBezTo>
                      <a:pt x="803" y="1"/>
                      <a:pt x="804" y="1"/>
                      <a:pt x="807" y="2"/>
                    </a:cubicBezTo>
                    <a:cubicBezTo>
                      <a:pt x="809" y="2"/>
                      <a:pt x="813" y="2"/>
                      <a:pt x="817" y="2"/>
                    </a:cubicBezTo>
                    <a:cubicBezTo>
                      <a:pt x="827" y="3"/>
                      <a:pt x="841" y="7"/>
                      <a:pt x="857" y="16"/>
                    </a:cubicBezTo>
                    <a:cubicBezTo>
                      <a:pt x="865" y="21"/>
                      <a:pt x="873" y="27"/>
                      <a:pt x="881" y="36"/>
                    </a:cubicBezTo>
                    <a:cubicBezTo>
                      <a:pt x="888" y="44"/>
                      <a:pt x="897" y="55"/>
                      <a:pt x="902" y="68"/>
                    </a:cubicBezTo>
                    <a:cubicBezTo>
                      <a:pt x="907" y="80"/>
                      <a:pt x="910" y="95"/>
                      <a:pt x="910" y="111"/>
                    </a:cubicBezTo>
                    <a:cubicBezTo>
                      <a:pt x="910" y="126"/>
                      <a:pt x="910" y="143"/>
                      <a:pt x="910" y="161"/>
                    </a:cubicBezTo>
                    <a:cubicBezTo>
                      <a:pt x="910" y="302"/>
                      <a:pt x="910" y="507"/>
                      <a:pt x="910" y="761"/>
                    </a:cubicBezTo>
                    <a:cubicBezTo>
                      <a:pt x="910" y="1014"/>
                      <a:pt x="910" y="1315"/>
                      <a:pt x="910" y="1650"/>
                    </a:cubicBezTo>
                    <a:cubicBezTo>
                      <a:pt x="910" y="1692"/>
                      <a:pt x="910" y="1734"/>
                      <a:pt x="910" y="1777"/>
                    </a:cubicBezTo>
                    <a:lnTo>
                      <a:pt x="910" y="1809"/>
                    </a:lnTo>
                    <a:cubicBezTo>
                      <a:pt x="910" y="1820"/>
                      <a:pt x="909" y="1831"/>
                      <a:pt x="906" y="1842"/>
                    </a:cubicBezTo>
                    <a:cubicBezTo>
                      <a:pt x="903" y="1852"/>
                      <a:pt x="899" y="1862"/>
                      <a:pt x="893" y="1872"/>
                    </a:cubicBezTo>
                    <a:cubicBezTo>
                      <a:pt x="886" y="1881"/>
                      <a:pt x="879" y="1889"/>
                      <a:pt x="870" y="1896"/>
                    </a:cubicBezTo>
                    <a:cubicBezTo>
                      <a:pt x="853" y="1910"/>
                      <a:pt x="831" y="1919"/>
                      <a:pt x="809" y="1920"/>
                    </a:cubicBezTo>
                    <a:cubicBezTo>
                      <a:pt x="787" y="1921"/>
                      <a:pt x="765" y="1920"/>
                      <a:pt x="742" y="1920"/>
                    </a:cubicBezTo>
                    <a:cubicBezTo>
                      <a:pt x="698" y="1920"/>
                      <a:pt x="652" y="1920"/>
                      <a:pt x="607" y="1920"/>
                    </a:cubicBezTo>
                    <a:cubicBezTo>
                      <a:pt x="516" y="1920"/>
                      <a:pt x="423" y="1920"/>
                      <a:pt x="329" y="1920"/>
                    </a:cubicBezTo>
                    <a:cubicBezTo>
                      <a:pt x="282" y="1920"/>
                      <a:pt x="235" y="1920"/>
                      <a:pt x="187" y="1920"/>
                    </a:cubicBezTo>
                    <a:cubicBezTo>
                      <a:pt x="163" y="1920"/>
                      <a:pt x="139" y="1920"/>
                      <a:pt x="115" y="1920"/>
                    </a:cubicBezTo>
                    <a:cubicBezTo>
                      <a:pt x="91" y="1921"/>
                      <a:pt x="66" y="1915"/>
                      <a:pt x="46" y="1901"/>
                    </a:cubicBezTo>
                    <a:cubicBezTo>
                      <a:pt x="26" y="1887"/>
                      <a:pt x="11" y="1866"/>
                      <a:pt x="4" y="1843"/>
                    </a:cubicBezTo>
                    <a:cubicBezTo>
                      <a:pt x="0" y="1831"/>
                      <a:pt x="0" y="1819"/>
                      <a:pt x="0" y="1807"/>
                    </a:cubicBezTo>
                    <a:cubicBezTo>
                      <a:pt x="0" y="1795"/>
                      <a:pt x="0" y="1783"/>
                      <a:pt x="0" y="1771"/>
                    </a:cubicBezTo>
                    <a:cubicBezTo>
                      <a:pt x="0" y="1723"/>
                      <a:pt x="0" y="1676"/>
                      <a:pt x="0" y="1629"/>
                    </a:cubicBezTo>
                    <a:cubicBezTo>
                      <a:pt x="0" y="1535"/>
                      <a:pt x="0" y="1442"/>
                      <a:pt x="0" y="1351"/>
                    </a:cubicBezTo>
                    <a:cubicBezTo>
                      <a:pt x="0" y="1169"/>
                      <a:pt x="0" y="993"/>
                      <a:pt x="0" y="826"/>
                    </a:cubicBezTo>
                    <a:cubicBezTo>
                      <a:pt x="0" y="658"/>
                      <a:pt x="0" y="499"/>
                      <a:pt x="0" y="350"/>
                    </a:cubicBezTo>
                    <a:cubicBezTo>
                      <a:pt x="0" y="276"/>
                      <a:pt x="0" y="204"/>
                      <a:pt x="0" y="135"/>
                    </a:cubicBezTo>
                    <a:cubicBezTo>
                      <a:pt x="0" y="126"/>
                      <a:pt x="0" y="118"/>
                      <a:pt x="0" y="109"/>
                    </a:cubicBezTo>
                    <a:cubicBezTo>
                      <a:pt x="0" y="105"/>
                      <a:pt x="1" y="100"/>
                      <a:pt x="1" y="96"/>
                    </a:cubicBezTo>
                    <a:cubicBezTo>
                      <a:pt x="2" y="92"/>
                      <a:pt x="2" y="88"/>
                      <a:pt x="3" y="83"/>
                    </a:cubicBezTo>
                    <a:cubicBezTo>
                      <a:pt x="7" y="67"/>
                      <a:pt x="15" y="51"/>
                      <a:pt x="25" y="38"/>
                    </a:cubicBezTo>
                    <a:cubicBezTo>
                      <a:pt x="36" y="26"/>
                      <a:pt x="50" y="16"/>
                      <a:pt x="65" y="9"/>
                    </a:cubicBezTo>
                    <a:cubicBezTo>
                      <a:pt x="80" y="2"/>
                      <a:pt x="96" y="0"/>
                      <a:pt x="112" y="0"/>
                    </a:cubicBezTo>
                    <a:cubicBezTo>
                      <a:pt x="144" y="0"/>
                      <a:pt x="175" y="0"/>
                      <a:pt x="205" y="0"/>
                    </a:cubicBezTo>
                    <a:cubicBezTo>
                      <a:pt x="220" y="0"/>
                      <a:pt x="235" y="0"/>
                      <a:pt x="249" y="0"/>
                    </a:cubicBezTo>
                    <a:cubicBezTo>
                      <a:pt x="257" y="0"/>
                      <a:pt x="264" y="0"/>
                      <a:pt x="271" y="0"/>
                    </a:cubicBezTo>
                    <a:cubicBezTo>
                      <a:pt x="278" y="0"/>
                      <a:pt x="286" y="2"/>
                      <a:pt x="292" y="6"/>
                    </a:cubicBezTo>
                    <a:cubicBezTo>
                      <a:pt x="298" y="10"/>
                      <a:pt x="303" y="16"/>
                      <a:pt x="305" y="23"/>
                    </a:cubicBezTo>
                    <a:cubicBezTo>
                      <a:pt x="308" y="30"/>
                      <a:pt x="307" y="37"/>
                      <a:pt x="307" y="44"/>
                    </a:cubicBezTo>
                    <a:cubicBezTo>
                      <a:pt x="307" y="48"/>
                      <a:pt x="307" y="50"/>
                      <a:pt x="307" y="54"/>
                    </a:cubicBezTo>
                    <a:cubicBezTo>
                      <a:pt x="307" y="57"/>
                      <a:pt x="307" y="61"/>
                      <a:pt x="307" y="65"/>
                    </a:cubicBezTo>
                    <a:cubicBezTo>
                      <a:pt x="308" y="71"/>
                      <a:pt x="311" y="77"/>
                      <a:pt x="315" y="82"/>
                    </a:cubicBezTo>
                    <a:cubicBezTo>
                      <a:pt x="320" y="87"/>
                      <a:pt x="325" y="91"/>
                      <a:pt x="332" y="92"/>
                    </a:cubicBezTo>
                    <a:cubicBezTo>
                      <a:pt x="335" y="93"/>
                      <a:pt x="338" y="93"/>
                      <a:pt x="341" y="93"/>
                    </a:cubicBezTo>
                    <a:cubicBezTo>
                      <a:pt x="345" y="93"/>
                      <a:pt x="348" y="93"/>
                      <a:pt x="351" y="93"/>
                    </a:cubicBezTo>
                    <a:cubicBezTo>
                      <a:pt x="364" y="93"/>
                      <a:pt x="377" y="93"/>
                      <a:pt x="389" y="93"/>
                    </a:cubicBezTo>
                    <a:cubicBezTo>
                      <a:pt x="440" y="93"/>
                      <a:pt x="486" y="94"/>
                      <a:pt x="529" y="94"/>
                    </a:cubicBezTo>
                    <a:cubicBezTo>
                      <a:pt x="551" y="94"/>
                      <a:pt x="572" y="94"/>
                      <a:pt x="591" y="94"/>
                    </a:cubicBezTo>
                    <a:cubicBezTo>
                      <a:pt x="596" y="94"/>
                      <a:pt x="601" y="94"/>
                      <a:pt x="606" y="94"/>
                    </a:cubicBezTo>
                    <a:cubicBezTo>
                      <a:pt x="610" y="93"/>
                      <a:pt x="615" y="91"/>
                      <a:pt x="619" y="89"/>
                    </a:cubicBezTo>
                    <a:cubicBezTo>
                      <a:pt x="627" y="84"/>
                      <a:pt x="632" y="76"/>
                      <a:pt x="634" y="68"/>
                    </a:cubicBezTo>
                    <a:cubicBezTo>
                      <a:pt x="635" y="63"/>
                      <a:pt x="634" y="59"/>
                      <a:pt x="634" y="55"/>
                    </a:cubicBezTo>
                    <a:cubicBezTo>
                      <a:pt x="634" y="50"/>
                      <a:pt x="634" y="46"/>
                      <a:pt x="634" y="42"/>
                    </a:cubicBezTo>
                    <a:cubicBezTo>
                      <a:pt x="634" y="38"/>
                      <a:pt x="634" y="34"/>
                      <a:pt x="635" y="29"/>
                    </a:cubicBezTo>
                    <a:cubicBezTo>
                      <a:pt x="636" y="25"/>
                      <a:pt x="637" y="22"/>
                      <a:pt x="639" y="18"/>
                    </a:cubicBezTo>
                    <a:cubicBezTo>
                      <a:pt x="643" y="11"/>
                      <a:pt x="649" y="6"/>
                      <a:pt x="656" y="3"/>
                    </a:cubicBezTo>
                    <a:cubicBezTo>
                      <a:pt x="663" y="0"/>
                      <a:pt x="670" y="1"/>
                      <a:pt x="677" y="1"/>
                    </a:cubicBezTo>
                    <a:cubicBezTo>
                      <a:pt x="704" y="1"/>
                      <a:pt x="727" y="1"/>
                      <a:pt x="746" y="1"/>
                    </a:cubicBezTo>
                    <a:cubicBezTo>
                      <a:pt x="765" y="1"/>
                      <a:pt x="779" y="1"/>
                      <a:pt x="788" y="1"/>
                    </a:cubicBezTo>
                    <a:cubicBezTo>
                      <a:pt x="798" y="1"/>
                      <a:pt x="803" y="1"/>
                      <a:pt x="803" y="1"/>
                    </a:cubicBezTo>
                    <a:cubicBezTo>
                      <a:pt x="803" y="1"/>
                      <a:pt x="798" y="1"/>
                      <a:pt x="788" y="1"/>
                    </a:cubicBezTo>
                    <a:cubicBezTo>
                      <a:pt x="779" y="1"/>
                      <a:pt x="765" y="2"/>
                      <a:pt x="746" y="2"/>
                    </a:cubicBezTo>
                    <a:cubicBezTo>
                      <a:pt x="727" y="2"/>
                      <a:pt x="704" y="2"/>
                      <a:pt x="677" y="2"/>
                    </a:cubicBezTo>
                    <a:cubicBezTo>
                      <a:pt x="670" y="2"/>
                      <a:pt x="663" y="1"/>
                      <a:pt x="656" y="4"/>
                    </a:cubicBezTo>
                    <a:cubicBezTo>
                      <a:pt x="650" y="7"/>
                      <a:pt x="644" y="12"/>
                      <a:pt x="640" y="19"/>
                    </a:cubicBezTo>
                    <a:cubicBezTo>
                      <a:pt x="638" y="22"/>
                      <a:pt x="637" y="26"/>
                      <a:pt x="636" y="30"/>
                    </a:cubicBezTo>
                    <a:cubicBezTo>
                      <a:pt x="635" y="34"/>
                      <a:pt x="636" y="38"/>
                      <a:pt x="636" y="42"/>
                    </a:cubicBezTo>
                    <a:cubicBezTo>
                      <a:pt x="636" y="46"/>
                      <a:pt x="636" y="50"/>
                      <a:pt x="636" y="55"/>
                    </a:cubicBezTo>
                    <a:cubicBezTo>
                      <a:pt x="636" y="59"/>
                      <a:pt x="636" y="63"/>
                      <a:pt x="635" y="68"/>
                    </a:cubicBezTo>
                    <a:cubicBezTo>
                      <a:pt x="633" y="77"/>
                      <a:pt x="627" y="85"/>
                      <a:pt x="619" y="90"/>
                    </a:cubicBezTo>
                    <a:cubicBezTo>
                      <a:pt x="615" y="93"/>
                      <a:pt x="611" y="94"/>
                      <a:pt x="606" y="95"/>
                    </a:cubicBezTo>
                    <a:cubicBezTo>
                      <a:pt x="601" y="95"/>
                      <a:pt x="596" y="95"/>
                      <a:pt x="591" y="95"/>
                    </a:cubicBezTo>
                    <a:cubicBezTo>
                      <a:pt x="571" y="95"/>
                      <a:pt x="551" y="95"/>
                      <a:pt x="529" y="95"/>
                    </a:cubicBezTo>
                    <a:cubicBezTo>
                      <a:pt x="486" y="95"/>
                      <a:pt x="439" y="95"/>
                      <a:pt x="389" y="95"/>
                    </a:cubicBezTo>
                    <a:cubicBezTo>
                      <a:pt x="377" y="95"/>
                      <a:pt x="364" y="95"/>
                      <a:pt x="351" y="95"/>
                    </a:cubicBezTo>
                    <a:cubicBezTo>
                      <a:pt x="348" y="95"/>
                      <a:pt x="344" y="95"/>
                      <a:pt x="341" y="95"/>
                    </a:cubicBezTo>
                    <a:cubicBezTo>
                      <a:pt x="338" y="95"/>
                      <a:pt x="334" y="95"/>
                      <a:pt x="331" y="94"/>
                    </a:cubicBezTo>
                    <a:cubicBezTo>
                      <a:pt x="324" y="92"/>
                      <a:pt x="318" y="89"/>
                      <a:pt x="314" y="83"/>
                    </a:cubicBezTo>
                    <a:cubicBezTo>
                      <a:pt x="309" y="78"/>
                      <a:pt x="306" y="72"/>
                      <a:pt x="305" y="65"/>
                    </a:cubicBezTo>
                    <a:cubicBezTo>
                      <a:pt x="305" y="61"/>
                      <a:pt x="305" y="58"/>
                      <a:pt x="305" y="54"/>
                    </a:cubicBezTo>
                    <a:cubicBezTo>
                      <a:pt x="305" y="51"/>
                      <a:pt x="305" y="47"/>
                      <a:pt x="305" y="44"/>
                    </a:cubicBezTo>
                    <a:cubicBezTo>
                      <a:pt x="305" y="37"/>
                      <a:pt x="306" y="30"/>
                      <a:pt x="303" y="24"/>
                    </a:cubicBezTo>
                    <a:cubicBezTo>
                      <a:pt x="301" y="17"/>
                      <a:pt x="296" y="11"/>
                      <a:pt x="291" y="7"/>
                    </a:cubicBezTo>
                    <a:cubicBezTo>
                      <a:pt x="285" y="3"/>
                      <a:pt x="278" y="2"/>
                      <a:pt x="271" y="2"/>
                    </a:cubicBezTo>
                    <a:lnTo>
                      <a:pt x="249" y="2"/>
                    </a:lnTo>
                    <a:cubicBezTo>
                      <a:pt x="234" y="2"/>
                      <a:pt x="220" y="2"/>
                      <a:pt x="204" y="2"/>
                    </a:cubicBezTo>
                    <a:cubicBezTo>
                      <a:pt x="174" y="2"/>
                      <a:pt x="144" y="2"/>
                      <a:pt x="112" y="2"/>
                    </a:cubicBezTo>
                    <a:cubicBezTo>
                      <a:pt x="96" y="2"/>
                      <a:pt x="80" y="4"/>
                      <a:pt x="65" y="11"/>
                    </a:cubicBezTo>
                    <a:cubicBezTo>
                      <a:pt x="51" y="17"/>
                      <a:pt x="37" y="27"/>
                      <a:pt x="27" y="40"/>
                    </a:cubicBezTo>
                    <a:cubicBezTo>
                      <a:pt x="16" y="52"/>
                      <a:pt x="9" y="67"/>
                      <a:pt x="5" y="84"/>
                    </a:cubicBezTo>
                    <a:cubicBezTo>
                      <a:pt x="4" y="88"/>
                      <a:pt x="4" y="92"/>
                      <a:pt x="3" y="96"/>
                    </a:cubicBezTo>
                    <a:cubicBezTo>
                      <a:pt x="3" y="100"/>
                      <a:pt x="2" y="105"/>
                      <a:pt x="2" y="109"/>
                    </a:cubicBezTo>
                    <a:cubicBezTo>
                      <a:pt x="2" y="117"/>
                      <a:pt x="2" y="126"/>
                      <a:pt x="2" y="135"/>
                    </a:cubicBezTo>
                    <a:cubicBezTo>
                      <a:pt x="2" y="204"/>
                      <a:pt x="2" y="276"/>
                      <a:pt x="2" y="350"/>
                    </a:cubicBezTo>
                    <a:cubicBezTo>
                      <a:pt x="2" y="499"/>
                      <a:pt x="2" y="657"/>
                      <a:pt x="2" y="825"/>
                    </a:cubicBezTo>
                    <a:cubicBezTo>
                      <a:pt x="2" y="992"/>
                      <a:pt x="2" y="1169"/>
                      <a:pt x="2" y="1351"/>
                    </a:cubicBezTo>
                    <a:cubicBezTo>
                      <a:pt x="2" y="1442"/>
                      <a:pt x="2" y="1535"/>
                      <a:pt x="2" y="1629"/>
                    </a:cubicBezTo>
                    <a:cubicBezTo>
                      <a:pt x="2" y="1676"/>
                      <a:pt x="2" y="1723"/>
                      <a:pt x="2" y="1771"/>
                    </a:cubicBezTo>
                    <a:cubicBezTo>
                      <a:pt x="2" y="1783"/>
                      <a:pt x="2" y="1795"/>
                      <a:pt x="2" y="1807"/>
                    </a:cubicBezTo>
                    <a:cubicBezTo>
                      <a:pt x="2" y="1819"/>
                      <a:pt x="3" y="1830"/>
                      <a:pt x="7" y="1842"/>
                    </a:cubicBezTo>
                    <a:cubicBezTo>
                      <a:pt x="13" y="1864"/>
                      <a:pt x="28" y="1885"/>
                      <a:pt x="48" y="1898"/>
                    </a:cubicBezTo>
                    <a:cubicBezTo>
                      <a:pt x="67" y="1912"/>
                      <a:pt x="91" y="1918"/>
                      <a:pt x="115" y="1917"/>
                    </a:cubicBezTo>
                    <a:cubicBezTo>
                      <a:pt x="139" y="1917"/>
                      <a:pt x="163" y="1917"/>
                      <a:pt x="187" y="1917"/>
                    </a:cubicBezTo>
                    <a:cubicBezTo>
                      <a:pt x="234" y="1917"/>
                      <a:pt x="282" y="1917"/>
                      <a:pt x="329" y="1917"/>
                    </a:cubicBezTo>
                    <a:cubicBezTo>
                      <a:pt x="423" y="1917"/>
                      <a:pt x="516" y="1917"/>
                      <a:pt x="607" y="1917"/>
                    </a:cubicBezTo>
                    <a:cubicBezTo>
                      <a:pt x="652" y="1917"/>
                      <a:pt x="697" y="1917"/>
                      <a:pt x="742" y="1917"/>
                    </a:cubicBezTo>
                    <a:cubicBezTo>
                      <a:pt x="764" y="1917"/>
                      <a:pt x="787" y="1918"/>
                      <a:pt x="809" y="1917"/>
                    </a:cubicBezTo>
                    <a:cubicBezTo>
                      <a:pt x="830" y="1916"/>
                      <a:pt x="852" y="1907"/>
                      <a:pt x="868" y="1894"/>
                    </a:cubicBezTo>
                    <a:cubicBezTo>
                      <a:pt x="877" y="1887"/>
                      <a:pt x="884" y="1879"/>
                      <a:pt x="890" y="1870"/>
                    </a:cubicBezTo>
                    <a:cubicBezTo>
                      <a:pt x="896" y="1861"/>
                      <a:pt x="900" y="1851"/>
                      <a:pt x="903" y="1841"/>
                    </a:cubicBezTo>
                    <a:cubicBezTo>
                      <a:pt x="906" y="1830"/>
                      <a:pt x="907" y="1820"/>
                      <a:pt x="907" y="1809"/>
                    </a:cubicBezTo>
                    <a:cubicBezTo>
                      <a:pt x="907" y="1798"/>
                      <a:pt x="907" y="1788"/>
                      <a:pt x="907" y="1777"/>
                    </a:cubicBezTo>
                    <a:cubicBezTo>
                      <a:pt x="907" y="1734"/>
                      <a:pt x="907" y="1692"/>
                      <a:pt x="907" y="1650"/>
                    </a:cubicBezTo>
                    <a:cubicBezTo>
                      <a:pt x="907" y="1315"/>
                      <a:pt x="907" y="1013"/>
                      <a:pt x="908" y="760"/>
                    </a:cubicBezTo>
                    <a:cubicBezTo>
                      <a:pt x="908" y="507"/>
                      <a:pt x="908" y="302"/>
                      <a:pt x="908" y="161"/>
                    </a:cubicBezTo>
                    <a:cubicBezTo>
                      <a:pt x="908" y="143"/>
                      <a:pt x="908" y="126"/>
                      <a:pt x="908" y="110"/>
                    </a:cubicBezTo>
                    <a:cubicBezTo>
                      <a:pt x="908" y="95"/>
                      <a:pt x="906" y="80"/>
                      <a:pt x="901" y="68"/>
                    </a:cubicBezTo>
                    <a:cubicBezTo>
                      <a:pt x="895" y="55"/>
                      <a:pt x="888" y="44"/>
                      <a:pt x="881" y="36"/>
                    </a:cubicBezTo>
                    <a:cubicBezTo>
                      <a:pt x="873" y="28"/>
                      <a:pt x="865" y="21"/>
                      <a:pt x="857" y="16"/>
                    </a:cubicBezTo>
                    <a:cubicBezTo>
                      <a:pt x="841" y="7"/>
                      <a:pt x="826" y="4"/>
                      <a:pt x="817" y="2"/>
                    </a:cubicBezTo>
                    <a:cubicBezTo>
                      <a:pt x="812" y="2"/>
                      <a:pt x="809" y="2"/>
                      <a:pt x="806" y="1"/>
                    </a:cubicBezTo>
                    <a:cubicBezTo>
                      <a:pt x="804" y="1"/>
                      <a:pt x="803" y="1"/>
                      <a:pt x="803" y="1"/>
                    </a:cubicBezTo>
                    <a:close/>
                  </a:path>
                </a:pathLst>
              </a:custGeom>
              <a:solidFill>
                <a:schemeClr val="accent1"/>
              </a:solidFill>
              <a:ln cap="flat" cmpd="sng" w="9525">
                <a:solidFill>
                  <a:schemeClr val="accent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42" name="Google Shape;442;p14"/>
              <p:cNvSpPr/>
              <p:nvPr/>
            </p:nvSpPr>
            <p:spPr>
              <a:xfrm>
                <a:off x="207210" y="1137797"/>
                <a:ext cx="142120" cy="3644"/>
              </a:xfrm>
              <a:custGeom>
                <a:rect b="b" l="l" r="r" t="t"/>
                <a:pathLst>
                  <a:path extrusionOk="0" h="2" w="78">
                    <a:moveTo>
                      <a:pt x="78" y="1"/>
                    </a:moveTo>
                    <a:cubicBezTo>
                      <a:pt x="78" y="1"/>
                      <a:pt x="61" y="2"/>
                      <a:pt x="39" y="2"/>
                    </a:cubicBezTo>
                    <a:cubicBezTo>
                      <a:pt x="18" y="2"/>
                      <a:pt x="0" y="2"/>
                      <a:pt x="0" y="1"/>
                    </a:cubicBezTo>
                    <a:cubicBezTo>
                      <a:pt x="0" y="1"/>
                      <a:pt x="18" y="0"/>
                      <a:pt x="39" y="0"/>
                    </a:cubicBezTo>
                    <a:cubicBezTo>
                      <a:pt x="61" y="0"/>
                      <a:pt x="78" y="0"/>
                      <a:pt x="78"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43" name="Google Shape;443;p14"/>
              <p:cNvSpPr/>
              <p:nvPr/>
            </p:nvSpPr>
            <p:spPr>
              <a:xfrm>
                <a:off x="207210" y="1174238"/>
                <a:ext cx="143942" cy="3644"/>
              </a:xfrm>
              <a:custGeom>
                <a:rect b="b" l="l" r="r" t="t"/>
                <a:pathLst>
                  <a:path extrusionOk="0" h="2" w="79">
                    <a:moveTo>
                      <a:pt x="79" y="1"/>
                    </a:moveTo>
                    <a:cubicBezTo>
                      <a:pt x="79" y="1"/>
                      <a:pt x="61" y="2"/>
                      <a:pt x="39" y="2"/>
                    </a:cubicBezTo>
                    <a:cubicBezTo>
                      <a:pt x="18" y="2"/>
                      <a:pt x="0" y="2"/>
                      <a:pt x="0" y="1"/>
                    </a:cubicBezTo>
                    <a:cubicBezTo>
                      <a:pt x="0" y="1"/>
                      <a:pt x="18" y="0"/>
                      <a:pt x="39" y="0"/>
                    </a:cubicBezTo>
                    <a:cubicBezTo>
                      <a:pt x="61" y="0"/>
                      <a:pt x="79" y="0"/>
                      <a:pt x="79"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44" name="Google Shape;444;p14"/>
              <p:cNvSpPr/>
              <p:nvPr/>
            </p:nvSpPr>
            <p:spPr>
              <a:xfrm>
                <a:off x="207210" y="1210679"/>
                <a:ext cx="143942" cy="3644"/>
              </a:xfrm>
              <a:custGeom>
                <a:rect b="b" l="l" r="r" t="t"/>
                <a:pathLst>
                  <a:path extrusionOk="0" h="2" w="79">
                    <a:moveTo>
                      <a:pt x="79" y="1"/>
                    </a:moveTo>
                    <a:cubicBezTo>
                      <a:pt x="79" y="1"/>
                      <a:pt x="61" y="2"/>
                      <a:pt x="40" y="2"/>
                    </a:cubicBezTo>
                    <a:cubicBezTo>
                      <a:pt x="18" y="2"/>
                      <a:pt x="0" y="2"/>
                      <a:pt x="0" y="1"/>
                    </a:cubicBezTo>
                    <a:cubicBezTo>
                      <a:pt x="0" y="1"/>
                      <a:pt x="18" y="0"/>
                      <a:pt x="40" y="0"/>
                    </a:cubicBezTo>
                    <a:cubicBezTo>
                      <a:pt x="61" y="0"/>
                      <a:pt x="79" y="0"/>
                      <a:pt x="79"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45" name="Google Shape;445;p14"/>
              <p:cNvSpPr/>
              <p:nvPr/>
            </p:nvSpPr>
            <p:spPr>
              <a:xfrm>
                <a:off x="-1009920" y="1443901"/>
                <a:ext cx="1353785" cy="251442"/>
              </a:xfrm>
              <a:custGeom>
                <a:rect b="b" l="l" r="r" t="t"/>
                <a:pathLst>
                  <a:path extrusionOk="0" h="138" w="743">
                    <a:moveTo>
                      <a:pt x="685" y="137"/>
                    </a:moveTo>
                    <a:cubicBezTo>
                      <a:pt x="685" y="137"/>
                      <a:pt x="687" y="136"/>
                      <a:pt x="690" y="136"/>
                    </a:cubicBezTo>
                    <a:cubicBezTo>
                      <a:pt x="693" y="136"/>
                      <a:pt x="697" y="135"/>
                      <a:pt x="702" y="134"/>
                    </a:cubicBezTo>
                    <a:cubicBezTo>
                      <a:pt x="707" y="132"/>
                      <a:pt x="713" y="129"/>
                      <a:pt x="720" y="124"/>
                    </a:cubicBezTo>
                    <a:cubicBezTo>
                      <a:pt x="726" y="120"/>
                      <a:pt x="732" y="113"/>
                      <a:pt x="737" y="103"/>
                    </a:cubicBezTo>
                    <a:cubicBezTo>
                      <a:pt x="739" y="98"/>
                      <a:pt x="741" y="93"/>
                      <a:pt x="741" y="87"/>
                    </a:cubicBezTo>
                    <a:cubicBezTo>
                      <a:pt x="742" y="82"/>
                      <a:pt x="742" y="76"/>
                      <a:pt x="742" y="69"/>
                    </a:cubicBezTo>
                    <a:cubicBezTo>
                      <a:pt x="742" y="63"/>
                      <a:pt x="742" y="56"/>
                      <a:pt x="741" y="49"/>
                    </a:cubicBezTo>
                    <a:cubicBezTo>
                      <a:pt x="740" y="43"/>
                      <a:pt x="737" y="36"/>
                      <a:pt x="733" y="30"/>
                    </a:cubicBezTo>
                    <a:cubicBezTo>
                      <a:pt x="726" y="17"/>
                      <a:pt x="712" y="7"/>
                      <a:pt x="696" y="4"/>
                    </a:cubicBezTo>
                    <a:cubicBezTo>
                      <a:pt x="688" y="2"/>
                      <a:pt x="679" y="3"/>
                      <a:pt x="670" y="3"/>
                    </a:cubicBezTo>
                    <a:cubicBezTo>
                      <a:pt x="661" y="3"/>
                      <a:pt x="652" y="3"/>
                      <a:pt x="643" y="3"/>
                    </a:cubicBezTo>
                    <a:cubicBezTo>
                      <a:pt x="493" y="3"/>
                      <a:pt x="286" y="3"/>
                      <a:pt x="58" y="3"/>
                    </a:cubicBezTo>
                    <a:cubicBezTo>
                      <a:pt x="44" y="3"/>
                      <a:pt x="30" y="9"/>
                      <a:pt x="20" y="18"/>
                    </a:cubicBezTo>
                    <a:cubicBezTo>
                      <a:pt x="10" y="27"/>
                      <a:pt x="4" y="40"/>
                      <a:pt x="3" y="54"/>
                    </a:cubicBezTo>
                    <a:cubicBezTo>
                      <a:pt x="2" y="61"/>
                      <a:pt x="3" y="68"/>
                      <a:pt x="3" y="75"/>
                    </a:cubicBezTo>
                    <a:cubicBezTo>
                      <a:pt x="2" y="82"/>
                      <a:pt x="3" y="88"/>
                      <a:pt x="5" y="95"/>
                    </a:cubicBezTo>
                    <a:cubicBezTo>
                      <a:pt x="8" y="108"/>
                      <a:pt x="17" y="119"/>
                      <a:pt x="28" y="126"/>
                    </a:cubicBezTo>
                    <a:cubicBezTo>
                      <a:pt x="33" y="130"/>
                      <a:pt x="39" y="132"/>
                      <a:pt x="46" y="134"/>
                    </a:cubicBezTo>
                    <a:cubicBezTo>
                      <a:pt x="52" y="135"/>
                      <a:pt x="58" y="135"/>
                      <a:pt x="65" y="135"/>
                    </a:cubicBezTo>
                    <a:cubicBezTo>
                      <a:pt x="78" y="135"/>
                      <a:pt x="91" y="135"/>
                      <a:pt x="104" y="135"/>
                    </a:cubicBezTo>
                    <a:cubicBezTo>
                      <a:pt x="130" y="135"/>
                      <a:pt x="156" y="135"/>
                      <a:pt x="180" y="135"/>
                    </a:cubicBezTo>
                    <a:cubicBezTo>
                      <a:pt x="279" y="135"/>
                      <a:pt x="368" y="135"/>
                      <a:pt x="443" y="136"/>
                    </a:cubicBezTo>
                    <a:cubicBezTo>
                      <a:pt x="518" y="136"/>
                      <a:pt x="579" y="136"/>
                      <a:pt x="620" y="136"/>
                    </a:cubicBezTo>
                    <a:cubicBezTo>
                      <a:pt x="641" y="136"/>
                      <a:pt x="658" y="136"/>
                      <a:pt x="669" y="136"/>
                    </a:cubicBezTo>
                    <a:cubicBezTo>
                      <a:pt x="674" y="136"/>
                      <a:pt x="678" y="136"/>
                      <a:pt x="681" y="136"/>
                    </a:cubicBezTo>
                    <a:cubicBezTo>
                      <a:pt x="684" y="136"/>
                      <a:pt x="685" y="137"/>
                      <a:pt x="685" y="137"/>
                    </a:cubicBezTo>
                    <a:cubicBezTo>
                      <a:pt x="685" y="137"/>
                      <a:pt x="684" y="137"/>
                      <a:pt x="681" y="137"/>
                    </a:cubicBezTo>
                    <a:cubicBezTo>
                      <a:pt x="678" y="137"/>
                      <a:pt x="674" y="137"/>
                      <a:pt x="669" y="137"/>
                    </a:cubicBezTo>
                    <a:cubicBezTo>
                      <a:pt x="657" y="137"/>
                      <a:pt x="641" y="137"/>
                      <a:pt x="620" y="137"/>
                    </a:cubicBezTo>
                    <a:cubicBezTo>
                      <a:pt x="579" y="137"/>
                      <a:pt x="518" y="137"/>
                      <a:pt x="443" y="137"/>
                    </a:cubicBezTo>
                    <a:cubicBezTo>
                      <a:pt x="368" y="138"/>
                      <a:pt x="279" y="138"/>
                      <a:pt x="180" y="138"/>
                    </a:cubicBezTo>
                    <a:cubicBezTo>
                      <a:pt x="156" y="138"/>
                      <a:pt x="130" y="138"/>
                      <a:pt x="104" y="138"/>
                    </a:cubicBezTo>
                    <a:cubicBezTo>
                      <a:pt x="91" y="138"/>
                      <a:pt x="78" y="138"/>
                      <a:pt x="65" y="138"/>
                    </a:cubicBezTo>
                    <a:cubicBezTo>
                      <a:pt x="59" y="138"/>
                      <a:pt x="52" y="138"/>
                      <a:pt x="45" y="136"/>
                    </a:cubicBezTo>
                    <a:cubicBezTo>
                      <a:pt x="38" y="135"/>
                      <a:pt x="32" y="132"/>
                      <a:pt x="26" y="128"/>
                    </a:cubicBezTo>
                    <a:cubicBezTo>
                      <a:pt x="15" y="121"/>
                      <a:pt x="6" y="109"/>
                      <a:pt x="2" y="95"/>
                    </a:cubicBezTo>
                    <a:cubicBezTo>
                      <a:pt x="0" y="89"/>
                      <a:pt x="0" y="81"/>
                      <a:pt x="0" y="75"/>
                    </a:cubicBezTo>
                    <a:cubicBezTo>
                      <a:pt x="0" y="68"/>
                      <a:pt x="0" y="61"/>
                      <a:pt x="0" y="54"/>
                    </a:cubicBezTo>
                    <a:cubicBezTo>
                      <a:pt x="1" y="39"/>
                      <a:pt x="8" y="26"/>
                      <a:pt x="19" y="16"/>
                    </a:cubicBezTo>
                    <a:cubicBezTo>
                      <a:pt x="29" y="6"/>
                      <a:pt x="44" y="0"/>
                      <a:pt x="58" y="0"/>
                    </a:cubicBezTo>
                    <a:cubicBezTo>
                      <a:pt x="286" y="0"/>
                      <a:pt x="493" y="1"/>
                      <a:pt x="643" y="1"/>
                    </a:cubicBezTo>
                    <a:cubicBezTo>
                      <a:pt x="652" y="1"/>
                      <a:pt x="661" y="1"/>
                      <a:pt x="670" y="1"/>
                    </a:cubicBezTo>
                    <a:cubicBezTo>
                      <a:pt x="679" y="1"/>
                      <a:pt x="688" y="0"/>
                      <a:pt x="696" y="2"/>
                    </a:cubicBezTo>
                    <a:cubicBezTo>
                      <a:pt x="713" y="5"/>
                      <a:pt x="727" y="16"/>
                      <a:pt x="735" y="29"/>
                    </a:cubicBezTo>
                    <a:cubicBezTo>
                      <a:pt x="739" y="35"/>
                      <a:pt x="741" y="42"/>
                      <a:pt x="742" y="49"/>
                    </a:cubicBezTo>
                    <a:cubicBezTo>
                      <a:pt x="743" y="56"/>
                      <a:pt x="743" y="63"/>
                      <a:pt x="743" y="69"/>
                    </a:cubicBezTo>
                    <a:cubicBezTo>
                      <a:pt x="743" y="75"/>
                      <a:pt x="743" y="81"/>
                      <a:pt x="742" y="87"/>
                    </a:cubicBezTo>
                    <a:cubicBezTo>
                      <a:pt x="742" y="93"/>
                      <a:pt x="740" y="98"/>
                      <a:pt x="738" y="103"/>
                    </a:cubicBezTo>
                    <a:cubicBezTo>
                      <a:pt x="733" y="113"/>
                      <a:pt x="727" y="120"/>
                      <a:pt x="720" y="125"/>
                    </a:cubicBezTo>
                    <a:cubicBezTo>
                      <a:pt x="714" y="130"/>
                      <a:pt x="708" y="133"/>
                      <a:pt x="702" y="134"/>
                    </a:cubicBezTo>
                    <a:cubicBezTo>
                      <a:pt x="697" y="136"/>
                      <a:pt x="693" y="136"/>
                      <a:pt x="690" y="136"/>
                    </a:cubicBezTo>
                    <a:cubicBezTo>
                      <a:pt x="687" y="136"/>
                      <a:pt x="686" y="136"/>
                      <a:pt x="686" y="136"/>
                    </a:cubicBezTo>
                    <a:lnTo>
                      <a:pt x="685" y="137"/>
                    </a:lnTo>
                    <a:close/>
                  </a:path>
                </a:pathLst>
              </a:custGeom>
              <a:solidFill>
                <a:schemeClr val="dk1"/>
              </a:solidFill>
              <a:ln>
                <a:noFill/>
              </a:ln>
            </p:spPr>
            <p:txBody>
              <a:bodyPr anchorCtr="1" anchor="ctr" bIns="4675" lIns="90000" spcFirstLastPara="1" rIns="90000" wrap="square" tIns="467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46" name="Google Shape;446;p14"/>
              <p:cNvSpPr/>
              <p:nvPr/>
            </p:nvSpPr>
            <p:spPr>
              <a:xfrm>
                <a:off x="-527076" y="2571748"/>
                <a:ext cx="783483" cy="5466"/>
              </a:xfrm>
              <a:custGeom>
                <a:rect b="b" l="l" r="r" t="t"/>
                <a:pathLst>
                  <a:path extrusionOk="0" h="3" w="430">
                    <a:moveTo>
                      <a:pt x="430" y="2"/>
                    </a:moveTo>
                    <a:cubicBezTo>
                      <a:pt x="430" y="2"/>
                      <a:pt x="334" y="3"/>
                      <a:pt x="215" y="3"/>
                    </a:cubicBezTo>
                    <a:cubicBezTo>
                      <a:pt x="96" y="3"/>
                      <a:pt x="0" y="2"/>
                      <a:pt x="0" y="2"/>
                    </a:cubicBezTo>
                    <a:cubicBezTo>
                      <a:pt x="0" y="1"/>
                      <a:pt x="96" y="0"/>
                      <a:pt x="215" y="0"/>
                    </a:cubicBezTo>
                    <a:cubicBezTo>
                      <a:pt x="334" y="0"/>
                      <a:pt x="430" y="1"/>
                      <a:pt x="430"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47" name="Google Shape;447;p14"/>
              <p:cNvSpPr/>
              <p:nvPr/>
            </p:nvSpPr>
            <p:spPr>
              <a:xfrm>
                <a:off x="-527076" y="2999929"/>
                <a:ext cx="792593" cy="5466"/>
              </a:xfrm>
              <a:custGeom>
                <a:rect b="b" l="l" r="r" t="t"/>
                <a:pathLst>
                  <a:path extrusionOk="0" h="3" w="435">
                    <a:moveTo>
                      <a:pt x="435" y="1"/>
                    </a:moveTo>
                    <a:cubicBezTo>
                      <a:pt x="435" y="2"/>
                      <a:pt x="337" y="3"/>
                      <a:pt x="217" y="3"/>
                    </a:cubicBezTo>
                    <a:cubicBezTo>
                      <a:pt x="97" y="3"/>
                      <a:pt x="0" y="2"/>
                      <a:pt x="0" y="1"/>
                    </a:cubicBezTo>
                    <a:cubicBezTo>
                      <a:pt x="0" y="1"/>
                      <a:pt x="96" y="0"/>
                      <a:pt x="217" y="0"/>
                    </a:cubicBezTo>
                    <a:cubicBezTo>
                      <a:pt x="337" y="0"/>
                      <a:pt x="435" y="1"/>
                      <a:pt x="43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48" name="Google Shape;448;p14"/>
              <p:cNvSpPr/>
              <p:nvPr/>
            </p:nvSpPr>
            <p:spPr>
              <a:xfrm>
                <a:off x="-527076" y="3065523"/>
                <a:ext cx="783483" cy="3644"/>
              </a:xfrm>
              <a:custGeom>
                <a:rect b="b" l="l" r="r" t="t"/>
                <a:pathLst>
                  <a:path extrusionOk="0" h="2" w="430">
                    <a:moveTo>
                      <a:pt x="430" y="1"/>
                    </a:moveTo>
                    <a:cubicBezTo>
                      <a:pt x="430" y="2"/>
                      <a:pt x="334" y="2"/>
                      <a:pt x="215" y="2"/>
                    </a:cubicBezTo>
                    <a:cubicBezTo>
                      <a:pt x="96" y="2"/>
                      <a:pt x="0" y="2"/>
                      <a:pt x="0" y="1"/>
                    </a:cubicBezTo>
                    <a:cubicBezTo>
                      <a:pt x="0" y="0"/>
                      <a:pt x="96" y="0"/>
                      <a:pt x="215" y="0"/>
                    </a:cubicBezTo>
                    <a:cubicBezTo>
                      <a:pt x="334" y="0"/>
                      <a:pt x="430" y="0"/>
                      <a:pt x="430"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49" name="Google Shape;449;p14"/>
              <p:cNvSpPr/>
              <p:nvPr/>
            </p:nvSpPr>
            <p:spPr>
              <a:xfrm>
                <a:off x="-527076" y="3491882"/>
                <a:ext cx="792593" cy="5466"/>
              </a:xfrm>
              <a:custGeom>
                <a:rect b="b" l="l" r="r" t="t"/>
                <a:pathLst>
                  <a:path extrusionOk="0" h="3" w="435">
                    <a:moveTo>
                      <a:pt x="435" y="2"/>
                    </a:moveTo>
                    <a:cubicBezTo>
                      <a:pt x="435" y="2"/>
                      <a:pt x="337" y="3"/>
                      <a:pt x="217" y="3"/>
                    </a:cubicBezTo>
                    <a:cubicBezTo>
                      <a:pt x="97" y="3"/>
                      <a:pt x="0" y="2"/>
                      <a:pt x="0" y="2"/>
                    </a:cubicBezTo>
                    <a:cubicBezTo>
                      <a:pt x="0" y="1"/>
                      <a:pt x="96" y="0"/>
                      <a:pt x="217" y="0"/>
                    </a:cubicBezTo>
                    <a:cubicBezTo>
                      <a:pt x="337" y="0"/>
                      <a:pt x="435" y="1"/>
                      <a:pt x="43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50" name="Google Shape;450;p14"/>
              <p:cNvSpPr/>
              <p:nvPr/>
            </p:nvSpPr>
            <p:spPr>
              <a:xfrm>
                <a:off x="-527076" y="3557476"/>
                <a:ext cx="783483" cy="5466"/>
              </a:xfrm>
              <a:custGeom>
                <a:rect b="b" l="l" r="r" t="t"/>
                <a:pathLst>
                  <a:path extrusionOk="0" h="3" w="430">
                    <a:moveTo>
                      <a:pt x="430" y="1"/>
                    </a:moveTo>
                    <a:cubicBezTo>
                      <a:pt x="430" y="2"/>
                      <a:pt x="334" y="3"/>
                      <a:pt x="215" y="3"/>
                    </a:cubicBezTo>
                    <a:cubicBezTo>
                      <a:pt x="96" y="3"/>
                      <a:pt x="0" y="2"/>
                      <a:pt x="0" y="1"/>
                    </a:cubicBezTo>
                    <a:cubicBezTo>
                      <a:pt x="0" y="0"/>
                      <a:pt x="96" y="0"/>
                      <a:pt x="215" y="0"/>
                    </a:cubicBezTo>
                    <a:cubicBezTo>
                      <a:pt x="334" y="0"/>
                      <a:pt x="430" y="0"/>
                      <a:pt x="430"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51" name="Google Shape;451;p14"/>
              <p:cNvSpPr/>
              <p:nvPr/>
            </p:nvSpPr>
            <p:spPr>
              <a:xfrm>
                <a:off x="-527076" y="3982013"/>
                <a:ext cx="792593" cy="3644"/>
              </a:xfrm>
              <a:custGeom>
                <a:rect b="b" l="l" r="r" t="t"/>
                <a:pathLst>
                  <a:path extrusionOk="0" h="2" w="435">
                    <a:moveTo>
                      <a:pt x="435" y="1"/>
                    </a:moveTo>
                    <a:cubicBezTo>
                      <a:pt x="435" y="2"/>
                      <a:pt x="337" y="2"/>
                      <a:pt x="217" y="2"/>
                    </a:cubicBezTo>
                    <a:cubicBezTo>
                      <a:pt x="97" y="2"/>
                      <a:pt x="0" y="2"/>
                      <a:pt x="0" y="1"/>
                    </a:cubicBezTo>
                    <a:cubicBezTo>
                      <a:pt x="0" y="0"/>
                      <a:pt x="96" y="0"/>
                      <a:pt x="217" y="0"/>
                    </a:cubicBezTo>
                    <a:cubicBezTo>
                      <a:pt x="337" y="0"/>
                      <a:pt x="435" y="0"/>
                      <a:pt x="43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52" name="Google Shape;452;p14"/>
              <p:cNvSpPr/>
              <p:nvPr/>
            </p:nvSpPr>
            <p:spPr>
              <a:xfrm>
                <a:off x="-527076" y="4045784"/>
                <a:ext cx="783483" cy="5466"/>
              </a:xfrm>
              <a:custGeom>
                <a:rect b="b" l="l" r="r" t="t"/>
                <a:pathLst>
                  <a:path extrusionOk="0" h="3" w="430">
                    <a:moveTo>
                      <a:pt x="430" y="2"/>
                    </a:moveTo>
                    <a:cubicBezTo>
                      <a:pt x="430" y="2"/>
                      <a:pt x="334" y="3"/>
                      <a:pt x="215" y="3"/>
                    </a:cubicBezTo>
                    <a:cubicBezTo>
                      <a:pt x="96" y="3"/>
                      <a:pt x="0" y="2"/>
                      <a:pt x="0" y="2"/>
                    </a:cubicBezTo>
                    <a:cubicBezTo>
                      <a:pt x="0" y="1"/>
                      <a:pt x="96" y="0"/>
                      <a:pt x="215" y="0"/>
                    </a:cubicBezTo>
                    <a:cubicBezTo>
                      <a:pt x="334" y="0"/>
                      <a:pt x="430" y="1"/>
                      <a:pt x="430"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453" name="Google Shape;453;p14"/>
            <p:cNvGrpSpPr/>
            <p:nvPr/>
          </p:nvGrpSpPr>
          <p:grpSpPr>
            <a:xfrm>
              <a:off x="-187189" y="139313"/>
              <a:ext cx="9083616" cy="5226445"/>
              <a:chOff x="-187189" y="139313"/>
              <a:chExt cx="9083616" cy="5226445"/>
            </a:xfrm>
          </p:grpSpPr>
          <p:grpSp>
            <p:nvGrpSpPr>
              <p:cNvPr id="454" name="Google Shape;454;p14"/>
              <p:cNvGrpSpPr/>
              <p:nvPr/>
            </p:nvGrpSpPr>
            <p:grpSpPr>
              <a:xfrm>
                <a:off x="-187189" y="139313"/>
                <a:ext cx="1065901" cy="619495"/>
                <a:chOff x="-192639" y="64613"/>
                <a:chExt cx="1065901" cy="619495"/>
              </a:xfrm>
            </p:grpSpPr>
            <p:sp>
              <p:nvSpPr>
                <p:cNvPr id="455" name="Google Shape;455;p14"/>
                <p:cNvSpPr/>
                <p:nvPr/>
              </p:nvSpPr>
              <p:spPr>
                <a:xfrm>
                  <a:off x="-192639" y="64613"/>
                  <a:ext cx="1065901" cy="619495"/>
                </a:xfrm>
                <a:custGeom>
                  <a:rect b="b" l="l" r="r" t="t"/>
                  <a:pathLst>
                    <a:path extrusionOk="0" h="340" w="585">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56" name="Google Shape;456;p14"/>
                <p:cNvSpPr/>
                <p:nvPr/>
              </p:nvSpPr>
              <p:spPr>
                <a:xfrm>
                  <a:off x="-188995" y="139317"/>
                  <a:ext cx="1060435" cy="3644"/>
                </a:xfrm>
                <a:custGeom>
                  <a:rect b="b" l="l" r="r" t="t"/>
                  <a:pathLst>
                    <a:path extrusionOk="0" h="2" w="582">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57" name="Google Shape;457;p14"/>
                <p:cNvSpPr/>
                <p:nvPr/>
              </p:nvSpPr>
              <p:spPr>
                <a:xfrm>
                  <a:off x="-99714" y="243174"/>
                  <a:ext cx="327969" cy="327968"/>
                </a:xfrm>
                <a:custGeom>
                  <a:rect b="b" l="l" r="r" t="t"/>
                  <a:pathLst>
                    <a:path extrusionOk="0" h="180" w="180">
                      <a:moveTo>
                        <a:pt x="0" y="0"/>
                      </a:moveTo>
                      <a:lnTo>
                        <a:pt x="180" y="0"/>
                      </a:lnTo>
                      <a:lnTo>
                        <a:pt x="180" y="180"/>
                      </a:lnTo>
                      <a:lnTo>
                        <a:pt x="0" y="180"/>
                      </a:lnTo>
                      <a:lnTo>
                        <a:pt x="0" y="0"/>
                      </a:lnTo>
                      <a:close/>
                    </a:path>
                  </a:pathLst>
                </a:custGeom>
                <a:solidFill>
                  <a:schemeClr val="accent2"/>
                </a:solidFill>
                <a:ln>
                  <a:noFill/>
                </a:ln>
              </p:spPr>
              <p:txBody>
                <a:bodyPr anchorCtr="1" anchor="ctr" bIns="19800" lIns="90000" spcFirstLastPara="1" rIns="90000" wrap="square" tIns="19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58" name="Google Shape;458;p14"/>
                <p:cNvSpPr/>
                <p:nvPr/>
              </p:nvSpPr>
              <p:spPr>
                <a:xfrm>
                  <a:off x="319358" y="294191"/>
                  <a:ext cx="475556" cy="5466"/>
                </a:xfrm>
                <a:custGeom>
                  <a:rect b="b" l="l" r="r" t="t"/>
                  <a:pathLst>
                    <a:path extrusionOk="0" h="3" w="261">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59" name="Google Shape;459;p14"/>
                <p:cNvSpPr/>
                <p:nvPr/>
              </p:nvSpPr>
              <p:spPr>
                <a:xfrm>
                  <a:off x="319358" y="368895"/>
                  <a:ext cx="484666" cy="3644"/>
                </a:xfrm>
                <a:custGeom>
                  <a:rect b="b" l="l" r="r" t="t"/>
                  <a:pathLst>
                    <a:path extrusionOk="0" h="2" w="266">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60" name="Google Shape;460;p14"/>
                <p:cNvSpPr/>
                <p:nvPr/>
              </p:nvSpPr>
              <p:spPr>
                <a:xfrm>
                  <a:off x="319358" y="441777"/>
                  <a:ext cx="484666" cy="3644"/>
                </a:xfrm>
                <a:custGeom>
                  <a:rect b="b" l="l" r="r" t="t"/>
                  <a:pathLst>
                    <a:path extrusionOk="0" h="2" w="266">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61" name="Google Shape;461;p14"/>
                <p:cNvSpPr/>
                <p:nvPr/>
              </p:nvSpPr>
              <p:spPr>
                <a:xfrm>
                  <a:off x="319358" y="514659"/>
                  <a:ext cx="484666" cy="3644"/>
                </a:xfrm>
                <a:custGeom>
                  <a:rect b="b" l="l" r="r" t="t"/>
                  <a:pathLst>
                    <a:path extrusionOk="0" h="2" w="266">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462" name="Google Shape;462;p14"/>
              <p:cNvGrpSpPr/>
              <p:nvPr/>
            </p:nvGrpSpPr>
            <p:grpSpPr>
              <a:xfrm flipH="1">
                <a:off x="7830526" y="4746263"/>
                <a:ext cx="1065901" cy="619495"/>
                <a:chOff x="-192639" y="64613"/>
                <a:chExt cx="1065901" cy="619495"/>
              </a:xfrm>
            </p:grpSpPr>
            <p:sp>
              <p:nvSpPr>
                <p:cNvPr id="463" name="Google Shape;463;p14"/>
                <p:cNvSpPr/>
                <p:nvPr/>
              </p:nvSpPr>
              <p:spPr>
                <a:xfrm>
                  <a:off x="-192639" y="64613"/>
                  <a:ext cx="1065901" cy="619495"/>
                </a:xfrm>
                <a:custGeom>
                  <a:rect b="b" l="l" r="r" t="t"/>
                  <a:pathLst>
                    <a:path extrusionOk="0" h="340" w="585">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64" name="Google Shape;464;p14"/>
                <p:cNvSpPr/>
                <p:nvPr/>
              </p:nvSpPr>
              <p:spPr>
                <a:xfrm>
                  <a:off x="-188995" y="139317"/>
                  <a:ext cx="1060435" cy="3644"/>
                </a:xfrm>
                <a:custGeom>
                  <a:rect b="b" l="l" r="r" t="t"/>
                  <a:pathLst>
                    <a:path extrusionOk="0" h="2" w="582">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65" name="Google Shape;465;p14"/>
                <p:cNvSpPr/>
                <p:nvPr/>
              </p:nvSpPr>
              <p:spPr>
                <a:xfrm>
                  <a:off x="-99714" y="243174"/>
                  <a:ext cx="327969" cy="327968"/>
                </a:xfrm>
                <a:custGeom>
                  <a:rect b="b" l="l" r="r" t="t"/>
                  <a:pathLst>
                    <a:path extrusionOk="0" h="180" w="180">
                      <a:moveTo>
                        <a:pt x="0" y="0"/>
                      </a:moveTo>
                      <a:lnTo>
                        <a:pt x="180" y="0"/>
                      </a:lnTo>
                      <a:lnTo>
                        <a:pt x="180" y="180"/>
                      </a:lnTo>
                      <a:lnTo>
                        <a:pt x="0" y="180"/>
                      </a:lnTo>
                      <a:lnTo>
                        <a:pt x="0" y="0"/>
                      </a:lnTo>
                      <a:close/>
                    </a:path>
                  </a:pathLst>
                </a:custGeom>
                <a:solidFill>
                  <a:schemeClr val="accent2"/>
                </a:solidFill>
                <a:ln>
                  <a:noFill/>
                </a:ln>
              </p:spPr>
              <p:txBody>
                <a:bodyPr anchorCtr="1" anchor="ctr" bIns="19800" lIns="90000" spcFirstLastPara="1" rIns="90000" wrap="square" tIns="19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66" name="Google Shape;466;p14"/>
                <p:cNvSpPr/>
                <p:nvPr/>
              </p:nvSpPr>
              <p:spPr>
                <a:xfrm>
                  <a:off x="319358" y="294191"/>
                  <a:ext cx="475556" cy="5466"/>
                </a:xfrm>
                <a:custGeom>
                  <a:rect b="b" l="l" r="r" t="t"/>
                  <a:pathLst>
                    <a:path extrusionOk="0" h="3" w="261">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67" name="Google Shape;467;p14"/>
                <p:cNvSpPr/>
                <p:nvPr/>
              </p:nvSpPr>
              <p:spPr>
                <a:xfrm>
                  <a:off x="319358" y="368895"/>
                  <a:ext cx="484666" cy="3644"/>
                </a:xfrm>
                <a:custGeom>
                  <a:rect b="b" l="l" r="r" t="t"/>
                  <a:pathLst>
                    <a:path extrusionOk="0" h="2" w="266">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68" name="Google Shape;468;p14"/>
                <p:cNvSpPr/>
                <p:nvPr/>
              </p:nvSpPr>
              <p:spPr>
                <a:xfrm>
                  <a:off x="319358" y="441777"/>
                  <a:ext cx="484666" cy="3644"/>
                </a:xfrm>
                <a:custGeom>
                  <a:rect b="b" l="l" r="r" t="t"/>
                  <a:pathLst>
                    <a:path extrusionOk="0" h="2" w="266">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69" name="Google Shape;469;p14"/>
                <p:cNvSpPr/>
                <p:nvPr/>
              </p:nvSpPr>
              <p:spPr>
                <a:xfrm>
                  <a:off x="319358" y="514659"/>
                  <a:ext cx="484666" cy="3644"/>
                </a:xfrm>
                <a:custGeom>
                  <a:rect b="b" l="l" r="r" t="t"/>
                  <a:pathLst>
                    <a:path extrusionOk="0" h="2" w="266">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grpSp>
        <p:nvGrpSpPr>
          <p:cNvPr id="470" name="Google Shape;470;p14"/>
          <p:cNvGrpSpPr/>
          <p:nvPr/>
        </p:nvGrpSpPr>
        <p:grpSpPr>
          <a:xfrm>
            <a:off x="-467821" y="4104134"/>
            <a:ext cx="1293604" cy="1903762"/>
            <a:chOff x="-467821" y="4104134"/>
            <a:chExt cx="1293604" cy="1903762"/>
          </a:xfrm>
        </p:grpSpPr>
        <p:grpSp>
          <p:nvGrpSpPr>
            <p:cNvPr id="471" name="Google Shape;471;p14"/>
            <p:cNvGrpSpPr/>
            <p:nvPr/>
          </p:nvGrpSpPr>
          <p:grpSpPr>
            <a:xfrm rot="5400000">
              <a:off x="-243698" y="4938415"/>
              <a:ext cx="1629907" cy="509054"/>
              <a:chOff x="5401930" y="789587"/>
              <a:chExt cx="1629907" cy="509054"/>
            </a:xfrm>
          </p:grpSpPr>
          <p:sp>
            <p:nvSpPr>
              <p:cNvPr id="472" name="Google Shape;472;p14"/>
              <p:cNvSpPr/>
              <p:nvPr/>
            </p:nvSpPr>
            <p:spPr>
              <a:xfrm>
                <a:off x="5401930" y="1244155"/>
                <a:ext cx="54486" cy="54486"/>
              </a:xfrm>
              <a:custGeom>
                <a:rect b="b" l="l" r="r" t="t"/>
                <a:pathLst>
                  <a:path extrusionOk="0" h="35" w="35">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73" name="Google Shape;473;p14"/>
              <p:cNvSpPr/>
              <p:nvPr/>
            </p:nvSpPr>
            <p:spPr>
              <a:xfrm>
                <a:off x="5423724" y="789587"/>
                <a:ext cx="1608112" cy="470135"/>
              </a:xfrm>
              <a:custGeom>
                <a:rect b="b" l="l" r="r" t="t"/>
                <a:pathLst>
                  <a:path extrusionOk="0" h="302" w="1033">
                    <a:moveTo>
                      <a:pt x="6" y="302"/>
                    </a:moveTo>
                    <a:lnTo>
                      <a:pt x="0" y="302"/>
                    </a:lnTo>
                    <a:lnTo>
                      <a:pt x="0" y="96"/>
                    </a:lnTo>
                    <a:cubicBezTo>
                      <a:pt x="0" y="43"/>
                      <a:pt x="43" y="0"/>
                      <a:pt x="95" y="0"/>
                    </a:cubicBezTo>
                    <a:lnTo>
                      <a:pt x="937" y="0"/>
                    </a:lnTo>
                    <a:cubicBezTo>
                      <a:pt x="990" y="0"/>
                      <a:pt x="1033" y="43"/>
                      <a:pt x="1033" y="96"/>
                    </a:cubicBezTo>
                    <a:lnTo>
                      <a:pt x="1033" y="129"/>
                    </a:lnTo>
                    <a:lnTo>
                      <a:pt x="1026" y="129"/>
                    </a:lnTo>
                    <a:lnTo>
                      <a:pt x="1026" y="96"/>
                    </a:lnTo>
                    <a:cubicBezTo>
                      <a:pt x="1026" y="47"/>
                      <a:pt x="986" y="7"/>
                      <a:pt x="937" y="7"/>
                    </a:cubicBezTo>
                    <a:lnTo>
                      <a:pt x="95" y="7"/>
                    </a:lnTo>
                    <a:cubicBezTo>
                      <a:pt x="46" y="7"/>
                      <a:pt x="6" y="47"/>
                      <a:pt x="6" y="96"/>
                    </a:cubicBezTo>
                    <a:lnTo>
                      <a:pt x="6" y="302"/>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
          <p:nvSpPr>
            <p:cNvPr id="474" name="Google Shape;474;p14"/>
            <p:cNvSpPr/>
            <p:nvPr/>
          </p:nvSpPr>
          <p:spPr>
            <a:xfrm flipH="1" rot="-5400000">
              <a:off x="-467821" y="4104134"/>
              <a:ext cx="652200" cy="652200"/>
            </a:xfrm>
            <a:prstGeom prst="roundRect">
              <a:avLst>
                <a:gd fmla="val 3057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475" name="Google Shape;475;p14"/>
          <p:cNvGrpSpPr/>
          <p:nvPr/>
        </p:nvGrpSpPr>
        <p:grpSpPr>
          <a:xfrm>
            <a:off x="-467813" y="-389062"/>
            <a:ext cx="9963094" cy="2657430"/>
            <a:chOff x="-467813" y="-389062"/>
            <a:chExt cx="9963094" cy="2657430"/>
          </a:xfrm>
        </p:grpSpPr>
        <p:sp>
          <p:nvSpPr>
            <p:cNvPr id="476" name="Google Shape;476;p14"/>
            <p:cNvSpPr/>
            <p:nvPr/>
          </p:nvSpPr>
          <p:spPr>
            <a:xfrm>
              <a:off x="-467813" y="917813"/>
              <a:ext cx="807169" cy="807166"/>
            </a:xfrm>
            <a:custGeom>
              <a:rect b="b" l="l" r="r" t="t"/>
              <a:pathLst>
                <a:path extrusionOk="0" h="443" w="443">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77" name="Google Shape;477;p14"/>
            <p:cNvSpPr/>
            <p:nvPr/>
          </p:nvSpPr>
          <p:spPr>
            <a:xfrm>
              <a:off x="64225" y="1991417"/>
              <a:ext cx="275130" cy="276951"/>
            </a:xfrm>
            <a:custGeom>
              <a:rect b="b" l="l" r="r" t="t"/>
              <a:pathLst>
                <a:path extrusionOk="0" h="152" w="151">
                  <a:moveTo>
                    <a:pt x="85" y="139"/>
                  </a:moveTo>
                  <a:cubicBezTo>
                    <a:pt x="80" y="140"/>
                    <a:pt x="74" y="140"/>
                    <a:pt x="69" y="139"/>
                  </a:cubicBezTo>
                  <a:lnTo>
                    <a:pt x="60" y="152"/>
                  </a:lnTo>
                  <a:lnTo>
                    <a:pt x="36" y="143"/>
                  </a:lnTo>
                  <a:lnTo>
                    <a:pt x="38" y="128"/>
                  </a:lnTo>
                  <a:cubicBezTo>
                    <a:pt x="34" y="124"/>
                    <a:pt x="30" y="120"/>
                    <a:pt x="26" y="116"/>
                  </a:cubicBezTo>
                  <a:lnTo>
                    <a:pt x="11" y="119"/>
                  </a:lnTo>
                  <a:lnTo>
                    <a:pt x="0" y="96"/>
                  </a:lnTo>
                  <a:lnTo>
                    <a:pt x="13" y="86"/>
                  </a:lnTo>
                  <a:cubicBezTo>
                    <a:pt x="12" y="81"/>
                    <a:pt x="12" y="75"/>
                    <a:pt x="13" y="69"/>
                  </a:cubicBezTo>
                  <a:lnTo>
                    <a:pt x="0" y="61"/>
                  </a:lnTo>
                  <a:lnTo>
                    <a:pt x="9" y="37"/>
                  </a:lnTo>
                  <a:lnTo>
                    <a:pt x="24" y="39"/>
                  </a:lnTo>
                  <a:cubicBezTo>
                    <a:pt x="27" y="35"/>
                    <a:pt x="31" y="30"/>
                    <a:pt x="36" y="27"/>
                  </a:cubicBezTo>
                  <a:lnTo>
                    <a:pt x="33" y="12"/>
                  </a:lnTo>
                  <a:lnTo>
                    <a:pt x="56" y="1"/>
                  </a:lnTo>
                  <a:lnTo>
                    <a:pt x="66" y="14"/>
                  </a:lnTo>
                  <a:cubicBezTo>
                    <a:pt x="71" y="13"/>
                    <a:pt x="77" y="13"/>
                    <a:pt x="82" y="13"/>
                  </a:cubicBezTo>
                  <a:lnTo>
                    <a:pt x="91" y="0"/>
                  </a:lnTo>
                  <a:lnTo>
                    <a:pt x="115" y="10"/>
                  </a:lnTo>
                  <a:lnTo>
                    <a:pt x="113" y="25"/>
                  </a:lnTo>
                  <a:cubicBezTo>
                    <a:pt x="117" y="28"/>
                    <a:pt x="121" y="32"/>
                    <a:pt x="125" y="37"/>
                  </a:cubicBezTo>
                  <a:lnTo>
                    <a:pt x="140" y="34"/>
                  </a:lnTo>
                  <a:lnTo>
                    <a:pt x="151" y="57"/>
                  </a:lnTo>
                  <a:lnTo>
                    <a:pt x="138" y="66"/>
                  </a:lnTo>
                  <a:cubicBezTo>
                    <a:pt x="139" y="72"/>
                    <a:pt x="139" y="78"/>
                    <a:pt x="138" y="83"/>
                  </a:cubicBezTo>
                  <a:lnTo>
                    <a:pt x="151" y="92"/>
                  </a:lnTo>
                  <a:lnTo>
                    <a:pt x="142" y="116"/>
                  </a:lnTo>
                  <a:lnTo>
                    <a:pt x="127" y="114"/>
                  </a:lnTo>
                  <a:cubicBezTo>
                    <a:pt x="124" y="118"/>
                    <a:pt x="120" y="122"/>
                    <a:pt x="115" y="126"/>
                  </a:cubicBezTo>
                  <a:lnTo>
                    <a:pt x="118" y="141"/>
                  </a:lnTo>
                  <a:lnTo>
                    <a:pt x="95" y="151"/>
                  </a:lnTo>
                  <a:lnTo>
                    <a:pt x="85" y="139"/>
                  </a:lnTo>
                  <a:moveTo>
                    <a:pt x="86" y="102"/>
                  </a:moveTo>
                  <a:cubicBezTo>
                    <a:pt x="99" y="96"/>
                    <a:pt x="106" y="79"/>
                    <a:pt x="100" y="66"/>
                  </a:cubicBezTo>
                  <a:cubicBezTo>
                    <a:pt x="93" y="52"/>
                    <a:pt x="77" y="45"/>
                    <a:pt x="63" y="52"/>
                  </a:cubicBezTo>
                  <a:cubicBezTo>
                    <a:pt x="49" y="58"/>
                    <a:pt x="43" y="74"/>
                    <a:pt x="49" y="88"/>
                  </a:cubicBezTo>
                  <a:cubicBezTo>
                    <a:pt x="55" y="102"/>
                    <a:pt x="72" y="108"/>
                    <a:pt x="86" y="102"/>
                  </a:cubicBezTo>
                  <a:close/>
                </a:path>
              </a:pathLst>
            </a:custGeom>
            <a:solidFill>
              <a:schemeClr val="lt2"/>
            </a:solidFill>
            <a:ln>
              <a:noFill/>
            </a:ln>
          </p:spPr>
          <p:txBody>
            <a:bodyPr anchorCtr="1" anchor="ctr" bIns="9700" lIns="90000" spcFirstLastPara="1" rIns="90000" wrap="square" tIns="97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78" name="Google Shape;478;p14"/>
            <p:cNvSpPr/>
            <p:nvPr/>
          </p:nvSpPr>
          <p:spPr>
            <a:xfrm>
              <a:off x="8688112" y="-389062"/>
              <a:ext cx="807169" cy="807166"/>
            </a:xfrm>
            <a:custGeom>
              <a:rect b="b" l="l" r="r" t="t"/>
              <a:pathLst>
                <a:path extrusionOk="0" h="443" w="443">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479" name="Google Shape;479;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480" name="Shape 480"/>
        <p:cNvGrpSpPr/>
        <p:nvPr/>
      </p:nvGrpSpPr>
      <p:grpSpPr>
        <a:xfrm>
          <a:off x="0" y="0"/>
          <a:ext cx="0" cy="0"/>
          <a:chOff x="0" y="0"/>
          <a:chExt cx="0" cy="0"/>
        </a:xfrm>
      </p:grpSpPr>
      <p:sp>
        <p:nvSpPr>
          <p:cNvPr id="481" name="Google Shape;481;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482" name="Google Shape;482;p15"/>
          <p:cNvGrpSpPr/>
          <p:nvPr/>
        </p:nvGrpSpPr>
        <p:grpSpPr>
          <a:xfrm>
            <a:off x="-150748" y="4565475"/>
            <a:ext cx="453184" cy="454844"/>
            <a:chOff x="1031102" y="400625"/>
            <a:chExt cx="453184" cy="454844"/>
          </a:xfrm>
        </p:grpSpPr>
        <p:sp>
          <p:nvSpPr>
            <p:cNvPr id="483" name="Google Shape;483;p15"/>
            <p:cNvSpPr/>
            <p:nvPr/>
          </p:nvSpPr>
          <p:spPr>
            <a:xfrm>
              <a:off x="1172203" y="546706"/>
              <a:ext cx="164341" cy="166002"/>
            </a:xfrm>
            <a:custGeom>
              <a:rect b="b" l="l" r="r" t="t"/>
              <a:pathLst>
                <a:path extrusionOk="0" h="100" w="99">
                  <a:moveTo>
                    <a:pt x="69" y="95"/>
                  </a:moveTo>
                  <a:cubicBezTo>
                    <a:pt x="69" y="95"/>
                    <a:pt x="68" y="95"/>
                    <a:pt x="67" y="96"/>
                  </a:cubicBezTo>
                  <a:cubicBezTo>
                    <a:pt x="65" y="97"/>
                    <a:pt x="62" y="98"/>
                    <a:pt x="58" y="99"/>
                  </a:cubicBezTo>
                  <a:cubicBezTo>
                    <a:pt x="51" y="101"/>
                    <a:pt x="38" y="101"/>
                    <a:pt x="26" y="94"/>
                  </a:cubicBezTo>
                  <a:cubicBezTo>
                    <a:pt x="13" y="88"/>
                    <a:pt x="1" y="73"/>
                    <a:pt x="0" y="54"/>
                  </a:cubicBezTo>
                  <a:cubicBezTo>
                    <a:pt x="-1" y="45"/>
                    <a:pt x="1" y="35"/>
                    <a:pt x="6" y="26"/>
                  </a:cubicBezTo>
                  <a:cubicBezTo>
                    <a:pt x="11" y="17"/>
                    <a:pt x="19" y="9"/>
                    <a:pt x="29" y="5"/>
                  </a:cubicBezTo>
                  <a:cubicBezTo>
                    <a:pt x="39" y="0"/>
                    <a:pt x="51" y="-1"/>
                    <a:pt x="61" y="1"/>
                  </a:cubicBezTo>
                  <a:cubicBezTo>
                    <a:pt x="71" y="4"/>
                    <a:pt x="79" y="9"/>
                    <a:pt x="86" y="16"/>
                  </a:cubicBezTo>
                  <a:cubicBezTo>
                    <a:pt x="99" y="30"/>
                    <a:pt x="102" y="49"/>
                    <a:pt x="98" y="62"/>
                  </a:cubicBezTo>
                  <a:cubicBezTo>
                    <a:pt x="95" y="76"/>
                    <a:pt x="86" y="85"/>
                    <a:pt x="80" y="89"/>
                  </a:cubicBezTo>
                  <a:cubicBezTo>
                    <a:pt x="77" y="92"/>
                    <a:pt x="74" y="93"/>
                    <a:pt x="72" y="94"/>
                  </a:cubicBezTo>
                  <a:cubicBezTo>
                    <a:pt x="70" y="95"/>
                    <a:pt x="69" y="95"/>
                    <a:pt x="69" y="95"/>
                  </a:cubicBezTo>
                  <a:cubicBezTo>
                    <a:pt x="69" y="94"/>
                    <a:pt x="73" y="93"/>
                    <a:pt x="79" y="88"/>
                  </a:cubicBezTo>
                  <a:cubicBezTo>
                    <a:pt x="85" y="83"/>
                    <a:pt x="92" y="75"/>
                    <a:pt x="95" y="61"/>
                  </a:cubicBezTo>
                  <a:cubicBezTo>
                    <a:pt x="99" y="49"/>
                    <a:pt x="96" y="31"/>
                    <a:pt x="83" y="18"/>
                  </a:cubicBezTo>
                  <a:cubicBezTo>
                    <a:pt x="77" y="12"/>
                    <a:pt x="69" y="7"/>
                    <a:pt x="60" y="5"/>
                  </a:cubicBezTo>
                  <a:cubicBezTo>
                    <a:pt x="51" y="3"/>
                    <a:pt x="40" y="4"/>
                    <a:pt x="31" y="8"/>
                  </a:cubicBezTo>
                  <a:cubicBezTo>
                    <a:pt x="22" y="12"/>
                    <a:pt x="14" y="19"/>
                    <a:pt x="10" y="28"/>
                  </a:cubicBezTo>
                  <a:cubicBezTo>
                    <a:pt x="5" y="36"/>
                    <a:pt x="3" y="45"/>
                    <a:pt x="3" y="54"/>
                  </a:cubicBezTo>
                  <a:cubicBezTo>
                    <a:pt x="5" y="71"/>
                    <a:pt x="16" y="85"/>
                    <a:pt x="27" y="92"/>
                  </a:cubicBezTo>
                  <a:cubicBezTo>
                    <a:pt x="39" y="98"/>
                    <a:pt x="51" y="99"/>
                    <a:pt x="58" y="97"/>
                  </a:cubicBezTo>
                  <a:cubicBezTo>
                    <a:pt x="65" y="96"/>
                    <a:pt x="69" y="94"/>
                    <a:pt x="69" y="95"/>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4" name="Google Shape;484;p15"/>
            <p:cNvSpPr/>
            <p:nvPr/>
          </p:nvSpPr>
          <p:spPr>
            <a:xfrm>
              <a:off x="1032762" y="403945"/>
              <a:ext cx="448204" cy="448204"/>
            </a:xfrm>
            <a:custGeom>
              <a:rect b="b" l="l" r="r" t="t"/>
              <a:pathLst>
                <a:path extrusionOk="0" h="270" w="270">
                  <a:moveTo>
                    <a:pt x="153" y="245"/>
                  </a:moveTo>
                  <a:cubicBezTo>
                    <a:pt x="153" y="245"/>
                    <a:pt x="153" y="246"/>
                    <a:pt x="154" y="247"/>
                  </a:cubicBezTo>
                  <a:cubicBezTo>
                    <a:pt x="155" y="248"/>
                    <a:pt x="156" y="249"/>
                    <a:pt x="157" y="251"/>
                  </a:cubicBezTo>
                  <a:cubicBezTo>
                    <a:pt x="160" y="254"/>
                    <a:pt x="164" y="260"/>
                    <a:pt x="170" y="267"/>
                  </a:cubicBezTo>
                  <a:lnTo>
                    <a:pt x="169" y="267"/>
                  </a:lnTo>
                  <a:cubicBezTo>
                    <a:pt x="180" y="262"/>
                    <a:pt x="193" y="256"/>
                    <a:pt x="210" y="248"/>
                  </a:cubicBezTo>
                  <a:lnTo>
                    <a:pt x="210" y="249"/>
                  </a:lnTo>
                  <a:cubicBezTo>
                    <a:pt x="208" y="241"/>
                    <a:pt x="206" y="232"/>
                    <a:pt x="204" y="222"/>
                  </a:cubicBezTo>
                  <a:lnTo>
                    <a:pt x="204" y="222"/>
                  </a:lnTo>
                  <a:lnTo>
                    <a:pt x="205" y="221"/>
                  </a:lnTo>
                  <a:cubicBezTo>
                    <a:pt x="212" y="215"/>
                    <a:pt x="218" y="208"/>
                    <a:pt x="224" y="200"/>
                  </a:cubicBezTo>
                  <a:lnTo>
                    <a:pt x="225" y="199"/>
                  </a:lnTo>
                  <a:lnTo>
                    <a:pt x="226" y="200"/>
                  </a:lnTo>
                  <a:cubicBezTo>
                    <a:pt x="234" y="201"/>
                    <a:pt x="243" y="202"/>
                    <a:pt x="253" y="203"/>
                  </a:cubicBezTo>
                  <a:lnTo>
                    <a:pt x="251" y="204"/>
                  </a:lnTo>
                  <a:cubicBezTo>
                    <a:pt x="256" y="191"/>
                    <a:pt x="261" y="177"/>
                    <a:pt x="267" y="162"/>
                  </a:cubicBezTo>
                  <a:lnTo>
                    <a:pt x="268" y="164"/>
                  </a:lnTo>
                  <a:cubicBezTo>
                    <a:pt x="261" y="159"/>
                    <a:pt x="253" y="154"/>
                    <a:pt x="245" y="149"/>
                  </a:cubicBezTo>
                  <a:lnTo>
                    <a:pt x="244" y="148"/>
                  </a:lnTo>
                  <a:lnTo>
                    <a:pt x="244" y="147"/>
                  </a:lnTo>
                  <a:cubicBezTo>
                    <a:pt x="245" y="138"/>
                    <a:pt x="245" y="128"/>
                    <a:pt x="244" y="118"/>
                  </a:cubicBezTo>
                  <a:lnTo>
                    <a:pt x="243" y="117"/>
                  </a:lnTo>
                  <a:lnTo>
                    <a:pt x="244" y="117"/>
                  </a:lnTo>
                  <a:cubicBezTo>
                    <a:pt x="251" y="112"/>
                    <a:pt x="258" y="106"/>
                    <a:pt x="266" y="100"/>
                  </a:cubicBezTo>
                  <a:lnTo>
                    <a:pt x="265" y="103"/>
                  </a:lnTo>
                  <a:cubicBezTo>
                    <a:pt x="260" y="90"/>
                    <a:pt x="253" y="76"/>
                    <a:pt x="247" y="61"/>
                  </a:cubicBezTo>
                  <a:lnTo>
                    <a:pt x="249" y="62"/>
                  </a:lnTo>
                  <a:cubicBezTo>
                    <a:pt x="241" y="64"/>
                    <a:pt x="232" y="66"/>
                    <a:pt x="222" y="68"/>
                  </a:cubicBezTo>
                  <a:lnTo>
                    <a:pt x="221" y="68"/>
                  </a:lnTo>
                  <a:lnTo>
                    <a:pt x="221" y="67"/>
                  </a:lnTo>
                  <a:cubicBezTo>
                    <a:pt x="215" y="60"/>
                    <a:pt x="208" y="53"/>
                    <a:pt x="200" y="47"/>
                  </a:cubicBezTo>
                  <a:lnTo>
                    <a:pt x="199" y="46"/>
                  </a:lnTo>
                  <a:lnTo>
                    <a:pt x="199" y="45"/>
                  </a:lnTo>
                  <a:cubicBezTo>
                    <a:pt x="200" y="37"/>
                    <a:pt x="201" y="28"/>
                    <a:pt x="203" y="18"/>
                  </a:cubicBezTo>
                  <a:lnTo>
                    <a:pt x="204" y="20"/>
                  </a:lnTo>
                  <a:cubicBezTo>
                    <a:pt x="191" y="15"/>
                    <a:pt x="176" y="10"/>
                    <a:pt x="162" y="4"/>
                  </a:cubicBezTo>
                  <a:lnTo>
                    <a:pt x="164" y="4"/>
                  </a:lnTo>
                  <a:cubicBezTo>
                    <a:pt x="160" y="11"/>
                    <a:pt x="154" y="18"/>
                    <a:pt x="149" y="26"/>
                  </a:cubicBezTo>
                  <a:lnTo>
                    <a:pt x="148" y="27"/>
                  </a:lnTo>
                  <a:lnTo>
                    <a:pt x="147" y="27"/>
                  </a:lnTo>
                  <a:cubicBezTo>
                    <a:pt x="138" y="26"/>
                    <a:pt x="128" y="26"/>
                    <a:pt x="118" y="28"/>
                  </a:cubicBezTo>
                  <a:lnTo>
                    <a:pt x="118" y="28"/>
                  </a:lnTo>
                  <a:cubicBezTo>
                    <a:pt x="118" y="27"/>
                    <a:pt x="120" y="28"/>
                    <a:pt x="117" y="27"/>
                  </a:cubicBezTo>
                  <a:lnTo>
                    <a:pt x="117" y="27"/>
                  </a:lnTo>
                  <a:lnTo>
                    <a:pt x="117" y="27"/>
                  </a:lnTo>
                  <a:lnTo>
                    <a:pt x="116" y="27"/>
                  </a:lnTo>
                  <a:lnTo>
                    <a:pt x="116" y="26"/>
                  </a:lnTo>
                  <a:lnTo>
                    <a:pt x="116" y="26"/>
                  </a:lnTo>
                  <a:lnTo>
                    <a:pt x="115" y="24"/>
                  </a:lnTo>
                  <a:lnTo>
                    <a:pt x="112" y="21"/>
                  </a:lnTo>
                  <a:lnTo>
                    <a:pt x="108" y="16"/>
                  </a:lnTo>
                  <a:cubicBezTo>
                    <a:pt x="106" y="12"/>
                    <a:pt x="103" y="9"/>
                    <a:pt x="100" y="5"/>
                  </a:cubicBezTo>
                  <a:lnTo>
                    <a:pt x="103" y="6"/>
                  </a:lnTo>
                  <a:cubicBezTo>
                    <a:pt x="89" y="12"/>
                    <a:pt x="75" y="18"/>
                    <a:pt x="61" y="24"/>
                  </a:cubicBezTo>
                  <a:lnTo>
                    <a:pt x="63" y="22"/>
                  </a:lnTo>
                  <a:cubicBezTo>
                    <a:pt x="64" y="31"/>
                    <a:pt x="66" y="40"/>
                    <a:pt x="68" y="49"/>
                  </a:cubicBezTo>
                  <a:lnTo>
                    <a:pt x="68" y="50"/>
                  </a:lnTo>
                  <a:lnTo>
                    <a:pt x="67" y="50"/>
                  </a:lnTo>
                  <a:cubicBezTo>
                    <a:pt x="60" y="57"/>
                    <a:pt x="53" y="64"/>
                    <a:pt x="47" y="71"/>
                  </a:cubicBezTo>
                  <a:lnTo>
                    <a:pt x="47" y="72"/>
                  </a:lnTo>
                  <a:lnTo>
                    <a:pt x="45" y="72"/>
                  </a:lnTo>
                  <a:cubicBezTo>
                    <a:pt x="36" y="71"/>
                    <a:pt x="27" y="69"/>
                    <a:pt x="18" y="68"/>
                  </a:cubicBezTo>
                  <a:lnTo>
                    <a:pt x="21" y="67"/>
                  </a:lnTo>
                  <a:cubicBezTo>
                    <a:pt x="15" y="81"/>
                    <a:pt x="10" y="95"/>
                    <a:pt x="4" y="109"/>
                  </a:cubicBezTo>
                  <a:lnTo>
                    <a:pt x="4" y="107"/>
                  </a:lnTo>
                  <a:cubicBezTo>
                    <a:pt x="11" y="112"/>
                    <a:pt x="19" y="117"/>
                    <a:pt x="26" y="122"/>
                  </a:cubicBezTo>
                  <a:lnTo>
                    <a:pt x="27" y="123"/>
                  </a:lnTo>
                  <a:lnTo>
                    <a:pt x="27" y="124"/>
                  </a:lnTo>
                  <a:cubicBezTo>
                    <a:pt x="26" y="134"/>
                    <a:pt x="26" y="143"/>
                    <a:pt x="28" y="153"/>
                  </a:cubicBezTo>
                  <a:lnTo>
                    <a:pt x="28" y="154"/>
                  </a:lnTo>
                  <a:lnTo>
                    <a:pt x="27" y="154"/>
                  </a:lnTo>
                  <a:cubicBezTo>
                    <a:pt x="19" y="160"/>
                    <a:pt x="12" y="165"/>
                    <a:pt x="5" y="171"/>
                  </a:cubicBezTo>
                  <a:lnTo>
                    <a:pt x="6" y="169"/>
                  </a:lnTo>
                  <a:cubicBezTo>
                    <a:pt x="12" y="183"/>
                    <a:pt x="18" y="197"/>
                    <a:pt x="24" y="210"/>
                  </a:cubicBezTo>
                  <a:lnTo>
                    <a:pt x="22" y="209"/>
                  </a:lnTo>
                  <a:cubicBezTo>
                    <a:pt x="31" y="207"/>
                    <a:pt x="40" y="205"/>
                    <a:pt x="49" y="204"/>
                  </a:cubicBezTo>
                  <a:lnTo>
                    <a:pt x="50" y="204"/>
                  </a:lnTo>
                  <a:lnTo>
                    <a:pt x="50" y="204"/>
                  </a:lnTo>
                  <a:cubicBezTo>
                    <a:pt x="57" y="212"/>
                    <a:pt x="64" y="219"/>
                    <a:pt x="71" y="224"/>
                  </a:cubicBezTo>
                  <a:lnTo>
                    <a:pt x="72" y="225"/>
                  </a:lnTo>
                  <a:lnTo>
                    <a:pt x="72" y="226"/>
                  </a:lnTo>
                  <a:cubicBezTo>
                    <a:pt x="70" y="235"/>
                    <a:pt x="69" y="244"/>
                    <a:pt x="68" y="252"/>
                  </a:cubicBezTo>
                  <a:lnTo>
                    <a:pt x="67" y="251"/>
                  </a:lnTo>
                  <a:cubicBezTo>
                    <a:pt x="83" y="258"/>
                    <a:pt x="97" y="263"/>
                    <a:pt x="109" y="268"/>
                  </a:cubicBezTo>
                  <a:lnTo>
                    <a:pt x="108" y="268"/>
                  </a:lnTo>
                  <a:cubicBezTo>
                    <a:pt x="114" y="259"/>
                    <a:pt x="119" y="252"/>
                    <a:pt x="123" y="246"/>
                  </a:cubicBezTo>
                  <a:lnTo>
                    <a:pt x="123" y="245"/>
                  </a:lnTo>
                  <a:lnTo>
                    <a:pt x="124" y="245"/>
                  </a:lnTo>
                  <a:cubicBezTo>
                    <a:pt x="134" y="246"/>
                    <a:pt x="141" y="246"/>
                    <a:pt x="146" y="246"/>
                  </a:cubicBezTo>
                  <a:cubicBezTo>
                    <a:pt x="148" y="246"/>
                    <a:pt x="150" y="245"/>
                    <a:pt x="151" y="245"/>
                  </a:cubicBezTo>
                  <a:cubicBezTo>
                    <a:pt x="153" y="245"/>
                    <a:pt x="153" y="245"/>
                    <a:pt x="153" y="245"/>
                  </a:cubicBezTo>
                  <a:cubicBezTo>
                    <a:pt x="153" y="245"/>
                    <a:pt x="152" y="245"/>
                    <a:pt x="151" y="246"/>
                  </a:cubicBezTo>
                  <a:cubicBezTo>
                    <a:pt x="150" y="246"/>
                    <a:pt x="148" y="246"/>
                    <a:pt x="146" y="246"/>
                  </a:cubicBezTo>
                  <a:cubicBezTo>
                    <a:pt x="141" y="247"/>
                    <a:pt x="134" y="247"/>
                    <a:pt x="124" y="246"/>
                  </a:cubicBezTo>
                  <a:lnTo>
                    <a:pt x="124" y="246"/>
                  </a:lnTo>
                  <a:cubicBezTo>
                    <a:pt x="120" y="252"/>
                    <a:pt x="115" y="260"/>
                    <a:pt x="109" y="269"/>
                  </a:cubicBezTo>
                  <a:lnTo>
                    <a:pt x="109" y="270"/>
                  </a:lnTo>
                  <a:lnTo>
                    <a:pt x="108" y="269"/>
                  </a:lnTo>
                  <a:cubicBezTo>
                    <a:pt x="96" y="265"/>
                    <a:pt x="82" y="260"/>
                    <a:pt x="66" y="253"/>
                  </a:cubicBezTo>
                  <a:lnTo>
                    <a:pt x="65" y="253"/>
                  </a:lnTo>
                  <a:lnTo>
                    <a:pt x="65" y="252"/>
                  </a:lnTo>
                  <a:cubicBezTo>
                    <a:pt x="66" y="244"/>
                    <a:pt x="68" y="235"/>
                    <a:pt x="69" y="225"/>
                  </a:cubicBezTo>
                  <a:lnTo>
                    <a:pt x="70" y="226"/>
                  </a:lnTo>
                  <a:cubicBezTo>
                    <a:pt x="62" y="221"/>
                    <a:pt x="55" y="214"/>
                    <a:pt x="48" y="206"/>
                  </a:cubicBezTo>
                  <a:lnTo>
                    <a:pt x="49" y="206"/>
                  </a:lnTo>
                  <a:cubicBezTo>
                    <a:pt x="41" y="208"/>
                    <a:pt x="32" y="210"/>
                    <a:pt x="23" y="212"/>
                  </a:cubicBezTo>
                  <a:lnTo>
                    <a:pt x="21" y="212"/>
                  </a:lnTo>
                  <a:lnTo>
                    <a:pt x="21" y="211"/>
                  </a:lnTo>
                  <a:cubicBezTo>
                    <a:pt x="15" y="198"/>
                    <a:pt x="9" y="184"/>
                    <a:pt x="3" y="170"/>
                  </a:cubicBezTo>
                  <a:lnTo>
                    <a:pt x="2" y="169"/>
                  </a:lnTo>
                  <a:lnTo>
                    <a:pt x="3" y="168"/>
                  </a:lnTo>
                  <a:cubicBezTo>
                    <a:pt x="10" y="162"/>
                    <a:pt x="17" y="157"/>
                    <a:pt x="25" y="151"/>
                  </a:cubicBezTo>
                  <a:lnTo>
                    <a:pt x="24" y="153"/>
                  </a:lnTo>
                  <a:cubicBezTo>
                    <a:pt x="23" y="143"/>
                    <a:pt x="22" y="133"/>
                    <a:pt x="23" y="123"/>
                  </a:cubicBezTo>
                  <a:lnTo>
                    <a:pt x="24" y="125"/>
                  </a:lnTo>
                  <a:cubicBezTo>
                    <a:pt x="17" y="120"/>
                    <a:pt x="9" y="115"/>
                    <a:pt x="2" y="110"/>
                  </a:cubicBezTo>
                  <a:lnTo>
                    <a:pt x="0" y="109"/>
                  </a:lnTo>
                  <a:lnTo>
                    <a:pt x="1" y="108"/>
                  </a:lnTo>
                  <a:cubicBezTo>
                    <a:pt x="6" y="94"/>
                    <a:pt x="12" y="80"/>
                    <a:pt x="17" y="65"/>
                  </a:cubicBezTo>
                  <a:lnTo>
                    <a:pt x="18" y="64"/>
                  </a:lnTo>
                  <a:lnTo>
                    <a:pt x="19" y="64"/>
                  </a:lnTo>
                  <a:cubicBezTo>
                    <a:pt x="28" y="66"/>
                    <a:pt x="37" y="67"/>
                    <a:pt x="46" y="68"/>
                  </a:cubicBezTo>
                  <a:lnTo>
                    <a:pt x="44" y="69"/>
                  </a:lnTo>
                  <a:cubicBezTo>
                    <a:pt x="50" y="61"/>
                    <a:pt x="57" y="54"/>
                    <a:pt x="65" y="47"/>
                  </a:cubicBezTo>
                  <a:lnTo>
                    <a:pt x="64" y="49"/>
                  </a:lnTo>
                  <a:cubicBezTo>
                    <a:pt x="62" y="40"/>
                    <a:pt x="61" y="31"/>
                    <a:pt x="59" y="22"/>
                  </a:cubicBezTo>
                  <a:lnTo>
                    <a:pt x="58" y="21"/>
                  </a:lnTo>
                  <a:lnTo>
                    <a:pt x="60" y="20"/>
                  </a:lnTo>
                  <a:cubicBezTo>
                    <a:pt x="73" y="14"/>
                    <a:pt x="87" y="8"/>
                    <a:pt x="101" y="2"/>
                  </a:cubicBezTo>
                  <a:lnTo>
                    <a:pt x="103" y="1"/>
                  </a:lnTo>
                  <a:lnTo>
                    <a:pt x="103" y="3"/>
                  </a:lnTo>
                  <a:cubicBezTo>
                    <a:pt x="106" y="6"/>
                    <a:pt x="109" y="10"/>
                    <a:pt x="112" y="13"/>
                  </a:cubicBezTo>
                  <a:lnTo>
                    <a:pt x="116" y="19"/>
                  </a:lnTo>
                  <a:lnTo>
                    <a:pt x="118" y="22"/>
                  </a:lnTo>
                  <a:lnTo>
                    <a:pt x="119" y="23"/>
                  </a:lnTo>
                  <a:lnTo>
                    <a:pt x="119" y="24"/>
                  </a:lnTo>
                  <a:lnTo>
                    <a:pt x="120" y="24"/>
                  </a:lnTo>
                  <a:lnTo>
                    <a:pt x="120" y="24"/>
                  </a:lnTo>
                  <a:lnTo>
                    <a:pt x="120" y="24"/>
                  </a:lnTo>
                  <a:lnTo>
                    <a:pt x="120" y="24"/>
                  </a:lnTo>
                  <a:lnTo>
                    <a:pt x="120" y="24"/>
                  </a:lnTo>
                  <a:cubicBezTo>
                    <a:pt x="116" y="23"/>
                    <a:pt x="119" y="24"/>
                    <a:pt x="118" y="24"/>
                  </a:cubicBezTo>
                  <a:lnTo>
                    <a:pt x="118" y="24"/>
                  </a:lnTo>
                  <a:cubicBezTo>
                    <a:pt x="128" y="22"/>
                    <a:pt x="138" y="22"/>
                    <a:pt x="148" y="23"/>
                  </a:cubicBezTo>
                  <a:lnTo>
                    <a:pt x="146" y="24"/>
                  </a:lnTo>
                  <a:cubicBezTo>
                    <a:pt x="151" y="16"/>
                    <a:pt x="156" y="8"/>
                    <a:pt x="161" y="1"/>
                  </a:cubicBezTo>
                  <a:lnTo>
                    <a:pt x="162" y="0"/>
                  </a:lnTo>
                  <a:lnTo>
                    <a:pt x="163" y="0"/>
                  </a:lnTo>
                  <a:cubicBezTo>
                    <a:pt x="178" y="6"/>
                    <a:pt x="192" y="11"/>
                    <a:pt x="205" y="17"/>
                  </a:cubicBezTo>
                  <a:lnTo>
                    <a:pt x="207" y="17"/>
                  </a:lnTo>
                  <a:lnTo>
                    <a:pt x="207" y="19"/>
                  </a:lnTo>
                  <a:cubicBezTo>
                    <a:pt x="205" y="28"/>
                    <a:pt x="204" y="37"/>
                    <a:pt x="203" y="46"/>
                  </a:cubicBezTo>
                  <a:lnTo>
                    <a:pt x="202" y="44"/>
                  </a:lnTo>
                  <a:cubicBezTo>
                    <a:pt x="210" y="50"/>
                    <a:pt x="218" y="57"/>
                    <a:pt x="224" y="64"/>
                  </a:cubicBezTo>
                  <a:lnTo>
                    <a:pt x="222" y="64"/>
                  </a:lnTo>
                  <a:cubicBezTo>
                    <a:pt x="231" y="62"/>
                    <a:pt x="240" y="60"/>
                    <a:pt x="248" y="59"/>
                  </a:cubicBezTo>
                  <a:lnTo>
                    <a:pt x="250" y="58"/>
                  </a:lnTo>
                  <a:lnTo>
                    <a:pt x="251" y="60"/>
                  </a:lnTo>
                  <a:cubicBezTo>
                    <a:pt x="257" y="74"/>
                    <a:pt x="263" y="88"/>
                    <a:pt x="269" y="101"/>
                  </a:cubicBezTo>
                  <a:lnTo>
                    <a:pt x="269" y="102"/>
                  </a:lnTo>
                  <a:lnTo>
                    <a:pt x="268" y="103"/>
                  </a:lnTo>
                  <a:cubicBezTo>
                    <a:pt x="261" y="109"/>
                    <a:pt x="253" y="114"/>
                    <a:pt x="246" y="119"/>
                  </a:cubicBezTo>
                  <a:lnTo>
                    <a:pt x="247" y="118"/>
                  </a:lnTo>
                  <a:cubicBezTo>
                    <a:pt x="249" y="128"/>
                    <a:pt x="249" y="138"/>
                    <a:pt x="248" y="148"/>
                  </a:cubicBezTo>
                  <a:lnTo>
                    <a:pt x="247" y="146"/>
                  </a:lnTo>
                  <a:cubicBezTo>
                    <a:pt x="255" y="151"/>
                    <a:pt x="262" y="157"/>
                    <a:pt x="269" y="161"/>
                  </a:cubicBezTo>
                  <a:lnTo>
                    <a:pt x="270" y="162"/>
                  </a:lnTo>
                  <a:lnTo>
                    <a:pt x="270" y="163"/>
                  </a:lnTo>
                  <a:cubicBezTo>
                    <a:pt x="264" y="178"/>
                    <a:pt x="259" y="192"/>
                    <a:pt x="254" y="205"/>
                  </a:cubicBezTo>
                  <a:lnTo>
                    <a:pt x="253" y="206"/>
                  </a:lnTo>
                  <a:lnTo>
                    <a:pt x="252" y="206"/>
                  </a:lnTo>
                  <a:cubicBezTo>
                    <a:pt x="243" y="205"/>
                    <a:pt x="234" y="203"/>
                    <a:pt x="225" y="202"/>
                  </a:cubicBezTo>
                  <a:lnTo>
                    <a:pt x="226" y="201"/>
                  </a:lnTo>
                  <a:cubicBezTo>
                    <a:pt x="220" y="210"/>
                    <a:pt x="213" y="217"/>
                    <a:pt x="206" y="223"/>
                  </a:cubicBezTo>
                  <a:lnTo>
                    <a:pt x="206" y="222"/>
                  </a:lnTo>
                  <a:cubicBezTo>
                    <a:pt x="208" y="231"/>
                    <a:pt x="210" y="240"/>
                    <a:pt x="211" y="248"/>
                  </a:cubicBezTo>
                  <a:lnTo>
                    <a:pt x="212" y="249"/>
                  </a:lnTo>
                  <a:lnTo>
                    <a:pt x="211" y="250"/>
                  </a:lnTo>
                  <a:cubicBezTo>
                    <a:pt x="194" y="257"/>
                    <a:pt x="180" y="263"/>
                    <a:pt x="169" y="267"/>
                  </a:cubicBezTo>
                  <a:lnTo>
                    <a:pt x="169" y="268"/>
                  </a:lnTo>
                  <a:lnTo>
                    <a:pt x="169" y="267"/>
                  </a:lnTo>
                  <a:cubicBezTo>
                    <a:pt x="164" y="260"/>
                    <a:pt x="160" y="255"/>
                    <a:pt x="157" y="251"/>
                  </a:cubicBezTo>
                  <a:cubicBezTo>
                    <a:pt x="156" y="249"/>
                    <a:pt x="155" y="248"/>
                    <a:pt x="154" y="247"/>
                  </a:cubicBezTo>
                  <a:cubicBezTo>
                    <a:pt x="153" y="246"/>
                    <a:pt x="153" y="245"/>
                    <a:pt x="153" y="245"/>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5" name="Google Shape;485;p15"/>
            <p:cNvSpPr/>
            <p:nvPr/>
          </p:nvSpPr>
          <p:spPr>
            <a:xfrm>
              <a:off x="1170543" y="545046"/>
              <a:ext cx="169322" cy="167662"/>
            </a:xfrm>
            <a:custGeom>
              <a:rect b="b" l="l" r="r" t="t"/>
              <a:pathLst>
                <a:path extrusionOk="0" h="101" w="102">
                  <a:moveTo>
                    <a:pt x="70" y="96"/>
                  </a:moveTo>
                  <a:lnTo>
                    <a:pt x="69" y="96"/>
                  </a:lnTo>
                  <a:cubicBezTo>
                    <a:pt x="68" y="97"/>
                    <a:pt x="67" y="97"/>
                    <a:pt x="65" y="98"/>
                  </a:cubicBezTo>
                  <a:cubicBezTo>
                    <a:pt x="61" y="99"/>
                    <a:pt x="55" y="100"/>
                    <a:pt x="47" y="100"/>
                  </a:cubicBezTo>
                  <a:cubicBezTo>
                    <a:pt x="40" y="99"/>
                    <a:pt x="30" y="97"/>
                    <a:pt x="22" y="90"/>
                  </a:cubicBezTo>
                  <a:cubicBezTo>
                    <a:pt x="13" y="84"/>
                    <a:pt x="5" y="73"/>
                    <a:pt x="3" y="59"/>
                  </a:cubicBezTo>
                  <a:cubicBezTo>
                    <a:pt x="0" y="46"/>
                    <a:pt x="4" y="29"/>
                    <a:pt x="16" y="18"/>
                  </a:cubicBezTo>
                  <a:cubicBezTo>
                    <a:pt x="27" y="6"/>
                    <a:pt x="46" y="-1"/>
                    <a:pt x="64" y="5"/>
                  </a:cubicBezTo>
                  <a:cubicBezTo>
                    <a:pt x="73" y="7"/>
                    <a:pt x="81" y="12"/>
                    <a:pt x="88" y="20"/>
                  </a:cubicBezTo>
                  <a:cubicBezTo>
                    <a:pt x="94" y="27"/>
                    <a:pt x="98" y="36"/>
                    <a:pt x="99" y="46"/>
                  </a:cubicBezTo>
                  <a:cubicBezTo>
                    <a:pt x="101" y="56"/>
                    <a:pt x="99" y="67"/>
                    <a:pt x="94" y="76"/>
                  </a:cubicBezTo>
                  <a:cubicBezTo>
                    <a:pt x="91" y="81"/>
                    <a:pt x="88" y="85"/>
                    <a:pt x="84" y="88"/>
                  </a:cubicBezTo>
                  <a:cubicBezTo>
                    <a:pt x="82" y="90"/>
                    <a:pt x="80" y="92"/>
                    <a:pt x="78" y="93"/>
                  </a:cubicBezTo>
                  <a:cubicBezTo>
                    <a:pt x="77" y="94"/>
                    <a:pt x="76" y="95"/>
                    <a:pt x="74" y="96"/>
                  </a:cubicBezTo>
                  <a:lnTo>
                    <a:pt x="73" y="96"/>
                  </a:lnTo>
                  <a:lnTo>
                    <a:pt x="72" y="97"/>
                  </a:lnTo>
                  <a:lnTo>
                    <a:pt x="72" y="97"/>
                  </a:lnTo>
                  <a:lnTo>
                    <a:pt x="72" y="97"/>
                  </a:lnTo>
                  <a:lnTo>
                    <a:pt x="72" y="97"/>
                  </a:lnTo>
                  <a:cubicBezTo>
                    <a:pt x="71" y="97"/>
                    <a:pt x="73" y="96"/>
                    <a:pt x="72" y="95"/>
                  </a:cubicBezTo>
                  <a:lnTo>
                    <a:pt x="70" y="94"/>
                  </a:lnTo>
                  <a:cubicBezTo>
                    <a:pt x="71" y="93"/>
                    <a:pt x="74" y="92"/>
                    <a:pt x="75" y="91"/>
                  </a:cubicBezTo>
                  <a:cubicBezTo>
                    <a:pt x="93" y="81"/>
                    <a:pt x="101" y="59"/>
                    <a:pt x="97" y="41"/>
                  </a:cubicBezTo>
                  <a:cubicBezTo>
                    <a:pt x="93" y="22"/>
                    <a:pt x="77" y="8"/>
                    <a:pt x="60" y="5"/>
                  </a:cubicBezTo>
                  <a:cubicBezTo>
                    <a:pt x="42" y="1"/>
                    <a:pt x="25" y="8"/>
                    <a:pt x="15" y="20"/>
                  </a:cubicBezTo>
                  <a:cubicBezTo>
                    <a:pt x="4" y="31"/>
                    <a:pt x="1" y="47"/>
                    <a:pt x="3" y="60"/>
                  </a:cubicBezTo>
                  <a:cubicBezTo>
                    <a:pt x="6" y="73"/>
                    <a:pt x="13" y="84"/>
                    <a:pt x="22" y="90"/>
                  </a:cubicBezTo>
                  <a:cubicBezTo>
                    <a:pt x="30" y="97"/>
                    <a:pt x="40" y="99"/>
                    <a:pt x="47" y="100"/>
                  </a:cubicBezTo>
                  <a:cubicBezTo>
                    <a:pt x="55" y="100"/>
                    <a:pt x="61" y="99"/>
                    <a:pt x="65" y="98"/>
                  </a:cubicBezTo>
                  <a:cubicBezTo>
                    <a:pt x="68" y="97"/>
                    <a:pt x="70" y="96"/>
                    <a:pt x="70" y="96"/>
                  </a:cubicBezTo>
                  <a:cubicBezTo>
                    <a:pt x="70" y="96"/>
                    <a:pt x="69" y="97"/>
                    <a:pt x="65" y="99"/>
                  </a:cubicBezTo>
                  <a:cubicBezTo>
                    <a:pt x="61" y="100"/>
                    <a:pt x="55" y="102"/>
                    <a:pt x="47" y="101"/>
                  </a:cubicBezTo>
                  <a:cubicBezTo>
                    <a:pt x="39" y="101"/>
                    <a:pt x="30" y="99"/>
                    <a:pt x="21" y="92"/>
                  </a:cubicBezTo>
                  <a:cubicBezTo>
                    <a:pt x="11" y="86"/>
                    <a:pt x="3" y="75"/>
                    <a:pt x="1" y="61"/>
                  </a:cubicBezTo>
                  <a:cubicBezTo>
                    <a:pt x="-2" y="47"/>
                    <a:pt x="1" y="30"/>
                    <a:pt x="12" y="18"/>
                  </a:cubicBezTo>
                  <a:cubicBezTo>
                    <a:pt x="23" y="5"/>
                    <a:pt x="42" y="-3"/>
                    <a:pt x="61" y="1"/>
                  </a:cubicBezTo>
                  <a:cubicBezTo>
                    <a:pt x="70" y="3"/>
                    <a:pt x="79" y="7"/>
                    <a:pt x="86" y="14"/>
                  </a:cubicBezTo>
                  <a:cubicBezTo>
                    <a:pt x="93" y="21"/>
                    <a:pt x="99" y="30"/>
                    <a:pt x="101" y="40"/>
                  </a:cubicBezTo>
                  <a:cubicBezTo>
                    <a:pt x="106" y="60"/>
                    <a:pt x="97" y="84"/>
                    <a:pt x="77" y="95"/>
                  </a:cubicBezTo>
                  <a:cubicBezTo>
                    <a:pt x="75" y="96"/>
                    <a:pt x="73" y="97"/>
                    <a:pt x="71" y="98"/>
                  </a:cubicBezTo>
                  <a:lnTo>
                    <a:pt x="69" y="98"/>
                  </a:lnTo>
                  <a:lnTo>
                    <a:pt x="69" y="97"/>
                  </a:lnTo>
                  <a:cubicBezTo>
                    <a:pt x="68" y="96"/>
                    <a:pt x="69" y="94"/>
                    <a:pt x="69" y="95"/>
                  </a:cubicBezTo>
                  <a:cubicBezTo>
                    <a:pt x="69" y="94"/>
                    <a:pt x="69" y="94"/>
                    <a:pt x="69" y="94"/>
                  </a:cubicBezTo>
                  <a:lnTo>
                    <a:pt x="70" y="94"/>
                  </a:lnTo>
                  <a:lnTo>
                    <a:pt x="70" y="94"/>
                  </a:lnTo>
                  <a:lnTo>
                    <a:pt x="71" y="93"/>
                  </a:lnTo>
                  <a:lnTo>
                    <a:pt x="73" y="92"/>
                  </a:lnTo>
                  <a:cubicBezTo>
                    <a:pt x="74" y="92"/>
                    <a:pt x="75" y="91"/>
                    <a:pt x="76" y="90"/>
                  </a:cubicBezTo>
                  <a:cubicBezTo>
                    <a:pt x="78" y="89"/>
                    <a:pt x="80" y="87"/>
                    <a:pt x="81" y="86"/>
                  </a:cubicBezTo>
                  <a:cubicBezTo>
                    <a:pt x="85" y="82"/>
                    <a:pt x="88" y="79"/>
                    <a:pt x="90" y="74"/>
                  </a:cubicBezTo>
                  <a:cubicBezTo>
                    <a:pt x="95" y="66"/>
                    <a:pt x="97" y="56"/>
                    <a:pt x="96" y="47"/>
                  </a:cubicBezTo>
                  <a:cubicBezTo>
                    <a:pt x="95" y="38"/>
                    <a:pt x="91" y="29"/>
                    <a:pt x="85" y="22"/>
                  </a:cubicBezTo>
                  <a:cubicBezTo>
                    <a:pt x="79" y="16"/>
                    <a:pt x="71" y="11"/>
                    <a:pt x="63" y="8"/>
                  </a:cubicBezTo>
                  <a:cubicBezTo>
                    <a:pt x="46" y="4"/>
                    <a:pt x="29" y="9"/>
                    <a:pt x="18" y="20"/>
                  </a:cubicBezTo>
                  <a:cubicBezTo>
                    <a:pt x="7" y="31"/>
                    <a:pt x="3" y="46"/>
                    <a:pt x="6" y="59"/>
                  </a:cubicBezTo>
                  <a:cubicBezTo>
                    <a:pt x="8" y="72"/>
                    <a:pt x="15" y="83"/>
                    <a:pt x="23" y="89"/>
                  </a:cubicBezTo>
                  <a:cubicBezTo>
                    <a:pt x="31" y="95"/>
                    <a:pt x="40" y="98"/>
                    <a:pt x="47" y="99"/>
                  </a:cubicBezTo>
                  <a:cubicBezTo>
                    <a:pt x="55" y="99"/>
                    <a:pt x="61" y="98"/>
                    <a:pt x="64" y="97"/>
                  </a:cubicBezTo>
                  <a:cubicBezTo>
                    <a:pt x="68" y="97"/>
                    <a:pt x="70" y="96"/>
                    <a:pt x="70" y="96"/>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6" name="Google Shape;486;p15"/>
            <p:cNvSpPr/>
            <p:nvPr/>
          </p:nvSpPr>
          <p:spPr>
            <a:xfrm>
              <a:off x="1031102" y="400625"/>
              <a:ext cx="453184" cy="454844"/>
            </a:xfrm>
            <a:custGeom>
              <a:rect b="b" l="l" r="r" t="t"/>
              <a:pathLst>
                <a:path extrusionOk="0" h="274" w="273">
                  <a:moveTo>
                    <a:pt x="154" y="247"/>
                  </a:moveTo>
                  <a:cubicBezTo>
                    <a:pt x="156" y="250"/>
                    <a:pt x="160" y="256"/>
                    <a:pt x="171" y="270"/>
                  </a:cubicBezTo>
                  <a:lnTo>
                    <a:pt x="170" y="269"/>
                  </a:lnTo>
                  <a:cubicBezTo>
                    <a:pt x="181" y="265"/>
                    <a:pt x="195" y="258"/>
                    <a:pt x="212" y="251"/>
                  </a:cubicBezTo>
                  <a:lnTo>
                    <a:pt x="212" y="252"/>
                  </a:lnTo>
                  <a:cubicBezTo>
                    <a:pt x="210" y="243"/>
                    <a:pt x="208" y="234"/>
                    <a:pt x="206" y="224"/>
                  </a:cubicBezTo>
                  <a:lnTo>
                    <a:pt x="208" y="224"/>
                  </a:lnTo>
                  <a:lnTo>
                    <a:pt x="208" y="225"/>
                  </a:lnTo>
                  <a:lnTo>
                    <a:pt x="206" y="224"/>
                  </a:lnTo>
                  <a:cubicBezTo>
                    <a:pt x="214" y="218"/>
                    <a:pt x="221" y="211"/>
                    <a:pt x="227" y="203"/>
                  </a:cubicBezTo>
                  <a:lnTo>
                    <a:pt x="228" y="204"/>
                  </a:lnTo>
                  <a:lnTo>
                    <a:pt x="227" y="205"/>
                  </a:lnTo>
                  <a:lnTo>
                    <a:pt x="227" y="203"/>
                  </a:lnTo>
                  <a:cubicBezTo>
                    <a:pt x="235" y="204"/>
                    <a:pt x="245" y="205"/>
                    <a:pt x="254" y="207"/>
                  </a:cubicBezTo>
                  <a:lnTo>
                    <a:pt x="253" y="208"/>
                  </a:lnTo>
                  <a:cubicBezTo>
                    <a:pt x="258" y="194"/>
                    <a:pt x="264" y="179"/>
                    <a:pt x="270" y="164"/>
                  </a:cubicBezTo>
                  <a:lnTo>
                    <a:pt x="271" y="165"/>
                  </a:lnTo>
                  <a:cubicBezTo>
                    <a:pt x="263" y="161"/>
                    <a:pt x="255" y="155"/>
                    <a:pt x="247" y="150"/>
                  </a:cubicBezTo>
                  <a:lnTo>
                    <a:pt x="249" y="148"/>
                  </a:lnTo>
                  <a:lnTo>
                    <a:pt x="249" y="149"/>
                  </a:lnTo>
                  <a:lnTo>
                    <a:pt x="247" y="150"/>
                  </a:lnTo>
                  <a:cubicBezTo>
                    <a:pt x="248" y="141"/>
                    <a:pt x="248" y="130"/>
                    <a:pt x="246" y="120"/>
                  </a:cubicBezTo>
                  <a:lnTo>
                    <a:pt x="249" y="120"/>
                  </a:lnTo>
                  <a:lnTo>
                    <a:pt x="248" y="122"/>
                  </a:lnTo>
                  <a:lnTo>
                    <a:pt x="246" y="120"/>
                  </a:lnTo>
                  <a:cubicBezTo>
                    <a:pt x="253" y="115"/>
                    <a:pt x="261" y="109"/>
                    <a:pt x="269" y="103"/>
                  </a:cubicBezTo>
                  <a:lnTo>
                    <a:pt x="269" y="105"/>
                  </a:lnTo>
                  <a:cubicBezTo>
                    <a:pt x="263" y="92"/>
                    <a:pt x="256" y="77"/>
                    <a:pt x="249" y="62"/>
                  </a:cubicBezTo>
                  <a:lnTo>
                    <a:pt x="251" y="63"/>
                  </a:lnTo>
                  <a:cubicBezTo>
                    <a:pt x="243" y="64"/>
                    <a:pt x="233" y="66"/>
                    <a:pt x="223" y="68"/>
                  </a:cubicBezTo>
                  <a:lnTo>
                    <a:pt x="224" y="65"/>
                  </a:lnTo>
                  <a:lnTo>
                    <a:pt x="225" y="66"/>
                  </a:lnTo>
                  <a:lnTo>
                    <a:pt x="223" y="68"/>
                  </a:lnTo>
                  <a:cubicBezTo>
                    <a:pt x="218" y="61"/>
                    <a:pt x="210" y="54"/>
                    <a:pt x="202" y="48"/>
                  </a:cubicBezTo>
                  <a:lnTo>
                    <a:pt x="204" y="46"/>
                  </a:lnTo>
                  <a:lnTo>
                    <a:pt x="205" y="47"/>
                  </a:lnTo>
                  <a:lnTo>
                    <a:pt x="202" y="48"/>
                  </a:lnTo>
                  <a:cubicBezTo>
                    <a:pt x="203" y="39"/>
                    <a:pt x="204" y="30"/>
                    <a:pt x="206" y="20"/>
                  </a:cubicBezTo>
                  <a:lnTo>
                    <a:pt x="207" y="21"/>
                  </a:lnTo>
                  <a:cubicBezTo>
                    <a:pt x="193" y="16"/>
                    <a:pt x="178" y="10"/>
                    <a:pt x="163" y="4"/>
                  </a:cubicBezTo>
                  <a:lnTo>
                    <a:pt x="165" y="4"/>
                  </a:lnTo>
                  <a:cubicBezTo>
                    <a:pt x="160" y="11"/>
                    <a:pt x="154" y="19"/>
                    <a:pt x="149" y="27"/>
                  </a:cubicBezTo>
                  <a:lnTo>
                    <a:pt x="147" y="25"/>
                  </a:lnTo>
                  <a:lnTo>
                    <a:pt x="148" y="24"/>
                  </a:lnTo>
                  <a:lnTo>
                    <a:pt x="149" y="27"/>
                  </a:lnTo>
                  <a:cubicBezTo>
                    <a:pt x="140" y="27"/>
                    <a:pt x="130" y="27"/>
                    <a:pt x="119" y="28"/>
                  </a:cubicBezTo>
                  <a:lnTo>
                    <a:pt x="120" y="28"/>
                  </a:lnTo>
                  <a:lnTo>
                    <a:pt x="120" y="25"/>
                  </a:lnTo>
                  <a:lnTo>
                    <a:pt x="120" y="25"/>
                  </a:lnTo>
                  <a:lnTo>
                    <a:pt x="119" y="28"/>
                  </a:lnTo>
                  <a:lnTo>
                    <a:pt x="118" y="28"/>
                  </a:lnTo>
                  <a:lnTo>
                    <a:pt x="118" y="28"/>
                  </a:lnTo>
                  <a:lnTo>
                    <a:pt x="119" y="28"/>
                  </a:lnTo>
                  <a:lnTo>
                    <a:pt x="120" y="25"/>
                  </a:lnTo>
                  <a:lnTo>
                    <a:pt x="120" y="25"/>
                  </a:lnTo>
                  <a:lnTo>
                    <a:pt x="120" y="25"/>
                  </a:lnTo>
                  <a:lnTo>
                    <a:pt x="120" y="25"/>
                  </a:lnTo>
                  <a:lnTo>
                    <a:pt x="120" y="25"/>
                  </a:lnTo>
                  <a:lnTo>
                    <a:pt x="121" y="26"/>
                  </a:lnTo>
                  <a:lnTo>
                    <a:pt x="119" y="28"/>
                  </a:lnTo>
                  <a:cubicBezTo>
                    <a:pt x="114" y="21"/>
                    <a:pt x="108" y="13"/>
                    <a:pt x="102" y="5"/>
                  </a:cubicBezTo>
                  <a:lnTo>
                    <a:pt x="104" y="6"/>
                  </a:lnTo>
                  <a:cubicBezTo>
                    <a:pt x="91" y="12"/>
                    <a:pt x="76" y="19"/>
                    <a:pt x="61" y="25"/>
                  </a:cubicBezTo>
                  <a:lnTo>
                    <a:pt x="62" y="23"/>
                  </a:lnTo>
                  <a:cubicBezTo>
                    <a:pt x="64" y="32"/>
                    <a:pt x="66" y="41"/>
                    <a:pt x="68" y="51"/>
                  </a:cubicBezTo>
                  <a:lnTo>
                    <a:pt x="64" y="51"/>
                  </a:lnTo>
                  <a:lnTo>
                    <a:pt x="65" y="49"/>
                  </a:lnTo>
                  <a:lnTo>
                    <a:pt x="67" y="52"/>
                  </a:lnTo>
                  <a:cubicBezTo>
                    <a:pt x="60" y="57"/>
                    <a:pt x="53" y="64"/>
                    <a:pt x="47" y="73"/>
                  </a:cubicBezTo>
                  <a:lnTo>
                    <a:pt x="45" y="70"/>
                  </a:lnTo>
                  <a:lnTo>
                    <a:pt x="46" y="69"/>
                  </a:lnTo>
                  <a:lnTo>
                    <a:pt x="47" y="73"/>
                  </a:lnTo>
                  <a:cubicBezTo>
                    <a:pt x="38" y="72"/>
                    <a:pt x="28" y="70"/>
                    <a:pt x="19" y="69"/>
                  </a:cubicBezTo>
                  <a:lnTo>
                    <a:pt x="21" y="68"/>
                  </a:lnTo>
                  <a:cubicBezTo>
                    <a:pt x="16" y="81"/>
                    <a:pt x="10" y="97"/>
                    <a:pt x="4" y="112"/>
                  </a:cubicBezTo>
                  <a:lnTo>
                    <a:pt x="3" y="109"/>
                  </a:lnTo>
                  <a:cubicBezTo>
                    <a:pt x="11" y="114"/>
                    <a:pt x="19" y="120"/>
                    <a:pt x="27" y="125"/>
                  </a:cubicBezTo>
                  <a:lnTo>
                    <a:pt x="24" y="128"/>
                  </a:lnTo>
                  <a:lnTo>
                    <a:pt x="23" y="126"/>
                  </a:lnTo>
                  <a:lnTo>
                    <a:pt x="27" y="126"/>
                  </a:lnTo>
                  <a:cubicBezTo>
                    <a:pt x="26" y="135"/>
                    <a:pt x="26" y="145"/>
                    <a:pt x="28" y="155"/>
                  </a:cubicBezTo>
                  <a:lnTo>
                    <a:pt x="24" y="155"/>
                  </a:lnTo>
                  <a:lnTo>
                    <a:pt x="25" y="154"/>
                  </a:lnTo>
                  <a:lnTo>
                    <a:pt x="28" y="156"/>
                  </a:lnTo>
                  <a:cubicBezTo>
                    <a:pt x="21" y="161"/>
                    <a:pt x="13" y="167"/>
                    <a:pt x="5" y="173"/>
                  </a:cubicBezTo>
                  <a:lnTo>
                    <a:pt x="6" y="170"/>
                  </a:lnTo>
                  <a:cubicBezTo>
                    <a:pt x="11" y="184"/>
                    <a:pt x="18" y="198"/>
                    <a:pt x="25" y="213"/>
                  </a:cubicBezTo>
                  <a:lnTo>
                    <a:pt x="22" y="212"/>
                  </a:lnTo>
                  <a:cubicBezTo>
                    <a:pt x="31" y="210"/>
                    <a:pt x="40" y="208"/>
                    <a:pt x="50" y="207"/>
                  </a:cubicBezTo>
                  <a:lnTo>
                    <a:pt x="50" y="210"/>
                  </a:lnTo>
                  <a:lnTo>
                    <a:pt x="49" y="210"/>
                  </a:lnTo>
                  <a:lnTo>
                    <a:pt x="51" y="207"/>
                  </a:lnTo>
                  <a:cubicBezTo>
                    <a:pt x="57" y="214"/>
                    <a:pt x="64" y="221"/>
                    <a:pt x="72" y="227"/>
                  </a:cubicBezTo>
                  <a:lnTo>
                    <a:pt x="69" y="229"/>
                  </a:lnTo>
                  <a:lnTo>
                    <a:pt x="69" y="228"/>
                  </a:lnTo>
                  <a:lnTo>
                    <a:pt x="72" y="228"/>
                  </a:lnTo>
                  <a:cubicBezTo>
                    <a:pt x="71" y="237"/>
                    <a:pt x="70" y="246"/>
                    <a:pt x="69" y="256"/>
                  </a:cubicBezTo>
                  <a:lnTo>
                    <a:pt x="67" y="253"/>
                  </a:lnTo>
                  <a:cubicBezTo>
                    <a:pt x="81" y="259"/>
                    <a:pt x="96" y="264"/>
                    <a:pt x="110" y="270"/>
                  </a:cubicBezTo>
                  <a:lnTo>
                    <a:pt x="108" y="271"/>
                  </a:lnTo>
                  <a:cubicBezTo>
                    <a:pt x="113" y="263"/>
                    <a:pt x="118" y="255"/>
                    <a:pt x="123" y="247"/>
                  </a:cubicBezTo>
                  <a:lnTo>
                    <a:pt x="126" y="250"/>
                  </a:lnTo>
                  <a:lnTo>
                    <a:pt x="126" y="251"/>
                  </a:lnTo>
                  <a:lnTo>
                    <a:pt x="125" y="247"/>
                  </a:lnTo>
                  <a:cubicBezTo>
                    <a:pt x="133" y="248"/>
                    <a:pt x="141" y="248"/>
                    <a:pt x="150" y="246"/>
                  </a:cubicBezTo>
                  <a:lnTo>
                    <a:pt x="152" y="246"/>
                  </a:lnTo>
                  <a:lnTo>
                    <a:pt x="152" y="246"/>
                  </a:lnTo>
                  <a:lnTo>
                    <a:pt x="152" y="247"/>
                  </a:lnTo>
                  <a:lnTo>
                    <a:pt x="152" y="247"/>
                  </a:lnTo>
                  <a:lnTo>
                    <a:pt x="152" y="247"/>
                  </a:lnTo>
                  <a:lnTo>
                    <a:pt x="153" y="250"/>
                  </a:lnTo>
                  <a:lnTo>
                    <a:pt x="154" y="250"/>
                  </a:lnTo>
                  <a:lnTo>
                    <a:pt x="154" y="250"/>
                  </a:lnTo>
                  <a:lnTo>
                    <a:pt x="154" y="250"/>
                  </a:lnTo>
                  <a:lnTo>
                    <a:pt x="150" y="250"/>
                  </a:lnTo>
                  <a:cubicBezTo>
                    <a:pt x="147" y="250"/>
                    <a:pt x="144" y="251"/>
                    <a:pt x="141" y="251"/>
                  </a:cubicBezTo>
                  <a:cubicBezTo>
                    <a:pt x="136" y="251"/>
                    <a:pt x="130" y="251"/>
                    <a:pt x="124" y="250"/>
                  </a:cubicBezTo>
                  <a:lnTo>
                    <a:pt x="126" y="249"/>
                  </a:lnTo>
                  <a:cubicBezTo>
                    <a:pt x="121" y="257"/>
                    <a:pt x="116" y="264"/>
                    <a:pt x="111" y="272"/>
                  </a:cubicBezTo>
                  <a:lnTo>
                    <a:pt x="109" y="269"/>
                  </a:lnTo>
                  <a:lnTo>
                    <a:pt x="109" y="269"/>
                  </a:lnTo>
                  <a:lnTo>
                    <a:pt x="109" y="272"/>
                  </a:lnTo>
                  <a:cubicBezTo>
                    <a:pt x="95" y="267"/>
                    <a:pt x="81" y="261"/>
                    <a:pt x="67" y="256"/>
                  </a:cubicBezTo>
                  <a:lnTo>
                    <a:pt x="70" y="253"/>
                  </a:lnTo>
                  <a:lnTo>
                    <a:pt x="70" y="254"/>
                  </a:lnTo>
                  <a:lnTo>
                    <a:pt x="66" y="255"/>
                  </a:lnTo>
                  <a:cubicBezTo>
                    <a:pt x="68" y="245"/>
                    <a:pt x="69" y="236"/>
                    <a:pt x="71" y="227"/>
                  </a:cubicBezTo>
                  <a:lnTo>
                    <a:pt x="71" y="229"/>
                  </a:lnTo>
                  <a:cubicBezTo>
                    <a:pt x="63" y="223"/>
                    <a:pt x="55" y="216"/>
                    <a:pt x="49" y="208"/>
                  </a:cubicBezTo>
                  <a:lnTo>
                    <a:pt x="51" y="208"/>
                  </a:lnTo>
                  <a:cubicBezTo>
                    <a:pt x="42" y="210"/>
                    <a:pt x="33" y="212"/>
                    <a:pt x="24" y="214"/>
                  </a:cubicBezTo>
                  <a:lnTo>
                    <a:pt x="24" y="210"/>
                  </a:lnTo>
                  <a:lnTo>
                    <a:pt x="25" y="211"/>
                  </a:lnTo>
                  <a:lnTo>
                    <a:pt x="23" y="213"/>
                  </a:lnTo>
                  <a:cubicBezTo>
                    <a:pt x="17" y="199"/>
                    <a:pt x="11" y="185"/>
                    <a:pt x="5" y="172"/>
                  </a:cubicBezTo>
                  <a:lnTo>
                    <a:pt x="8" y="172"/>
                  </a:lnTo>
                  <a:lnTo>
                    <a:pt x="8" y="173"/>
                  </a:lnTo>
                  <a:lnTo>
                    <a:pt x="5" y="171"/>
                  </a:lnTo>
                  <a:cubicBezTo>
                    <a:pt x="12" y="165"/>
                    <a:pt x="20" y="160"/>
                    <a:pt x="27" y="154"/>
                  </a:cubicBezTo>
                  <a:lnTo>
                    <a:pt x="26" y="156"/>
                  </a:lnTo>
                  <a:cubicBezTo>
                    <a:pt x="25" y="146"/>
                    <a:pt x="24" y="135"/>
                    <a:pt x="26" y="125"/>
                  </a:cubicBezTo>
                  <a:lnTo>
                    <a:pt x="26" y="127"/>
                  </a:lnTo>
                  <a:cubicBezTo>
                    <a:pt x="19" y="122"/>
                    <a:pt x="11" y="116"/>
                    <a:pt x="3" y="111"/>
                  </a:cubicBezTo>
                  <a:lnTo>
                    <a:pt x="6" y="109"/>
                  </a:lnTo>
                  <a:lnTo>
                    <a:pt x="7" y="111"/>
                  </a:lnTo>
                  <a:lnTo>
                    <a:pt x="3" y="111"/>
                  </a:lnTo>
                  <a:cubicBezTo>
                    <a:pt x="9" y="96"/>
                    <a:pt x="14" y="82"/>
                    <a:pt x="19" y="68"/>
                  </a:cubicBezTo>
                  <a:lnTo>
                    <a:pt x="22" y="71"/>
                  </a:lnTo>
                  <a:lnTo>
                    <a:pt x="21" y="72"/>
                  </a:lnTo>
                  <a:lnTo>
                    <a:pt x="20" y="68"/>
                  </a:lnTo>
                  <a:cubicBezTo>
                    <a:pt x="29" y="70"/>
                    <a:pt x="39" y="71"/>
                    <a:pt x="48" y="72"/>
                  </a:cubicBezTo>
                  <a:lnTo>
                    <a:pt x="46" y="73"/>
                  </a:lnTo>
                  <a:cubicBezTo>
                    <a:pt x="52" y="64"/>
                    <a:pt x="59" y="57"/>
                    <a:pt x="67" y="50"/>
                  </a:cubicBezTo>
                  <a:lnTo>
                    <a:pt x="67" y="52"/>
                  </a:lnTo>
                  <a:cubicBezTo>
                    <a:pt x="65" y="43"/>
                    <a:pt x="63" y="34"/>
                    <a:pt x="61" y="25"/>
                  </a:cubicBezTo>
                  <a:lnTo>
                    <a:pt x="65" y="25"/>
                  </a:lnTo>
                  <a:lnTo>
                    <a:pt x="64" y="27"/>
                  </a:lnTo>
                  <a:lnTo>
                    <a:pt x="62" y="24"/>
                  </a:lnTo>
                  <a:cubicBezTo>
                    <a:pt x="76" y="18"/>
                    <a:pt x="89" y="12"/>
                    <a:pt x="103" y="6"/>
                  </a:cubicBezTo>
                  <a:lnTo>
                    <a:pt x="103" y="9"/>
                  </a:lnTo>
                  <a:lnTo>
                    <a:pt x="101" y="9"/>
                  </a:lnTo>
                  <a:lnTo>
                    <a:pt x="103" y="6"/>
                  </a:lnTo>
                  <a:cubicBezTo>
                    <a:pt x="109" y="14"/>
                    <a:pt x="114" y="21"/>
                    <a:pt x="119" y="28"/>
                  </a:cubicBezTo>
                  <a:lnTo>
                    <a:pt x="119" y="27"/>
                  </a:lnTo>
                  <a:lnTo>
                    <a:pt x="120" y="28"/>
                  </a:lnTo>
                  <a:lnTo>
                    <a:pt x="120" y="28"/>
                  </a:lnTo>
                  <a:lnTo>
                    <a:pt x="120" y="28"/>
                  </a:lnTo>
                  <a:lnTo>
                    <a:pt x="118" y="29"/>
                  </a:lnTo>
                  <a:lnTo>
                    <a:pt x="119" y="31"/>
                  </a:lnTo>
                  <a:lnTo>
                    <a:pt x="119" y="31"/>
                  </a:lnTo>
                  <a:lnTo>
                    <a:pt x="119" y="31"/>
                  </a:lnTo>
                  <a:lnTo>
                    <a:pt x="119" y="31"/>
                  </a:lnTo>
                  <a:lnTo>
                    <a:pt x="120" y="28"/>
                  </a:lnTo>
                  <a:lnTo>
                    <a:pt x="119" y="28"/>
                  </a:lnTo>
                  <a:cubicBezTo>
                    <a:pt x="130" y="26"/>
                    <a:pt x="140" y="26"/>
                    <a:pt x="149" y="27"/>
                  </a:cubicBezTo>
                  <a:lnTo>
                    <a:pt x="148" y="28"/>
                  </a:lnTo>
                  <a:cubicBezTo>
                    <a:pt x="153" y="20"/>
                    <a:pt x="158" y="12"/>
                    <a:pt x="164" y="4"/>
                  </a:cubicBezTo>
                  <a:lnTo>
                    <a:pt x="165" y="7"/>
                  </a:lnTo>
                  <a:lnTo>
                    <a:pt x="164" y="7"/>
                  </a:lnTo>
                  <a:lnTo>
                    <a:pt x="164" y="4"/>
                  </a:lnTo>
                  <a:cubicBezTo>
                    <a:pt x="179" y="10"/>
                    <a:pt x="192" y="15"/>
                    <a:pt x="206" y="21"/>
                  </a:cubicBezTo>
                  <a:lnTo>
                    <a:pt x="204" y="23"/>
                  </a:lnTo>
                  <a:lnTo>
                    <a:pt x="203" y="21"/>
                  </a:lnTo>
                  <a:lnTo>
                    <a:pt x="206" y="21"/>
                  </a:lnTo>
                  <a:cubicBezTo>
                    <a:pt x="205" y="31"/>
                    <a:pt x="203" y="40"/>
                    <a:pt x="202" y="48"/>
                  </a:cubicBezTo>
                  <a:lnTo>
                    <a:pt x="201" y="47"/>
                  </a:lnTo>
                  <a:cubicBezTo>
                    <a:pt x="210" y="53"/>
                    <a:pt x="218" y="61"/>
                    <a:pt x="224" y="68"/>
                  </a:cubicBezTo>
                  <a:lnTo>
                    <a:pt x="222" y="68"/>
                  </a:lnTo>
                  <a:cubicBezTo>
                    <a:pt x="232" y="66"/>
                    <a:pt x="241" y="64"/>
                    <a:pt x="250" y="62"/>
                  </a:cubicBezTo>
                  <a:lnTo>
                    <a:pt x="249" y="65"/>
                  </a:lnTo>
                  <a:lnTo>
                    <a:pt x="248" y="64"/>
                  </a:lnTo>
                  <a:lnTo>
                    <a:pt x="250" y="62"/>
                  </a:lnTo>
                  <a:cubicBezTo>
                    <a:pt x="257" y="77"/>
                    <a:pt x="263" y="91"/>
                    <a:pt x="268" y="104"/>
                  </a:cubicBezTo>
                  <a:lnTo>
                    <a:pt x="266" y="104"/>
                  </a:lnTo>
                  <a:lnTo>
                    <a:pt x="266" y="102"/>
                  </a:lnTo>
                  <a:lnTo>
                    <a:pt x="268" y="104"/>
                  </a:lnTo>
                  <a:cubicBezTo>
                    <a:pt x="260" y="110"/>
                    <a:pt x="253" y="115"/>
                    <a:pt x="246" y="121"/>
                  </a:cubicBezTo>
                  <a:lnTo>
                    <a:pt x="246" y="119"/>
                  </a:lnTo>
                  <a:cubicBezTo>
                    <a:pt x="248" y="131"/>
                    <a:pt x="248" y="141"/>
                    <a:pt x="247" y="150"/>
                  </a:cubicBezTo>
                  <a:lnTo>
                    <a:pt x="247" y="149"/>
                  </a:lnTo>
                  <a:cubicBezTo>
                    <a:pt x="255" y="155"/>
                    <a:pt x="263" y="160"/>
                    <a:pt x="270" y="165"/>
                  </a:cubicBezTo>
                  <a:lnTo>
                    <a:pt x="268" y="166"/>
                  </a:lnTo>
                  <a:lnTo>
                    <a:pt x="268" y="165"/>
                  </a:lnTo>
                  <a:lnTo>
                    <a:pt x="270" y="165"/>
                  </a:lnTo>
                  <a:cubicBezTo>
                    <a:pt x="264" y="181"/>
                    <a:pt x="258" y="194"/>
                    <a:pt x="254" y="207"/>
                  </a:cubicBezTo>
                  <a:lnTo>
                    <a:pt x="252" y="205"/>
                  </a:lnTo>
                  <a:lnTo>
                    <a:pt x="253" y="205"/>
                  </a:lnTo>
                  <a:lnTo>
                    <a:pt x="254" y="207"/>
                  </a:lnTo>
                  <a:cubicBezTo>
                    <a:pt x="243" y="205"/>
                    <a:pt x="234" y="204"/>
                    <a:pt x="226" y="203"/>
                  </a:cubicBezTo>
                  <a:lnTo>
                    <a:pt x="227" y="202"/>
                  </a:lnTo>
                  <a:cubicBezTo>
                    <a:pt x="220" y="212"/>
                    <a:pt x="213" y="219"/>
                    <a:pt x="206" y="224"/>
                  </a:cubicBezTo>
                  <a:lnTo>
                    <a:pt x="206" y="224"/>
                  </a:lnTo>
                  <a:cubicBezTo>
                    <a:pt x="209" y="235"/>
                    <a:pt x="210" y="243"/>
                    <a:pt x="212" y="251"/>
                  </a:cubicBezTo>
                  <a:lnTo>
                    <a:pt x="210" y="251"/>
                  </a:lnTo>
                  <a:lnTo>
                    <a:pt x="211" y="250"/>
                  </a:lnTo>
                  <a:lnTo>
                    <a:pt x="212" y="251"/>
                  </a:lnTo>
                  <a:cubicBezTo>
                    <a:pt x="194" y="259"/>
                    <a:pt x="181" y="265"/>
                    <a:pt x="170" y="269"/>
                  </a:cubicBezTo>
                  <a:lnTo>
                    <a:pt x="170" y="268"/>
                  </a:lnTo>
                  <a:lnTo>
                    <a:pt x="171" y="268"/>
                  </a:lnTo>
                  <a:lnTo>
                    <a:pt x="170" y="269"/>
                  </a:lnTo>
                  <a:cubicBezTo>
                    <a:pt x="160" y="255"/>
                    <a:pt x="156" y="250"/>
                    <a:pt x="154" y="247"/>
                  </a:cubicBezTo>
                  <a:cubicBezTo>
                    <a:pt x="154" y="247"/>
                    <a:pt x="156" y="249"/>
                    <a:pt x="158" y="252"/>
                  </a:cubicBezTo>
                  <a:cubicBezTo>
                    <a:pt x="161" y="256"/>
                    <a:pt x="166" y="261"/>
                    <a:pt x="171" y="269"/>
                  </a:cubicBezTo>
                  <a:lnTo>
                    <a:pt x="172" y="269"/>
                  </a:lnTo>
                  <a:lnTo>
                    <a:pt x="171" y="269"/>
                  </a:lnTo>
                  <a:lnTo>
                    <a:pt x="170" y="269"/>
                  </a:lnTo>
                  <a:lnTo>
                    <a:pt x="169" y="269"/>
                  </a:lnTo>
                  <a:lnTo>
                    <a:pt x="170" y="268"/>
                  </a:lnTo>
                  <a:cubicBezTo>
                    <a:pt x="180" y="264"/>
                    <a:pt x="193" y="258"/>
                    <a:pt x="211" y="249"/>
                  </a:cubicBezTo>
                  <a:lnTo>
                    <a:pt x="213" y="249"/>
                  </a:lnTo>
                  <a:lnTo>
                    <a:pt x="212" y="250"/>
                  </a:lnTo>
                  <a:lnTo>
                    <a:pt x="212" y="251"/>
                  </a:lnTo>
                  <a:lnTo>
                    <a:pt x="211" y="253"/>
                  </a:lnTo>
                  <a:lnTo>
                    <a:pt x="210" y="251"/>
                  </a:lnTo>
                  <a:cubicBezTo>
                    <a:pt x="209" y="243"/>
                    <a:pt x="207" y="235"/>
                    <a:pt x="205" y="224"/>
                  </a:cubicBezTo>
                  <a:lnTo>
                    <a:pt x="205" y="223"/>
                  </a:lnTo>
                  <a:lnTo>
                    <a:pt x="205" y="223"/>
                  </a:lnTo>
                  <a:cubicBezTo>
                    <a:pt x="212" y="218"/>
                    <a:pt x="218" y="211"/>
                    <a:pt x="225" y="201"/>
                  </a:cubicBezTo>
                  <a:lnTo>
                    <a:pt x="226" y="201"/>
                  </a:lnTo>
                  <a:lnTo>
                    <a:pt x="226" y="201"/>
                  </a:lnTo>
                  <a:cubicBezTo>
                    <a:pt x="234" y="202"/>
                    <a:pt x="243" y="203"/>
                    <a:pt x="254" y="205"/>
                  </a:cubicBezTo>
                  <a:lnTo>
                    <a:pt x="257" y="205"/>
                  </a:lnTo>
                  <a:lnTo>
                    <a:pt x="254" y="207"/>
                  </a:lnTo>
                  <a:lnTo>
                    <a:pt x="253" y="207"/>
                  </a:lnTo>
                  <a:lnTo>
                    <a:pt x="251" y="209"/>
                  </a:lnTo>
                  <a:lnTo>
                    <a:pt x="252" y="206"/>
                  </a:lnTo>
                  <a:cubicBezTo>
                    <a:pt x="257" y="193"/>
                    <a:pt x="262" y="180"/>
                    <a:pt x="268" y="164"/>
                  </a:cubicBezTo>
                  <a:lnTo>
                    <a:pt x="269" y="161"/>
                  </a:lnTo>
                  <a:lnTo>
                    <a:pt x="270" y="164"/>
                  </a:lnTo>
                  <a:lnTo>
                    <a:pt x="270" y="165"/>
                  </a:lnTo>
                  <a:lnTo>
                    <a:pt x="271" y="168"/>
                  </a:lnTo>
                  <a:lnTo>
                    <a:pt x="269" y="167"/>
                  </a:lnTo>
                  <a:cubicBezTo>
                    <a:pt x="261" y="162"/>
                    <a:pt x="254" y="157"/>
                    <a:pt x="245" y="151"/>
                  </a:cubicBezTo>
                  <a:lnTo>
                    <a:pt x="245" y="151"/>
                  </a:lnTo>
                  <a:lnTo>
                    <a:pt x="245" y="150"/>
                  </a:lnTo>
                  <a:cubicBezTo>
                    <a:pt x="246" y="141"/>
                    <a:pt x="246" y="131"/>
                    <a:pt x="244" y="120"/>
                  </a:cubicBezTo>
                  <a:lnTo>
                    <a:pt x="244" y="119"/>
                  </a:lnTo>
                  <a:lnTo>
                    <a:pt x="244" y="119"/>
                  </a:lnTo>
                  <a:cubicBezTo>
                    <a:pt x="251" y="113"/>
                    <a:pt x="258" y="108"/>
                    <a:pt x="267" y="102"/>
                  </a:cubicBezTo>
                  <a:lnTo>
                    <a:pt x="270" y="99"/>
                  </a:lnTo>
                  <a:lnTo>
                    <a:pt x="269" y="103"/>
                  </a:lnTo>
                  <a:lnTo>
                    <a:pt x="268" y="105"/>
                  </a:lnTo>
                  <a:lnTo>
                    <a:pt x="267" y="108"/>
                  </a:lnTo>
                  <a:lnTo>
                    <a:pt x="266" y="105"/>
                  </a:lnTo>
                  <a:cubicBezTo>
                    <a:pt x="260" y="92"/>
                    <a:pt x="254" y="79"/>
                    <a:pt x="247" y="64"/>
                  </a:cubicBezTo>
                  <a:lnTo>
                    <a:pt x="246" y="60"/>
                  </a:lnTo>
                  <a:lnTo>
                    <a:pt x="249" y="62"/>
                  </a:lnTo>
                  <a:lnTo>
                    <a:pt x="251" y="63"/>
                  </a:lnTo>
                  <a:lnTo>
                    <a:pt x="254" y="64"/>
                  </a:lnTo>
                  <a:lnTo>
                    <a:pt x="250" y="65"/>
                  </a:lnTo>
                  <a:cubicBezTo>
                    <a:pt x="242" y="67"/>
                    <a:pt x="233" y="69"/>
                    <a:pt x="223" y="71"/>
                  </a:cubicBezTo>
                  <a:lnTo>
                    <a:pt x="222" y="71"/>
                  </a:lnTo>
                  <a:lnTo>
                    <a:pt x="222" y="70"/>
                  </a:lnTo>
                  <a:cubicBezTo>
                    <a:pt x="215" y="63"/>
                    <a:pt x="208" y="56"/>
                    <a:pt x="200" y="49"/>
                  </a:cubicBezTo>
                  <a:lnTo>
                    <a:pt x="199" y="49"/>
                  </a:lnTo>
                  <a:lnTo>
                    <a:pt x="199" y="48"/>
                  </a:lnTo>
                  <a:cubicBezTo>
                    <a:pt x="200" y="39"/>
                    <a:pt x="201" y="30"/>
                    <a:pt x="203" y="20"/>
                  </a:cubicBezTo>
                  <a:lnTo>
                    <a:pt x="204" y="16"/>
                  </a:lnTo>
                  <a:lnTo>
                    <a:pt x="206" y="20"/>
                  </a:lnTo>
                  <a:lnTo>
                    <a:pt x="207" y="21"/>
                  </a:lnTo>
                  <a:lnTo>
                    <a:pt x="209" y="25"/>
                  </a:lnTo>
                  <a:lnTo>
                    <a:pt x="205" y="23"/>
                  </a:lnTo>
                  <a:cubicBezTo>
                    <a:pt x="191" y="18"/>
                    <a:pt x="177" y="13"/>
                    <a:pt x="163" y="7"/>
                  </a:cubicBezTo>
                  <a:lnTo>
                    <a:pt x="158" y="6"/>
                  </a:lnTo>
                  <a:lnTo>
                    <a:pt x="163" y="4"/>
                  </a:lnTo>
                  <a:lnTo>
                    <a:pt x="164" y="4"/>
                  </a:lnTo>
                  <a:lnTo>
                    <a:pt x="169" y="2"/>
                  </a:lnTo>
                  <a:lnTo>
                    <a:pt x="166" y="6"/>
                  </a:lnTo>
                  <a:cubicBezTo>
                    <a:pt x="161" y="14"/>
                    <a:pt x="156" y="21"/>
                    <a:pt x="151" y="29"/>
                  </a:cubicBezTo>
                  <a:lnTo>
                    <a:pt x="150" y="30"/>
                  </a:lnTo>
                  <a:lnTo>
                    <a:pt x="149" y="30"/>
                  </a:lnTo>
                  <a:cubicBezTo>
                    <a:pt x="139" y="29"/>
                    <a:pt x="130" y="29"/>
                    <a:pt x="120" y="31"/>
                  </a:cubicBezTo>
                  <a:lnTo>
                    <a:pt x="119" y="31"/>
                  </a:lnTo>
                  <a:lnTo>
                    <a:pt x="119" y="31"/>
                  </a:lnTo>
                  <a:lnTo>
                    <a:pt x="119" y="31"/>
                  </a:lnTo>
                  <a:lnTo>
                    <a:pt x="119" y="30"/>
                  </a:lnTo>
                  <a:lnTo>
                    <a:pt x="119" y="30"/>
                  </a:lnTo>
                  <a:lnTo>
                    <a:pt x="120" y="28"/>
                  </a:lnTo>
                  <a:cubicBezTo>
                    <a:pt x="120" y="27"/>
                    <a:pt x="120" y="27"/>
                    <a:pt x="120" y="27"/>
                  </a:cubicBezTo>
                  <a:lnTo>
                    <a:pt x="120" y="27"/>
                  </a:lnTo>
                  <a:lnTo>
                    <a:pt x="120" y="28"/>
                  </a:lnTo>
                  <a:lnTo>
                    <a:pt x="120" y="28"/>
                  </a:lnTo>
                  <a:lnTo>
                    <a:pt x="121" y="30"/>
                  </a:lnTo>
                  <a:lnTo>
                    <a:pt x="119" y="31"/>
                  </a:lnTo>
                  <a:lnTo>
                    <a:pt x="119" y="31"/>
                  </a:lnTo>
                  <a:lnTo>
                    <a:pt x="119" y="31"/>
                  </a:lnTo>
                  <a:lnTo>
                    <a:pt x="119" y="31"/>
                  </a:lnTo>
                  <a:lnTo>
                    <a:pt x="118" y="31"/>
                  </a:lnTo>
                  <a:lnTo>
                    <a:pt x="117" y="30"/>
                  </a:lnTo>
                  <a:lnTo>
                    <a:pt x="117" y="30"/>
                  </a:lnTo>
                  <a:lnTo>
                    <a:pt x="117" y="30"/>
                  </a:lnTo>
                  <a:cubicBezTo>
                    <a:pt x="111" y="23"/>
                    <a:pt x="106" y="15"/>
                    <a:pt x="100" y="8"/>
                  </a:cubicBezTo>
                  <a:lnTo>
                    <a:pt x="97" y="4"/>
                  </a:lnTo>
                  <a:lnTo>
                    <a:pt x="102" y="5"/>
                  </a:lnTo>
                  <a:lnTo>
                    <a:pt x="104" y="5"/>
                  </a:lnTo>
                  <a:lnTo>
                    <a:pt x="109" y="7"/>
                  </a:lnTo>
                  <a:lnTo>
                    <a:pt x="104" y="9"/>
                  </a:lnTo>
                  <a:cubicBezTo>
                    <a:pt x="91" y="15"/>
                    <a:pt x="77" y="21"/>
                    <a:pt x="63" y="27"/>
                  </a:cubicBezTo>
                  <a:lnTo>
                    <a:pt x="58" y="29"/>
                  </a:lnTo>
                  <a:lnTo>
                    <a:pt x="61" y="25"/>
                  </a:lnTo>
                  <a:lnTo>
                    <a:pt x="62" y="23"/>
                  </a:lnTo>
                  <a:lnTo>
                    <a:pt x="64" y="18"/>
                  </a:lnTo>
                  <a:lnTo>
                    <a:pt x="65" y="23"/>
                  </a:lnTo>
                  <a:cubicBezTo>
                    <a:pt x="67" y="32"/>
                    <a:pt x="68" y="42"/>
                    <a:pt x="70" y="51"/>
                  </a:cubicBezTo>
                  <a:lnTo>
                    <a:pt x="70" y="52"/>
                  </a:lnTo>
                  <a:lnTo>
                    <a:pt x="70" y="53"/>
                  </a:lnTo>
                  <a:cubicBezTo>
                    <a:pt x="62" y="59"/>
                    <a:pt x="55" y="66"/>
                    <a:pt x="49" y="75"/>
                  </a:cubicBezTo>
                  <a:lnTo>
                    <a:pt x="48" y="76"/>
                  </a:lnTo>
                  <a:lnTo>
                    <a:pt x="47" y="75"/>
                  </a:lnTo>
                  <a:cubicBezTo>
                    <a:pt x="38" y="74"/>
                    <a:pt x="29" y="73"/>
                    <a:pt x="19" y="71"/>
                  </a:cubicBezTo>
                  <a:lnTo>
                    <a:pt x="14" y="71"/>
                  </a:lnTo>
                  <a:lnTo>
                    <a:pt x="19" y="68"/>
                  </a:lnTo>
                  <a:lnTo>
                    <a:pt x="20" y="67"/>
                  </a:lnTo>
                  <a:lnTo>
                    <a:pt x="25" y="64"/>
                  </a:lnTo>
                  <a:lnTo>
                    <a:pt x="23" y="69"/>
                  </a:lnTo>
                  <a:cubicBezTo>
                    <a:pt x="17" y="83"/>
                    <a:pt x="12" y="97"/>
                    <a:pt x="6" y="111"/>
                  </a:cubicBezTo>
                  <a:lnTo>
                    <a:pt x="5" y="116"/>
                  </a:lnTo>
                  <a:lnTo>
                    <a:pt x="3" y="111"/>
                  </a:lnTo>
                  <a:lnTo>
                    <a:pt x="2" y="110"/>
                  </a:lnTo>
                  <a:lnTo>
                    <a:pt x="1" y="105"/>
                  </a:lnTo>
                  <a:lnTo>
                    <a:pt x="5" y="108"/>
                  </a:lnTo>
                  <a:cubicBezTo>
                    <a:pt x="13" y="113"/>
                    <a:pt x="21" y="118"/>
                    <a:pt x="29" y="123"/>
                  </a:cubicBezTo>
                  <a:lnTo>
                    <a:pt x="30" y="124"/>
                  </a:lnTo>
                  <a:lnTo>
                    <a:pt x="29" y="125"/>
                  </a:lnTo>
                  <a:cubicBezTo>
                    <a:pt x="28" y="135"/>
                    <a:pt x="28" y="145"/>
                    <a:pt x="30" y="155"/>
                  </a:cubicBezTo>
                  <a:lnTo>
                    <a:pt x="30" y="156"/>
                  </a:lnTo>
                  <a:lnTo>
                    <a:pt x="29" y="157"/>
                  </a:lnTo>
                  <a:cubicBezTo>
                    <a:pt x="22" y="163"/>
                    <a:pt x="15" y="168"/>
                    <a:pt x="7" y="174"/>
                  </a:cubicBezTo>
                  <a:lnTo>
                    <a:pt x="3" y="177"/>
                  </a:lnTo>
                  <a:lnTo>
                    <a:pt x="4" y="172"/>
                  </a:lnTo>
                  <a:lnTo>
                    <a:pt x="4" y="170"/>
                  </a:lnTo>
                  <a:lnTo>
                    <a:pt x="6" y="165"/>
                  </a:lnTo>
                  <a:lnTo>
                    <a:pt x="8" y="170"/>
                  </a:lnTo>
                  <a:cubicBezTo>
                    <a:pt x="14" y="184"/>
                    <a:pt x="20" y="197"/>
                    <a:pt x="26" y="211"/>
                  </a:cubicBezTo>
                  <a:lnTo>
                    <a:pt x="29" y="216"/>
                  </a:lnTo>
                  <a:lnTo>
                    <a:pt x="24" y="214"/>
                  </a:lnTo>
                  <a:lnTo>
                    <a:pt x="22" y="213"/>
                  </a:lnTo>
                  <a:lnTo>
                    <a:pt x="18" y="211"/>
                  </a:lnTo>
                  <a:lnTo>
                    <a:pt x="23" y="209"/>
                  </a:lnTo>
                  <a:cubicBezTo>
                    <a:pt x="32" y="208"/>
                    <a:pt x="41" y="206"/>
                    <a:pt x="50" y="204"/>
                  </a:cubicBezTo>
                  <a:lnTo>
                    <a:pt x="52" y="204"/>
                  </a:lnTo>
                  <a:lnTo>
                    <a:pt x="52" y="205"/>
                  </a:lnTo>
                  <a:cubicBezTo>
                    <a:pt x="58" y="213"/>
                    <a:pt x="66" y="220"/>
                    <a:pt x="74" y="225"/>
                  </a:cubicBezTo>
                  <a:lnTo>
                    <a:pt x="75" y="226"/>
                  </a:lnTo>
                  <a:lnTo>
                    <a:pt x="75" y="227"/>
                  </a:lnTo>
                  <a:cubicBezTo>
                    <a:pt x="73" y="236"/>
                    <a:pt x="72" y="246"/>
                    <a:pt x="70" y="255"/>
                  </a:cubicBezTo>
                  <a:lnTo>
                    <a:pt x="70" y="260"/>
                  </a:lnTo>
                  <a:lnTo>
                    <a:pt x="67" y="255"/>
                  </a:lnTo>
                  <a:lnTo>
                    <a:pt x="66" y="255"/>
                  </a:lnTo>
                  <a:lnTo>
                    <a:pt x="63" y="250"/>
                  </a:lnTo>
                  <a:lnTo>
                    <a:pt x="69" y="252"/>
                  </a:lnTo>
                  <a:cubicBezTo>
                    <a:pt x="83" y="257"/>
                    <a:pt x="97" y="263"/>
                    <a:pt x="111" y="268"/>
                  </a:cubicBezTo>
                  <a:lnTo>
                    <a:pt x="116" y="270"/>
                  </a:lnTo>
                  <a:lnTo>
                    <a:pt x="111" y="272"/>
                  </a:lnTo>
                  <a:lnTo>
                    <a:pt x="110" y="272"/>
                  </a:lnTo>
                  <a:lnTo>
                    <a:pt x="104" y="274"/>
                  </a:lnTo>
                  <a:lnTo>
                    <a:pt x="108" y="269"/>
                  </a:lnTo>
                  <a:cubicBezTo>
                    <a:pt x="113" y="262"/>
                    <a:pt x="118" y="254"/>
                    <a:pt x="123" y="246"/>
                  </a:cubicBezTo>
                  <a:lnTo>
                    <a:pt x="124" y="245"/>
                  </a:lnTo>
                  <a:lnTo>
                    <a:pt x="125" y="246"/>
                  </a:lnTo>
                  <a:cubicBezTo>
                    <a:pt x="130" y="246"/>
                    <a:pt x="136" y="246"/>
                    <a:pt x="141" y="246"/>
                  </a:cubicBezTo>
                  <a:cubicBezTo>
                    <a:pt x="144" y="246"/>
                    <a:pt x="147" y="246"/>
                    <a:pt x="150" y="246"/>
                  </a:cubicBezTo>
                  <a:lnTo>
                    <a:pt x="154" y="245"/>
                  </a:lnTo>
                  <a:lnTo>
                    <a:pt x="154" y="245"/>
                  </a:lnTo>
                  <a:lnTo>
                    <a:pt x="155" y="245"/>
                  </a:lnTo>
                  <a:lnTo>
                    <a:pt x="155" y="245"/>
                  </a:lnTo>
                  <a:cubicBezTo>
                    <a:pt x="156" y="245"/>
                    <a:pt x="157" y="248"/>
                    <a:pt x="156" y="248"/>
                  </a:cubicBezTo>
                  <a:lnTo>
                    <a:pt x="156" y="248"/>
                  </a:lnTo>
                  <a:lnTo>
                    <a:pt x="156" y="248"/>
                  </a:lnTo>
                  <a:lnTo>
                    <a:pt x="155" y="249"/>
                  </a:lnTo>
                  <a:cubicBezTo>
                    <a:pt x="154" y="249"/>
                    <a:pt x="153" y="250"/>
                    <a:pt x="153" y="250"/>
                  </a:cubicBezTo>
                  <a:lnTo>
                    <a:pt x="151" y="250"/>
                  </a:lnTo>
                  <a:cubicBezTo>
                    <a:pt x="142" y="251"/>
                    <a:pt x="133" y="251"/>
                    <a:pt x="125" y="250"/>
                  </a:cubicBezTo>
                  <a:lnTo>
                    <a:pt x="118" y="250"/>
                  </a:lnTo>
                  <a:lnTo>
                    <a:pt x="124" y="247"/>
                  </a:lnTo>
                  <a:lnTo>
                    <a:pt x="125" y="246"/>
                  </a:lnTo>
                  <a:lnTo>
                    <a:pt x="131" y="243"/>
                  </a:lnTo>
                  <a:lnTo>
                    <a:pt x="127" y="249"/>
                  </a:lnTo>
                  <a:cubicBezTo>
                    <a:pt x="122" y="257"/>
                    <a:pt x="117" y="265"/>
                    <a:pt x="112" y="273"/>
                  </a:cubicBezTo>
                  <a:lnTo>
                    <a:pt x="111" y="274"/>
                  </a:lnTo>
                  <a:lnTo>
                    <a:pt x="109" y="273"/>
                  </a:lnTo>
                  <a:cubicBezTo>
                    <a:pt x="95" y="268"/>
                    <a:pt x="80" y="262"/>
                    <a:pt x="66" y="257"/>
                  </a:cubicBezTo>
                  <a:lnTo>
                    <a:pt x="65" y="256"/>
                  </a:lnTo>
                  <a:lnTo>
                    <a:pt x="65" y="255"/>
                  </a:lnTo>
                  <a:cubicBezTo>
                    <a:pt x="66" y="245"/>
                    <a:pt x="68" y="236"/>
                    <a:pt x="69" y="227"/>
                  </a:cubicBezTo>
                  <a:lnTo>
                    <a:pt x="70" y="220"/>
                  </a:lnTo>
                  <a:lnTo>
                    <a:pt x="73" y="227"/>
                  </a:lnTo>
                  <a:lnTo>
                    <a:pt x="73" y="227"/>
                  </a:lnTo>
                  <a:lnTo>
                    <a:pt x="76" y="234"/>
                  </a:lnTo>
                  <a:lnTo>
                    <a:pt x="70" y="230"/>
                  </a:lnTo>
                  <a:cubicBezTo>
                    <a:pt x="62" y="224"/>
                    <a:pt x="54" y="216"/>
                    <a:pt x="48" y="209"/>
                  </a:cubicBezTo>
                  <a:lnTo>
                    <a:pt x="44" y="204"/>
                  </a:lnTo>
                  <a:lnTo>
                    <a:pt x="50" y="206"/>
                  </a:lnTo>
                  <a:lnTo>
                    <a:pt x="51" y="206"/>
                  </a:lnTo>
                  <a:lnTo>
                    <a:pt x="58" y="209"/>
                  </a:lnTo>
                  <a:lnTo>
                    <a:pt x="51" y="210"/>
                  </a:lnTo>
                  <a:cubicBezTo>
                    <a:pt x="41" y="212"/>
                    <a:pt x="32" y="214"/>
                    <a:pt x="23" y="215"/>
                  </a:cubicBezTo>
                  <a:lnTo>
                    <a:pt x="22" y="216"/>
                  </a:lnTo>
                  <a:lnTo>
                    <a:pt x="21" y="214"/>
                  </a:lnTo>
                  <a:cubicBezTo>
                    <a:pt x="15" y="200"/>
                    <a:pt x="8" y="185"/>
                    <a:pt x="2" y="172"/>
                  </a:cubicBezTo>
                  <a:lnTo>
                    <a:pt x="2" y="170"/>
                  </a:lnTo>
                  <a:lnTo>
                    <a:pt x="3" y="169"/>
                  </a:lnTo>
                  <a:cubicBezTo>
                    <a:pt x="11" y="163"/>
                    <a:pt x="18" y="158"/>
                    <a:pt x="25" y="152"/>
                  </a:cubicBezTo>
                  <a:lnTo>
                    <a:pt x="31" y="148"/>
                  </a:lnTo>
                  <a:lnTo>
                    <a:pt x="28" y="155"/>
                  </a:lnTo>
                  <a:lnTo>
                    <a:pt x="28" y="156"/>
                  </a:lnTo>
                  <a:lnTo>
                    <a:pt x="25" y="162"/>
                  </a:lnTo>
                  <a:lnTo>
                    <a:pt x="24" y="155"/>
                  </a:lnTo>
                  <a:cubicBezTo>
                    <a:pt x="22" y="145"/>
                    <a:pt x="22" y="134"/>
                    <a:pt x="23" y="125"/>
                  </a:cubicBezTo>
                  <a:lnTo>
                    <a:pt x="24" y="118"/>
                  </a:lnTo>
                  <a:lnTo>
                    <a:pt x="27" y="125"/>
                  </a:lnTo>
                  <a:lnTo>
                    <a:pt x="28" y="126"/>
                  </a:lnTo>
                  <a:lnTo>
                    <a:pt x="30" y="132"/>
                  </a:lnTo>
                  <a:lnTo>
                    <a:pt x="25" y="128"/>
                  </a:lnTo>
                  <a:cubicBezTo>
                    <a:pt x="17" y="123"/>
                    <a:pt x="9" y="117"/>
                    <a:pt x="1" y="112"/>
                  </a:cubicBezTo>
                  <a:lnTo>
                    <a:pt x="0" y="112"/>
                  </a:lnTo>
                  <a:lnTo>
                    <a:pt x="1" y="110"/>
                  </a:lnTo>
                  <a:cubicBezTo>
                    <a:pt x="6" y="95"/>
                    <a:pt x="12" y="80"/>
                    <a:pt x="18" y="66"/>
                  </a:cubicBezTo>
                  <a:lnTo>
                    <a:pt x="18" y="65"/>
                  </a:lnTo>
                  <a:lnTo>
                    <a:pt x="20" y="65"/>
                  </a:lnTo>
                  <a:cubicBezTo>
                    <a:pt x="29" y="66"/>
                    <a:pt x="39" y="68"/>
                    <a:pt x="48" y="69"/>
                  </a:cubicBezTo>
                  <a:lnTo>
                    <a:pt x="54" y="70"/>
                  </a:lnTo>
                  <a:lnTo>
                    <a:pt x="48" y="73"/>
                  </a:lnTo>
                  <a:lnTo>
                    <a:pt x="47" y="73"/>
                  </a:lnTo>
                  <a:lnTo>
                    <a:pt x="41" y="76"/>
                  </a:lnTo>
                  <a:lnTo>
                    <a:pt x="44" y="70"/>
                  </a:lnTo>
                  <a:cubicBezTo>
                    <a:pt x="51" y="62"/>
                    <a:pt x="58" y="54"/>
                    <a:pt x="65" y="48"/>
                  </a:cubicBezTo>
                  <a:lnTo>
                    <a:pt x="70" y="44"/>
                  </a:lnTo>
                  <a:lnTo>
                    <a:pt x="68" y="50"/>
                  </a:lnTo>
                  <a:lnTo>
                    <a:pt x="68" y="52"/>
                  </a:lnTo>
                  <a:lnTo>
                    <a:pt x="65" y="58"/>
                  </a:lnTo>
                  <a:lnTo>
                    <a:pt x="64" y="51"/>
                  </a:lnTo>
                  <a:cubicBezTo>
                    <a:pt x="62" y="42"/>
                    <a:pt x="60" y="32"/>
                    <a:pt x="59" y="24"/>
                  </a:cubicBezTo>
                  <a:lnTo>
                    <a:pt x="58" y="22"/>
                  </a:lnTo>
                  <a:lnTo>
                    <a:pt x="60" y="22"/>
                  </a:lnTo>
                  <a:cubicBezTo>
                    <a:pt x="75" y="15"/>
                    <a:pt x="90" y="8"/>
                    <a:pt x="103" y="2"/>
                  </a:cubicBezTo>
                  <a:lnTo>
                    <a:pt x="104" y="2"/>
                  </a:lnTo>
                  <a:lnTo>
                    <a:pt x="105" y="3"/>
                  </a:lnTo>
                  <a:cubicBezTo>
                    <a:pt x="111" y="11"/>
                    <a:pt x="117" y="19"/>
                    <a:pt x="122" y="26"/>
                  </a:cubicBezTo>
                  <a:lnTo>
                    <a:pt x="126" y="31"/>
                  </a:lnTo>
                  <a:lnTo>
                    <a:pt x="120" y="28"/>
                  </a:lnTo>
                  <a:lnTo>
                    <a:pt x="119" y="28"/>
                  </a:lnTo>
                  <a:lnTo>
                    <a:pt x="119" y="28"/>
                  </a:lnTo>
                  <a:lnTo>
                    <a:pt x="118" y="28"/>
                  </a:lnTo>
                  <a:lnTo>
                    <a:pt x="118" y="28"/>
                  </a:lnTo>
                  <a:lnTo>
                    <a:pt x="118" y="27"/>
                  </a:lnTo>
                  <a:lnTo>
                    <a:pt x="119" y="24"/>
                  </a:lnTo>
                  <a:cubicBezTo>
                    <a:pt x="120" y="24"/>
                    <a:pt x="120" y="24"/>
                    <a:pt x="120" y="25"/>
                  </a:cubicBezTo>
                  <a:lnTo>
                    <a:pt x="120" y="25"/>
                  </a:lnTo>
                  <a:lnTo>
                    <a:pt x="120" y="25"/>
                  </a:lnTo>
                  <a:lnTo>
                    <a:pt x="120" y="25"/>
                  </a:lnTo>
                  <a:cubicBezTo>
                    <a:pt x="120" y="25"/>
                    <a:pt x="120" y="24"/>
                    <a:pt x="120" y="25"/>
                  </a:cubicBezTo>
                  <a:lnTo>
                    <a:pt x="119" y="27"/>
                  </a:lnTo>
                  <a:lnTo>
                    <a:pt x="119" y="27"/>
                  </a:lnTo>
                  <a:lnTo>
                    <a:pt x="119" y="28"/>
                  </a:lnTo>
                  <a:lnTo>
                    <a:pt x="119" y="28"/>
                  </a:lnTo>
                  <a:lnTo>
                    <a:pt x="114" y="26"/>
                  </a:lnTo>
                  <a:lnTo>
                    <a:pt x="119" y="25"/>
                  </a:lnTo>
                  <a:lnTo>
                    <a:pt x="119" y="25"/>
                  </a:lnTo>
                  <a:cubicBezTo>
                    <a:pt x="129" y="23"/>
                    <a:pt x="140" y="23"/>
                    <a:pt x="149" y="24"/>
                  </a:cubicBezTo>
                  <a:lnTo>
                    <a:pt x="155" y="24"/>
                  </a:lnTo>
                  <a:lnTo>
                    <a:pt x="150" y="27"/>
                  </a:lnTo>
                  <a:lnTo>
                    <a:pt x="148" y="28"/>
                  </a:lnTo>
                  <a:lnTo>
                    <a:pt x="143" y="30"/>
                  </a:lnTo>
                  <a:lnTo>
                    <a:pt x="146" y="25"/>
                  </a:lnTo>
                  <a:cubicBezTo>
                    <a:pt x="152" y="17"/>
                    <a:pt x="157" y="9"/>
                    <a:pt x="162" y="2"/>
                  </a:cubicBezTo>
                  <a:lnTo>
                    <a:pt x="163" y="0"/>
                  </a:lnTo>
                  <a:lnTo>
                    <a:pt x="164" y="1"/>
                  </a:lnTo>
                  <a:cubicBezTo>
                    <a:pt x="179" y="7"/>
                    <a:pt x="195" y="13"/>
                    <a:pt x="208" y="18"/>
                  </a:cubicBezTo>
                  <a:lnTo>
                    <a:pt x="209" y="18"/>
                  </a:lnTo>
                  <a:lnTo>
                    <a:pt x="209" y="20"/>
                  </a:lnTo>
                  <a:cubicBezTo>
                    <a:pt x="208" y="30"/>
                    <a:pt x="206" y="39"/>
                    <a:pt x="205" y="48"/>
                  </a:cubicBezTo>
                  <a:lnTo>
                    <a:pt x="204" y="53"/>
                  </a:lnTo>
                  <a:lnTo>
                    <a:pt x="202" y="48"/>
                  </a:lnTo>
                  <a:lnTo>
                    <a:pt x="201" y="47"/>
                  </a:lnTo>
                  <a:lnTo>
                    <a:pt x="199" y="42"/>
                  </a:lnTo>
                  <a:lnTo>
                    <a:pt x="204" y="45"/>
                  </a:lnTo>
                  <a:cubicBezTo>
                    <a:pt x="212" y="51"/>
                    <a:pt x="220" y="59"/>
                    <a:pt x="226" y="66"/>
                  </a:cubicBezTo>
                  <a:lnTo>
                    <a:pt x="229" y="70"/>
                  </a:lnTo>
                  <a:lnTo>
                    <a:pt x="224" y="68"/>
                  </a:lnTo>
                  <a:lnTo>
                    <a:pt x="223" y="68"/>
                  </a:lnTo>
                  <a:lnTo>
                    <a:pt x="218" y="66"/>
                  </a:lnTo>
                  <a:lnTo>
                    <a:pt x="223" y="65"/>
                  </a:lnTo>
                  <a:cubicBezTo>
                    <a:pt x="233" y="63"/>
                    <a:pt x="242" y="61"/>
                    <a:pt x="251" y="60"/>
                  </a:cubicBezTo>
                  <a:lnTo>
                    <a:pt x="252" y="59"/>
                  </a:lnTo>
                  <a:lnTo>
                    <a:pt x="252" y="60"/>
                  </a:lnTo>
                  <a:cubicBezTo>
                    <a:pt x="259" y="75"/>
                    <a:pt x="265" y="90"/>
                    <a:pt x="271" y="103"/>
                  </a:cubicBezTo>
                  <a:lnTo>
                    <a:pt x="272" y="104"/>
                  </a:lnTo>
                  <a:lnTo>
                    <a:pt x="271" y="105"/>
                  </a:lnTo>
                  <a:cubicBezTo>
                    <a:pt x="263" y="111"/>
                    <a:pt x="255" y="117"/>
                    <a:pt x="248" y="122"/>
                  </a:cubicBezTo>
                  <a:lnTo>
                    <a:pt x="244" y="125"/>
                  </a:lnTo>
                  <a:lnTo>
                    <a:pt x="246" y="120"/>
                  </a:lnTo>
                  <a:lnTo>
                    <a:pt x="246" y="119"/>
                  </a:lnTo>
                  <a:lnTo>
                    <a:pt x="248" y="115"/>
                  </a:lnTo>
                  <a:lnTo>
                    <a:pt x="249" y="120"/>
                  </a:lnTo>
                  <a:cubicBezTo>
                    <a:pt x="251" y="130"/>
                    <a:pt x="251" y="141"/>
                    <a:pt x="250" y="150"/>
                  </a:cubicBezTo>
                  <a:lnTo>
                    <a:pt x="249" y="154"/>
                  </a:lnTo>
                  <a:lnTo>
                    <a:pt x="247" y="150"/>
                  </a:lnTo>
                  <a:lnTo>
                    <a:pt x="247" y="149"/>
                  </a:lnTo>
                  <a:lnTo>
                    <a:pt x="245" y="145"/>
                  </a:lnTo>
                  <a:lnTo>
                    <a:pt x="248" y="147"/>
                  </a:lnTo>
                  <a:cubicBezTo>
                    <a:pt x="257" y="153"/>
                    <a:pt x="265" y="158"/>
                    <a:pt x="272" y="163"/>
                  </a:cubicBezTo>
                  <a:lnTo>
                    <a:pt x="273" y="164"/>
                  </a:lnTo>
                  <a:lnTo>
                    <a:pt x="272" y="165"/>
                  </a:lnTo>
                  <a:cubicBezTo>
                    <a:pt x="266" y="180"/>
                    <a:pt x="260" y="194"/>
                    <a:pt x="255" y="208"/>
                  </a:cubicBezTo>
                  <a:lnTo>
                    <a:pt x="255" y="209"/>
                  </a:lnTo>
                  <a:lnTo>
                    <a:pt x="254" y="209"/>
                  </a:lnTo>
                  <a:cubicBezTo>
                    <a:pt x="244" y="207"/>
                    <a:pt x="235" y="206"/>
                    <a:pt x="226" y="204"/>
                  </a:cubicBezTo>
                  <a:lnTo>
                    <a:pt x="223" y="204"/>
                  </a:lnTo>
                  <a:lnTo>
                    <a:pt x="226" y="203"/>
                  </a:lnTo>
                  <a:lnTo>
                    <a:pt x="227" y="202"/>
                  </a:lnTo>
                  <a:lnTo>
                    <a:pt x="230" y="201"/>
                  </a:lnTo>
                  <a:lnTo>
                    <a:pt x="228" y="204"/>
                  </a:lnTo>
                  <a:cubicBezTo>
                    <a:pt x="222" y="212"/>
                    <a:pt x="215" y="219"/>
                    <a:pt x="207" y="225"/>
                  </a:cubicBezTo>
                  <a:lnTo>
                    <a:pt x="205" y="227"/>
                  </a:lnTo>
                  <a:lnTo>
                    <a:pt x="206" y="224"/>
                  </a:lnTo>
                  <a:lnTo>
                    <a:pt x="206" y="224"/>
                  </a:lnTo>
                  <a:lnTo>
                    <a:pt x="207" y="221"/>
                  </a:lnTo>
                  <a:lnTo>
                    <a:pt x="208" y="224"/>
                  </a:lnTo>
                  <a:cubicBezTo>
                    <a:pt x="210" y="234"/>
                    <a:pt x="211" y="243"/>
                    <a:pt x="213" y="251"/>
                  </a:cubicBezTo>
                  <a:lnTo>
                    <a:pt x="213" y="252"/>
                  </a:lnTo>
                  <a:lnTo>
                    <a:pt x="213" y="252"/>
                  </a:lnTo>
                  <a:cubicBezTo>
                    <a:pt x="195" y="259"/>
                    <a:pt x="181" y="265"/>
                    <a:pt x="170" y="270"/>
                  </a:cubicBezTo>
                  <a:lnTo>
                    <a:pt x="170" y="270"/>
                  </a:lnTo>
                  <a:lnTo>
                    <a:pt x="170" y="270"/>
                  </a:lnTo>
                  <a:cubicBezTo>
                    <a:pt x="165" y="263"/>
                    <a:pt x="161" y="257"/>
                    <a:pt x="158" y="253"/>
                  </a:cubicBezTo>
                  <a:cubicBezTo>
                    <a:pt x="157" y="251"/>
                    <a:pt x="156" y="250"/>
                    <a:pt x="155" y="249"/>
                  </a:cubicBezTo>
                  <a:cubicBezTo>
                    <a:pt x="154" y="248"/>
                    <a:pt x="154" y="247"/>
                    <a:pt x="154" y="247"/>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487" name="Google Shape;487;p15"/>
          <p:cNvGrpSpPr/>
          <p:nvPr/>
        </p:nvGrpSpPr>
        <p:grpSpPr>
          <a:xfrm>
            <a:off x="-1369756" y="3563184"/>
            <a:ext cx="1754642" cy="717886"/>
            <a:chOff x="-1340531" y="3895472"/>
            <a:chExt cx="1754642" cy="717886"/>
          </a:xfrm>
        </p:grpSpPr>
        <p:sp>
          <p:nvSpPr>
            <p:cNvPr id="488" name="Google Shape;488;p15"/>
            <p:cNvSpPr/>
            <p:nvPr/>
          </p:nvSpPr>
          <p:spPr>
            <a:xfrm>
              <a:off x="-1340525" y="3895472"/>
              <a:ext cx="1754637" cy="717886"/>
            </a:xfrm>
            <a:custGeom>
              <a:rect b="b" l="l" r="r" t="t"/>
              <a:pathLst>
                <a:path extrusionOk="0" h="394" w="963">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9" name="Google Shape;489;p15"/>
            <p:cNvSpPr/>
            <p:nvPr/>
          </p:nvSpPr>
          <p:spPr>
            <a:xfrm>
              <a:off x="-1340531" y="3989303"/>
              <a:ext cx="1749170" cy="5466"/>
            </a:xfrm>
            <a:custGeom>
              <a:rect b="b" l="l" r="r" t="t"/>
              <a:pathLst>
                <a:path extrusionOk="0" h="3" w="96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90" name="Google Shape;490;p15"/>
            <p:cNvSpPr/>
            <p:nvPr/>
          </p:nvSpPr>
          <p:spPr>
            <a:xfrm>
              <a:off x="-1291336" y="3936463"/>
              <a:ext cx="23687" cy="25509"/>
            </a:xfrm>
            <a:custGeom>
              <a:rect b="b" l="l" r="r" t="t"/>
              <a:pathLst>
                <a:path extrusionOk="0" h="14" w="13">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91" name="Google Shape;491;p15"/>
            <p:cNvSpPr/>
            <p:nvPr/>
          </p:nvSpPr>
          <p:spPr>
            <a:xfrm>
              <a:off x="-1249428" y="3936463"/>
              <a:ext cx="25509" cy="25509"/>
            </a:xfrm>
            <a:custGeom>
              <a:rect b="b" l="l" r="r" t="t"/>
              <a:pathLst>
                <a:path extrusionOk="0" h="14" w="14">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92" name="Google Shape;492;p15"/>
            <p:cNvSpPr/>
            <p:nvPr/>
          </p:nvSpPr>
          <p:spPr>
            <a:xfrm>
              <a:off x="-1205699" y="3936463"/>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93" name="Google Shape;493;p15"/>
            <p:cNvSpPr/>
            <p:nvPr/>
          </p:nvSpPr>
          <p:spPr>
            <a:xfrm>
              <a:off x="-1224695" y="4075986"/>
              <a:ext cx="422716" cy="422714"/>
            </a:xfrm>
            <a:custGeom>
              <a:rect b="b" l="l" r="r" t="t"/>
              <a:pathLst>
                <a:path extrusionOk="0" h="232" w="232">
                  <a:moveTo>
                    <a:pt x="0" y="0"/>
                  </a:moveTo>
                  <a:lnTo>
                    <a:pt x="232" y="0"/>
                  </a:lnTo>
                  <a:lnTo>
                    <a:pt x="232" y="232"/>
                  </a:lnTo>
                  <a:lnTo>
                    <a:pt x="0" y="232"/>
                  </a:lnTo>
                  <a:lnTo>
                    <a:pt x="0" y="0"/>
                  </a:lnTo>
                  <a:close/>
                </a:path>
              </a:pathLst>
            </a:custGeom>
            <a:solidFill>
              <a:schemeClr val="accent2"/>
            </a:solidFill>
            <a:ln>
              <a:noFill/>
            </a:ln>
          </p:spPr>
          <p:txBody>
            <a:bodyPr anchorCtr="1" anchor="ctr" bIns="38500" lIns="90000" spcFirstLastPara="1" rIns="90000" wrap="square" tIns="385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94" name="Google Shape;494;p15"/>
            <p:cNvSpPr/>
            <p:nvPr/>
          </p:nvSpPr>
          <p:spPr>
            <a:xfrm>
              <a:off x="-681493" y="4344218"/>
              <a:ext cx="972976" cy="5466"/>
            </a:xfrm>
            <a:custGeom>
              <a:rect b="b" l="l" r="r" t="t"/>
              <a:pathLst>
                <a:path extrusionOk="0" h="3" w="534">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95" name="Google Shape;495;p15"/>
            <p:cNvSpPr/>
            <p:nvPr/>
          </p:nvSpPr>
          <p:spPr>
            <a:xfrm>
              <a:off x="-681493" y="4429855"/>
              <a:ext cx="972976" cy="5466"/>
            </a:xfrm>
            <a:custGeom>
              <a:rect b="b" l="l" r="r" t="t"/>
              <a:pathLst>
                <a:path extrusionOk="0" h="3" w="534">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96" name="Google Shape;496;p15"/>
            <p:cNvSpPr/>
            <p:nvPr/>
          </p:nvSpPr>
          <p:spPr>
            <a:xfrm>
              <a:off x="-335303" y="4517313"/>
              <a:ext cx="626786" cy="3644"/>
            </a:xfrm>
            <a:custGeom>
              <a:rect b="b" l="l" r="r" t="t"/>
              <a:pathLst>
                <a:path extrusionOk="0" h="2" w="344">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97" name="Google Shape;497;p15"/>
            <p:cNvSpPr/>
            <p:nvPr/>
          </p:nvSpPr>
          <p:spPr>
            <a:xfrm>
              <a:off x="-428227" y="41172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98" name="Google Shape;498;p15"/>
            <p:cNvSpPr/>
            <p:nvPr/>
          </p:nvSpPr>
          <p:spPr>
            <a:xfrm>
              <a:off x="-428227" y="41955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99" name="Google Shape;499;p15"/>
            <p:cNvSpPr/>
            <p:nvPr/>
          </p:nvSpPr>
          <p:spPr>
            <a:xfrm>
              <a:off x="-133055" y="42720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500" name="Google Shape;500;p15"/>
          <p:cNvGrpSpPr/>
          <p:nvPr/>
        </p:nvGrpSpPr>
        <p:grpSpPr>
          <a:xfrm>
            <a:off x="-1241887" y="368837"/>
            <a:ext cx="1550567" cy="1051320"/>
            <a:chOff x="-872012" y="2723887"/>
            <a:chExt cx="1550567" cy="1051320"/>
          </a:xfrm>
        </p:grpSpPr>
        <p:sp>
          <p:nvSpPr>
            <p:cNvPr id="501" name="Google Shape;501;p15"/>
            <p:cNvSpPr/>
            <p:nvPr/>
          </p:nvSpPr>
          <p:spPr>
            <a:xfrm>
              <a:off x="-872012" y="2723887"/>
              <a:ext cx="1550567" cy="1051320"/>
            </a:xfrm>
            <a:custGeom>
              <a:rect b="b" l="l" r="r" t="t"/>
              <a:pathLst>
                <a:path extrusionOk="0" h="577" w="851">
                  <a:moveTo>
                    <a:pt x="850" y="576"/>
                  </a:moveTo>
                  <a:cubicBezTo>
                    <a:pt x="850" y="576"/>
                    <a:pt x="850" y="572"/>
                    <a:pt x="850" y="565"/>
                  </a:cubicBezTo>
                  <a:cubicBezTo>
                    <a:pt x="850" y="558"/>
                    <a:pt x="850" y="548"/>
                    <a:pt x="850" y="535"/>
                  </a:cubicBezTo>
                  <a:cubicBezTo>
                    <a:pt x="850" y="508"/>
                    <a:pt x="850" y="469"/>
                    <a:pt x="850" y="420"/>
                  </a:cubicBezTo>
                  <a:cubicBezTo>
                    <a:pt x="849" y="320"/>
                    <a:pt x="849" y="177"/>
                    <a:pt x="849" y="2"/>
                  </a:cubicBezTo>
                  <a:lnTo>
                    <a:pt x="850" y="3"/>
                  </a:lnTo>
                  <a:cubicBezTo>
                    <a:pt x="616" y="3"/>
                    <a:pt x="321" y="3"/>
                    <a:pt x="1" y="3"/>
                  </a:cubicBezTo>
                  <a:lnTo>
                    <a:pt x="1" y="3"/>
                  </a:lnTo>
                  <a:lnTo>
                    <a:pt x="3" y="2"/>
                  </a:lnTo>
                  <a:cubicBezTo>
                    <a:pt x="3" y="206"/>
                    <a:pt x="3" y="401"/>
                    <a:pt x="3" y="576"/>
                  </a:cubicBezTo>
                  <a:lnTo>
                    <a:pt x="1" y="574"/>
                  </a:lnTo>
                  <a:cubicBezTo>
                    <a:pt x="251" y="574"/>
                    <a:pt x="463" y="575"/>
                    <a:pt x="613" y="575"/>
                  </a:cubicBezTo>
                  <a:cubicBezTo>
                    <a:pt x="688" y="575"/>
                    <a:pt x="747" y="575"/>
                    <a:pt x="788" y="575"/>
                  </a:cubicBezTo>
                  <a:cubicBezTo>
                    <a:pt x="808" y="575"/>
                    <a:pt x="823" y="575"/>
                    <a:pt x="834" y="576"/>
                  </a:cubicBezTo>
                  <a:cubicBezTo>
                    <a:pt x="839" y="576"/>
                    <a:pt x="843" y="576"/>
                    <a:pt x="846" y="576"/>
                  </a:cubicBezTo>
                  <a:cubicBezTo>
                    <a:pt x="849" y="576"/>
                    <a:pt x="850" y="576"/>
                    <a:pt x="850" y="576"/>
                  </a:cubicBezTo>
                  <a:cubicBezTo>
                    <a:pt x="850" y="576"/>
                    <a:pt x="849" y="576"/>
                    <a:pt x="846" y="576"/>
                  </a:cubicBezTo>
                  <a:cubicBezTo>
                    <a:pt x="844" y="576"/>
                    <a:pt x="840" y="576"/>
                    <a:pt x="834" y="576"/>
                  </a:cubicBezTo>
                  <a:cubicBezTo>
                    <a:pt x="824" y="576"/>
                    <a:pt x="808" y="576"/>
                    <a:pt x="788" y="576"/>
                  </a:cubicBezTo>
                  <a:cubicBezTo>
                    <a:pt x="748" y="576"/>
                    <a:pt x="689" y="576"/>
                    <a:pt x="614" y="576"/>
                  </a:cubicBezTo>
                  <a:cubicBezTo>
                    <a:pt x="464" y="577"/>
                    <a:pt x="251" y="577"/>
                    <a:pt x="1" y="577"/>
                  </a:cubicBezTo>
                  <a:lnTo>
                    <a:pt x="0" y="577"/>
                  </a:lnTo>
                  <a:lnTo>
                    <a:pt x="0" y="576"/>
                  </a:lnTo>
                  <a:cubicBezTo>
                    <a:pt x="0" y="401"/>
                    <a:pt x="0" y="206"/>
                    <a:pt x="0" y="2"/>
                  </a:cubicBezTo>
                  <a:lnTo>
                    <a:pt x="0" y="0"/>
                  </a:lnTo>
                  <a:lnTo>
                    <a:pt x="1" y="0"/>
                  </a:lnTo>
                  <a:cubicBezTo>
                    <a:pt x="321" y="0"/>
                    <a:pt x="616" y="1"/>
                    <a:pt x="850" y="1"/>
                  </a:cubicBezTo>
                  <a:lnTo>
                    <a:pt x="851" y="1"/>
                  </a:lnTo>
                  <a:lnTo>
                    <a:pt x="851" y="2"/>
                  </a:lnTo>
                  <a:cubicBezTo>
                    <a:pt x="851" y="177"/>
                    <a:pt x="851" y="320"/>
                    <a:pt x="851" y="420"/>
                  </a:cubicBezTo>
                  <a:cubicBezTo>
                    <a:pt x="851" y="470"/>
                    <a:pt x="851" y="509"/>
                    <a:pt x="850" y="535"/>
                  </a:cubicBezTo>
                  <a:cubicBezTo>
                    <a:pt x="850" y="549"/>
                    <a:pt x="850" y="559"/>
                    <a:pt x="850" y="565"/>
                  </a:cubicBezTo>
                  <a:cubicBezTo>
                    <a:pt x="850" y="572"/>
                    <a:pt x="850" y="576"/>
                    <a:pt x="850" y="576"/>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02" name="Google Shape;502;p15"/>
            <p:cNvSpPr/>
            <p:nvPr/>
          </p:nvSpPr>
          <p:spPr>
            <a:xfrm>
              <a:off x="-870190" y="2818634"/>
              <a:ext cx="1545101" cy="5466"/>
            </a:xfrm>
            <a:custGeom>
              <a:rect b="b" l="l" r="r" t="t"/>
              <a:pathLst>
                <a:path extrusionOk="0" h="3" w="848">
                  <a:moveTo>
                    <a:pt x="0" y="1"/>
                  </a:moveTo>
                  <a:cubicBezTo>
                    <a:pt x="0" y="0"/>
                    <a:pt x="190" y="0"/>
                    <a:pt x="424" y="0"/>
                  </a:cubicBezTo>
                  <a:cubicBezTo>
                    <a:pt x="658" y="0"/>
                    <a:pt x="848" y="0"/>
                    <a:pt x="848" y="1"/>
                  </a:cubicBezTo>
                  <a:cubicBezTo>
                    <a:pt x="848" y="2"/>
                    <a:pt x="658" y="3"/>
                    <a:pt x="424" y="3"/>
                  </a:cubicBezTo>
                  <a:cubicBezTo>
                    <a:pt x="189" y="3"/>
                    <a:pt x="0" y="2"/>
                    <a:pt x="0"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03" name="Google Shape;503;p15"/>
            <p:cNvSpPr/>
            <p:nvPr/>
          </p:nvSpPr>
          <p:spPr>
            <a:xfrm>
              <a:off x="-833749" y="2760328"/>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04" name="Google Shape;504;p15"/>
            <p:cNvSpPr/>
            <p:nvPr/>
          </p:nvSpPr>
          <p:spPr>
            <a:xfrm>
              <a:off x="-791842" y="2760328"/>
              <a:ext cx="25509" cy="25509"/>
            </a:xfrm>
            <a:custGeom>
              <a:rect b="b" l="l" r="r" t="t"/>
              <a:pathLst>
                <a:path extrusionOk="0" h="14" w="14">
                  <a:moveTo>
                    <a:pt x="14" y="7"/>
                  </a:moveTo>
                  <a:cubicBezTo>
                    <a:pt x="14" y="8"/>
                    <a:pt x="14" y="10"/>
                    <a:pt x="13" y="11"/>
                  </a:cubicBezTo>
                  <a:cubicBezTo>
                    <a:pt x="12" y="12"/>
                    <a:pt x="12" y="12"/>
                    <a:pt x="11"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1" y="1"/>
                  </a:cubicBezTo>
                  <a:cubicBezTo>
                    <a:pt x="13" y="1"/>
                    <a:pt x="12"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05" name="Google Shape;505;p15"/>
            <p:cNvSpPr/>
            <p:nvPr/>
          </p:nvSpPr>
          <p:spPr>
            <a:xfrm>
              <a:off x="-749935" y="2760328"/>
              <a:ext cx="25509" cy="25509"/>
            </a:xfrm>
            <a:custGeom>
              <a:rect b="b" l="l" r="r" t="t"/>
              <a:pathLst>
                <a:path extrusionOk="0" h="14" w="14">
                  <a:moveTo>
                    <a:pt x="14" y="7"/>
                  </a:moveTo>
                  <a:cubicBezTo>
                    <a:pt x="14" y="8"/>
                    <a:pt x="14" y="10"/>
                    <a:pt x="13" y="11"/>
                  </a:cubicBezTo>
                  <a:cubicBezTo>
                    <a:pt x="12" y="12"/>
                    <a:pt x="11" y="12"/>
                    <a:pt x="10"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0" y="1"/>
                  </a:cubicBezTo>
                  <a:cubicBezTo>
                    <a:pt x="11" y="1"/>
                    <a:pt x="12"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06" name="Google Shape;506;p15"/>
            <p:cNvSpPr/>
            <p:nvPr/>
          </p:nvSpPr>
          <p:spPr>
            <a:xfrm>
              <a:off x="-737180" y="2929779"/>
              <a:ext cx="413606" cy="415426"/>
            </a:xfrm>
            <a:custGeom>
              <a:rect b="b" l="l" r="r" t="t"/>
              <a:pathLst>
                <a:path extrusionOk="0" h="228" w="227">
                  <a:moveTo>
                    <a:pt x="0" y="0"/>
                  </a:moveTo>
                  <a:lnTo>
                    <a:pt x="227" y="0"/>
                  </a:lnTo>
                  <a:lnTo>
                    <a:pt x="227" y="228"/>
                  </a:lnTo>
                  <a:lnTo>
                    <a:pt x="0" y="228"/>
                  </a:lnTo>
                  <a:lnTo>
                    <a:pt x="0" y="0"/>
                  </a:lnTo>
                  <a:close/>
                </a:path>
              </a:pathLst>
            </a:custGeom>
            <a:solidFill>
              <a:schemeClr val="accent2"/>
            </a:solidFill>
            <a:ln>
              <a:noFill/>
            </a:ln>
          </p:spPr>
          <p:txBody>
            <a:bodyPr anchorCtr="1" anchor="ctr" bIns="37075" lIns="90000" spcFirstLastPara="1" rIns="90000" wrap="square" tIns="370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07" name="Google Shape;507;p15"/>
            <p:cNvSpPr/>
            <p:nvPr/>
          </p:nvSpPr>
          <p:spPr>
            <a:xfrm>
              <a:off x="-749922"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08" name="Google Shape;508;p15"/>
            <p:cNvSpPr/>
            <p:nvPr/>
          </p:nvSpPr>
          <p:spPr>
            <a:xfrm>
              <a:off x="-398266"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09" name="Google Shape;509;p15"/>
            <p:cNvSpPr/>
            <p:nvPr/>
          </p:nvSpPr>
          <p:spPr>
            <a:xfrm>
              <a:off x="-46610"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10" name="Google Shape;510;p15"/>
            <p:cNvSpPr/>
            <p:nvPr/>
          </p:nvSpPr>
          <p:spPr>
            <a:xfrm>
              <a:off x="305046"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11" name="Google Shape;511;p15"/>
            <p:cNvSpPr/>
            <p:nvPr/>
          </p:nvSpPr>
          <p:spPr>
            <a:xfrm>
              <a:off x="-215912" y="31841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12" name="Google Shape;512;p15"/>
            <p:cNvSpPr/>
            <p:nvPr/>
          </p:nvSpPr>
          <p:spPr>
            <a:xfrm>
              <a:off x="-215912" y="32624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13" name="Google Shape;513;p15"/>
            <p:cNvSpPr/>
            <p:nvPr/>
          </p:nvSpPr>
          <p:spPr>
            <a:xfrm>
              <a:off x="-215912" y="33389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514" name="Google Shape;514;p15"/>
          <p:cNvGrpSpPr/>
          <p:nvPr/>
        </p:nvGrpSpPr>
        <p:grpSpPr>
          <a:xfrm flipH="1">
            <a:off x="-1081345" y="113250"/>
            <a:ext cx="1629907" cy="509054"/>
            <a:chOff x="5401930" y="789587"/>
            <a:chExt cx="1629907" cy="509054"/>
          </a:xfrm>
        </p:grpSpPr>
        <p:sp>
          <p:nvSpPr>
            <p:cNvPr id="515" name="Google Shape;515;p15"/>
            <p:cNvSpPr/>
            <p:nvPr/>
          </p:nvSpPr>
          <p:spPr>
            <a:xfrm>
              <a:off x="5401930" y="1244155"/>
              <a:ext cx="54486" cy="54486"/>
            </a:xfrm>
            <a:custGeom>
              <a:rect b="b" l="l" r="r" t="t"/>
              <a:pathLst>
                <a:path extrusionOk="0" h="35" w="35">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16" name="Google Shape;516;p15"/>
            <p:cNvSpPr/>
            <p:nvPr/>
          </p:nvSpPr>
          <p:spPr>
            <a:xfrm>
              <a:off x="5423724" y="789587"/>
              <a:ext cx="1608112" cy="470135"/>
            </a:xfrm>
            <a:custGeom>
              <a:rect b="b" l="l" r="r" t="t"/>
              <a:pathLst>
                <a:path extrusionOk="0" h="302" w="1033">
                  <a:moveTo>
                    <a:pt x="6" y="302"/>
                  </a:moveTo>
                  <a:lnTo>
                    <a:pt x="0" y="302"/>
                  </a:lnTo>
                  <a:lnTo>
                    <a:pt x="0" y="96"/>
                  </a:lnTo>
                  <a:cubicBezTo>
                    <a:pt x="0" y="43"/>
                    <a:pt x="43" y="0"/>
                    <a:pt x="95" y="0"/>
                  </a:cubicBezTo>
                  <a:lnTo>
                    <a:pt x="937" y="0"/>
                  </a:lnTo>
                  <a:cubicBezTo>
                    <a:pt x="990" y="0"/>
                    <a:pt x="1033" y="43"/>
                    <a:pt x="1033" y="96"/>
                  </a:cubicBezTo>
                  <a:lnTo>
                    <a:pt x="1033" y="129"/>
                  </a:lnTo>
                  <a:lnTo>
                    <a:pt x="1026" y="129"/>
                  </a:lnTo>
                  <a:lnTo>
                    <a:pt x="1026" y="96"/>
                  </a:lnTo>
                  <a:cubicBezTo>
                    <a:pt x="1026" y="47"/>
                    <a:pt x="986" y="7"/>
                    <a:pt x="937" y="7"/>
                  </a:cubicBezTo>
                  <a:lnTo>
                    <a:pt x="95" y="7"/>
                  </a:lnTo>
                  <a:cubicBezTo>
                    <a:pt x="46" y="7"/>
                    <a:pt x="6" y="47"/>
                    <a:pt x="6" y="96"/>
                  </a:cubicBezTo>
                  <a:lnTo>
                    <a:pt x="6" y="302"/>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517" name="Google Shape;517;p15"/>
          <p:cNvGrpSpPr/>
          <p:nvPr/>
        </p:nvGrpSpPr>
        <p:grpSpPr>
          <a:xfrm>
            <a:off x="7816037" y="4031738"/>
            <a:ext cx="1922275" cy="1637403"/>
            <a:chOff x="7816037" y="3726938"/>
            <a:chExt cx="1922275" cy="1637403"/>
          </a:xfrm>
        </p:grpSpPr>
        <p:grpSp>
          <p:nvGrpSpPr>
            <p:cNvPr id="518" name="Google Shape;518;p15"/>
            <p:cNvGrpSpPr/>
            <p:nvPr/>
          </p:nvGrpSpPr>
          <p:grpSpPr>
            <a:xfrm>
              <a:off x="8672408" y="4604012"/>
              <a:ext cx="521107" cy="335256"/>
              <a:chOff x="9601058" y="4286612"/>
              <a:chExt cx="521107" cy="335256"/>
            </a:xfrm>
          </p:grpSpPr>
          <p:sp>
            <p:nvSpPr>
              <p:cNvPr id="519" name="Google Shape;519;p15"/>
              <p:cNvSpPr/>
              <p:nvPr/>
            </p:nvSpPr>
            <p:spPr>
              <a:xfrm>
                <a:off x="9601058" y="4286612"/>
                <a:ext cx="61950" cy="67416"/>
              </a:xfrm>
              <a:custGeom>
                <a:rect b="b" l="l" r="r" t="t"/>
                <a:pathLst>
                  <a:path extrusionOk="0" h="37" w="34">
                    <a:moveTo>
                      <a:pt x="0" y="19"/>
                    </a:moveTo>
                    <a:cubicBezTo>
                      <a:pt x="0" y="9"/>
                      <a:pt x="7" y="0"/>
                      <a:pt x="17" y="0"/>
                    </a:cubicBezTo>
                    <a:cubicBezTo>
                      <a:pt x="26" y="0"/>
                      <a:pt x="34" y="9"/>
                      <a:pt x="34" y="19"/>
                    </a:cubicBezTo>
                    <a:cubicBezTo>
                      <a:pt x="34" y="29"/>
                      <a:pt x="26" y="37"/>
                      <a:pt x="17" y="37"/>
                    </a:cubicBezTo>
                    <a:cubicBezTo>
                      <a:pt x="7" y="37"/>
                      <a:pt x="0" y="29"/>
                      <a:pt x="0" y="19"/>
                    </a:cubicBez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20" name="Google Shape;520;p15"/>
              <p:cNvSpPr/>
              <p:nvPr/>
            </p:nvSpPr>
            <p:spPr>
              <a:xfrm>
                <a:off x="9632033" y="4313943"/>
                <a:ext cx="490132" cy="307926"/>
              </a:xfrm>
              <a:custGeom>
                <a:rect b="b" l="l" r="r" t="t"/>
                <a:pathLst>
                  <a:path extrusionOk="0" h="169" w="269">
                    <a:moveTo>
                      <a:pt x="0" y="0"/>
                    </a:moveTo>
                    <a:lnTo>
                      <a:pt x="58" y="0"/>
                    </a:lnTo>
                    <a:cubicBezTo>
                      <a:pt x="111" y="0"/>
                      <a:pt x="154" y="46"/>
                      <a:pt x="154" y="102"/>
                    </a:cubicBezTo>
                    <a:cubicBezTo>
                      <a:pt x="154" y="139"/>
                      <a:pt x="156" y="162"/>
                      <a:pt x="187" y="162"/>
                    </a:cubicBezTo>
                    <a:lnTo>
                      <a:pt x="269" y="162"/>
                    </a:lnTo>
                    <a:lnTo>
                      <a:pt x="269" y="169"/>
                    </a:lnTo>
                    <a:lnTo>
                      <a:pt x="187" y="169"/>
                    </a:lnTo>
                    <a:cubicBezTo>
                      <a:pt x="148" y="169"/>
                      <a:pt x="148" y="134"/>
                      <a:pt x="148" y="102"/>
                    </a:cubicBezTo>
                    <a:cubicBezTo>
                      <a:pt x="148" y="50"/>
                      <a:pt x="108" y="7"/>
                      <a:pt x="58" y="7"/>
                    </a:cubicBezTo>
                    <a:lnTo>
                      <a:pt x="0" y="7"/>
                    </a:lnTo>
                    <a:lnTo>
                      <a:pt x="0" y="0"/>
                    </a:lnTo>
                    <a:close/>
                  </a:path>
                </a:pathLst>
              </a:custGeom>
              <a:solidFill>
                <a:schemeClr val="lt2"/>
              </a:solidFill>
              <a:ln>
                <a:noFill/>
              </a:ln>
            </p:spPr>
            <p:txBody>
              <a:bodyPr anchorCtr="1" anchor="ctr" bIns="15825" lIns="90000" spcFirstLastPara="1" rIns="90000" wrap="square" tIns="158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521" name="Google Shape;521;p15"/>
            <p:cNvGrpSpPr/>
            <p:nvPr/>
          </p:nvGrpSpPr>
          <p:grpSpPr>
            <a:xfrm>
              <a:off x="8672411" y="3726938"/>
              <a:ext cx="1065901" cy="619495"/>
              <a:chOff x="-192639" y="64613"/>
              <a:chExt cx="1065901" cy="619495"/>
            </a:xfrm>
          </p:grpSpPr>
          <p:sp>
            <p:nvSpPr>
              <p:cNvPr id="522" name="Google Shape;522;p15"/>
              <p:cNvSpPr/>
              <p:nvPr/>
            </p:nvSpPr>
            <p:spPr>
              <a:xfrm>
                <a:off x="-192639" y="64613"/>
                <a:ext cx="1065901" cy="619495"/>
              </a:xfrm>
              <a:custGeom>
                <a:rect b="b" l="l" r="r" t="t"/>
                <a:pathLst>
                  <a:path extrusionOk="0" h="340" w="585">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3" name="Google Shape;523;p15"/>
              <p:cNvSpPr/>
              <p:nvPr/>
            </p:nvSpPr>
            <p:spPr>
              <a:xfrm>
                <a:off x="-188995" y="139317"/>
                <a:ext cx="1060435" cy="3644"/>
              </a:xfrm>
              <a:custGeom>
                <a:rect b="b" l="l" r="r" t="t"/>
                <a:pathLst>
                  <a:path extrusionOk="0" h="2" w="582">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4" name="Google Shape;524;p15"/>
              <p:cNvSpPr/>
              <p:nvPr/>
            </p:nvSpPr>
            <p:spPr>
              <a:xfrm>
                <a:off x="-99714" y="243174"/>
                <a:ext cx="327969" cy="327968"/>
              </a:xfrm>
              <a:custGeom>
                <a:rect b="b" l="l" r="r" t="t"/>
                <a:pathLst>
                  <a:path extrusionOk="0" h="180" w="180">
                    <a:moveTo>
                      <a:pt x="0" y="0"/>
                    </a:moveTo>
                    <a:lnTo>
                      <a:pt x="180" y="0"/>
                    </a:lnTo>
                    <a:lnTo>
                      <a:pt x="180" y="180"/>
                    </a:lnTo>
                    <a:lnTo>
                      <a:pt x="0" y="180"/>
                    </a:lnTo>
                    <a:lnTo>
                      <a:pt x="0" y="0"/>
                    </a:lnTo>
                    <a:close/>
                  </a:path>
                </a:pathLst>
              </a:custGeom>
              <a:solidFill>
                <a:schemeClr val="accent2"/>
              </a:solidFill>
              <a:ln>
                <a:noFill/>
              </a:ln>
            </p:spPr>
            <p:txBody>
              <a:bodyPr anchorCtr="1" anchor="ctr" bIns="19800" lIns="90000" spcFirstLastPara="1" rIns="90000" wrap="square" tIns="19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5" name="Google Shape;525;p15"/>
              <p:cNvSpPr/>
              <p:nvPr/>
            </p:nvSpPr>
            <p:spPr>
              <a:xfrm>
                <a:off x="319358" y="294191"/>
                <a:ext cx="475556" cy="5466"/>
              </a:xfrm>
              <a:custGeom>
                <a:rect b="b" l="l" r="r" t="t"/>
                <a:pathLst>
                  <a:path extrusionOk="0" h="3" w="261">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6" name="Google Shape;526;p15"/>
              <p:cNvSpPr/>
              <p:nvPr/>
            </p:nvSpPr>
            <p:spPr>
              <a:xfrm>
                <a:off x="319358" y="368895"/>
                <a:ext cx="484666" cy="3644"/>
              </a:xfrm>
              <a:custGeom>
                <a:rect b="b" l="l" r="r" t="t"/>
                <a:pathLst>
                  <a:path extrusionOk="0" h="2" w="266">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7" name="Google Shape;527;p15"/>
              <p:cNvSpPr/>
              <p:nvPr/>
            </p:nvSpPr>
            <p:spPr>
              <a:xfrm>
                <a:off x="319358" y="441777"/>
                <a:ext cx="484666" cy="3644"/>
              </a:xfrm>
              <a:custGeom>
                <a:rect b="b" l="l" r="r" t="t"/>
                <a:pathLst>
                  <a:path extrusionOk="0" h="2" w="266">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8" name="Google Shape;528;p15"/>
              <p:cNvSpPr/>
              <p:nvPr/>
            </p:nvSpPr>
            <p:spPr>
              <a:xfrm>
                <a:off x="319358" y="514659"/>
                <a:ext cx="484666" cy="3644"/>
              </a:xfrm>
              <a:custGeom>
                <a:rect b="b" l="l" r="r" t="t"/>
                <a:pathLst>
                  <a:path extrusionOk="0" h="2" w="266">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529" name="Google Shape;529;p15"/>
            <p:cNvSpPr/>
            <p:nvPr/>
          </p:nvSpPr>
          <p:spPr>
            <a:xfrm>
              <a:off x="7816037" y="4557175"/>
              <a:ext cx="807169" cy="807166"/>
            </a:xfrm>
            <a:custGeom>
              <a:rect b="b" l="l" r="r" t="t"/>
              <a:pathLst>
                <a:path extrusionOk="0" h="443" w="443">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530" name="Google Shape;530;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531" name="Shape 531"/>
        <p:cNvGrpSpPr/>
        <p:nvPr/>
      </p:nvGrpSpPr>
      <p:grpSpPr>
        <a:xfrm>
          <a:off x="0" y="0"/>
          <a:ext cx="0" cy="0"/>
          <a:chOff x="0" y="0"/>
          <a:chExt cx="0" cy="0"/>
        </a:xfrm>
      </p:grpSpPr>
      <p:sp>
        <p:nvSpPr>
          <p:cNvPr id="532" name="Google Shape;532;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33" name="Google Shape;533;p16"/>
          <p:cNvSpPr txBox="1"/>
          <p:nvPr>
            <p:ph idx="1" type="subTitle"/>
          </p:nvPr>
        </p:nvSpPr>
        <p:spPr>
          <a:xfrm>
            <a:off x="713225" y="3113225"/>
            <a:ext cx="2453400" cy="141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34" name="Google Shape;534;p16"/>
          <p:cNvSpPr txBox="1"/>
          <p:nvPr>
            <p:ph idx="2" type="subTitle"/>
          </p:nvPr>
        </p:nvSpPr>
        <p:spPr>
          <a:xfrm>
            <a:off x="3345334" y="3113225"/>
            <a:ext cx="2453400" cy="141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35" name="Google Shape;535;p16"/>
          <p:cNvSpPr txBox="1"/>
          <p:nvPr>
            <p:ph idx="3" type="subTitle"/>
          </p:nvPr>
        </p:nvSpPr>
        <p:spPr>
          <a:xfrm>
            <a:off x="5977452" y="3113225"/>
            <a:ext cx="2453400" cy="141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36" name="Google Shape;536;p16"/>
          <p:cNvSpPr txBox="1"/>
          <p:nvPr>
            <p:ph idx="4" type="subTitle"/>
          </p:nvPr>
        </p:nvSpPr>
        <p:spPr>
          <a:xfrm>
            <a:off x="713225" y="2694750"/>
            <a:ext cx="2453400" cy="477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None/>
              <a:defRPr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537" name="Google Shape;537;p16"/>
          <p:cNvSpPr txBox="1"/>
          <p:nvPr>
            <p:ph idx="5" type="subTitle"/>
          </p:nvPr>
        </p:nvSpPr>
        <p:spPr>
          <a:xfrm>
            <a:off x="3345339" y="2694750"/>
            <a:ext cx="2453400" cy="477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None/>
              <a:defRPr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538" name="Google Shape;538;p16"/>
          <p:cNvSpPr txBox="1"/>
          <p:nvPr>
            <p:ph idx="6" type="subTitle"/>
          </p:nvPr>
        </p:nvSpPr>
        <p:spPr>
          <a:xfrm>
            <a:off x="5977452" y="2694750"/>
            <a:ext cx="2453400" cy="477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None/>
              <a:defRPr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grpSp>
        <p:nvGrpSpPr>
          <p:cNvPr id="539" name="Google Shape;539;p16"/>
          <p:cNvGrpSpPr/>
          <p:nvPr/>
        </p:nvGrpSpPr>
        <p:grpSpPr>
          <a:xfrm>
            <a:off x="8672408" y="4756412"/>
            <a:ext cx="521107" cy="335256"/>
            <a:chOff x="9601058" y="4286612"/>
            <a:chExt cx="521107" cy="335256"/>
          </a:xfrm>
        </p:grpSpPr>
        <p:sp>
          <p:nvSpPr>
            <p:cNvPr id="540" name="Google Shape;540;p16"/>
            <p:cNvSpPr/>
            <p:nvPr/>
          </p:nvSpPr>
          <p:spPr>
            <a:xfrm>
              <a:off x="9601058" y="4286612"/>
              <a:ext cx="61950" cy="67416"/>
            </a:xfrm>
            <a:custGeom>
              <a:rect b="b" l="l" r="r" t="t"/>
              <a:pathLst>
                <a:path extrusionOk="0" h="37" w="34">
                  <a:moveTo>
                    <a:pt x="0" y="19"/>
                  </a:moveTo>
                  <a:cubicBezTo>
                    <a:pt x="0" y="9"/>
                    <a:pt x="7" y="0"/>
                    <a:pt x="17" y="0"/>
                  </a:cubicBezTo>
                  <a:cubicBezTo>
                    <a:pt x="26" y="0"/>
                    <a:pt x="34" y="9"/>
                    <a:pt x="34" y="19"/>
                  </a:cubicBezTo>
                  <a:cubicBezTo>
                    <a:pt x="34" y="29"/>
                    <a:pt x="26" y="37"/>
                    <a:pt x="17" y="37"/>
                  </a:cubicBezTo>
                  <a:cubicBezTo>
                    <a:pt x="7" y="37"/>
                    <a:pt x="0" y="29"/>
                    <a:pt x="0" y="19"/>
                  </a:cubicBez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41" name="Google Shape;541;p16"/>
            <p:cNvSpPr/>
            <p:nvPr/>
          </p:nvSpPr>
          <p:spPr>
            <a:xfrm>
              <a:off x="9632033" y="4313943"/>
              <a:ext cx="490132" cy="307926"/>
            </a:xfrm>
            <a:custGeom>
              <a:rect b="b" l="l" r="r" t="t"/>
              <a:pathLst>
                <a:path extrusionOk="0" h="169" w="269">
                  <a:moveTo>
                    <a:pt x="0" y="0"/>
                  </a:moveTo>
                  <a:lnTo>
                    <a:pt x="58" y="0"/>
                  </a:lnTo>
                  <a:cubicBezTo>
                    <a:pt x="111" y="0"/>
                    <a:pt x="154" y="46"/>
                    <a:pt x="154" y="102"/>
                  </a:cubicBezTo>
                  <a:cubicBezTo>
                    <a:pt x="154" y="139"/>
                    <a:pt x="156" y="162"/>
                    <a:pt x="187" y="162"/>
                  </a:cubicBezTo>
                  <a:lnTo>
                    <a:pt x="269" y="162"/>
                  </a:lnTo>
                  <a:lnTo>
                    <a:pt x="269" y="169"/>
                  </a:lnTo>
                  <a:lnTo>
                    <a:pt x="187" y="169"/>
                  </a:lnTo>
                  <a:cubicBezTo>
                    <a:pt x="148" y="169"/>
                    <a:pt x="148" y="134"/>
                    <a:pt x="148" y="102"/>
                  </a:cubicBezTo>
                  <a:cubicBezTo>
                    <a:pt x="148" y="50"/>
                    <a:pt x="108" y="7"/>
                    <a:pt x="58" y="7"/>
                  </a:cubicBezTo>
                  <a:lnTo>
                    <a:pt x="0" y="7"/>
                  </a:lnTo>
                  <a:lnTo>
                    <a:pt x="0" y="0"/>
                  </a:lnTo>
                  <a:close/>
                </a:path>
              </a:pathLst>
            </a:custGeom>
            <a:solidFill>
              <a:schemeClr val="lt2"/>
            </a:solidFill>
            <a:ln>
              <a:noFill/>
            </a:ln>
          </p:spPr>
          <p:txBody>
            <a:bodyPr anchorCtr="1" anchor="ctr" bIns="15825" lIns="90000" spcFirstLastPara="1" rIns="90000" wrap="square" tIns="158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542" name="Google Shape;542;p16"/>
          <p:cNvGrpSpPr/>
          <p:nvPr/>
        </p:nvGrpSpPr>
        <p:grpSpPr>
          <a:xfrm>
            <a:off x="-1105181" y="273787"/>
            <a:ext cx="10843493" cy="4225046"/>
            <a:chOff x="-1105181" y="273787"/>
            <a:chExt cx="10843493" cy="4225046"/>
          </a:xfrm>
        </p:grpSpPr>
        <p:grpSp>
          <p:nvGrpSpPr>
            <p:cNvPr id="543" name="Google Shape;543;p16"/>
            <p:cNvGrpSpPr/>
            <p:nvPr/>
          </p:nvGrpSpPr>
          <p:grpSpPr>
            <a:xfrm>
              <a:off x="-1105181" y="1488834"/>
              <a:ext cx="1754642" cy="717886"/>
              <a:chOff x="-1340531" y="3895472"/>
              <a:chExt cx="1754642" cy="717886"/>
            </a:xfrm>
          </p:grpSpPr>
          <p:sp>
            <p:nvSpPr>
              <p:cNvPr id="544" name="Google Shape;544;p16"/>
              <p:cNvSpPr/>
              <p:nvPr/>
            </p:nvSpPr>
            <p:spPr>
              <a:xfrm>
                <a:off x="-1340525" y="3895472"/>
                <a:ext cx="1754637" cy="717886"/>
              </a:xfrm>
              <a:custGeom>
                <a:rect b="b" l="l" r="r" t="t"/>
                <a:pathLst>
                  <a:path extrusionOk="0" h="394" w="963">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45" name="Google Shape;545;p16"/>
              <p:cNvSpPr/>
              <p:nvPr/>
            </p:nvSpPr>
            <p:spPr>
              <a:xfrm>
                <a:off x="-1340531" y="3989303"/>
                <a:ext cx="1749170" cy="5466"/>
              </a:xfrm>
              <a:custGeom>
                <a:rect b="b" l="l" r="r" t="t"/>
                <a:pathLst>
                  <a:path extrusionOk="0" h="3" w="96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46" name="Google Shape;546;p16"/>
              <p:cNvSpPr/>
              <p:nvPr/>
            </p:nvSpPr>
            <p:spPr>
              <a:xfrm>
                <a:off x="-1291336" y="3936463"/>
                <a:ext cx="23687" cy="25509"/>
              </a:xfrm>
              <a:custGeom>
                <a:rect b="b" l="l" r="r" t="t"/>
                <a:pathLst>
                  <a:path extrusionOk="0" h="14" w="13">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47" name="Google Shape;547;p16"/>
              <p:cNvSpPr/>
              <p:nvPr/>
            </p:nvSpPr>
            <p:spPr>
              <a:xfrm>
                <a:off x="-1249428" y="3936463"/>
                <a:ext cx="25509" cy="25509"/>
              </a:xfrm>
              <a:custGeom>
                <a:rect b="b" l="l" r="r" t="t"/>
                <a:pathLst>
                  <a:path extrusionOk="0" h="14" w="14">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48" name="Google Shape;548;p16"/>
              <p:cNvSpPr/>
              <p:nvPr/>
            </p:nvSpPr>
            <p:spPr>
              <a:xfrm>
                <a:off x="-1205699" y="3936463"/>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49" name="Google Shape;549;p16"/>
              <p:cNvSpPr/>
              <p:nvPr/>
            </p:nvSpPr>
            <p:spPr>
              <a:xfrm>
                <a:off x="-1224695" y="4075986"/>
                <a:ext cx="422716" cy="422714"/>
              </a:xfrm>
              <a:custGeom>
                <a:rect b="b" l="l" r="r" t="t"/>
                <a:pathLst>
                  <a:path extrusionOk="0" h="232" w="232">
                    <a:moveTo>
                      <a:pt x="0" y="0"/>
                    </a:moveTo>
                    <a:lnTo>
                      <a:pt x="232" y="0"/>
                    </a:lnTo>
                    <a:lnTo>
                      <a:pt x="232" y="232"/>
                    </a:lnTo>
                    <a:lnTo>
                      <a:pt x="0" y="232"/>
                    </a:lnTo>
                    <a:lnTo>
                      <a:pt x="0" y="0"/>
                    </a:lnTo>
                    <a:close/>
                  </a:path>
                </a:pathLst>
              </a:custGeom>
              <a:solidFill>
                <a:schemeClr val="accent2"/>
              </a:solidFill>
              <a:ln>
                <a:noFill/>
              </a:ln>
            </p:spPr>
            <p:txBody>
              <a:bodyPr anchorCtr="1" anchor="ctr" bIns="38500" lIns="90000" spcFirstLastPara="1" rIns="90000" wrap="square" tIns="385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50" name="Google Shape;550;p16"/>
              <p:cNvSpPr/>
              <p:nvPr/>
            </p:nvSpPr>
            <p:spPr>
              <a:xfrm>
                <a:off x="-681493" y="4344218"/>
                <a:ext cx="972976" cy="5466"/>
              </a:xfrm>
              <a:custGeom>
                <a:rect b="b" l="l" r="r" t="t"/>
                <a:pathLst>
                  <a:path extrusionOk="0" h="3" w="534">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51" name="Google Shape;551;p16"/>
              <p:cNvSpPr/>
              <p:nvPr/>
            </p:nvSpPr>
            <p:spPr>
              <a:xfrm>
                <a:off x="-681493" y="4429855"/>
                <a:ext cx="972976" cy="5466"/>
              </a:xfrm>
              <a:custGeom>
                <a:rect b="b" l="l" r="r" t="t"/>
                <a:pathLst>
                  <a:path extrusionOk="0" h="3" w="534">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52" name="Google Shape;552;p16"/>
              <p:cNvSpPr/>
              <p:nvPr/>
            </p:nvSpPr>
            <p:spPr>
              <a:xfrm>
                <a:off x="-335303" y="4517313"/>
                <a:ext cx="626786" cy="3644"/>
              </a:xfrm>
              <a:custGeom>
                <a:rect b="b" l="l" r="r" t="t"/>
                <a:pathLst>
                  <a:path extrusionOk="0" h="2" w="344">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53" name="Google Shape;553;p16"/>
              <p:cNvSpPr/>
              <p:nvPr/>
            </p:nvSpPr>
            <p:spPr>
              <a:xfrm>
                <a:off x="-428227" y="41172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54" name="Google Shape;554;p16"/>
              <p:cNvSpPr/>
              <p:nvPr/>
            </p:nvSpPr>
            <p:spPr>
              <a:xfrm>
                <a:off x="-428227" y="41955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55" name="Google Shape;555;p16"/>
              <p:cNvSpPr/>
              <p:nvPr/>
            </p:nvSpPr>
            <p:spPr>
              <a:xfrm>
                <a:off x="-133055" y="42720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556" name="Google Shape;556;p16"/>
            <p:cNvGrpSpPr/>
            <p:nvPr/>
          </p:nvGrpSpPr>
          <p:grpSpPr>
            <a:xfrm>
              <a:off x="-645612" y="273787"/>
              <a:ext cx="1550567" cy="1051320"/>
              <a:chOff x="-872012" y="2723887"/>
              <a:chExt cx="1550567" cy="1051320"/>
            </a:xfrm>
          </p:grpSpPr>
          <p:sp>
            <p:nvSpPr>
              <p:cNvPr id="557" name="Google Shape;557;p16"/>
              <p:cNvSpPr/>
              <p:nvPr/>
            </p:nvSpPr>
            <p:spPr>
              <a:xfrm>
                <a:off x="-872012" y="2723887"/>
                <a:ext cx="1550567" cy="1051320"/>
              </a:xfrm>
              <a:custGeom>
                <a:rect b="b" l="l" r="r" t="t"/>
                <a:pathLst>
                  <a:path extrusionOk="0" h="577" w="851">
                    <a:moveTo>
                      <a:pt x="850" y="576"/>
                    </a:moveTo>
                    <a:cubicBezTo>
                      <a:pt x="850" y="576"/>
                      <a:pt x="850" y="572"/>
                      <a:pt x="850" y="565"/>
                    </a:cubicBezTo>
                    <a:cubicBezTo>
                      <a:pt x="850" y="558"/>
                      <a:pt x="850" y="548"/>
                      <a:pt x="850" y="535"/>
                    </a:cubicBezTo>
                    <a:cubicBezTo>
                      <a:pt x="850" y="508"/>
                      <a:pt x="850" y="469"/>
                      <a:pt x="850" y="420"/>
                    </a:cubicBezTo>
                    <a:cubicBezTo>
                      <a:pt x="849" y="320"/>
                      <a:pt x="849" y="177"/>
                      <a:pt x="849" y="2"/>
                    </a:cubicBezTo>
                    <a:lnTo>
                      <a:pt x="850" y="3"/>
                    </a:lnTo>
                    <a:cubicBezTo>
                      <a:pt x="616" y="3"/>
                      <a:pt x="321" y="3"/>
                      <a:pt x="1" y="3"/>
                    </a:cubicBezTo>
                    <a:lnTo>
                      <a:pt x="1" y="3"/>
                    </a:lnTo>
                    <a:lnTo>
                      <a:pt x="3" y="2"/>
                    </a:lnTo>
                    <a:cubicBezTo>
                      <a:pt x="3" y="206"/>
                      <a:pt x="3" y="401"/>
                      <a:pt x="3" y="576"/>
                    </a:cubicBezTo>
                    <a:lnTo>
                      <a:pt x="1" y="574"/>
                    </a:lnTo>
                    <a:cubicBezTo>
                      <a:pt x="251" y="574"/>
                      <a:pt x="463" y="575"/>
                      <a:pt x="613" y="575"/>
                    </a:cubicBezTo>
                    <a:cubicBezTo>
                      <a:pt x="688" y="575"/>
                      <a:pt x="747" y="575"/>
                      <a:pt x="788" y="575"/>
                    </a:cubicBezTo>
                    <a:cubicBezTo>
                      <a:pt x="808" y="575"/>
                      <a:pt x="823" y="575"/>
                      <a:pt x="834" y="576"/>
                    </a:cubicBezTo>
                    <a:cubicBezTo>
                      <a:pt x="839" y="576"/>
                      <a:pt x="843" y="576"/>
                      <a:pt x="846" y="576"/>
                    </a:cubicBezTo>
                    <a:cubicBezTo>
                      <a:pt x="849" y="576"/>
                      <a:pt x="850" y="576"/>
                      <a:pt x="850" y="576"/>
                    </a:cubicBezTo>
                    <a:cubicBezTo>
                      <a:pt x="850" y="576"/>
                      <a:pt x="849" y="576"/>
                      <a:pt x="846" y="576"/>
                    </a:cubicBezTo>
                    <a:cubicBezTo>
                      <a:pt x="844" y="576"/>
                      <a:pt x="840" y="576"/>
                      <a:pt x="834" y="576"/>
                    </a:cubicBezTo>
                    <a:cubicBezTo>
                      <a:pt x="824" y="576"/>
                      <a:pt x="808" y="576"/>
                      <a:pt x="788" y="576"/>
                    </a:cubicBezTo>
                    <a:cubicBezTo>
                      <a:pt x="748" y="576"/>
                      <a:pt x="689" y="576"/>
                      <a:pt x="614" y="576"/>
                    </a:cubicBezTo>
                    <a:cubicBezTo>
                      <a:pt x="464" y="577"/>
                      <a:pt x="251" y="577"/>
                      <a:pt x="1" y="577"/>
                    </a:cubicBezTo>
                    <a:lnTo>
                      <a:pt x="0" y="577"/>
                    </a:lnTo>
                    <a:lnTo>
                      <a:pt x="0" y="576"/>
                    </a:lnTo>
                    <a:cubicBezTo>
                      <a:pt x="0" y="401"/>
                      <a:pt x="0" y="206"/>
                      <a:pt x="0" y="2"/>
                    </a:cubicBezTo>
                    <a:lnTo>
                      <a:pt x="0" y="0"/>
                    </a:lnTo>
                    <a:lnTo>
                      <a:pt x="1" y="0"/>
                    </a:lnTo>
                    <a:cubicBezTo>
                      <a:pt x="321" y="0"/>
                      <a:pt x="616" y="1"/>
                      <a:pt x="850" y="1"/>
                    </a:cubicBezTo>
                    <a:lnTo>
                      <a:pt x="851" y="1"/>
                    </a:lnTo>
                    <a:lnTo>
                      <a:pt x="851" y="2"/>
                    </a:lnTo>
                    <a:cubicBezTo>
                      <a:pt x="851" y="177"/>
                      <a:pt x="851" y="320"/>
                      <a:pt x="851" y="420"/>
                    </a:cubicBezTo>
                    <a:cubicBezTo>
                      <a:pt x="851" y="470"/>
                      <a:pt x="851" y="509"/>
                      <a:pt x="850" y="535"/>
                    </a:cubicBezTo>
                    <a:cubicBezTo>
                      <a:pt x="850" y="549"/>
                      <a:pt x="850" y="559"/>
                      <a:pt x="850" y="565"/>
                    </a:cubicBezTo>
                    <a:cubicBezTo>
                      <a:pt x="850" y="572"/>
                      <a:pt x="850" y="576"/>
                      <a:pt x="850" y="576"/>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58" name="Google Shape;558;p16"/>
              <p:cNvSpPr/>
              <p:nvPr/>
            </p:nvSpPr>
            <p:spPr>
              <a:xfrm>
                <a:off x="-870190" y="2818634"/>
                <a:ext cx="1545101" cy="5466"/>
              </a:xfrm>
              <a:custGeom>
                <a:rect b="b" l="l" r="r" t="t"/>
                <a:pathLst>
                  <a:path extrusionOk="0" h="3" w="848">
                    <a:moveTo>
                      <a:pt x="0" y="1"/>
                    </a:moveTo>
                    <a:cubicBezTo>
                      <a:pt x="0" y="0"/>
                      <a:pt x="190" y="0"/>
                      <a:pt x="424" y="0"/>
                    </a:cubicBezTo>
                    <a:cubicBezTo>
                      <a:pt x="658" y="0"/>
                      <a:pt x="848" y="0"/>
                      <a:pt x="848" y="1"/>
                    </a:cubicBezTo>
                    <a:cubicBezTo>
                      <a:pt x="848" y="2"/>
                      <a:pt x="658" y="3"/>
                      <a:pt x="424" y="3"/>
                    </a:cubicBezTo>
                    <a:cubicBezTo>
                      <a:pt x="189" y="3"/>
                      <a:pt x="0" y="2"/>
                      <a:pt x="0"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59" name="Google Shape;559;p16"/>
              <p:cNvSpPr/>
              <p:nvPr/>
            </p:nvSpPr>
            <p:spPr>
              <a:xfrm>
                <a:off x="-833749" y="2760328"/>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60" name="Google Shape;560;p16"/>
              <p:cNvSpPr/>
              <p:nvPr/>
            </p:nvSpPr>
            <p:spPr>
              <a:xfrm>
                <a:off x="-791842" y="2760328"/>
                <a:ext cx="25509" cy="25509"/>
              </a:xfrm>
              <a:custGeom>
                <a:rect b="b" l="l" r="r" t="t"/>
                <a:pathLst>
                  <a:path extrusionOk="0" h="14" w="14">
                    <a:moveTo>
                      <a:pt x="14" y="7"/>
                    </a:moveTo>
                    <a:cubicBezTo>
                      <a:pt x="14" y="8"/>
                      <a:pt x="14" y="10"/>
                      <a:pt x="13" y="11"/>
                    </a:cubicBezTo>
                    <a:cubicBezTo>
                      <a:pt x="12" y="12"/>
                      <a:pt x="12" y="12"/>
                      <a:pt x="11"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1" y="1"/>
                    </a:cubicBezTo>
                    <a:cubicBezTo>
                      <a:pt x="13" y="1"/>
                      <a:pt x="12"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61" name="Google Shape;561;p16"/>
              <p:cNvSpPr/>
              <p:nvPr/>
            </p:nvSpPr>
            <p:spPr>
              <a:xfrm>
                <a:off x="-749935" y="2760328"/>
                <a:ext cx="25509" cy="25509"/>
              </a:xfrm>
              <a:custGeom>
                <a:rect b="b" l="l" r="r" t="t"/>
                <a:pathLst>
                  <a:path extrusionOk="0" h="14" w="14">
                    <a:moveTo>
                      <a:pt x="14" y="7"/>
                    </a:moveTo>
                    <a:cubicBezTo>
                      <a:pt x="14" y="8"/>
                      <a:pt x="14" y="10"/>
                      <a:pt x="13" y="11"/>
                    </a:cubicBezTo>
                    <a:cubicBezTo>
                      <a:pt x="12" y="12"/>
                      <a:pt x="11" y="12"/>
                      <a:pt x="10"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0" y="1"/>
                    </a:cubicBezTo>
                    <a:cubicBezTo>
                      <a:pt x="11" y="1"/>
                      <a:pt x="12"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62" name="Google Shape;562;p16"/>
              <p:cNvSpPr/>
              <p:nvPr/>
            </p:nvSpPr>
            <p:spPr>
              <a:xfrm>
                <a:off x="-737180" y="2929779"/>
                <a:ext cx="413606" cy="415426"/>
              </a:xfrm>
              <a:custGeom>
                <a:rect b="b" l="l" r="r" t="t"/>
                <a:pathLst>
                  <a:path extrusionOk="0" h="228" w="227">
                    <a:moveTo>
                      <a:pt x="0" y="0"/>
                    </a:moveTo>
                    <a:lnTo>
                      <a:pt x="227" y="0"/>
                    </a:lnTo>
                    <a:lnTo>
                      <a:pt x="227" y="228"/>
                    </a:lnTo>
                    <a:lnTo>
                      <a:pt x="0" y="228"/>
                    </a:lnTo>
                    <a:lnTo>
                      <a:pt x="0" y="0"/>
                    </a:lnTo>
                    <a:close/>
                  </a:path>
                </a:pathLst>
              </a:custGeom>
              <a:solidFill>
                <a:schemeClr val="accent2"/>
              </a:solidFill>
              <a:ln>
                <a:noFill/>
              </a:ln>
            </p:spPr>
            <p:txBody>
              <a:bodyPr anchorCtr="1" anchor="ctr" bIns="37075" lIns="90000" spcFirstLastPara="1" rIns="90000" wrap="square" tIns="370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63" name="Google Shape;563;p16"/>
              <p:cNvSpPr/>
              <p:nvPr/>
            </p:nvSpPr>
            <p:spPr>
              <a:xfrm>
                <a:off x="-749922"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64" name="Google Shape;564;p16"/>
              <p:cNvSpPr/>
              <p:nvPr/>
            </p:nvSpPr>
            <p:spPr>
              <a:xfrm>
                <a:off x="-398266"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65" name="Google Shape;565;p16"/>
              <p:cNvSpPr/>
              <p:nvPr/>
            </p:nvSpPr>
            <p:spPr>
              <a:xfrm>
                <a:off x="-46610"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66" name="Google Shape;566;p16"/>
              <p:cNvSpPr/>
              <p:nvPr/>
            </p:nvSpPr>
            <p:spPr>
              <a:xfrm>
                <a:off x="305046"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67" name="Google Shape;567;p16"/>
              <p:cNvSpPr/>
              <p:nvPr/>
            </p:nvSpPr>
            <p:spPr>
              <a:xfrm>
                <a:off x="-215912" y="31841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68" name="Google Shape;568;p16"/>
              <p:cNvSpPr/>
              <p:nvPr/>
            </p:nvSpPr>
            <p:spPr>
              <a:xfrm>
                <a:off x="-215912" y="32624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69" name="Google Shape;569;p16"/>
              <p:cNvSpPr/>
              <p:nvPr/>
            </p:nvSpPr>
            <p:spPr>
              <a:xfrm>
                <a:off x="-215912" y="33389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570" name="Google Shape;570;p16"/>
            <p:cNvGrpSpPr/>
            <p:nvPr/>
          </p:nvGrpSpPr>
          <p:grpSpPr>
            <a:xfrm>
              <a:off x="8672411" y="3879338"/>
              <a:ext cx="1065901" cy="619495"/>
              <a:chOff x="-192639" y="64613"/>
              <a:chExt cx="1065901" cy="619495"/>
            </a:xfrm>
          </p:grpSpPr>
          <p:sp>
            <p:nvSpPr>
              <p:cNvPr id="571" name="Google Shape;571;p16"/>
              <p:cNvSpPr/>
              <p:nvPr/>
            </p:nvSpPr>
            <p:spPr>
              <a:xfrm>
                <a:off x="-192639" y="64613"/>
                <a:ext cx="1065901" cy="619495"/>
              </a:xfrm>
              <a:custGeom>
                <a:rect b="b" l="l" r="r" t="t"/>
                <a:pathLst>
                  <a:path extrusionOk="0" h="340" w="585">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2" name="Google Shape;572;p16"/>
              <p:cNvSpPr/>
              <p:nvPr/>
            </p:nvSpPr>
            <p:spPr>
              <a:xfrm>
                <a:off x="-188995" y="139317"/>
                <a:ext cx="1060435" cy="3644"/>
              </a:xfrm>
              <a:custGeom>
                <a:rect b="b" l="l" r="r" t="t"/>
                <a:pathLst>
                  <a:path extrusionOk="0" h="2" w="582">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3" name="Google Shape;573;p16"/>
              <p:cNvSpPr/>
              <p:nvPr/>
            </p:nvSpPr>
            <p:spPr>
              <a:xfrm>
                <a:off x="-99714" y="243174"/>
                <a:ext cx="327969" cy="327968"/>
              </a:xfrm>
              <a:custGeom>
                <a:rect b="b" l="l" r="r" t="t"/>
                <a:pathLst>
                  <a:path extrusionOk="0" h="180" w="180">
                    <a:moveTo>
                      <a:pt x="0" y="0"/>
                    </a:moveTo>
                    <a:lnTo>
                      <a:pt x="180" y="0"/>
                    </a:lnTo>
                    <a:lnTo>
                      <a:pt x="180" y="180"/>
                    </a:lnTo>
                    <a:lnTo>
                      <a:pt x="0" y="180"/>
                    </a:lnTo>
                    <a:lnTo>
                      <a:pt x="0" y="0"/>
                    </a:lnTo>
                    <a:close/>
                  </a:path>
                </a:pathLst>
              </a:custGeom>
              <a:solidFill>
                <a:schemeClr val="accent2"/>
              </a:solidFill>
              <a:ln>
                <a:noFill/>
              </a:ln>
            </p:spPr>
            <p:txBody>
              <a:bodyPr anchorCtr="1" anchor="ctr" bIns="19800" lIns="90000" spcFirstLastPara="1" rIns="90000" wrap="square" tIns="19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4" name="Google Shape;574;p16"/>
              <p:cNvSpPr/>
              <p:nvPr/>
            </p:nvSpPr>
            <p:spPr>
              <a:xfrm>
                <a:off x="319358" y="294191"/>
                <a:ext cx="475556" cy="5466"/>
              </a:xfrm>
              <a:custGeom>
                <a:rect b="b" l="l" r="r" t="t"/>
                <a:pathLst>
                  <a:path extrusionOk="0" h="3" w="261">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5" name="Google Shape;575;p16"/>
              <p:cNvSpPr/>
              <p:nvPr/>
            </p:nvSpPr>
            <p:spPr>
              <a:xfrm>
                <a:off x="319358" y="368895"/>
                <a:ext cx="484666" cy="3644"/>
              </a:xfrm>
              <a:custGeom>
                <a:rect b="b" l="l" r="r" t="t"/>
                <a:pathLst>
                  <a:path extrusionOk="0" h="2" w="266">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6" name="Google Shape;576;p16"/>
              <p:cNvSpPr/>
              <p:nvPr/>
            </p:nvSpPr>
            <p:spPr>
              <a:xfrm>
                <a:off x="319358" y="441777"/>
                <a:ext cx="484666" cy="3644"/>
              </a:xfrm>
              <a:custGeom>
                <a:rect b="b" l="l" r="r" t="t"/>
                <a:pathLst>
                  <a:path extrusionOk="0" h="2" w="266">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7" name="Google Shape;577;p16"/>
              <p:cNvSpPr/>
              <p:nvPr/>
            </p:nvSpPr>
            <p:spPr>
              <a:xfrm>
                <a:off x="319358" y="514659"/>
                <a:ext cx="484666" cy="3644"/>
              </a:xfrm>
              <a:custGeom>
                <a:rect b="b" l="l" r="r" t="t"/>
                <a:pathLst>
                  <a:path extrusionOk="0" h="2" w="266">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578" name="Google Shape;578;p16"/>
          <p:cNvGrpSpPr/>
          <p:nvPr/>
        </p:nvGrpSpPr>
        <p:grpSpPr>
          <a:xfrm>
            <a:off x="-190973" y="-451649"/>
            <a:ext cx="9632271" cy="5968389"/>
            <a:chOff x="-190973" y="-451649"/>
            <a:chExt cx="9632271" cy="5968389"/>
          </a:xfrm>
        </p:grpSpPr>
        <p:grpSp>
          <p:nvGrpSpPr>
            <p:cNvPr id="579" name="Google Shape;579;p16"/>
            <p:cNvGrpSpPr/>
            <p:nvPr/>
          </p:nvGrpSpPr>
          <p:grpSpPr>
            <a:xfrm>
              <a:off x="-190973" y="2491125"/>
              <a:ext cx="453184" cy="454844"/>
              <a:chOff x="1031102" y="400625"/>
              <a:chExt cx="453184" cy="454844"/>
            </a:xfrm>
          </p:grpSpPr>
          <p:sp>
            <p:nvSpPr>
              <p:cNvPr id="580" name="Google Shape;580;p16"/>
              <p:cNvSpPr/>
              <p:nvPr/>
            </p:nvSpPr>
            <p:spPr>
              <a:xfrm>
                <a:off x="1172203" y="546706"/>
                <a:ext cx="164341" cy="166002"/>
              </a:xfrm>
              <a:custGeom>
                <a:rect b="b" l="l" r="r" t="t"/>
                <a:pathLst>
                  <a:path extrusionOk="0" h="100" w="99">
                    <a:moveTo>
                      <a:pt x="69" y="95"/>
                    </a:moveTo>
                    <a:cubicBezTo>
                      <a:pt x="69" y="95"/>
                      <a:pt x="68" y="95"/>
                      <a:pt x="67" y="96"/>
                    </a:cubicBezTo>
                    <a:cubicBezTo>
                      <a:pt x="65" y="97"/>
                      <a:pt x="62" y="98"/>
                      <a:pt x="58" y="99"/>
                    </a:cubicBezTo>
                    <a:cubicBezTo>
                      <a:pt x="51" y="101"/>
                      <a:pt x="38" y="101"/>
                      <a:pt x="26" y="94"/>
                    </a:cubicBezTo>
                    <a:cubicBezTo>
                      <a:pt x="13" y="88"/>
                      <a:pt x="1" y="73"/>
                      <a:pt x="0" y="54"/>
                    </a:cubicBezTo>
                    <a:cubicBezTo>
                      <a:pt x="-1" y="45"/>
                      <a:pt x="1" y="35"/>
                      <a:pt x="6" y="26"/>
                    </a:cubicBezTo>
                    <a:cubicBezTo>
                      <a:pt x="11" y="17"/>
                      <a:pt x="19" y="9"/>
                      <a:pt x="29" y="5"/>
                    </a:cubicBezTo>
                    <a:cubicBezTo>
                      <a:pt x="39" y="0"/>
                      <a:pt x="51" y="-1"/>
                      <a:pt x="61" y="1"/>
                    </a:cubicBezTo>
                    <a:cubicBezTo>
                      <a:pt x="71" y="4"/>
                      <a:pt x="79" y="9"/>
                      <a:pt x="86" y="16"/>
                    </a:cubicBezTo>
                    <a:cubicBezTo>
                      <a:pt x="99" y="30"/>
                      <a:pt x="102" y="49"/>
                      <a:pt x="98" y="62"/>
                    </a:cubicBezTo>
                    <a:cubicBezTo>
                      <a:pt x="95" y="76"/>
                      <a:pt x="86" y="85"/>
                      <a:pt x="80" y="89"/>
                    </a:cubicBezTo>
                    <a:cubicBezTo>
                      <a:pt x="77" y="92"/>
                      <a:pt x="74" y="93"/>
                      <a:pt x="72" y="94"/>
                    </a:cubicBezTo>
                    <a:cubicBezTo>
                      <a:pt x="70" y="95"/>
                      <a:pt x="69" y="95"/>
                      <a:pt x="69" y="95"/>
                    </a:cubicBezTo>
                    <a:cubicBezTo>
                      <a:pt x="69" y="94"/>
                      <a:pt x="73" y="93"/>
                      <a:pt x="79" y="88"/>
                    </a:cubicBezTo>
                    <a:cubicBezTo>
                      <a:pt x="85" y="83"/>
                      <a:pt x="92" y="75"/>
                      <a:pt x="95" y="61"/>
                    </a:cubicBezTo>
                    <a:cubicBezTo>
                      <a:pt x="99" y="49"/>
                      <a:pt x="96" y="31"/>
                      <a:pt x="83" y="18"/>
                    </a:cubicBezTo>
                    <a:cubicBezTo>
                      <a:pt x="77" y="12"/>
                      <a:pt x="69" y="7"/>
                      <a:pt x="60" y="5"/>
                    </a:cubicBezTo>
                    <a:cubicBezTo>
                      <a:pt x="51" y="3"/>
                      <a:pt x="40" y="4"/>
                      <a:pt x="31" y="8"/>
                    </a:cubicBezTo>
                    <a:cubicBezTo>
                      <a:pt x="22" y="12"/>
                      <a:pt x="14" y="19"/>
                      <a:pt x="10" y="28"/>
                    </a:cubicBezTo>
                    <a:cubicBezTo>
                      <a:pt x="5" y="36"/>
                      <a:pt x="3" y="45"/>
                      <a:pt x="3" y="54"/>
                    </a:cubicBezTo>
                    <a:cubicBezTo>
                      <a:pt x="5" y="71"/>
                      <a:pt x="16" y="85"/>
                      <a:pt x="27" y="92"/>
                    </a:cubicBezTo>
                    <a:cubicBezTo>
                      <a:pt x="39" y="98"/>
                      <a:pt x="51" y="99"/>
                      <a:pt x="58" y="97"/>
                    </a:cubicBezTo>
                    <a:cubicBezTo>
                      <a:pt x="65" y="96"/>
                      <a:pt x="69" y="94"/>
                      <a:pt x="69" y="95"/>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81" name="Google Shape;581;p16"/>
              <p:cNvSpPr/>
              <p:nvPr/>
            </p:nvSpPr>
            <p:spPr>
              <a:xfrm>
                <a:off x="1032762" y="403945"/>
                <a:ext cx="448204" cy="448204"/>
              </a:xfrm>
              <a:custGeom>
                <a:rect b="b" l="l" r="r" t="t"/>
                <a:pathLst>
                  <a:path extrusionOk="0" h="270" w="270">
                    <a:moveTo>
                      <a:pt x="153" y="245"/>
                    </a:moveTo>
                    <a:cubicBezTo>
                      <a:pt x="153" y="245"/>
                      <a:pt x="153" y="246"/>
                      <a:pt x="154" y="247"/>
                    </a:cubicBezTo>
                    <a:cubicBezTo>
                      <a:pt x="155" y="248"/>
                      <a:pt x="156" y="249"/>
                      <a:pt x="157" y="251"/>
                    </a:cubicBezTo>
                    <a:cubicBezTo>
                      <a:pt x="160" y="254"/>
                      <a:pt x="164" y="260"/>
                      <a:pt x="170" y="267"/>
                    </a:cubicBezTo>
                    <a:lnTo>
                      <a:pt x="169" y="267"/>
                    </a:lnTo>
                    <a:cubicBezTo>
                      <a:pt x="180" y="262"/>
                      <a:pt x="193" y="256"/>
                      <a:pt x="210" y="248"/>
                    </a:cubicBezTo>
                    <a:lnTo>
                      <a:pt x="210" y="249"/>
                    </a:lnTo>
                    <a:cubicBezTo>
                      <a:pt x="208" y="241"/>
                      <a:pt x="206" y="232"/>
                      <a:pt x="204" y="222"/>
                    </a:cubicBezTo>
                    <a:lnTo>
                      <a:pt x="204" y="222"/>
                    </a:lnTo>
                    <a:lnTo>
                      <a:pt x="205" y="221"/>
                    </a:lnTo>
                    <a:cubicBezTo>
                      <a:pt x="212" y="215"/>
                      <a:pt x="218" y="208"/>
                      <a:pt x="224" y="200"/>
                    </a:cubicBezTo>
                    <a:lnTo>
                      <a:pt x="225" y="199"/>
                    </a:lnTo>
                    <a:lnTo>
                      <a:pt x="226" y="200"/>
                    </a:lnTo>
                    <a:cubicBezTo>
                      <a:pt x="234" y="201"/>
                      <a:pt x="243" y="202"/>
                      <a:pt x="253" y="203"/>
                    </a:cubicBezTo>
                    <a:lnTo>
                      <a:pt x="251" y="204"/>
                    </a:lnTo>
                    <a:cubicBezTo>
                      <a:pt x="256" y="191"/>
                      <a:pt x="261" y="177"/>
                      <a:pt x="267" y="162"/>
                    </a:cubicBezTo>
                    <a:lnTo>
                      <a:pt x="268" y="164"/>
                    </a:lnTo>
                    <a:cubicBezTo>
                      <a:pt x="261" y="159"/>
                      <a:pt x="253" y="154"/>
                      <a:pt x="245" y="149"/>
                    </a:cubicBezTo>
                    <a:lnTo>
                      <a:pt x="244" y="148"/>
                    </a:lnTo>
                    <a:lnTo>
                      <a:pt x="244" y="147"/>
                    </a:lnTo>
                    <a:cubicBezTo>
                      <a:pt x="245" y="138"/>
                      <a:pt x="245" y="128"/>
                      <a:pt x="244" y="118"/>
                    </a:cubicBezTo>
                    <a:lnTo>
                      <a:pt x="243" y="117"/>
                    </a:lnTo>
                    <a:lnTo>
                      <a:pt x="244" y="117"/>
                    </a:lnTo>
                    <a:cubicBezTo>
                      <a:pt x="251" y="112"/>
                      <a:pt x="258" y="106"/>
                      <a:pt x="266" y="100"/>
                    </a:cubicBezTo>
                    <a:lnTo>
                      <a:pt x="265" y="103"/>
                    </a:lnTo>
                    <a:cubicBezTo>
                      <a:pt x="260" y="90"/>
                      <a:pt x="253" y="76"/>
                      <a:pt x="247" y="61"/>
                    </a:cubicBezTo>
                    <a:lnTo>
                      <a:pt x="249" y="62"/>
                    </a:lnTo>
                    <a:cubicBezTo>
                      <a:pt x="241" y="64"/>
                      <a:pt x="232" y="66"/>
                      <a:pt x="222" y="68"/>
                    </a:cubicBezTo>
                    <a:lnTo>
                      <a:pt x="221" y="68"/>
                    </a:lnTo>
                    <a:lnTo>
                      <a:pt x="221" y="67"/>
                    </a:lnTo>
                    <a:cubicBezTo>
                      <a:pt x="215" y="60"/>
                      <a:pt x="208" y="53"/>
                      <a:pt x="200" y="47"/>
                    </a:cubicBezTo>
                    <a:lnTo>
                      <a:pt x="199" y="46"/>
                    </a:lnTo>
                    <a:lnTo>
                      <a:pt x="199" y="45"/>
                    </a:lnTo>
                    <a:cubicBezTo>
                      <a:pt x="200" y="37"/>
                      <a:pt x="201" y="28"/>
                      <a:pt x="203" y="18"/>
                    </a:cubicBezTo>
                    <a:lnTo>
                      <a:pt x="204" y="20"/>
                    </a:lnTo>
                    <a:cubicBezTo>
                      <a:pt x="191" y="15"/>
                      <a:pt x="176" y="10"/>
                      <a:pt x="162" y="4"/>
                    </a:cubicBezTo>
                    <a:lnTo>
                      <a:pt x="164" y="4"/>
                    </a:lnTo>
                    <a:cubicBezTo>
                      <a:pt x="160" y="11"/>
                      <a:pt x="154" y="18"/>
                      <a:pt x="149" y="26"/>
                    </a:cubicBezTo>
                    <a:lnTo>
                      <a:pt x="148" y="27"/>
                    </a:lnTo>
                    <a:lnTo>
                      <a:pt x="147" y="27"/>
                    </a:lnTo>
                    <a:cubicBezTo>
                      <a:pt x="138" y="26"/>
                      <a:pt x="128" y="26"/>
                      <a:pt x="118" y="28"/>
                    </a:cubicBezTo>
                    <a:lnTo>
                      <a:pt x="118" y="28"/>
                    </a:lnTo>
                    <a:cubicBezTo>
                      <a:pt x="118" y="27"/>
                      <a:pt x="120" y="28"/>
                      <a:pt x="117" y="27"/>
                    </a:cubicBezTo>
                    <a:lnTo>
                      <a:pt x="117" y="27"/>
                    </a:lnTo>
                    <a:lnTo>
                      <a:pt x="117" y="27"/>
                    </a:lnTo>
                    <a:lnTo>
                      <a:pt x="116" y="27"/>
                    </a:lnTo>
                    <a:lnTo>
                      <a:pt x="116" y="26"/>
                    </a:lnTo>
                    <a:lnTo>
                      <a:pt x="116" y="26"/>
                    </a:lnTo>
                    <a:lnTo>
                      <a:pt x="115" y="24"/>
                    </a:lnTo>
                    <a:lnTo>
                      <a:pt x="112" y="21"/>
                    </a:lnTo>
                    <a:lnTo>
                      <a:pt x="108" y="16"/>
                    </a:lnTo>
                    <a:cubicBezTo>
                      <a:pt x="106" y="12"/>
                      <a:pt x="103" y="9"/>
                      <a:pt x="100" y="5"/>
                    </a:cubicBezTo>
                    <a:lnTo>
                      <a:pt x="103" y="6"/>
                    </a:lnTo>
                    <a:cubicBezTo>
                      <a:pt x="89" y="12"/>
                      <a:pt x="75" y="18"/>
                      <a:pt x="61" y="24"/>
                    </a:cubicBezTo>
                    <a:lnTo>
                      <a:pt x="63" y="22"/>
                    </a:lnTo>
                    <a:cubicBezTo>
                      <a:pt x="64" y="31"/>
                      <a:pt x="66" y="40"/>
                      <a:pt x="68" y="49"/>
                    </a:cubicBezTo>
                    <a:lnTo>
                      <a:pt x="68" y="50"/>
                    </a:lnTo>
                    <a:lnTo>
                      <a:pt x="67" y="50"/>
                    </a:lnTo>
                    <a:cubicBezTo>
                      <a:pt x="60" y="57"/>
                      <a:pt x="53" y="64"/>
                      <a:pt x="47" y="71"/>
                    </a:cubicBezTo>
                    <a:lnTo>
                      <a:pt x="47" y="72"/>
                    </a:lnTo>
                    <a:lnTo>
                      <a:pt x="45" y="72"/>
                    </a:lnTo>
                    <a:cubicBezTo>
                      <a:pt x="36" y="71"/>
                      <a:pt x="27" y="69"/>
                      <a:pt x="18" y="68"/>
                    </a:cubicBezTo>
                    <a:lnTo>
                      <a:pt x="21" y="67"/>
                    </a:lnTo>
                    <a:cubicBezTo>
                      <a:pt x="15" y="81"/>
                      <a:pt x="10" y="95"/>
                      <a:pt x="4" y="109"/>
                    </a:cubicBezTo>
                    <a:lnTo>
                      <a:pt x="4" y="107"/>
                    </a:lnTo>
                    <a:cubicBezTo>
                      <a:pt x="11" y="112"/>
                      <a:pt x="19" y="117"/>
                      <a:pt x="26" y="122"/>
                    </a:cubicBezTo>
                    <a:lnTo>
                      <a:pt x="27" y="123"/>
                    </a:lnTo>
                    <a:lnTo>
                      <a:pt x="27" y="124"/>
                    </a:lnTo>
                    <a:cubicBezTo>
                      <a:pt x="26" y="134"/>
                      <a:pt x="26" y="143"/>
                      <a:pt x="28" y="153"/>
                    </a:cubicBezTo>
                    <a:lnTo>
                      <a:pt x="28" y="154"/>
                    </a:lnTo>
                    <a:lnTo>
                      <a:pt x="27" y="154"/>
                    </a:lnTo>
                    <a:cubicBezTo>
                      <a:pt x="19" y="160"/>
                      <a:pt x="12" y="165"/>
                      <a:pt x="5" y="171"/>
                    </a:cubicBezTo>
                    <a:lnTo>
                      <a:pt x="6" y="169"/>
                    </a:lnTo>
                    <a:cubicBezTo>
                      <a:pt x="12" y="183"/>
                      <a:pt x="18" y="197"/>
                      <a:pt x="24" y="210"/>
                    </a:cubicBezTo>
                    <a:lnTo>
                      <a:pt x="22" y="209"/>
                    </a:lnTo>
                    <a:cubicBezTo>
                      <a:pt x="31" y="207"/>
                      <a:pt x="40" y="205"/>
                      <a:pt x="49" y="204"/>
                    </a:cubicBezTo>
                    <a:lnTo>
                      <a:pt x="50" y="204"/>
                    </a:lnTo>
                    <a:lnTo>
                      <a:pt x="50" y="204"/>
                    </a:lnTo>
                    <a:cubicBezTo>
                      <a:pt x="57" y="212"/>
                      <a:pt x="64" y="219"/>
                      <a:pt x="71" y="224"/>
                    </a:cubicBezTo>
                    <a:lnTo>
                      <a:pt x="72" y="225"/>
                    </a:lnTo>
                    <a:lnTo>
                      <a:pt x="72" y="226"/>
                    </a:lnTo>
                    <a:cubicBezTo>
                      <a:pt x="70" y="235"/>
                      <a:pt x="69" y="244"/>
                      <a:pt x="68" y="252"/>
                    </a:cubicBezTo>
                    <a:lnTo>
                      <a:pt x="67" y="251"/>
                    </a:lnTo>
                    <a:cubicBezTo>
                      <a:pt x="83" y="258"/>
                      <a:pt x="97" y="263"/>
                      <a:pt x="109" y="268"/>
                    </a:cubicBezTo>
                    <a:lnTo>
                      <a:pt x="108" y="268"/>
                    </a:lnTo>
                    <a:cubicBezTo>
                      <a:pt x="114" y="259"/>
                      <a:pt x="119" y="252"/>
                      <a:pt x="123" y="246"/>
                    </a:cubicBezTo>
                    <a:lnTo>
                      <a:pt x="123" y="245"/>
                    </a:lnTo>
                    <a:lnTo>
                      <a:pt x="124" y="245"/>
                    </a:lnTo>
                    <a:cubicBezTo>
                      <a:pt x="134" y="246"/>
                      <a:pt x="141" y="246"/>
                      <a:pt x="146" y="246"/>
                    </a:cubicBezTo>
                    <a:cubicBezTo>
                      <a:pt x="148" y="246"/>
                      <a:pt x="150" y="245"/>
                      <a:pt x="151" y="245"/>
                    </a:cubicBezTo>
                    <a:cubicBezTo>
                      <a:pt x="153" y="245"/>
                      <a:pt x="153" y="245"/>
                      <a:pt x="153" y="245"/>
                    </a:cubicBezTo>
                    <a:cubicBezTo>
                      <a:pt x="153" y="245"/>
                      <a:pt x="152" y="245"/>
                      <a:pt x="151" y="246"/>
                    </a:cubicBezTo>
                    <a:cubicBezTo>
                      <a:pt x="150" y="246"/>
                      <a:pt x="148" y="246"/>
                      <a:pt x="146" y="246"/>
                    </a:cubicBezTo>
                    <a:cubicBezTo>
                      <a:pt x="141" y="247"/>
                      <a:pt x="134" y="247"/>
                      <a:pt x="124" y="246"/>
                    </a:cubicBezTo>
                    <a:lnTo>
                      <a:pt x="124" y="246"/>
                    </a:lnTo>
                    <a:cubicBezTo>
                      <a:pt x="120" y="252"/>
                      <a:pt x="115" y="260"/>
                      <a:pt x="109" y="269"/>
                    </a:cubicBezTo>
                    <a:lnTo>
                      <a:pt x="109" y="270"/>
                    </a:lnTo>
                    <a:lnTo>
                      <a:pt x="108" y="269"/>
                    </a:lnTo>
                    <a:cubicBezTo>
                      <a:pt x="96" y="265"/>
                      <a:pt x="82" y="260"/>
                      <a:pt x="66" y="253"/>
                    </a:cubicBezTo>
                    <a:lnTo>
                      <a:pt x="65" y="253"/>
                    </a:lnTo>
                    <a:lnTo>
                      <a:pt x="65" y="252"/>
                    </a:lnTo>
                    <a:cubicBezTo>
                      <a:pt x="66" y="244"/>
                      <a:pt x="68" y="235"/>
                      <a:pt x="69" y="225"/>
                    </a:cubicBezTo>
                    <a:lnTo>
                      <a:pt x="70" y="226"/>
                    </a:lnTo>
                    <a:cubicBezTo>
                      <a:pt x="62" y="221"/>
                      <a:pt x="55" y="214"/>
                      <a:pt x="48" y="206"/>
                    </a:cubicBezTo>
                    <a:lnTo>
                      <a:pt x="49" y="206"/>
                    </a:lnTo>
                    <a:cubicBezTo>
                      <a:pt x="41" y="208"/>
                      <a:pt x="32" y="210"/>
                      <a:pt x="23" y="212"/>
                    </a:cubicBezTo>
                    <a:lnTo>
                      <a:pt x="21" y="212"/>
                    </a:lnTo>
                    <a:lnTo>
                      <a:pt x="21" y="211"/>
                    </a:lnTo>
                    <a:cubicBezTo>
                      <a:pt x="15" y="198"/>
                      <a:pt x="9" y="184"/>
                      <a:pt x="3" y="170"/>
                    </a:cubicBezTo>
                    <a:lnTo>
                      <a:pt x="2" y="169"/>
                    </a:lnTo>
                    <a:lnTo>
                      <a:pt x="3" y="168"/>
                    </a:lnTo>
                    <a:cubicBezTo>
                      <a:pt x="10" y="162"/>
                      <a:pt x="17" y="157"/>
                      <a:pt x="25" y="151"/>
                    </a:cubicBezTo>
                    <a:lnTo>
                      <a:pt x="24" y="153"/>
                    </a:lnTo>
                    <a:cubicBezTo>
                      <a:pt x="23" y="143"/>
                      <a:pt x="22" y="133"/>
                      <a:pt x="23" y="123"/>
                    </a:cubicBezTo>
                    <a:lnTo>
                      <a:pt x="24" y="125"/>
                    </a:lnTo>
                    <a:cubicBezTo>
                      <a:pt x="17" y="120"/>
                      <a:pt x="9" y="115"/>
                      <a:pt x="2" y="110"/>
                    </a:cubicBezTo>
                    <a:lnTo>
                      <a:pt x="0" y="109"/>
                    </a:lnTo>
                    <a:lnTo>
                      <a:pt x="1" y="108"/>
                    </a:lnTo>
                    <a:cubicBezTo>
                      <a:pt x="6" y="94"/>
                      <a:pt x="12" y="80"/>
                      <a:pt x="17" y="65"/>
                    </a:cubicBezTo>
                    <a:lnTo>
                      <a:pt x="18" y="64"/>
                    </a:lnTo>
                    <a:lnTo>
                      <a:pt x="19" y="64"/>
                    </a:lnTo>
                    <a:cubicBezTo>
                      <a:pt x="28" y="66"/>
                      <a:pt x="37" y="67"/>
                      <a:pt x="46" y="68"/>
                    </a:cubicBezTo>
                    <a:lnTo>
                      <a:pt x="44" y="69"/>
                    </a:lnTo>
                    <a:cubicBezTo>
                      <a:pt x="50" y="61"/>
                      <a:pt x="57" y="54"/>
                      <a:pt x="65" y="47"/>
                    </a:cubicBezTo>
                    <a:lnTo>
                      <a:pt x="64" y="49"/>
                    </a:lnTo>
                    <a:cubicBezTo>
                      <a:pt x="62" y="40"/>
                      <a:pt x="61" y="31"/>
                      <a:pt x="59" y="22"/>
                    </a:cubicBezTo>
                    <a:lnTo>
                      <a:pt x="58" y="21"/>
                    </a:lnTo>
                    <a:lnTo>
                      <a:pt x="60" y="20"/>
                    </a:lnTo>
                    <a:cubicBezTo>
                      <a:pt x="73" y="14"/>
                      <a:pt x="87" y="8"/>
                      <a:pt x="101" y="2"/>
                    </a:cubicBezTo>
                    <a:lnTo>
                      <a:pt x="103" y="1"/>
                    </a:lnTo>
                    <a:lnTo>
                      <a:pt x="103" y="3"/>
                    </a:lnTo>
                    <a:cubicBezTo>
                      <a:pt x="106" y="6"/>
                      <a:pt x="109" y="10"/>
                      <a:pt x="112" y="13"/>
                    </a:cubicBezTo>
                    <a:lnTo>
                      <a:pt x="116" y="19"/>
                    </a:lnTo>
                    <a:lnTo>
                      <a:pt x="118" y="22"/>
                    </a:lnTo>
                    <a:lnTo>
                      <a:pt x="119" y="23"/>
                    </a:lnTo>
                    <a:lnTo>
                      <a:pt x="119" y="24"/>
                    </a:lnTo>
                    <a:lnTo>
                      <a:pt x="120" y="24"/>
                    </a:lnTo>
                    <a:lnTo>
                      <a:pt x="120" y="24"/>
                    </a:lnTo>
                    <a:lnTo>
                      <a:pt x="120" y="24"/>
                    </a:lnTo>
                    <a:lnTo>
                      <a:pt x="120" y="24"/>
                    </a:lnTo>
                    <a:lnTo>
                      <a:pt x="120" y="24"/>
                    </a:lnTo>
                    <a:cubicBezTo>
                      <a:pt x="116" y="23"/>
                      <a:pt x="119" y="24"/>
                      <a:pt x="118" y="24"/>
                    </a:cubicBezTo>
                    <a:lnTo>
                      <a:pt x="118" y="24"/>
                    </a:lnTo>
                    <a:cubicBezTo>
                      <a:pt x="128" y="22"/>
                      <a:pt x="138" y="22"/>
                      <a:pt x="148" y="23"/>
                    </a:cubicBezTo>
                    <a:lnTo>
                      <a:pt x="146" y="24"/>
                    </a:lnTo>
                    <a:cubicBezTo>
                      <a:pt x="151" y="16"/>
                      <a:pt x="156" y="8"/>
                      <a:pt x="161" y="1"/>
                    </a:cubicBezTo>
                    <a:lnTo>
                      <a:pt x="162" y="0"/>
                    </a:lnTo>
                    <a:lnTo>
                      <a:pt x="163" y="0"/>
                    </a:lnTo>
                    <a:cubicBezTo>
                      <a:pt x="178" y="6"/>
                      <a:pt x="192" y="11"/>
                      <a:pt x="205" y="17"/>
                    </a:cubicBezTo>
                    <a:lnTo>
                      <a:pt x="207" y="17"/>
                    </a:lnTo>
                    <a:lnTo>
                      <a:pt x="207" y="19"/>
                    </a:lnTo>
                    <a:cubicBezTo>
                      <a:pt x="205" y="28"/>
                      <a:pt x="204" y="37"/>
                      <a:pt x="203" y="46"/>
                    </a:cubicBezTo>
                    <a:lnTo>
                      <a:pt x="202" y="44"/>
                    </a:lnTo>
                    <a:cubicBezTo>
                      <a:pt x="210" y="50"/>
                      <a:pt x="218" y="57"/>
                      <a:pt x="224" y="64"/>
                    </a:cubicBezTo>
                    <a:lnTo>
                      <a:pt x="222" y="64"/>
                    </a:lnTo>
                    <a:cubicBezTo>
                      <a:pt x="231" y="62"/>
                      <a:pt x="240" y="60"/>
                      <a:pt x="248" y="59"/>
                    </a:cubicBezTo>
                    <a:lnTo>
                      <a:pt x="250" y="58"/>
                    </a:lnTo>
                    <a:lnTo>
                      <a:pt x="251" y="60"/>
                    </a:lnTo>
                    <a:cubicBezTo>
                      <a:pt x="257" y="74"/>
                      <a:pt x="263" y="88"/>
                      <a:pt x="269" y="101"/>
                    </a:cubicBezTo>
                    <a:lnTo>
                      <a:pt x="269" y="102"/>
                    </a:lnTo>
                    <a:lnTo>
                      <a:pt x="268" y="103"/>
                    </a:lnTo>
                    <a:cubicBezTo>
                      <a:pt x="261" y="109"/>
                      <a:pt x="253" y="114"/>
                      <a:pt x="246" y="119"/>
                    </a:cubicBezTo>
                    <a:lnTo>
                      <a:pt x="247" y="118"/>
                    </a:lnTo>
                    <a:cubicBezTo>
                      <a:pt x="249" y="128"/>
                      <a:pt x="249" y="138"/>
                      <a:pt x="248" y="148"/>
                    </a:cubicBezTo>
                    <a:lnTo>
                      <a:pt x="247" y="146"/>
                    </a:lnTo>
                    <a:cubicBezTo>
                      <a:pt x="255" y="151"/>
                      <a:pt x="262" y="157"/>
                      <a:pt x="269" y="161"/>
                    </a:cubicBezTo>
                    <a:lnTo>
                      <a:pt x="270" y="162"/>
                    </a:lnTo>
                    <a:lnTo>
                      <a:pt x="270" y="163"/>
                    </a:lnTo>
                    <a:cubicBezTo>
                      <a:pt x="264" y="178"/>
                      <a:pt x="259" y="192"/>
                      <a:pt x="254" y="205"/>
                    </a:cubicBezTo>
                    <a:lnTo>
                      <a:pt x="253" y="206"/>
                    </a:lnTo>
                    <a:lnTo>
                      <a:pt x="252" y="206"/>
                    </a:lnTo>
                    <a:cubicBezTo>
                      <a:pt x="243" y="205"/>
                      <a:pt x="234" y="203"/>
                      <a:pt x="225" y="202"/>
                    </a:cubicBezTo>
                    <a:lnTo>
                      <a:pt x="226" y="201"/>
                    </a:lnTo>
                    <a:cubicBezTo>
                      <a:pt x="220" y="210"/>
                      <a:pt x="213" y="217"/>
                      <a:pt x="206" y="223"/>
                    </a:cubicBezTo>
                    <a:lnTo>
                      <a:pt x="206" y="222"/>
                    </a:lnTo>
                    <a:cubicBezTo>
                      <a:pt x="208" y="231"/>
                      <a:pt x="210" y="240"/>
                      <a:pt x="211" y="248"/>
                    </a:cubicBezTo>
                    <a:lnTo>
                      <a:pt x="212" y="249"/>
                    </a:lnTo>
                    <a:lnTo>
                      <a:pt x="211" y="250"/>
                    </a:lnTo>
                    <a:cubicBezTo>
                      <a:pt x="194" y="257"/>
                      <a:pt x="180" y="263"/>
                      <a:pt x="169" y="267"/>
                    </a:cubicBezTo>
                    <a:lnTo>
                      <a:pt x="169" y="268"/>
                    </a:lnTo>
                    <a:lnTo>
                      <a:pt x="169" y="267"/>
                    </a:lnTo>
                    <a:cubicBezTo>
                      <a:pt x="164" y="260"/>
                      <a:pt x="160" y="255"/>
                      <a:pt x="157" y="251"/>
                    </a:cubicBezTo>
                    <a:cubicBezTo>
                      <a:pt x="156" y="249"/>
                      <a:pt x="155" y="248"/>
                      <a:pt x="154" y="247"/>
                    </a:cubicBezTo>
                    <a:cubicBezTo>
                      <a:pt x="153" y="246"/>
                      <a:pt x="153" y="245"/>
                      <a:pt x="153" y="245"/>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82" name="Google Shape;582;p16"/>
              <p:cNvSpPr/>
              <p:nvPr/>
            </p:nvSpPr>
            <p:spPr>
              <a:xfrm>
                <a:off x="1170543" y="545046"/>
                <a:ext cx="169322" cy="167662"/>
              </a:xfrm>
              <a:custGeom>
                <a:rect b="b" l="l" r="r" t="t"/>
                <a:pathLst>
                  <a:path extrusionOk="0" h="101" w="102">
                    <a:moveTo>
                      <a:pt x="70" y="96"/>
                    </a:moveTo>
                    <a:lnTo>
                      <a:pt x="69" y="96"/>
                    </a:lnTo>
                    <a:cubicBezTo>
                      <a:pt x="68" y="97"/>
                      <a:pt x="67" y="97"/>
                      <a:pt x="65" y="98"/>
                    </a:cubicBezTo>
                    <a:cubicBezTo>
                      <a:pt x="61" y="99"/>
                      <a:pt x="55" y="100"/>
                      <a:pt x="47" y="100"/>
                    </a:cubicBezTo>
                    <a:cubicBezTo>
                      <a:pt x="40" y="99"/>
                      <a:pt x="30" y="97"/>
                      <a:pt x="22" y="90"/>
                    </a:cubicBezTo>
                    <a:cubicBezTo>
                      <a:pt x="13" y="84"/>
                      <a:pt x="5" y="73"/>
                      <a:pt x="3" y="59"/>
                    </a:cubicBezTo>
                    <a:cubicBezTo>
                      <a:pt x="0" y="46"/>
                      <a:pt x="4" y="29"/>
                      <a:pt x="16" y="18"/>
                    </a:cubicBezTo>
                    <a:cubicBezTo>
                      <a:pt x="27" y="6"/>
                      <a:pt x="46" y="-1"/>
                      <a:pt x="64" y="5"/>
                    </a:cubicBezTo>
                    <a:cubicBezTo>
                      <a:pt x="73" y="7"/>
                      <a:pt x="81" y="12"/>
                      <a:pt x="88" y="20"/>
                    </a:cubicBezTo>
                    <a:cubicBezTo>
                      <a:pt x="94" y="27"/>
                      <a:pt x="98" y="36"/>
                      <a:pt x="99" y="46"/>
                    </a:cubicBezTo>
                    <a:cubicBezTo>
                      <a:pt x="101" y="56"/>
                      <a:pt x="99" y="67"/>
                      <a:pt x="94" y="76"/>
                    </a:cubicBezTo>
                    <a:cubicBezTo>
                      <a:pt x="91" y="81"/>
                      <a:pt x="88" y="85"/>
                      <a:pt x="84" y="88"/>
                    </a:cubicBezTo>
                    <a:cubicBezTo>
                      <a:pt x="82" y="90"/>
                      <a:pt x="80" y="92"/>
                      <a:pt x="78" y="93"/>
                    </a:cubicBezTo>
                    <a:cubicBezTo>
                      <a:pt x="77" y="94"/>
                      <a:pt x="76" y="95"/>
                      <a:pt x="74" y="96"/>
                    </a:cubicBezTo>
                    <a:lnTo>
                      <a:pt x="73" y="96"/>
                    </a:lnTo>
                    <a:lnTo>
                      <a:pt x="72" y="97"/>
                    </a:lnTo>
                    <a:lnTo>
                      <a:pt x="72" y="97"/>
                    </a:lnTo>
                    <a:lnTo>
                      <a:pt x="72" y="97"/>
                    </a:lnTo>
                    <a:lnTo>
                      <a:pt x="72" y="97"/>
                    </a:lnTo>
                    <a:cubicBezTo>
                      <a:pt x="71" y="97"/>
                      <a:pt x="73" y="96"/>
                      <a:pt x="72" y="95"/>
                    </a:cubicBezTo>
                    <a:lnTo>
                      <a:pt x="70" y="94"/>
                    </a:lnTo>
                    <a:cubicBezTo>
                      <a:pt x="71" y="93"/>
                      <a:pt x="74" y="92"/>
                      <a:pt x="75" y="91"/>
                    </a:cubicBezTo>
                    <a:cubicBezTo>
                      <a:pt x="93" y="81"/>
                      <a:pt x="101" y="59"/>
                      <a:pt x="97" y="41"/>
                    </a:cubicBezTo>
                    <a:cubicBezTo>
                      <a:pt x="93" y="22"/>
                      <a:pt x="77" y="8"/>
                      <a:pt x="60" y="5"/>
                    </a:cubicBezTo>
                    <a:cubicBezTo>
                      <a:pt x="42" y="1"/>
                      <a:pt x="25" y="8"/>
                      <a:pt x="15" y="20"/>
                    </a:cubicBezTo>
                    <a:cubicBezTo>
                      <a:pt x="4" y="31"/>
                      <a:pt x="1" y="47"/>
                      <a:pt x="3" y="60"/>
                    </a:cubicBezTo>
                    <a:cubicBezTo>
                      <a:pt x="6" y="73"/>
                      <a:pt x="13" y="84"/>
                      <a:pt x="22" y="90"/>
                    </a:cubicBezTo>
                    <a:cubicBezTo>
                      <a:pt x="30" y="97"/>
                      <a:pt x="40" y="99"/>
                      <a:pt x="47" y="100"/>
                    </a:cubicBezTo>
                    <a:cubicBezTo>
                      <a:pt x="55" y="100"/>
                      <a:pt x="61" y="99"/>
                      <a:pt x="65" y="98"/>
                    </a:cubicBezTo>
                    <a:cubicBezTo>
                      <a:pt x="68" y="97"/>
                      <a:pt x="70" y="96"/>
                      <a:pt x="70" y="96"/>
                    </a:cubicBezTo>
                    <a:cubicBezTo>
                      <a:pt x="70" y="96"/>
                      <a:pt x="69" y="97"/>
                      <a:pt x="65" y="99"/>
                    </a:cubicBezTo>
                    <a:cubicBezTo>
                      <a:pt x="61" y="100"/>
                      <a:pt x="55" y="102"/>
                      <a:pt x="47" y="101"/>
                    </a:cubicBezTo>
                    <a:cubicBezTo>
                      <a:pt x="39" y="101"/>
                      <a:pt x="30" y="99"/>
                      <a:pt x="21" y="92"/>
                    </a:cubicBezTo>
                    <a:cubicBezTo>
                      <a:pt x="11" y="86"/>
                      <a:pt x="3" y="75"/>
                      <a:pt x="1" y="61"/>
                    </a:cubicBezTo>
                    <a:cubicBezTo>
                      <a:pt x="-2" y="47"/>
                      <a:pt x="1" y="30"/>
                      <a:pt x="12" y="18"/>
                    </a:cubicBezTo>
                    <a:cubicBezTo>
                      <a:pt x="23" y="5"/>
                      <a:pt x="42" y="-3"/>
                      <a:pt x="61" y="1"/>
                    </a:cubicBezTo>
                    <a:cubicBezTo>
                      <a:pt x="70" y="3"/>
                      <a:pt x="79" y="7"/>
                      <a:pt x="86" y="14"/>
                    </a:cubicBezTo>
                    <a:cubicBezTo>
                      <a:pt x="93" y="21"/>
                      <a:pt x="99" y="30"/>
                      <a:pt x="101" y="40"/>
                    </a:cubicBezTo>
                    <a:cubicBezTo>
                      <a:pt x="106" y="60"/>
                      <a:pt x="97" y="84"/>
                      <a:pt x="77" y="95"/>
                    </a:cubicBezTo>
                    <a:cubicBezTo>
                      <a:pt x="75" y="96"/>
                      <a:pt x="73" y="97"/>
                      <a:pt x="71" y="98"/>
                    </a:cubicBezTo>
                    <a:lnTo>
                      <a:pt x="69" y="98"/>
                    </a:lnTo>
                    <a:lnTo>
                      <a:pt x="69" y="97"/>
                    </a:lnTo>
                    <a:cubicBezTo>
                      <a:pt x="68" y="96"/>
                      <a:pt x="69" y="94"/>
                      <a:pt x="69" y="95"/>
                    </a:cubicBezTo>
                    <a:cubicBezTo>
                      <a:pt x="69" y="94"/>
                      <a:pt x="69" y="94"/>
                      <a:pt x="69" y="94"/>
                    </a:cubicBezTo>
                    <a:lnTo>
                      <a:pt x="70" y="94"/>
                    </a:lnTo>
                    <a:lnTo>
                      <a:pt x="70" y="94"/>
                    </a:lnTo>
                    <a:lnTo>
                      <a:pt x="71" y="93"/>
                    </a:lnTo>
                    <a:lnTo>
                      <a:pt x="73" y="92"/>
                    </a:lnTo>
                    <a:cubicBezTo>
                      <a:pt x="74" y="92"/>
                      <a:pt x="75" y="91"/>
                      <a:pt x="76" y="90"/>
                    </a:cubicBezTo>
                    <a:cubicBezTo>
                      <a:pt x="78" y="89"/>
                      <a:pt x="80" y="87"/>
                      <a:pt x="81" y="86"/>
                    </a:cubicBezTo>
                    <a:cubicBezTo>
                      <a:pt x="85" y="82"/>
                      <a:pt x="88" y="79"/>
                      <a:pt x="90" y="74"/>
                    </a:cubicBezTo>
                    <a:cubicBezTo>
                      <a:pt x="95" y="66"/>
                      <a:pt x="97" y="56"/>
                      <a:pt x="96" y="47"/>
                    </a:cubicBezTo>
                    <a:cubicBezTo>
                      <a:pt x="95" y="38"/>
                      <a:pt x="91" y="29"/>
                      <a:pt x="85" y="22"/>
                    </a:cubicBezTo>
                    <a:cubicBezTo>
                      <a:pt x="79" y="16"/>
                      <a:pt x="71" y="11"/>
                      <a:pt x="63" y="8"/>
                    </a:cubicBezTo>
                    <a:cubicBezTo>
                      <a:pt x="46" y="4"/>
                      <a:pt x="29" y="9"/>
                      <a:pt x="18" y="20"/>
                    </a:cubicBezTo>
                    <a:cubicBezTo>
                      <a:pt x="7" y="31"/>
                      <a:pt x="3" y="46"/>
                      <a:pt x="6" y="59"/>
                    </a:cubicBezTo>
                    <a:cubicBezTo>
                      <a:pt x="8" y="72"/>
                      <a:pt x="15" y="83"/>
                      <a:pt x="23" y="89"/>
                    </a:cubicBezTo>
                    <a:cubicBezTo>
                      <a:pt x="31" y="95"/>
                      <a:pt x="40" y="98"/>
                      <a:pt x="47" y="99"/>
                    </a:cubicBezTo>
                    <a:cubicBezTo>
                      <a:pt x="55" y="99"/>
                      <a:pt x="61" y="98"/>
                      <a:pt x="64" y="97"/>
                    </a:cubicBezTo>
                    <a:cubicBezTo>
                      <a:pt x="68" y="97"/>
                      <a:pt x="70" y="96"/>
                      <a:pt x="70" y="96"/>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83" name="Google Shape;583;p16"/>
              <p:cNvSpPr/>
              <p:nvPr/>
            </p:nvSpPr>
            <p:spPr>
              <a:xfrm>
                <a:off x="1031102" y="400625"/>
                <a:ext cx="453184" cy="454844"/>
              </a:xfrm>
              <a:custGeom>
                <a:rect b="b" l="l" r="r" t="t"/>
                <a:pathLst>
                  <a:path extrusionOk="0" h="274" w="273">
                    <a:moveTo>
                      <a:pt x="154" y="247"/>
                    </a:moveTo>
                    <a:cubicBezTo>
                      <a:pt x="156" y="250"/>
                      <a:pt x="160" y="256"/>
                      <a:pt x="171" y="270"/>
                    </a:cubicBezTo>
                    <a:lnTo>
                      <a:pt x="170" y="269"/>
                    </a:lnTo>
                    <a:cubicBezTo>
                      <a:pt x="181" y="265"/>
                      <a:pt x="195" y="258"/>
                      <a:pt x="212" y="251"/>
                    </a:cubicBezTo>
                    <a:lnTo>
                      <a:pt x="212" y="252"/>
                    </a:lnTo>
                    <a:cubicBezTo>
                      <a:pt x="210" y="243"/>
                      <a:pt x="208" y="234"/>
                      <a:pt x="206" y="224"/>
                    </a:cubicBezTo>
                    <a:lnTo>
                      <a:pt x="208" y="224"/>
                    </a:lnTo>
                    <a:lnTo>
                      <a:pt x="208" y="225"/>
                    </a:lnTo>
                    <a:lnTo>
                      <a:pt x="206" y="224"/>
                    </a:lnTo>
                    <a:cubicBezTo>
                      <a:pt x="214" y="218"/>
                      <a:pt x="221" y="211"/>
                      <a:pt x="227" y="203"/>
                    </a:cubicBezTo>
                    <a:lnTo>
                      <a:pt x="228" y="204"/>
                    </a:lnTo>
                    <a:lnTo>
                      <a:pt x="227" y="205"/>
                    </a:lnTo>
                    <a:lnTo>
                      <a:pt x="227" y="203"/>
                    </a:lnTo>
                    <a:cubicBezTo>
                      <a:pt x="235" y="204"/>
                      <a:pt x="245" y="205"/>
                      <a:pt x="254" y="207"/>
                    </a:cubicBezTo>
                    <a:lnTo>
                      <a:pt x="253" y="208"/>
                    </a:lnTo>
                    <a:cubicBezTo>
                      <a:pt x="258" y="194"/>
                      <a:pt x="264" y="179"/>
                      <a:pt x="270" y="164"/>
                    </a:cubicBezTo>
                    <a:lnTo>
                      <a:pt x="271" y="165"/>
                    </a:lnTo>
                    <a:cubicBezTo>
                      <a:pt x="263" y="161"/>
                      <a:pt x="255" y="155"/>
                      <a:pt x="247" y="150"/>
                    </a:cubicBezTo>
                    <a:lnTo>
                      <a:pt x="249" y="148"/>
                    </a:lnTo>
                    <a:lnTo>
                      <a:pt x="249" y="149"/>
                    </a:lnTo>
                    <a:lnTo>
                      <a:pt x="247" y="150"/>
                    </a:lnTo>
                    <a:cubicBezTo>
                      <a:pt x="248" y="141"/>
                      <a:pt x="248" y="130"/>
                      <a:pt x="246" y="120"/>
                    </a:cubicBezTo>
                    <a:lnTo>
                      <a:pt x="249" y="120"/>
                    </a:lnTo>
                    <a:lnTo>
                      <a:pt x="248" y="122"/>
                    </a:lnTo>
                    <a:lnTo>
                      <a:pt x="246" y="120"/>
                    </a:lnTo>
                    <a:cubicBezTo>
                      <a:pt x="253" y="115"/>
                      <a:pt x="261" y="109"/>
                      <a:pt x="269" y="103"/>
                    </a:cubicBezTo>
                    <a:lnTo>
                      <a:pt x="269" y="105"/>
                    </a:lnTo>
                    <a:cubicBezTo>
                      <a:pt x="263" y="92"/>
                      <a:pt x="256" y="77"/>
                      <a:pt x="249" y="62"/>
                    </a:cubicBezTo>
                    <a:lnTo>
                      <a:pt x="251" y="63"/>
                    </a:lnTo>
                    <a:cubicBezTo>
                      <a:pt x="243" y="64"/>
                      <a:pt x="233" y="66"/>
                      <a:pt x="223" y="68"/>
                    </a:cubicBezTo>
                    <a:lnTo>
                      <a:pt x="224" y="65"/>
                    </a:lnTo>
                    <a:lnTo>
                      <a:pt x="225" y="66"/>
                    </a:lnTo>
                    <a:lnTo>
                      <a:pt x="223" y="68"/>
                    </a:lnTo>
                    <a:cubicBezTo>
                      <a:pt x="218" y="61"/>
                      <a:pt x="210" y="54"/>
                      <a:pt x="202" y="48"/>
                    </a:cubicBezTo>
                    <a:lnTo>
                      <a:pt x="204" y="46"/>
                    </a:lnTo>
                    <a:lnTo>
                      <a:pt x="205" y="47"/>
                    </a:lnTo>
                    <a:lnTo>
                      <a:pt x="202" y="48"/>
                    </a:lnTo>
                    <a:cubicBezTo>
                      <a:pt x="203" y="39"/>
                      <a:pt x="204" y="30"/>
                      <a:pt x="206" y="20"/>
                    </a:cubicBezTo>
                    <a:lnTo>
                      <a:pt x="207" y="21"/>
                    </a:lnTo>
                    <a:cubicBezTo>
                      <a:pt x="193" y="16"/>
                      <a:pt x="178" y="10"/>
                      <a:pt x="163" y="4"/>
                    </a:cubicBezTo>
                    <a:lnTo>
                      <a:pt x="165" y="4"/>
                    </a:lnTo>
                    <a:cubicBezTo>
                      <a:pt x="160" y="11"/>
                      <a:pt x="154" y="19"/>
                      <a:pt x="149" y="27"/>
                    </a:cubicBezTo>
                    <a:lnTo>
                      <a:pt x="147" y="25"/>
                    </a:lnTo>
                    <a:lnTo>
                      <a:pt x="148" y="24"/>
                    </a:lnTo>
                    <a:lnTo>
                      <a:pt x="149" y="27"/>
                    </a:lnTo>
                    <a:cubicBezTo>
                      <a:pt x="140" y="27"/>
                      <a:pt x="130" y="27"/>
                      <a:pt x="119" y="28"/>
                    </a:cubicBezTo>
                    <a:lnTo>
                      <a:pt x="120" y="28"/>
                    </a:lnTo>
                    <a:lnTo>
                      <a:pt x="120" y="25"/>
                    </a:lnTo>
                    <a:lnTo>
                      <a:pt x="120" y="25"/>
                    </a:lnTo>
                    <a:lnTo>
                      <a:pt x="119" y="28"/>
                    </a:lnTo>
                    <a:lnTo>
                      <a:pt x="118" y="28"/>
                    </a:lnTo>
                    <a:lnTo>
                      <a:pt x="118" y="28"/>
                    </a:lnTo>
                    <a:lnTo>
                      <a:pt x="119" y="28"/>
                    </a:lnTo>
                    <a:lnTo>
                      <a:pt x="120" y="25"/>
                    </a:lnTo>
                    <a:lnTo>
                      <a:pt x="120" y="25"/>
                    </a:lnTo>
                    <a:lnTo>
                      <a:pt x="120" y="25"/>
                    </a:lnTo>
                    <a:lnTo>
                      <a:pt x="120" y="25"/>
                    </a:lnTo>
                    <a:lnTo>
                      <a:pt x="120" y="25"/>
                    </a:lnTo>
                    <a:lnTo>
                      <a:pt x="121" y="26"/>
                    </a:lnTo>
                    <a:lnTo>
                      <a:pt x="119" y="28"/>
                    </a:lnTo>
                    <a:cubicBezTo>
                      <a:pt x="114" y="21"/>
                      <a:pt x="108" y="13"/>
                      <a:pt x="102" y="5"/>
                    </a:cubicBezTo>
                    <a:lnTo>
                      <a:pt x="104" y="6"/>
                    </a:lnTo>
                    <a:cubicBezTo>
                      <a:pt x="91" y="12"/>
                      <a:pt x="76" y="19"/>
                      <a:pt x="61" y="25"/>
                    </a:cubicBezTo>
                    <a:lnTo>
                      <a:pt x="62" y="23"/>
                    </a:lnTo>
                    <a:cubicBezTo>
                      <a:pt x="64" y="32"/>
                      <a:pt x="66" y="41"/>
                      <a:pt x="68" y="51"/>
                    </a:cubicBezTo>
                    <a:lnTo>
                      <a:pt x="64" y="51"/>
                    </a:lnTo>
                    <a:lnTo>
                      <a:pt x="65" y="49"/>
                    </a:lnTo>
                    <a:lnTo>
                      <a:pt x="67" y="52"/>
                    </a:lnTo>
                    <a:cubicBezTo>
                      <a:pt x="60" y="57"/>
                      <a:pt x="53" y="64"/>
                      <a:pt x="47" y="73"/>
                    </a:cubicBezTo>
                    <a:lnTo>
                      <a:pt x="45" y="70"/>
                    </a:lnTo>
                    <a:lnTo>
                      <a:pt x="46" y="69"/>
                    </a:lnTo>
                    <a:lnTo>
                      <a:pt x="47" y="73"/>
                    </a:lnTo>
                    <a:cubicBezTo>
                      <a:pt x="38" y="72"/>
                      <a:pt x="28" y="70"/>
                      <a:pt x="19" y="69"/>
                    </a:cubicBezTo>
                    <a:lnTo>
                      <a:pt x="21" y="68"/>
                    </a:lnTo>
                    <a:cubicBezTo>
                      <a:pt x="16" y="81"/>
                      <a:pt x="10" y="97"/>
                      <a:pt x="4" y="112"/>
                    </a:cubicBezTo>
                    <a:lnTo>
                      <a:pt x="3" y="109"/>
                    </a:lnTo>
                    <a:cubicBezTo>
                      <a:pt x="11" y="114"/>
                      <a:pt x="19" y="120"/>
                      <a:pt x="27" y="125"/>
                    </a:cubicBezTo>
                    <a:lnTo>
                      <a:pt x="24" y="128"/>
                    </a:lnTo>
                    <a:lnTo>
                      <a:pt x="23" y="126"/>
                    </a:lnTo>
                    <a:lnTo>
                      <a:pt x="27" y="126"/>
                    </a:lnTo>
                    <a:cubicBezTo>
                      <a:pt x="26" y="135"/>
                      <a:pt x="26" y="145"/>
                      <a:pt x="28" y="155"/>
                    </a:cubicBezTo>
                    <a:lnTo>
                      <a:pt x="24" y="155"/>
                    </a:lnTo>
                    <a:lnTo>
                      <a:pt x="25" y="154"/>
                    </a:lnTo>
                    <a:lnTo>
                      <a:pt x="28" y="156"/>
                    </a:lnTo>
                    <a:cubicBezTo>
                      <a:pt x="21" y="161"/>
                      <a:pt x="13" y="167"/>
                      <a:pt x="5" y="173"/>
                    </a:cubicBezTo>
                    <a:lnTo>
                      <a:pt x="6" y="170"/>
                    </a:lnTo>
                    <a:cubicBezTo>
                      <a:pt x="11" y="184"/>
                      <a:pt x="18" y="198"/>
                      <a:pt x="25" y="213"/>
                    </a:cubicBezTo>
                    <a:lnTo>
                      <a:pt x="22" y="212"/>
                    </a:lnTo>
                    <a:cubicBezTo>
                      <a:pt x="31" y="210"/>
                      <a:pt x="40" y="208"/>
                      <a:pt x="50" y="207"/>
                    </a:cubicBezTo>
                    <a:lnTo>
                      <a:pt x="50" y="210"/>
                    </a:lnTo>
                    <a:lnTo>
                      <a:pt x="49" y="210"/>
                    </a:lnTo>
                    <a:lnTo>
                      <a:pt x="51" y="207"/>
                    </a:lnTo>
                    <a:cubicBezTo>
                      <a:pt x="57" y="214"/>
                      <a:pt x="64" y="221"/>
                      <a:pt x="72" y="227"/>
                    </a:cubicBezTo>
                    <a:lnTo>
                      <a:pt x="69" y="229"/>
                    </a:lnTo>
                    <a:lnTo>
                      <a:pt x="69" y="228"/>
                    </a:lnTo>
                    <a:lnTo>
                      <a:pt x="72" y="228"/>
                    </a:lnTo>
                    <a:cubicBezTo>
                      <a:pt x="71" y="237"/>
                      <a:pt x="70" y="246"/>
                      <a:pt x="69" y="256"/>
                    </a:cubicBezTo>
                    <a:lnTo>
                      <a:pt x="67" y="253"/>
                    </a:lnTo>
                    <a:cubicBezTo>
                      <a:pt x="81" y="259"/>
                      <a:pt x="96" y="264"/>
                      <a:pt x="110" y="270"/>
                    </a:cubicBezTo>
                    <a:lnTo>
                      <a:pt x="108" y="271"/>
                    </a:lnTo>
                    <a:cubicBezTo>
                      <a:pt x="113" y="263"/>
                      <a:pt x="118" y="255"/>
                      <a:pt x="123" y="247"/>
                    </a:cubicBezTo>
                    <a:lnTo>
                      <a:pt x="126" y="250"/>
                    </a:lnTo>
                    <a:lnTo>
                      <a:pt x="126" y="251"/>
                    </a:lnTo>
                    <a:lnTo>
                      <a:pt x="125" y="247"/>
                    </a:lnTo>
                    <a:cubicBezTo>
                      <a:pt x="133" y="248"/>
                      <a:pt x="141" y="248"/>
                      <a:pt x="150" y="246"/>
                    </a:cubicBezTo>
                    <a:lnTo>
                      <a:pt x="152" y="246"/>
                    </a:lnTo>
                    <a:lnTo>
                      <a:pt x="152" y="246"/>
                    </a:lnTo>
                    <a:lnTo>
                      <a:pt x="152" y="247"/>
                    </a:lnTo>
                    <a:lnTo>
                      <a:pt x="152" y="247"/>
                    </a:lnTo>
                    <a:lnTo>
                      <a:pt x="152" y="247"/>
                    </a:lnTo>
                    <a:lnTo>
                      <a:pt x="153" y="250"/>
                    </a:lnTo>
                    <a:lnTo>
                      <a:pt x="154" y="250"/>
                    </a:lnTo>
                    <a:lnTo>
                      <a:pt x="154" y="250"/>
                    </a:lnTo>
                    <a:lnTo>
                      <a:pt x="154" y="250"/>
                    </a:lnTo>
                    <a:lnTo>
                      <a:pt x="150" y="250"/>
                    </a:lnTo>
                    <a:cubicBezTo>
                      <a:pt x="147" y="250"/>
                      <a:pt x="144" y="251"/>
                      <a:pt x="141" y="251"/>
                    </a:cubicBezTo>
                    <a:cubicBezTo>
                      <a:pt x="136" y="251"/>
                      <a:pt x="130" y="251"/>
                      <a:pt x="124" y="250"/>
                    </a:cubicBezTo>
                    <a:lnTo>
                      <a:pt x="126" y="249"/>
                    </a:lnTo>
                    <a:cubicBezTo>
                      <a:pt x="121" y="257"/>
                      <a:pt x="116" y="264"/>
                      <a:pt x="111" y="272"/>
                    </a:cubicBezTo>
                    <a:lnTo>
                      <a:pt x="109" y="269"/>
                    </a:lnTo>
                    <a:lnTo>
                      <a:pt x="109" y="269"/>
                    </a:lnTo>
                    <a:lnTo>
                      <a:pt x="109" y="272"/>
                    </a:lnTo>
                    <a:cubicBezTo>
                      <a:pt x="95" y="267"/>
                      <a:pt x="81" y="261"/>
                      <a:pt x="67" y="256"/>
                    </a:cubicBezTo>
                    <a:lnTo>
                      <a:pt x="70" y="253"/>
                    </a:lnTo>
                    <a:lnTo>
                      <a:pt x="70" y="254"/>
                    </a:lnTo>
                    <a:lnTo>
                      <a:pt x="66" y="255"/>
                    </a:lnTo>
                    <a:cubicBezTo>
                      <a:pt x="68" y="245"/>
                      <a:pt x="69" y="236"/>
                      <a:pt x="71" y="227"/>
                    </a:cubicBezTo>
                    <a:lnTo>
                      <a:pt x="71" y="229"/>
                    </a:lnTo>
                    <a:cubicBezTo>
                      <a:pt x="63" y="223"/>
                      <a:pt x="55" y="216"/>
                      <a:pt x="49" y="208"/>
                    </a:cubicBezTo>
                    <a:lnTo>
                      <a:pt x="51" y="208"/>
                    </a:lnTo>
                    <a:cubicBezTo>
                      <a:pt x="42" y="210"/>
                      <a:pt x="33" y="212"/>
                      <a:pt x="24" y="214"/>
                    </a:cubicBezTo>
                    <a:lnTo>
                      <a:pt x="24" y="210"/>
                    </a:lnTo>
                    <a:lnTo>
                      <a:pt x="25" y="211"/>
                    </a:lnTo>
                    <a:lnTo>
                      <a:pt x="23" y="213"/>
                    </a:lnTo>
                    <a:cubicBezTo>
                      <a:pt x="17" y="199"/>
                      <a:pt x="11" y="185"/>
                      <a:pt x="5" y="172"/>
                    </a:cubicBezTo>
                    <a:lnTo>
                      <a:pt x="8" y="172"/>
                    </a:lnTo>
                    <a:lnTo>
                      <a:pt x="8" y="173"/>
                    </a:lnTo>
                    <a:lnTo>
                      <a:pt x="5" y="171"/>
                    </a:lnTo>
                    <a:cubicBezTo>
                      <a:pt x="12" y="165"/>
                      <a:pt x="20" y="160"/>
                      <a:pt x="27" y="154"/>
                    </a:cubicBezTo>
                    <a:lnTo>
                      <a:pt x="26" y="156"/>
                    </a:lnTo>
                    <a:cubicBezTo>
                      <a:pt x="25" y="146"/>
                      <a:pt x="24" y="135"/>
                      <a:pt x="26" y="125"/>
                    </a:cubicBezTo>
                    <a:lnTo>
                      <a:pt x="26" y="127"/>
                    </a:lnTo>
                    <a:cubicBezTo>
                      <a:pt x="19" y="122"/>
                      <a:pt x="11" y="116"/>
                      <a:pt x="3" y="111"/>
                    </a:cubicBezTo>
                    <a:lnTo>
                      <a:pt x="6" y="109"/>
                    </a:lnTo>
                    <a:lnTo>
                      <a:pt x="7" y="111"/>
                    </a:lnTo>
                    <a:lnTo>
                      <a:pt x="3" y="111"/>
                    </a:lnTo>
                    <a:cubicBezTo>
                      <a:pt x="9" y="96"/>
                      <a:pt x="14" y="82"/>
                      <a:pt x="19" y="68"/>
                    </a:cubicBezTo>
                    <a:lnTo>
                      <a:pt x="22" y="71"/>
                    </a:lnTo>
                    <a:lnTo>
                      <a:pt x="21" y="72"/>
                    </a:lnTo>
                    <a:lnTo>
                      <a:pt x="20" y="68"/>
                    </a:lnTo>
                    <a:cubicBezTo>
                      <a:pt x="29" y="70"/>
                      <a:pt x="39" y="71"/>
                      <a:pt x="48" y="72"/>
                    </a:cubicBezTo>
                    <a:lnTo>
                      <a:pt x="46" y="73"/>
                    </a:lnTo>
                    <a:cubicBezTo>
                      <a:pt x="52" y="64"/>
                      <a:pt x="59" y="57"/>
                      <a:pt x="67" y="50"/>
                    </a:cubicBezTo>
                    <a:lnTo>
                      <a:pt x="67" y="52"/>
                    </a:lnTo>
                    <a:cubicBezTo>
                      <a:pt x="65" y="43"/>
                      <a:pt x="63" y="34"/>
                      <a:pt x="61" y="25"/>
                    </a:cubicBezTo>
                    <a:lnTo>
                      <a:pt x="65" y="25"/>
                    </a:lnTo>
                    <a:lnTo>
                      <a:pt x="64" y="27"/>
                    </a:lnTo>
                    <a:lnTo>
                      <a:pt x="62" y="24"/>
                    </a:lnTo>
                    <a:cubicBezTo>
                      <a:pt x="76" y="18"/>
                      <a:pt x="89" y="12"/>
                      <a:pt x="103" y="6"/>
                    </a:cubicBezTo>
                    <a:lnTo>
                      <a:pt x="103" y="9"/>
                    </a:lnTo>
                    <a:lnTo>
                      <a:pt x="101" y="9"/>
                    </a:lnTo>
                    <a:lnTo>
                      <a:pt x="103" y="6"/>
                    </a:lnTo>
                    <a:cubicBezTo>
                      <a:pt x="109" y="14"/>
                      <a:pt x="114" y="21"/>
                      <a:pt x="119" y="28"/>
                    </a:cubicBezTo>
                    <a:lnTo>
                      <a:pt x="119" y="27"/>
                    </a:lnTo>
                    <a:lnTo>
                      <a:pt x="120" y="28"/>
                    </a:lnTo>
                    <a:lnTo>
                      <a:pt x="120" y="28"/>
                    </a:lnTo>
                    <a:lnTo>
                      <a:pt x="120" y="28"/>
                    </a:lnTo>
                    <a:lnTo>
                      <a:pt x="118" y="29"/>
                    </a:lnTo>
                    <a:lnTo>
                      <a:pt x="119" y="31"/>
                    </a:lnTo>
                    <a:lnTo>
                      <a:pt x="119" y="31"/>
                    </a:lnTo>
                    <a:lnTo>
                      <a:pt x="119" y="31"/>
                    </a:lnTo>
                    <a:lnTo>
                      <a:pt x="119" y="31"/>
                    </a:lnTo>
                    <a:lnTo>
                      <a:pt x="120" y="28"/>
                    </a:lnTo>
                    <a:lnTo>
                      <a:pt x="119" y="28"/>
                    </a:lnTo>
                    <a:cubicBezTo>
                      <a:pt x="130" y="26"/>
                      <a:pt x="140" y="26"/>
                      <a:pt x="149" y="27"/>
                    </a:cubicBezTo>
                    <a:lnTo>
                      <a:pt x="148" y="28"/>
                    </a:lnTo>
                    <a:cubicBezTo>
                      <a:pt x="153" y="20"/>
                      <a:pt x="158" y="12"/>
                      <a:pt x="164" y="4"/>
                    </a:cubicBezTo>
                    <a:lnTo>
                      <a:pt x="165" y="7"/>
                    </a:lnTo>
                    <a:lnTo>
                      <a:pt x="164" y="7"/>
                    </a:lnTo>
                    <a:lnTo>
                      <a:pt x="164" y="4"/>
                    </a:lnTo>
                    <a:cubicBezTo>
                      <a:pt x="179" y="10"/>
                      <a:pt x="192" y="15"/>
                      <a:pt x="206" y="21"/>
                    </a:cubicBezTo>
                    <a:lnTo>
                      <a:pt x="204" y="23"/>
                    </a:lnTo>
                    <a:lnTo>
                      <a:pt x="203" y="21"/>
                    </a:lnTo>
                    <a:lnTo>
                      <a:pt x="206" y="21"/>
                    </a:lnTo>
                    <a:cubicBezTo>
                      <a:pt x="205" y="31"/>
                      <a:pt x="203" y="40"/>
                      <a:pt x="202" y="48"/>
                    </a:cubicBezTo>
                    <a:lnTo>
                      <a:pt x="201" y="47"/>
                    </a:lnTo>
                    <a:cubicBezTo>
                      <a:pt x="210" y="53"/>
                      <a:pt x="218" y="61"/>
                      <a:pt x="224" y="68"/>
                    </a:cubicBezTo>
                    <a:lnTo>
                      <a:pt x="222" y="68"/>
                    </a:lnTo>
                    <a:cubicBezTo>
                      <a:pt x="232" y="66"/>
                      <a:pt x="241" y="64"/>
                      <a:pt x="250" y="62"/>
                    </a:cubicBezTo>
                    <a:lnTo>
                      <a:pt x="249" y="65"/>
                    </a:lnTo>
                    <a:lnTo>
                      <a:pt x="248" y="64"/>
                    </a:lnTo>
                    <a:lnTo>
                      <a:pt x="250" y="62"/>
                    </a:lnTo>
                    <a:cubicBezTo>
                      <a:pt x="257" y="77"/>
                      <a:pt x="263" y="91"/>
                      <a:pt x="268" y="104"/>
                    </a:cubicBezTo>
                    <a:lnTo>
                      <a:pt x="266" y="104"/>
                    </a:lnTo>
                    <a:lnTo>
                      <a:pt x="266" y="102"/>
                    </a:lnTo>
                    <a:lnTo>
                      <a:pt x="268" y="104"/>
                    </a:lnTo>
                    <a:cubicBezTo>
                      <a:pt x="260" y="110"/>
                      <a:pt x="253" y="115"/>
                      <a:pt x="246" y="121"/>
                    </a:cubicBezTo>
                    <a:lnTo>
                      <a:pt x="246" y="119"/>
                    </a:lnTo>
                    <a:cubicBezTo>
                      <a:pt x="248" y="131"/>
                      <a:pt x="248" y="141"/>
                      <a:pt x="247" y="150"/>
                    </a:cubicBezTo>
                    <a:lnTo>
                      <a:pt x="247" y="149"/>
                    </a:lnTo>
                    <a:cubicBezTo>
                      <a:pt x="255" y="155"/>
                      <a:pt x="263" y="160"/>
                      <a:pt x="270" y="165"/>
                    </a:cubicBezTo>
                    <a:lnTo>
                      <a:pt x="268" y="166"/>
                    </a:lnTo>
                    <a:lnTo>
                      <a:pt x="268" y="165"/>
                    </a:lnTo>
                    <a:lnTo>
                      <a:pt x="270" y="165"/>
                    </a:lnTo>
                    <a:cubicBezTo>
                      <a:pt x="264" y="181"/>
                      <a:pt x="258" y="194"/>
                      <a:pt x="254" y="207"/>
                    </a:cubicBezTo>
                    <a:lnTo>
                      <a:pt x="252" y="205"/>
                    </a:lnTo>
                    <a:lnTo>
                      <a:pt x="253" y="205"/>
                    </a:lnTo>
                    <a:lnTo>
                      <a:pt x="254" y="207"/>
                    </a:lnTo>
                    <a:cubicBezTo>
                      <a:pt x="243" y="205"/>
                      <a:pt x="234" y="204"/>
                      <a:pt x="226" y="203"/>
                    </a:cubicBezTo>
                    <a:lnTo>
                      <a:pt x="227" y="202"/>
                    </a:lnTo>
                    <a:cubicBezTo>
                      <a:pt x="220" y="212"/>
                      <a:pt x="213" y="219"/>
                      <a:pt x="206" y="224"/>
                    </a:cubicBezTo>
                    <a:lnTo>
                      <a:pt x="206" y="224"/>
                    </a:lnTo>
                    <a:cubicBezTo>
                      <a:pt x="209" y="235"/>
                      <a:pt x="210" y="243"/>
                      <a:pt x="212" y="251"/>
                    </a:cubicBezTo>
                    <a:lnTo>
                      <a:pt x="210" y="251"/>
                    </a:lnTo>
                    <a:lnTo>
                      <a:pt x="211" y="250"/>
                    </a:lnTo>
                    <a:lnTo>
                      <a:pt x="212" y="251"/>
                    </a:lnTo>
                    <a:cubicBezTo>
                      <a:pt x="194" y="259"/>
                      <a:pt x="181" y="265"/>
                      <a:pt x="170" y="269"/>
                    </a:cubicBezTo>
                    <a:lnTo>
                      <a:pt x="170" y="268"/>
                    </a:lnTo>
                    <a:lnTo>
                      <a:pt x="171" y="268"/>
                    </a:lnTo>
                    <a:lnTo>
                      <a:pt x="170" y="269"/>
                    </a:lnTo>
                    <a:cubicBezTo>
                      <a:pt x="160" y="255"/>
                      <a:pt x="156" y="250"/>
                      <a:pt x="154" y="247"/>
                    </a:cubicBezTo>
                    <a:cubicBezTo>
                      <a:pt x="154" y="247"/>
                      <a:pt x="156" y="249"/>
                      <a:pt x="158" y="252"/>
                    </a:cubicBezTo>
                    <a:cubicBezTo>
                      <a:pt x="161" y="256"/>
                      <a:pt x="166" y="261"/>
                      <a:pt x="171" y="269"/>
                    </a:cubicBezTo>
                    <a:lnTo>
                      <a:pt x="172" y="269"/>
                    </a:lnTo>
                    <a:lnTo>
                      <a:pt x="171" y="269"/>
                    </a:lnTo>
                    <a:lnTo>
                      <a:pt x="170" y="269"/>
                    </a:lnTo>
                    <a:lnTo>
                      <a:pt x="169" y="269"/>
                    </a:lnTo>
                    <a:lnTo>
                      <a:pt x="170" y="268"/>
                    </a:lnTo>
                    <a:cubicBezTo>
                      <a:pt x="180" y="264"/>
                      <a:pt x="193" y="258"/>
                      <a:pt x="211" y="249"/>
                    </a:cubicBezTo>
                    <a:lnTo>
                      <a:pt x="213" y="249"/>
                    </a:lnTo>
                    <a:lnTo>
                      <a:pt x="212" y="250"/>
                    </a:lnTo>
                    <a:lnTo>
                      <a:pt x="212" y="251"/>
                    </a:lnTo>
                    <a:lnTo>
                      <a:pt x="211" y="253"/>
                    </a:lnTo>
                    <a:lnTo>
                      <a:pt x="210" y="251"/>
                    </a:lnTo>
                    <a:cubicBezTo>
                      <a:pt x="209" y="243"/>
                      <a:pt x="207" y="235"/>
                      <a:pt x="205" y="224"/>
                    </a:cubicBezTo>
                    <a:lnTo>
                      <a:pt x="205" y="223"/>
                    </a:lnTo>
                    <a:lnTo>
                      <a:pt x="205" y="223"/>
                    </a:lnTo>
                    <a:cubicBezTo>
                      <a:pt x="212" y="218"/>
                      <a:pt x="218" y="211"/>
                      <a:pt x="225" y="201"/>
                    </a:cubicBezTo>
                    <a:lnTo>
                      <a:pt x="226" y="201"/>
                    </a:lnTo>
                    <a:lnTo>
                      <a:pt x="226" y="201"/>
                    </a:lnTo>
                    <a:cubicBezTo>
                      <a:pt x="234" y="202"/>
                      <a:pt x="243" y="203"/>
                      <a:pt x="254" y="205"/>
                    </a:cubicBezTo>
                    <a:lnTo>
                      <a:pt x="257" y="205"/>
                    </a:lnTo>
                    <a:lnTo>
                      <a:pt x="254" y="207"/>
                    </a:lnTo>
                    <a:lnTo>
                      <a:pt x="253" y="207"/>
                    </a:lnTo>
                    <a:lnTo>
                      <a:pt x="251" y="209"/>
                    </a:lnTo>
                    <a:lnTo>
                      <a:pt x="252" y="206"/>
                    </a:lnTo>
                    <a:cubicBezTo>
                      <a:pt x="257" y="193"/>
                      <a:pt x="262" y="180"/>
                      <a:pt x="268" y="164"/>
                    </a:cubicBezTo>
                    <a:lnTo>
                      <a:pt x="269" y="161"/>
                    </a:lnTo>
                    <a:lnTo>
                      <a:pt x="270" y="164"/>
                    </a:lnTo>
                    <a:lnTo>
                      <a:pt x="270" y="165"/>
                    </a:lnTo>
                    <a:lnTo>
                      <a:pt x="271" y="168"/>
                    </a:lnTo>
                    <a:lnTo>
                      <a:pt x="269" y="167"/>
                    </a:lnTo>
                    <a:cubicBezTo>
                      <a:pt x="261" y="162"/>
                      <a:pt x="254" y="157"/>
                      <a:pt x="245" y="151"/>
                    </a:cubicBezTo>
                    <a:lnTo>
                      <a:pt x="245" y="151"/>
                    </a:lnTo>
                    <a:lnTo>
                      <a:pt x="245" y="150"/>
                    </a:lnTo>
                    <a:cubicBezTo>
                      <a:pt x="246" y="141"/>
                      <a:pt x="246" y="131"/>
                      <a:pt x="244" y="120"/>
                    </a:cubicBezTo>
                    <a:lnTo>
                      <a:pt x="244" y="119"/>
                    </a:lnTo>
                    <a:lnTo>
                      <a:pt x="244" y="119"/>
                    </a:lnTo>
                    <a:cubicBezTo>
                      <a:pt x="251" y="113"/>
                      <a:pt x="258" y="108"/>
                      <a:pt x="267" y="102"/>
                    </a:cubicBezTo>
                    <a:lnTo>
                      <a:pt x="270" y="99"/>
                    </a:lnTo>
                    <a:lnTo>
                      <a:pt x="269" y="103"/>
                    </a:lnTo>
                    <a:lnTo>
                      <a:pt x="268" y="105"/>
                    </a:lnTo>
                    <a:lnTo>
                      <a:pt x="267" y="108"/>
                    </a:lnTo>
                    <a:lnTo>
                      <a:pt x="266" y="105"/>
                    </a:lnTo>
                    <a:cubicBezTo>
                      <a:pt x="260" y="92"/>
                      <a:pt x="254" y="79"/>
                      <a:pt x="247" y="64"/>
                    </a:cubicBezTo>
                    <a:lnTo>
                      <a:pt x="246" y="60"/>
                    </a:lnTo>
                    <a:lnTo>
                      <a:pt x="249" y="62"/>
                    </a:lnTo>
                    <a:lnTo>
                      <a:pt x="251" y="63"/>
                    </a:lnTo>
                    <a:lnTo>
                      <a:pt x="254" y="64"/>
                    </a:lnTo>
                    <a:lnTo>
                      <a:pt x="250" y="65"/>
                    </a:lnTo>
                    <a:cubicBezTo>
                      <a:pt x="242" y="67"/>
                      <a:pt x="233" y="69"/>
                      <a:pt x="223" y="71"/>
                    </a:cubicBezTo>
                    <a:lnTo>
                      <a:pt x="222" y="71"/>
                    </a:lnTo>
                    <a:lnTo>
                      <a:pt x="222" y="70"/>
                    </a:lnTo>
                    <a:cubicBezTo>
                      <a:pt x="215" y="63"/>
                      <a:pt x="208" y="56"/>
                      <a:pt x="200" y="49"/>
                    </a:cubicBezTo>
                    <a:lnTo>
                      <a:pt x="199" y="49"/>
                    </a:lnTo>
                    <a:lnTo>
                      <a:pt x="199" y="48"/>
                    </a:lnTo>
                    <a:cubicBezTo>
                      <a:pt x="200" y="39"/>
                      <a:pt x="201" y="30"/>
                      <a:pt x="203" y="20"/>
                    </a:cubicBezTo>
                    <a:lnTo>
                      <a:pt x="204" y="16"/>
                    </a:lnTo>
                    <a:lnTo>
                      <a:pt x="206" y="20"/>
                    </a:lnTo>
                    <a:lnTo>
                      <a:pt x="207" y="21"/>
                    </a:lnTo>
                    <a:lnTo>
                      <a:pt x="209" y="25"/>
                    </a:lnTo>
                    <a:lnTo>
                      <a:pt x="205" y="23"/>
                    </a:lnTo>
                    <a:cubicBezTo>
                      <a:pt x="191" y="18"/>
                      <a:pt x="177" y="13"/>
                      <a:pt x="163" y="7"/>
                    </a:cubicBezTo>
                    <a:lnTo>
                      <a:pt x="158" y="6"/>
                    </a:lnTo>
                    <a:lnTo>
                      <a:pt x="163" y="4"/>
                    </a:lnTo>
                    <a:lnTo>
                      <a:pt x="164" y="4"/>
                    </a:lnTo>
                    <a:lnTo>
                      <a:pt x="169" y="2"/>
                    </a:lnTo>
                    <a:lnTo>
                      <a:pt x="166" y="6"/>
                    </a:lnTo>
                    <a:cubicBezTo>
                      <a:pt x="161" y="14"/>
                      <a:pt x="156" y="21"/>
                      <a:pt x="151" y="29"/>
                    </a:cubicBezTo>
                    <a:lnTo>
                      <a:pt x="150" y="30"/>
                    </a:lnTo>
                    <a:lnTo>
                      <a:pt x="149" y="30"/>
                    </a:lnTo>
                    <a:cubicBezTo>
                      <a:pt x="139" y="29"/>
                      <a:pt x="130" y="29"/>
                      <a:pt x="120" y="31"/>
                    </a:cubicBezTo>
                    <a:lnTo>
                      <a:pt x="119" y="31"/>
                    </a:lnTo>
                    <a:lnTo>
                      <a:pt x="119" y="31"/>
                    </a:lnTo>
                    <a:lnTo>
                      <a:pt x="119" y="31"/>
                    </a:lnTo>
                    <a:lnTo>
                      <a:pt x="119" y="30"/>
                    </a:lnTo>
                    <a:lnTo>
                      <a:pt x="119" y="30"/>
                    </a:lnTo>
                    <a:lnTo>
                      <a:pt x="120" y="28"/>
                    </a:lnTo>
                    <a:cubicBezTo>
                      <a:pt x="120" y="27"/>
                      <a:pt x="120" y="27"/>
                      <a:pt x="120" y="27"/>
                    </a:cubicBezTo>
                    <a:lnTo>
                      <a:pt x="120" y="27"/>
                    </a:lnTo>
                    <a:lnTo>
                      <a:pt x="120" y="28"/>
                    </a:lnTo>
                    <a:lnTo>
                      <a:pt x="120" y="28"/>
                    </a:lnTo>
                    <a:lnTo>
                      <a:pt x="121" y="30"/>
                    </a:lnTo>
                    <a:lnTo>
                      <a:pt x="119" y="31"/>
                    </a:lnTo>
                    <a:lnTo>
                      <a:pt x="119" y="31"/>
                    </a:lnTo>
                    <a:lnTo>
                      <a:pt x="119" y="31"/>
                    </a:lnTo>
                    <a:lnTo>
                      <a:pt x="119" y="31"/>
                    </a:lnTo>
                    <a:lnTo>
                      <a:pt x="118" y="31"/>
                    </a:lnTo>
                    <a:lnTo>
                      <a:pt x="117" y="30"/>
                    </a:lnTo>
                    <a:lnTo>
                      <a:pt x="117" y="30"/>
                    </a:lnTo>
                    <a:lnTo>
                      <a:pt x="117" y="30"/>
                    </a:lnTo>
                    <a:cubicBezTo>
                      <a:pt x="111" y="23"/>
                      <a:pt x="106" y="15"/>
                      <a:pt x="100" y="8"/>
                    </a:cubicBezTo>
                    <a:lnTo>
                      <a:pt x="97" y="4"/>
                    </a:lnTo>
                    <a:lnTo>
                      <a:pt x="102" y="5"/>
                    </a:lnTo>
                    <a:lnTo>
                      <a:pt x="104" y="5"/>
                    </a:lnTo>
                    <a:lnTo>
                      <a:pt x="109" y="7"/>
                    </a:lnTo>
                    <a:lnTo>
                      <a:pt x="104" y="9"/>
                    </a:lnTo>
                    <a:cubicBezTo>
                      <a:pt x="91" y="15"/>
                      <a:pt x="77" y="21"/>
                      <a:pt x="63" y="27"/>
                    </a:cubicBezTo>
                    <a:lnTo>
                      <a:pt x="58" y="29"/>
                    </a:lnTo>
                    <a:lnTo>
                      <a:pt x="61" y="25"/>
                    </a:lnTo>
                    <a:lnTo>
                      <a:pt x="62" y="23"/>
                    </a:lnTo>
                    <a:lnTo>
                      <a:pt x="64" y="18"/>
                    </a:lnTo>
                    <a:lnTo>
                      <a:pt x="65" y="23"/>
                    </a:lnTo>
                    <a:cubicBezTo>
                      <a:pt x="67" y="32"/>
                      <a:pt x="68" y="42"/>
                      <a:pt x="70" y="51"/>
                    </a:cubicBezTo>
                    <a:lnTo>
                      <a:pt x="70" y="52"/>
                    </a:lnTo>
                    <a:lnTo>
                      <a:pt x="70" y="53"/>
                    </a:lnTo>
                    <a:cubicBezTo>
                      <a:pt x="62" y="59"/>
                      <a:pt x="55" y="66"/>
                      <a:pt x="49" y="75"/>
                    </a:cubicBezTo>
                    <a:lnTo>
                      <a:pt x="48" y="76"/>
                    </a:lnTo>
                    <a:lnTo>
                      <a:pt x="47" y="75"/>
                    </a:lnTo>
                    <a:cubicBezTo>
                      <a:pt x="38" y="74"/>
                      <a:pt x="29" y="73"/>
                      <a:pt x="19" y="71"/>
                    </a:cubicBezTo>
                    <a:lnTo>
                      <a:pt x="14" y="71"/>
                    </a:lnTo>
                    <a:lnTo>
                      <a:pt x="19" y="68"/>
                    </a:lnTo>
                    <a:lnTo>
                      <a:pt x="20" y="67"/>
                    </a:lnTo>
                    <a:lnTo>
                      <a:pt x="25" y="64"/>
                    </a:lnTo>
                    <a:lnTo>
                      <a:pt x="23" y="69"/>
                    </a:lnTo>
                    <a:cubicBezTo>
                      <a:pt x="17" y="83"/>
                      <a:pt x="12" y="97"/>
                      <a:pt x="6" y="111"/>
                    </a:cubicBezTo>
                    <a:lnTo>
                      <a:pt x="5" y="116"/>
                    </a:lnTo>
                    <a:lnTo>
                      <a:pt x="3" y="111"/>
                    </a:lnTo>
                    <a:lnTo>
                      <a:pt x="2" y="110"/>
                    </a:lnTo>
                    <a:lnTo>
                      <a:pt x="1" y="105"/>
                    </a:lnTo>
                    <a:lnTo>
                      <a:pt x="5" y="108"/>
                    </a:lnTo>
                    <a:cubicBezTo>
                      <a:pt x="13" y="113"/>
                      <a:pt x="21" y="118"/>
                      <a:pt x="29" y="123"/>
                    </a:cubicBezTo>
                    <a:lnTo>
                      <a:pt x="30" y="124"/>
                    </a:lnTo>
                    <a:lnTo>
                      <a:pt x="29" y="125"/>
                    </a:lnTo>
                    <a:cubicBezTo>
                      <a:pt x="28" y="135"/>
                      <a:pt x="28" y="145"/>
                      <a:pt x="30" y="155"/>
                    </a:cubicBezTo>
                    <a:lnTo>
                      <a:pt x="30" y="156"/>
                    </a:lnTo>
                    <a:lnTo>
                      <a:pt x="29" y="157"/>
                    </a:lnTo>
                    <a:cubicBezTo>
                      <a:pt x="22" y="163"/>
                      <a:pt x="15" y="168"/>
                      <a:pt x="7" y="174"/>
                    </a:cubicBezTo>
                    <a:lnTo>
                      <a:pt x="3" y="177"/>
                    </a:lnTo>
                    <a:lnTo>
                      <a:pt x="4" y="172"/>
                    </a:lnTo>
                    <a:lnTo>
                      <a:pt x="4" y="170"/>
                    </a:lnTo>
                    <a:lnTo>
                      <a:pt x="6" y="165"/>
                    </a:lnTo>
                    <a:lnTo>
                      <a:pt x="8" y="170"/>
                    </a:lnTo>
                    <a:cubicBezTo>
                      <a:pt x="14" y="184"/>
                      <a:pt x="20" y="197"/>
                      <a:pt x="26" y="211"/>
                    </a:cubicBezTo>
                    <a:lnTo>
                      <a:pt x="29" y="216"/>
                    </a:lnTo>
                    <a:lnTo>
                      <a:pt x="24" y="214"/>
                    </a:lnTo>
                    <a:lnTo>
                      <a:pt x="22" y="213"/>
                    </a:lnTo>
                    <a:lnTo>
                      <a:pt x="18" y="211"/>
                    </a:lnTo>
                    <a:lnTo>
                      <a:pt x="23" y="209"/>
                    </a:lnTo>
                    <a:cubicBezTo>
                      <a:pt x="32" y="208"/>
                      <a:pt x="41" y="206"/>
                      <a:pt x="50" y="204"/>
                    </a:cubicBezTo>
                    <a:lnTo>
                      <a:pt x="52" y="204"/>
                    </a:lnTo>
                    <a:lnTo>
                      <a:pt x="52" y="205"/>
                    </a:lnTo>
                    <a:cubicBezTo>
                      <a:pt x="58" y="213"/>
                      <a:pt x="66" y="220"/>
                      <a:pt x="74" y="225"/>
                    </a:cubicBezTo>
                    <a:lnTo>
                      <a:pt x="75" y="226"/>
                    </a:lnTo>
                    <a:lnTo>
                      <a:pt x="75" y="227"/>
                    </a:lnTo>
                    <a:cubicBezTo>
                      <a:pt x="73" y="236"/>
                      <a:pt x="72" y="246"/>
                      <a:pt x="70" y="255"/>
                    </a:cubicBezTo>
                    <a:lnTo>
                      <a:pt x="70" y="260"/>
                    </a:lnTo>
                    <a:lnTo>
                      <a:pt x="67" y="255"/>
                    </a:lnTo>
                    <a:lnTo>
                      <a:pt x="66" y="255"/>
                    </a:lnTo>
                    <a:lnTo>
                      <a:pt x="63" y="250"/>
                    </a:lnTo>
                    <a:lnTo>
                      <a:pt x="69" y="252"/>
                    </a:lnTo>
                    <a:cubicBezTo>
                      <a:pt x="83" y="257"/>
                      <a:pt x="97" y="263"/>
                      <a:pt x="111" y="268"/>
                    </a:cubicBezTo>
                    <a:lnTo>
                      <a:pt x="116" y="270"/>
                    </a:lnTo>
                    <a:lnTo>
                      <a:pt x="111" y="272"/>
                    </a:lnTo>
                    <a:lnTo>
                      <a:pt x="110" y="272"/>
                    </a:lnTo>
                    <a:lnTo>
                      <a:pt x="104" y="274"/>
                    </a:lnTo>
                    <a:lnTo>
                      <a:pt x="108" y="269"/>
                    </a:lnTo>
                    <a:cubicBezTo>
                      <a:pt x="113" y="262"/>
                      <a:pt x="118" y="254"/>
                      <a:pt x="123" y="246"/>
                    </a:cubicBezTo>
                    <a:lnTo>
                      <a:pt x="124" y="245"/>
                    </a:lnTo>
                    <a:lnTo>
                      <a:pt x="125" y="246"/>
                    </a:lnTo>
                    <a:cubicBezTo>
                      <a:pt x="130" y="246"/>
                      <a:pt x="136" y="246"/>
                      <a:pt x="141" y="246"/>
                    </a:cubicBezTo>
                    <a:cubicBezTo>
                      <a:pt x="144" y="246"/>
                      <a:pt x="147" y="246"/>
                      <a:pt x="150" y="246"/>
                    </a:cubicBezTo>
                    <a:lnTo>
                      <a:pt x="154" y="245"/>
                    </a:lnTo>
                    <a:lnTo>
                      <a:pt x="154" y="245"/>
                    </a:lnTo>
                    <a:lnTo>
                      <a:pt x="155" y="245"/>
                    </a:lnTo>
                    <a:lnTo>
                      <a:pt x="155" y="245"/>
                    </a:lnTo>
                    <a:cubicBezTo>
                      <a:pt x="156" y="245"/>
                      <a:pt x="157" y="248"/>
                      <a:pt x="156" y="248"/>
                    </a:cubicBezTo>
                    <a:lnTo>
                      <a:pt x="156" y="248"/>
                    </a:lnTo>
                    <a:lnTo>
                      <a:pt x="156" y="248"/>
                    </a:lnTo>
                    <a:lnTo>
                      <a:pt x="155" y="249"/>
                    </a:lnTo>
                    <a:cubicBezTo>
                      <a:pt x="154" y="249"/>
                      <a:pt x="153" y="250"/>
                      <a:pt x="153" y="250"/>
                    </a:cubicBezTo>
                    <a:lnTo>
                      <a:pt x="151" y="250"/>
                    </a:lnTo>
                    <a:cubicBezTo>
                      <a:pt x="142" y="251"/>
                      <a:pt x="133" y="251"/>
                      <a:pt x="125" y="250"/>
                    </a:cubicBezTo>
                    <a:lnTo>
                      <a:pt x="118" y="250"/>
                    </a:lnTo>
                    <a:lnTo>
                      <a:pt x="124" y="247"/>
                    </a:lnTo>
                    <a:lnTo>
                      <a:pt x="125" y="246"/>
                    </a:lnTo>
                    <a:lnTo>
                      <a:pt x="131" y="243"/>
                    </a:lnTo>
                    <a:lnTo>
                      <a:pt x="127" y="249"/>
                    </a:lnTo>
                    <a:cubicBezTo>
                      <a:pt x="122" y="257"/>
                      <a:pt x="117" y="265"/>
                      <a:pt x="112" y="273"/>
                    </a:cubicBezTo>
                    <a:lnTo>
                      <a:pt x="111" y="274"/>
                    </a:lnTo>
                    <a:lnTo>
                      <a:pt x="109" y="273"/>
                    </a:lnTo>
                    <a:cubicBezTo>
                      <a:pt x="95" y="268"/>
                      <a:pt x="80" y="262"/>
                      <a:pt x="66" y="257"/>
                    </a:cubicBezTo>
                    <a:lnTo>
                      <a:pt x="65" y="256"/>
                    </a:lnTo>
                    <a:lnTo>
                      <a:pt x="65" y="255"/>
                    </a:lnTo>
                    <a:cubicBezTo>
                      <a:pt x="66" y="245"/>
                      <a:pt x="68" y="236"/>
                      <a:pt x="69" y="227"/>
                    </a:cubicBezTo>
                    <a:lnTo>
                      <a:pt x="70" y="220"/>
                    </a:lnTo>
                    <a:lnTo>
                      <a:pt x="73" y="227"/>
                    </a:lnTo>
                    <a:lnTo>
                      <a:pt x="73" y="227"/>
                    </a:lnTo>
                    <a:lnTo>
                      <a:pt x="76" y="234"/>
                    </a:lnTo>
                    <a:lnTo>
                      <a:pt x="70" y="230"/>
                    </a:lnTo>
                    <a:cubicBezTo>
                      <a:pt x="62" y="224"/>
                      <a:pt x="54" y="216"/>
                      <a:pt x="48" y="209"/>
                    </a:cubicBezTo>
                    <a:lnTo>
                      <a:pt x="44" y="204"/>
                    </a:lnTo>
                    <a:lnTo>
                      <a:pt x="50" y="206"/>
                    </a:lnTo>
                    <a:lnTo>
                      <a:pt x="51" y="206"/>
                    </a:lnTo>
                    <a:lnTo>
                      <a:pt x="58" y="209"/>
                    </a:lnTo>
                    <a:lnTo>
                      <a:pt x="51" y="210"/>
                    </a:lnTo>
                    <a:cubicBezTo>
                      <a:pt x="41" y="212"/>
                      <a:pt x="32" y="214"/>
                      <a:pt x="23" y="215"/>
                    </a:cubicBezTo>
                    <a:lnTo>
                      <a:pt x="22" y="216"/>
                    </a:lnTo>
                    <a:lnTo>
                      <a:pt x="21" y="214"/>
                    </a:lnTo>
                    <a:cubicBezTo>
                      <a:pt x="15" y="200"/>
                      <a:pt x="8" y="185"/>
                      <a:pt x="2" y="172"/>
                    </a:cubicBezTo>
                    <a:lnTo>
                      <a:pt x="2" y="170"/>
                    </a:lnTo>
                    <a:lnTo>
                      <a:pt x="3" y="169"/>
                    </a:lnTo>
                    <a:cubicBezTo>
                      <a:pt x="11" y="163"/>
                      <a:pt x="18" y="158"/>
                      <a:pt x="25" y="152"/>
                    </a:cubicBezTo>
                    <a:lnTo>
                      <a:pt x="31" y="148"/>
                    </a:lnTo>
                    <a:lnTo>
                      <a:pt x="28" y="155"/>
                    </a:lnTo>
                    <a:lnTo>
                      <a:pt x="28" y="156"/>
                    </a:lnTo>
                    <a:lnTo>
                      <a:pt x="25" y="162"/>
                    </a:lnTo>
                    <a:lnTo>
                      <a:pt x="24" y="155"/>
                    </a:lnTo>
                    <a:cubicBezTo>
                      <a:pt x="22" y="145"/>
                      <a:pt x="22" y="134"/>
                      <a:pt x="23" y="125"/>
                    </a:cubicBezTo>
                    <a:lnTo>
                      <a:pt x="24" y="118"/>
                    </a:lnTo>
                    <a:lnTo>
                      <a:pt x="27" y="125"/>
                    </a:lnTo>
                    <a:lnTo>
                      <a:pt x="28" y="126"/>
                    </a:lnTo>
                    <a:lnTo>
                      <a:pt x="30" y="132"/>
                    </a:lnTo>
                    <a:lnTo>
                      <a:pt x="25" y="128"/>
                    </a:lnTo>
                    <a:cubicBezTo>
                      <a:pt x="17" y="123"/>
                      <a:pt x="9" y="117"/>
                      <a:pt x="1" y="112"/>
                    </a:cubicBezTo>
                    <a:lnTo>
                      <a:pt x="0" y="112"/>
                    </a:lnTo>
                    <a:lnTo>
                      <a:pt x="1" y="110"/>
                    </a:lnTo>
                    <a:cubicBezTo>
                      <a:pt x="6" y="95"/>
                      <a:pt x="12" y="80"/>
                      <a:pt x="18" y="66"/>
                    </a:cubicBezTo>
                    <a:lnTo>
                      <a:pt x="18" y="65"/>
                    </a:lnTo>
                    <a:lnTo>
                      <a:pt x="20" y="65"/>
                    </a:lnTo>
                    <a:cubicBezTo>
                      <a:pt x="29" y="66"/>
                      <a:pt x="39" y="68"/>
                      <a:pt x="48" y="69"/>
                    </a:cubicBezTo>
                    <a:lnTo>
                      <a:pt x="54" y="70"/>
                    </a:lnTo>
                    <a:lnTo>
                      <a:pt x="48" y="73"/>
                    </a:lnTo>
                    <a:lnTo>
                      <a:pt x="47" y="73"/>
                    </a:lnTo>
                    <a:lnTo>
                      <a:pt x="41" y="76"/>
                    </a:lnTo>
                    <a:lnTo>
                      <a:pt x="44" y="70"/>
                    </a:lnTo>
                    <a:cubicBezTo>
                      <a:pt x="51" y="62"/>
                      <a:pt x="58" y="54"/>
                      <a:pt x="65" y="48"/>
                    </a:cubicBezTo>
                    <a:lnTo>
                      <a:pt x="70" y="44"/>
                    </a:lnTo>
                    <a:lnTo>
                      <a:pt x="68" y="50"/>
                    </a:lnTo>
                    <a:lnTo>
                      <a:pt x="68" y="52"/>
                    </a:lnTo>
                    <a:lnTo>
                      <a:pt x="65" y="58"/>
                    </a:lnTo>
                    <a:lnTo>
                      <a:pt x="64" y="51"/>
                    </a:lnTo>
                    <a:cubicBezTo>
                      <a:pt x="62" y="42"/>
                      <a:pt x="60" y="32"/>
                      <a:pt x="59" y="24"/>
                    </a:cubicBezTo>
                    <a:lnTo>
                      <a:pt x="58" y="22"/>
                    </a:lnTo>
                    <a:lnTo>
                      <a:pt x="60" y="22"/>
                    </a:lnTo>
                    <a:cubicBezTo>
                      <a:pt x="75" y="15"/>
                      <a:pt x="90" y="8"/>
                      <a:pt x="103" y="2"/>
                    </a:cubicBezTo>
                    <a:lnTo>
                      <a:pt x="104" y="2"/>
                    </a:lnTo>
                    <a:lnTo>
                      <a:pt x="105" y="3"/>
                    </a:lnTo>
                    <a:cubicBezTo>
                      <a:pt x="111" y="11"/>
                      <a:pt x="117" y="19"/>
                      <a:pt x="122" y="26"/>
                    </a:cubicBezTo>
                    <a:lnTo>
                      <a:pt x="126" y="31"/>
                    </a:lnTo>
                    <a:lnTo>
                      <a:pt x="120" y="28"/>
                    </a:lnTo>
                    <a:lnTo>
                      <a:pt x="119" y="28"/>
                    </a:lnTo>
                    <a:lnTo>
                      <a:pt x="119" y="28"/>
                    </a:lnTo>
                    <a:lnTo>
                      <a:pt x="118" y="28"/>
                    </a:lnTo>
                    <a:lnTo>
                      <a:pt x="118" y="28"/>
                    </a:lnTo>
                    <a:lnTo>
                      <a:pt x="118" y="27"/>
                    </a:lnTo>
                    <a:lnTo>
                      <a:pt x="119" y="24"/>
                    </a:lnTo>
                    <a:cubicBezTo>
                      <a:pt x="120" y="24"/>
                      <a:pt x="120" y="24"/>
                      <a:pt x="120" y="25"/>
                    </a:cubicBezTo>
                    <a:lnTo>
                      <a:pt x="120" y="25"/>
                    </a:lnTo>
                    <a:lnTo>
                      <a:pt x="120" y="25"/>
                    </a:lnTo>
                    <a:lnTo>
                      <a:pt x="120" y="25"/>
                    </a:lnTo>
                    <a:cubicBezTo>
                      <a:pt x="120" y="25"/>
                      <a:pt x="120" y="24"/>
                      <a:pt x="120" y="25"/>
                    </a:cubicBezTo>
                    <a:lnTo>
                      <a:pt x="119" y="27"/>
                    </a:lnTo>
                    <a:lnTo>
                      <a:pt x="119" y="27"/>
                    </a:lnTo>
                    <a:lnTo>
                      <a:pt x="119" y="28"/>
                    </a:lnTo>
                    <a:lnTo>
                      <a:pt x="119" y="28"/>
                    </a:lnTo>
                    <a:lnTo>
                      <a:pt x="114" y="26"/>
                    </a:lnTo>
                    <a:lnTo>
                      <a:pt x="119" y="25"/>
                    </a:lnTo>
                    <a:lnTo>
                      <a:pt x="119" y="25"/>
                    </a:lnTo>
                    <a:cubicBezTo>
                      <a:pt x="129" y="23"/>
                      <a:pt x="140" y="23"/>
                      <a:pt x="149" y="24"/>
                    </a:cubicBezTo>
                    <a:lnTo>
                      <a:pt x="155" y="24"/>
                    </a:lnTo>
                    <a:lnTo>
                      <a:pt x="150" y="27"/>
                    </a:lnTo>
                    <a:lnTo>
                      <a:pt x="148" y="28"/>
                    </a:lnTo>
                    <a:lnTo>
                      <a:pt x="143" y="30"/>
                    </a:lnTo>
                    <a:lnTo>
                      <a:pt x="146" y="25"/>
                    </a:lnTo>
                    <a:cubicBezTo>
                      <a:pt x="152" y="17"/>
                      <a:pt x="157" y="9"/>
                      <a:pt x="162" y="2"/>
                    </a:cubicBezTo>
                    <a:lnTo>
                      <a:pt x="163" y="0"/>
                    </a:lnTo>
                    <a:lnTo>
                      <a:pt x="164" y="1"/>
                    </a:lnTo>
                    <a:cubicBezTo>
                      <a:pt x="179" y="7"/>
                      <a:pt x="195" y="13"/>
                      <a:pt x="208" y="18"/>
                    </a:cubicBezTo>
                    <a:lnTo>
                      <a:pt x="209" y="18"/>
                    </a:lnTo>
                    <a:lnTo>
                      <a:pt x="209" y="20"/>
                    </a:lnTo>
                    <a:cubicBezTo>
                      <a:pt x="208" y="30"/>
                      <a:pt x="206" y="39"/>
                      <a:pt x="205" y="48"/>
                    </a:cubicBezTo>
                    <a:lnTo>
                      <a:pt x="204" y="53"/>
                    </a:lnTo>
                    <a:lnTo>
                      <a:pt x="202" y="48"/>
                    </a:lnTo>
                    <a:lnTo>
                      <a:pt x="201" y="47"/>
                    </a:lnTo>
                    <a:lnTo>
                      <a:pt x="199" y="42"/>
                    </a:lnTo>
                    <a:lnTo>
                      <a:pt x="204" y="45"/>
                    </a:lnTo>
                    <a:cubicBezTo>
                      <a:pt x="212" y="51"/>
                      <a:pt x="220" y="59"/>
                      <a:pt x="226" y="66"/>
                    </a:cubicBezTo>
                    <a:lnTo>
                      <a:pt x="229" y="70"/>
                    </a:lnTo>
                    <a:lnTo>
                      <a:pt x="224" y="68"/>
                    </a:lnTo>
                    <a:lnTo>
                      <a:pt x="223" y="68"/>
                    </a:lnTo>
                    <a:lnTo>
                      <a:pt x="218" y="66"/>
                    </a:lnTo>
                    <a:lnTo>
                      <a:pt x="223" y="65"/>
                    </a:lnTo>
                    <a:cubicBezTo>
                      <a:pt x="233" y="63"/>
                      <a:pt x="242" y="61"/>
                      <a:pt x="251" y="60"/>
                    </a:cubicBezTo>
                    <a:lnTo>
                      <a:pt x="252" y="59"/>
                    </a:lnTo>
                    <a:lnTo>
                      <a:pt x="252" y="60"/>
                    </a:lnTo>
                    <a:cubicBezTo>
                      <a:pt x="259" y="75"/>
                      <a:pt x="265" y="90"/>
                      <a:pt x="271" y="103"/>
                    </a:cubicBezTo>
                    <a:lnTo>
                      <a:pt x="272" y="104"/>
                    </a:lnTo>
                    <a:lnTo>
                      <a:pt x="271" y="105"/>
                    </a:lnTo>
                    <a:cubicBezTo>
                      <a:pt x="263" y="111"/>
                      <a:pt x="255" y="117"/>
                      <a:pt x="248" y="122"/>
                    </a:cubicBezTo>
                    <a:lnTo>
                      <a:pt x="244" y="125"/>
                    </a:lnTo>
                    <a:lnTo>
                      <a:pt x="246" y="120"/>
                    </a:lnTo>
                    <a:lnTo>
                      <a:pt x="246" y="119"/>
                    </a:lnTo>
                    <a:lnTo>
                      <a:pt x="248" y="115"/>
                    </a:lnTo>
                    <a:lnTo>
                      <a:pt x="249" y="120"/>
                    </a:lnTo>
                    <a:cubicBezTo>
                      <a:pt x="251" y="130"/>
                      <a:pt x="251" y="141"/>
                      <a:pt x="250" y="150"/>
                    </a:cubicBezTo>
                    <a:lnTo>
                      <a:pt x="249" y="154"/>
                    </a:lnTo>
                    <a:lnTo>
                      <a:pt x="247" y="150"/>
                    </a:lnTo>
                    <a:lnTo>
                      <a:pt x="247" y="149"/>
                    </a:lnTo>
                    <a:lnTo>
                      <a:pt x="245" y="145"/>
                    </a:lnTo>
                    <a:lnTo>
                      <a:pt x="248" y="147"/>
                    </a:lnTo>
                    <a:cubicBezTo>
                      <a:pt x="257" y="153"/>
                      <a:pt x="265" y="158"/>
                      <a:pt x="272" y="163"/>
                    </a:cubicBezTo>
                    <a:lnTo>
                      <a:pt x="273" y="164"/>
                    </a:lnTo>
                    <a:lnTo>
                      <a:pt x="272" y="165"/>
                    </a:lnTo>
                    <a:cubicBezTo>
                      <a:pt x="266" y="180"/>
                      <a:pt x="260" y="194"/>
                      <a:pt x="255" y="208"/>
                    </a:cubicBezTo>
                    <a:lnTo>
                      <a:pt x="255" y="209"/>
                    </a:lnTo>
                    <a:lnTo>
                      <a:pt x="254" y="209"/>
                    </a:lnTo>
                    <a:cubicBezTo>
                      <a:pt x="244" y="207"/>
                      <a:pt x="235" y="206"/>
                      <a:pt x="226" y="204"/>
                    </a:cubicBezTo>
                    <a:lnTo>
                      <a:pt x="223" y="204"/>
                    </a:lnTo>
                    <a:lnTo>
                      <a:pt x="226" y="203"/>
                    </a:lnTo>
                    <a:lnTo>
                      <a:pt x="227" y="202"/>
                    </a:lnTo>
                    <a:lnTo>
                      <a:pt x="230" y="201"/>
                    </a:lnTo>
                    <a:lnTo>
                      <a:pt x="228" y="204"/>
                    </a:lnTo>
                    <a:cubicBezTo>
                      <a:pt x="222" y="212"/>
                      <a:pt x="215" y="219"/>
                      <a:pt x="207" y="225"/>
                    </a:cubicBezTo>
                    <a:lnTo>
                      <a:pt x="205" y="227"/>
                    </a:lnTo>
                    <a:lnTo>
                      <a:pt x="206" y="224"/>
                    </a:lnTo>
                    <a:lnTo>
                      <a:pt x="206" y="224"/>
                    </a:lnTo>
                    <a:lnTo>
                      <a:pt x="207" y="221"/>
                    </a:lnTo>
                    <a:lnTo>
                      <a:pt x="208" y="224"/>
                    </a:lnTo>
                    <a:cubicBezTo>
                      <a:pt x="210" y="234"/>
                      <a:pt x="211" y="243"/>
                      <a:pt x="213" y="251"/>
                    </a:cubicBezTo>
                    <a:lnTo>
                      <a:pt x="213" y="252"/>
                    </a:lnTo>
                    <a:lnTo>
                      <a:pt x="213" y="252"/>
                    </a:lnTo>
                    <a:cubicBezTo>
                      <a:pt x="195" y="259"/>
                      <a:pt x="181" y="265"/>
                      <a:pt x="170" y="270"/>
                    </a:cubicBezTo>
                    <a:lnTo>
                      <a:pt x="170" y="270"/>
                    </a:lnTo>
                    <a:lnTo>
                      <a:pt x="170" y="270"/>
                    </a:lnTo>
                    <a:cubicBezTo>
                      <a:pt x="165" y="263"/>
                      <a:pt x="161" y="257"/>
                      <a:pt x="158" y="253"/>
                    </a:cubicBezTo>
                    <a:cubicBezTo>
                      <a:pt x="157" y="251"/>
                      <a:pt x="156" y="250"/>
                      <a:pt x="155" y="249"/>
                    </a:cubicBezTo>
                    <a:cubicBezTo>
                      <a:pt x="154" y="248"/>
                      <a:pt x="154" y="247"/>
                      <a:pt x="154" y="247"/>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584" name="Google Shape;584;p16"/>
            <p:cNvSpPr/>
            <p:nvPr/>
          </p:nvSpPr>
          <p:spPr>
            <a:xfrm>
              <a:off x="8544623" y="-451649"/>
              <a:ext cx="896675" cy="896675"/>
            </a:xfrm>
            <a:custGeom>
              <a:rect b="b" l="l" r="r" t="t"/>
              <a:pathLst>
                <a:path extrusionOk="0" h="493" w="493">
                  <a:moveTo>
                    <a:pt x="92" y="112"/>
                  </a:moveTo>
                  <a:cubicBezTo>
                    <a:pt x="104" y="98"/>
                    <a:pt x="118" y="86"/>
                    <a:pt x="133" y="76"/>
                  </a:cubicBezTo>
                  <a:lnTo>
                    <a:pt x="128" y="26"/>
                  </a:lnTo>
                  <a:lnTo>
                    <a:pt x="206" y="0"/>
                  </a:lnTo>
                  <a:lnTo>
                    <a:pt x="232" y="42"/>
                  </a:lnTo>
                  <a:cubicBezTo>
                    <a:pt x="250" y="41"/>
                    <a:pt x="269" y="42"/>
                    <a:pt x="286" y="46"/>
                  </a:cubicBezTo>
                  <a:lnTo>
                    <a:pt x="318" y="7"/>
                  </a:lnTo>
                  <a:lnTo>
                    <a:pt x="392" y="44"/>
                  </a:lnTo>
                  <a:lnTo>
                    <a:pt x="381" y="92"/>
                  </a:lnTo>
                  <a:cubicBezTo>
                    <a:pt x="395" y="104"/>
                    <a:pt x="406" y="118"/>
                    <a:pt x="416" y="133"/>
                  </a:cubicBezTo>
                  <a:lnTo>
                    <a:pt x="466" y="128"/>
                  </a:lnTo>
                  <a:lnTo>
                    <a:pt x="493" y="206"/>
                  </a:lnTo>
                  <a:lnTo>
                    <a:pt x="450" y="233"/>
                  </a:lnTo>
                  <a:cubicBezTo>
                    <a:pt x="451" y="250"/>
                    <a:pt x="450" y="269"/>
                    <a:pt x="447" y="287"/>
                  </a:cubicBezTo>
                  <a:lnTo>
                    <a:pt x="486" y="318"/>
                  </a:lnTo>
                  <a:lnTo>
                    <a:pt x="449" y="393"/>
                  </a:lnTo>
                  <a:lnTo>
                    <a:pt x="400" y="381"/>
                  </a:lnTo>
                  <a:cubicBezTo>
                    <a:pt x="388" y="395"/>
                    <a:pt x="374" y="407"/>
                    <a:pt x="360" y="416"/>
                  </a:cubicBezTo>
                  <a:lnTo>
                    <a:pt x="365" y="466"/>
                  </a:lnTo>
                  <a:lnTo>
                    <a:pt x="286" y="493"/>
                  </a:lnTo>
                  <a:lnTo>
                    <a:pt x="260" y="450"/>
                  </a:lnTo>
                  <a:cubicBezTo>
                    <a:pt x="242" y="452"/>
                    <a:pt x="224" y="450"/>
                    <a:pt x="206" y="447"/>
                  </a:cubicBezTo>
                  <a:lnTo>
                    <a:pt x="174" y="486"/>
                  </a:lnTo>
                  <a:lnTo>
                    <a:pt x="100" y="449"/>
                  </a:lnTo>
                  <a:lnTo>
                    <a:pt x="112" y="400"/>
                  </a:lnTo>
                  <a:cubicBezTo>
                    <a:pt x="98" y="388"/>
                    <a:pt x="86" y="375"/>
                    <a:pt x="76" y="360"/>
                  </a:cubicBezTo>
                  <a:lnTo>
                    <a:pt x="26" y="365"/>
                  </a:lnTo>
                  <a:lnTo>
                    <a:pt x="0" y="286"/>
                  </a:lnTo>
                  <a:lnTo>
                    <a:pt x="42" y="260"/>
                  </a:lnTo>
                  <a:cubicBezTo>
                    <a:pt x="41" y="242"/>
                    <a:pt x="42" y="224"/>
                    <a:pt x="46" y="206"/>
                  </a:cubicBezTo>
                  <a:lnTo>
                    <a:pt x="7" y="174"/>
                  </a:lnTo>
                  <a:lnTo>
                    <a:pt x="43" y="100"/>
                  </a:lnTo>
                  <a:lnTo>
                    <a:pt x="92" y="112"/>
                  </a:lnTo>
                  <a:moveTo>
                    <a:pt x="168" y="204"/>
                  </a:moveTo>
                  <a:cubicBezTo>
                    <a:pt x="146" y="248"/>
                    <a:pt x="164" y="301"/>
                    <a:pt x="209" y="323"/>
                  </a:cubicBezTo>
                  <a:cubicBezTo>
                    <a:pt x="253" y="344"/>
                    <a:pt x="306" y="326"/>
                    <a:pt x="328" y="282"/>
                  </a:cubicBezTo>
                  <a:cubicBezTo>
                    <a:pt x="349" y="238"/>
                    <a:pt x="331" y="185"/>
                    <a:pt x="287" y="163"/>
                  </a:cubicBezTo>
                  <a:cubicBezTo>
                    <a:pt x="243" y="141"/>
                    <a:pt x="190" y="159"/>
                    <a:pt x="168" y="204"/>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85" name="Google Shape;585;p16"/>
            <p:cNvSpPr/>
            <p:nvPr/>
          </p:nvSpPr>
          <p:spPr>
            <a:xfrm>
              <a:off x="7816037" y="4709575"/>
              <a:ext cx="807169" cy="807166"/>
            </a:xfrm>
            <a:custGeom>
              <a:rect b="b" l="l" r="r" t="t"/>
              <a:pathLst>
                <a:path extrusionOk="0" h="443" w="443">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586" name="Google Shape;586;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587" name="Shape 587"/>
        <p:cNvGrpSpPr/>
        <p:nvPr/>
      </p:nvGrpSpPr>
      <p:grpSpPr>
        <a:xfrm>
          <a:off x="0" y="0"/>
          <a:ext cx="0" cy="0"/>
          <a:chOff x="0" y="0"/>
          <a:chExt cx="0" cy="0"/>
        </a:xfrm>
      </p:grpSpPr>
      <p:sp>
        <p:nvSpPr>
          <p:cNvPr id="588" name="Google Shape;588;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89" name="Google Shape;589;p17"/>
          <p:cNvSpPr txBox="1"/>
          <p:nvPr>
            <p:ph idx="1" type="subTitle"/>
          </p:nvPr>
        </p:nvSpPr>
        <p:spPr>
          <a:xfrm>
            <a:off x="1710425" y="1958450"/>
            <a:ext cx="27366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90" name="Google Shape;590;p17"/>
          <p:cNvSpPr txBox="1"/>
          <p:nvPr>
            <p:ph idx="2" type="subTitle"/>
          </p:nvPr>
        </p:nvSpPr>
        <p:spPr>
          <a:xfrm>
            <a:off x="5696152" y="1958450"/>
            <a:ext cx="27366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91" name="Google Shape;591;p17"/>
          <p:cNvSpPr txBox="1"/>
          <p:nvPr>
            <p:ph idx="3" type="subTitle"/>
          </p:nvPr>
        </p:nvSpPr>
        <p:spPr>
          <a:xfrm>
            <a:off x="1710425" y="3565300"/>
            <a:ext cx="27366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92" name="Google Shape;592;p17"/>
          <p:cNvSpPr txBox="1"/>
          <p:nvPr>
            <p:ph idx="4" type="subTitle"/>
          </p:nvPr>
        </p:nvSpPr>
        <p:spPr>
          <a:xfrm>
            <a:off x="5696152" y="3565300"/>
            <a:ext cx="27366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93" name="Google Shape;593;p17"/>
          <p:cNvSpPr txBox="1"/>
          <p:nvPr>
            <p:ph idx="5" type="subTitle"/>
          </p:nvPr>
        </p:nvSpPr>
        <p:spPr>
          <a:xfrm>
            <a:off x="1710426" y="1649250"/>
            <a:ext cx="2736600" cy="420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594" name="Google Shape;594;p17"/>
          <p:cNvSpPr txBox="1"/>
          <p:nvPr>
            <p:ph idx="6" type="subTitle"/>
          </p:nvPr>
        </p:nvSpPr>
        <p:spPr>
          <a:xfrm>
            <a:off x="1710426" y="3256125"/>
            <a:ext cx="2736600" cy="420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595" name="Google Shape;595;p17"/>
          <p:cNvSpPr txBox="1"/>
          <p:nvPr>
            <p:ph idx="7" type="subTitle"/>
          </p:nvPr>
        </p:nvSpPr>
        <p:spPr>
          <a:xfrm>
            <a:off x="5696127" y="1649250"/>
            <a:ext cx="2736600" cy="420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596" name="Google Shape;596;p17"/>
          <p:cNvSpPr txBox="1"/>
          <p:nvPr>
            <p:ph idx="8" type="subTitle"/>
          </p:nvPr>
        </p:nvSpPr>
        <p:spPr>
          <a:xfrm>
            <a:off x="5696127" y="3256125"/>
            <a:ext cx="2736600" cy="420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grpSp>
        <p:nvGrpSpPr>
          <p:cNvPr id="597" name="Google Shape;597;p17"/>
          <p:cNvGrpSpPr/>
          <p:nvPr/>
        </p:nvGrpSpPr>
        <p:grpSpPr>
          <a:xfrm>
            <a:off x="8685438" y="257187"/>
            <a:ext cx="1864286" cy="2073133"/>
            <a:chOff x="8685438" y="257187"/>
            <a:chExt cx="1864286" cy="2073133"/>
          </a:xfrm>
        </p:grpSpPr>
        <p:grpSp>
          <p:nvGrpSpPr>
            <p:cNvPr id="598" name="Google Shape;598;p17"/>
            <p:cNvGrpSpPr/>
            <p:nvPr/>
          </p:nvGrpSpPr>
          <p:grpSpPr>
            <a:xfrm>
              <a:off x="8795082" y="1612434"/>
              <a:ext cx="1754642" cy="717886"/>
              <a:chOff x="-1340531" y="3895472"/>
              <a:chExt cx="1754642" cy="717886"/>
            </a:xfrm>
          </p:grpSpPr>
          <p:sp>
            <p:nvSpPr>
              <p:cNvPr id="599" name="Google Shape;599;p17"/>
              <p:cNvSpPr/>
              <p:nvPr/>
            </p:nvSpPr>
            <p:spPr>
              <a:xfrm>
                <a:off x="-1340525" y="3895472"/>
                <a:ext cx="1754637" cy="717886"/>
              </a:xfrm>
              <a:custGeom>
                <a:rect b="b" l="l" r="r" t="t"/>
                <a:pathLst>
                  <a:path extrusionOk="0" h="394" w="963">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00" name="Google Shape;600;p17"/>
              <p:cNvSpPr/>
              <p:nvPr/>
            </p:nvSpPr>
            <p:spPr>
              <a:xfrm>
                <a:off x="-1340531" y="3989303"/>
                <a:ext cx="1749170" cy="5466"/>
              </a:xfrm>
              <a:custGeom>
                <a:rect b="b" l="l" r="r" t="t"/>
                <a:pathLst>
                  <a:path extrusionOk="0" h="3" w="96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01" name="Google Shape;601;p17"/>
              <p:cNvSpPr/>
              <p:nvPr/>
            </p:nvSpPr>
            <p:spPr>
              <a:xfrm>
                <a:off x="-1291336" y="3936463"/>
                <a:ext cx="23687" cy="25509"/>
              </a:xfrm>
              <a:custGeom>
                <a:rect b="b" l="l" r="r" t="t"/>
                <a:pathLst>
                  <a:path extrusionOk="0" h="14" w="13">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02" name="Google Shape;602;p17"/>
              <p:cNvSpPr/>
              <p:nvPr/>
            </p:nvSpPr>
            <p:spPr>
              <a:xfrm>
                <a:off x="-1249428" y="3936463"/>
                <a:ext cx="25509" cy="25509"/>
              </a:xfrm>
              <a:custGeom>
                <a:rect b="b" l="l" r="r" t="t"/>
                <a:pathLst>
                  <a:path extrusionOk="0" h="14" w="14">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03" name="Google Shape;603;p17"/>
              <p:cNvSpPr/>
              <p:nvPr/>
            </p:nvSpPr>
            <p:spPr>
              <a:xfrm>
                <a:off x="-1205699" y="3936463"/>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04" name="Google Shape;604;p17"/>
              <p:cNvSpPr/>
              <p:nvPr/>
            </p:nvSpPr>
            <p:spPr>
              <a:xfrm>
                <a:off x="-1214111" y="4086569"/>
                <a:ext cx="422716" cy="422714"/>
              </a:xfrm>
              <a:custGeom>
                <a:rect b="b" l="l" r="r" t="t"/>
                <a:pathLst>
                  <a:path extrusionOk="0" h="232" w="232">
                    <a:moveTo>
                      <a:pt x="0" y="0"/>
                    </a:moveTo>
                    <a:lnTo>
                      <a:pt x="232" y="0"/>
                    </a:lnTo>
                    <a:lnTo>
                      <a:pt x="232" y="232"/>
                    </a:lnTo>
                    <a:lnTo>
                      <a:pt x="0" y="232"/>
                    </a:lnTo>
                    <a:lnTo>
                      <a:pt x="0" y="0"/>
                    </a:lnTo>
                    <a:close/>
                  </a:path>
                </a:pathLst>
              </a:custGeom>
              <a:solidFill>
                <a:schemeClr val="accent2"/>
              </a:solidFill>
              <a:ln>
                <a:noFill/>
              </a:ln>
            </p:spPr>
            <p:txBody>
              <a:bodyPr anchorCtr="1" anchor="ctr" bIns="38500" lIns="90000" spcFirstLastPara="1" rIns="90000" wrap="square" tIns="385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05" name="Google Shape;605;p17"/>
              <p:cNvSpPr/>
              <p:nvPr/>
            </p:nvSpPr>
            <p:spPr>
              <a:xfrm>
                <a:off x="-681493" y="4344218"/>
                <a:ext cx="972976" cy="5466"/>
              </a:xfrm>
              <a:custGeom>
                <a:rect b="b" l="l" r="r" t="t"/>
                <a:pathLst>
                  <a:path extrusionOk="0" h="3" w="534">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06" name="Google Shape;606;p17"/>
              <p:cNvSpPr/>
              <p:nvPr/>
            </p:nvSpPr>
            <p:spPr>
              <a:xfrm>
                <a:off x="-681493" y="4429855"/>
                <a:ext cx="972976" cy="5466"/>
              </a:xfrm>
              <a:custGeom>
                <a:rect b="b" l="l" r="r" t="t"/>
                <a:pathLst>
                  <a:path extrusionOk="0" h="3" w="534">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07" name="Google Shape;607;p17"/>
              <p:cNvSpPr/>
              <p:nvPr/>
            </p:nvSpPr>
            <p:spPr>
              <a:xfrm>
                <a:off x="-335303" y="4517313"/>
                <a:ext cx="626786" cy="3644"/>
              </a:xfrm>
              <a:custGeom>
                <a:rect b="b" l="l" r="r" t="t"/>
                <a:pathLst>
                  <a:path extrusionOk="0" h="2" w="344">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08" name="Google Shape;608;p17"/>
              <p:cNvSpPr/>
              <p:nvPr/>
            </p:nvSpPr>
            <p:spPr>
              <a:xfrm>
                <a:off x="-428227" y="41172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09" name="Google Shape;609;p17"/>
              <p:cNvSpPr/>
              <p:nvPr/>
            </p:nvSpPr>
            <p:spPr>
              <a:xfrm>
                <a:off x="-428227" y="41955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10" name="Google Shape;610;p17"/>
              <p:cNvSpPr/>
              <p:nvPr/>
            </p:nvSpPr>
            <p:spPr>
              <a:xfrm>
                <a:off x="-133055" y="42720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611" name="Google Shape;611;p17"/>
            <p:cNvGrpSpPr/>
            <p:nvPr/>
          </p:nvGrpSpPr>
          <p:grpSpPr>
            <a:xfrm>
              <a:off x="8685438" y="257187"/>
              <a:ext cx="1550567" cy="1051320"/>
              <a:chOff x="-872012" y="2723887"/>
              <a:chExt cx="1550567" cy="1051320"/>
            </a:xfrm>
          </p:grpSpPr>
          <p:sp>
            <p:nvSpPr>
              <p:cNvPr id="612" name="Google Shape;612;p17"/>
              <p:cNvSpPr/>
              <p:nvPr/>
            </p:nvSpPr>
            <p:spPr>
              <a:xfrm>
                <a:off x="-872012" y="2723887"/>
                <a:ext cx="1550567" cy="1051320"/>
              </a:xfrm>
              <a:custGeom>
                <a:rect b="b" l="l" r="r" t="t"/>
                <a:pathLst>
                  <a:path extrusionOk="0" h="577" w="851">
                    <a:moveTo>
                      <a:pt x="850" y="576"/>
                    </a:moveTo>
                    <a:cubicBezTo>
                      <a:pt x="850" y="576"/>
                      <a:pt x="850" y="572"/>
                      <a:pt x="850" y="565"/>
                    </a:cubicBezTo>
                    <a:cubicBezTo>
                      <a:pt x="850" y="558"/>
                      <a:pt x="850" y="548"/>
                      <a:pt x="850" y="535"/>
                    </a:cubicBezTo>
                    <a:cubicBezTo>
                      <a:pt x="850" y="508"/>
                      <a:pt x="850" y="469"/>
                      <a:pt x="850" y="420"/>
                    </a:cubicBezTo>
                    <a:cubicBezTo>
                      <a:pt x="849" y="320"/>
                      <a:pt x="849" y="177"/>
                      <a:pt x="849" y="2"/>
                    </a:cubicBezTo>
                    <a:lnTo>
                      <a:pt x="850" y="3"/>
                    </a:lnTo>
                    <a:cubicBezTo>
                      <a:pt x="616" y="3"/>
                      <a:pt x="321" y="3"/>
                      <a:pt x="1" y="3"/>
                    </a:cubicBezTo>
                    <a:lnTo>
                      <a:pt x="1" y="3"/>
                    </a:lnTo>
                    <a:lnTo>
                      <a:pt x="3" y="2"/>
                    </a:lnTo>
                    <a:cubicBezTo>
                      <a:pt x="3" y="206"/>
                      <a:pt x="3" y="401"/>
                      <a:pt x="3" y="576"/>
                    </a:cubicBezTo>
                    <a:lnTo>
                      <a:pt x="1" y="574"/>
                    </a:lnTo>
                    <a:cubicBezTo>
                      <a:pt x="251" y="574"/>
                      <a:pt x="463" y="575"/>
                      <a:pt x="613" y="575"/>
                    </a:cubicBezTo>
                    <a:cubicBezTo>
                      <a:pt x="688" y="575"/>
                      <a:pt x="747" y="575"/>
                      <a:pt x="788" y="575"/>
                    </a:cubicBezTo>
                    <a:cubicBezTo>
                      <a:pt x="808" y="575"/>
                      <a:pt x="823" y="575"/>
                      <a:pt x="834" y="576"/>
                    </a:cubicBezTo>
                    <a:cubicBezTo>
                      <a:pt x="839" y="576"/>
                      <a:pt x="843" y="576"/>
                      <a:pt x="846" y="576"/>
                    </a:cubicBezTo>
                    <a:cubicBezTo>
                      <a:pt x="849" y="576"/>
                      <a:pt x="850" y="576"/>
                      <a:pt x="850" y="576"/>
                    </a:cubicBezTo>
                    <a:cubicBezTo>
                      <a:pt x="850" y="576"/>
                      <a:pt x="849" y="576"/>
                      <a:pt x="846" y="576"/>
                    </a:cubicBezTo>
                    <a:cubicBezTo>
                      <a:pt x="844" y="576"/>
                      <a:pt x="840" y="576"/>
                      <a:pt x="834" y="576"/>
                    </a:cubicBezTo>
                    <a:cubicBezTo>
                      <a:pt x="824" y="576"/>
                      <a:pt x="808" y="576"/>
                      <a:pt x="788" y="576"/>
                    </a:cubicBezTo>
                    <a:cubicBezTo>
                      <a:pt x="748" y="576"/>
                      <a:pt x="689" y="576"/>
                      <a:pt x="614" y="576"/>
                    </a:cubicBezTo>
                    <a:cubicBezTo>
                      <a:pt x="464" y="577"/>
                      <a:pt x="251" y="577"/>
                      <a:pt x="1" y="577"/>
                    </a:cubicBezTo>
                    <a:lnTo>
                      <a:pt x="0" y="577"/>
                    </a:lnTo>
                    <a:lnTo>
                      <a:pt x="0" y="576"/>
                    </a:lnTo>
                    <a:cubicBezTo>
                      <a:pt x="0" y="401"/>
                      <a:pt x="0" y="206"/>
                      <a:pt x="0" y="2"/>
                    </a:cubicBezTo>
                    <a:lnTo>
                      <a:pt x="0" y="0"/>
                    </a:lnTo>
                    <a:lnTo>
                      <a:pt x="1" y="0"/>
                    </a:lnTo>
                    <a:cubicBezTo>
                      <a:pt x="321" y="0"/>
                      <a:pt x="616" y="1"/>
                      <a:pt x="850" y="1"/>
                    </a:cubicBezTo>
                    <a:lnTo>
                      <a:pt x="851" y="1"/>
                    </a:lnTo>
                    <a:lnTo>
                      <a:pt x="851" y="2"/>
                    </a:lnTo>
                    <a:cubicBezTo>
                      <a:pt x="851" y="177"/>
                      <a:pt x="851" y="320"/>
                      <a:pt x="851" y="420"/>
                    </a:cubicBezTo>
                    <a:cubicBezTo>
                      <a:pt x="851" y="470"/>
                      <a:pt x="851" y="509"/>
                      <a:pt x="850" y="535"/>
                    </a:cubicBezTo>
                    <a:cubicBezTo>
                      <a:pt x="850" y="549"/>
                      <a:pt x="850" y="559"/>
                      <a:pt x="850" y="565"/>
                    </a:cubicBezTo>
                    <a:cubicBezTo>
                      <a:pt x="850" y="572"/>
                      <a:pt x="850" y="576"/>
                      <a:pt x="850" y="576"/>
                    </a:cubicBez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13" name="Google Shape;613;p17"/>
              <p:cNvSpPr/>
              <p:nvPr/>
            </p:nvSpPr>
            <p:spPr>
              <a:xfrm>
                <a:off x="-870190" y="2818634"/>
                <a:ext cx="1545101" cy="5466"/>
              </a:xfrm>
              <a:custGeom>
                <a:rect b="b" l="l" r="r" t="t"/>
                <a:pathLst>
                  <a:path extrusionOk="0" h="3" w="848">
                    <a:moveTo>
                      <a:pt x="0" y="1"/>
                    </a:moveTo>
                    <a:cubicBezTo>
                      <a:pt x="0" y="0"/>
                      <a:pt x="190" y="0"/>
                      <a:pt x="424" y="0"/>
                    </a:cubicBezTo>
                    <a:cubicBezTo>
                      <a:pt x="658" y="0"/>
                      <a:pt x="848" y="0"/>
                      <a:pt x="848" y="1"/>
                    </a:cubicBezTo>
                    <a:cubicBezTo>
                      <a:pt x="848" y="2"/>
                      <a:pt x="658" y="3"/>
                      <a:pt x="424" y="3"/>
                    </a:cubicBezTo>
                    <a:cubicBezTo>
                      <a:pt x="189" y="3"/>
                      <a:pt x="0" y="2"/>
                      <a:pt x="0" y="1"/>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14" name="Google Shape;614;p17"/>
              <p:cNvSpPr/>
              <p:nvPr/>
            </p:nvSpPr>
            <p:spPr>
              <a:xfrm>
                <a:off x="-833749" y="2760328"/>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15" name="Google Shape;615;p17"/>
              <p:cNvSpPr/>
              <p:nvPr/>
            </p:nvSpPr>
            <p:spPr>
              <a:xfrm>
                <a:off x="-791842" y="2760328"/>
                <a:ext cx="25509" cy="25509"/>
              </a:xfrm>
              <a:custGeom>
                <a:rect b="b" l="l" r="r" t="t"/>
                <a:pathLst>
                  <a:path extrusionOk="0" h="14" w="14">
                    <a:moveTo>
                      <a:pt x="14" y="7"/>
                    </a:moveTo>
                    <a:cubicBezTo>
                      <a:pt x="14" y="8"/>
                      <a:pt x="14" y="10"/>
                      <a:pt x="13" y="11"/>
                    </a:cubicBezTo>
                    <a:cubicBezTo>
                      <a:pt x="12" y="12"/>
                      <a:pt x="12" y="12"/>
                      <a:pt x="11"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1" y="1"/>
                    </a:cubicBezTo>
                    <a:cubicBezTo>
                      <a:pt x="13" y="1"/>
                      <a:pt x="12"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16" name="Google Shape;616;p17"/>
              <p:cNvSpPr/>
              <p:nvPr/>
            </p:nvSpPr>
            <p:spPr>
              <a:xfrm>
                <a:off x="-749935" y="2760328"/>
                <a:ext cx="25509" cy="25509"/>
              </a:xfrm>
              <a:custGeom>
                <a:rect b="b" l="l" r="r" t="t"/>
                <a:pathLst>
                  <a:path extrusionOk="0" h="14" w="14">
                    <a:moveTo>
                      <a:pt x="14" y="7"/>
                    </a:moveTo>
                    <a:cubicBezTo>
                      <a:pt x="14" y="8"/>
                      <a:pt x="14" y="10"/>
                      <a:pt x="13" y="11"/>
                    </a:cubicBezTo>
                    <a:cubicBezTo>
                      <a:pt x="12" y="12"/>
                      <a:pt x="11" y="12"/>
                      <a:pt x="10"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0" y="1"/>
                    </a:cubicBezTo>
                    <a:cubicBezTo>
                      <a:pt x="11" y="1"/>
                      <a:pt x="12"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17" name="Google Shape;617;p17"/>
              <p:cNvSpPr/>
              <p:nvPr/>
            </p:nvSpPr>
            <p:spPr>
              <a:xfrm>
                <a:off x="-737180" y="2929779"/>
                <a:ext cx="413606" cy="415426"/>
              </a:xfrm>
              <a:custGeom>
                <a:rect b="b" l="l" r="r" t="t"/>
                <a:pathLst>
                  <a:path extrusionOk="0" h="228" w="227">
                    <a:moveTo>
                      <a:pt x="0" y="0"/>
                    </a:moveTo>
                    <a:lnTo>
                      <a:pt x="227" y="0"/>
                    </a:lnTo>
                    <a:lnTo>
                      <a:pt x="227" y="228"/>
                    </a:lnTo>
                    <a:lnTo>
                      <a:pt x="0" y="228"/>
                    </a:lnTo>
                    <a:lnTo>
                      <a:pt x="0" y="0"/>
                    </a:lnTo>
                    <a:close/>
                  </a:path>
                </a:pathLst>
              </a:custGeom>
              <a:solidFill>
                <a:schemeClr val="accent2"/>
              </a:solidFill>
              <a:ln>
                <a:noFill/>
              </a:ln>
            </p:spPr>
            <p:txBody>
              <a:bodyPr anchorCtr="1" anchor="ctr" bIns="37075" lIns="90000" spcFirstLastPara="1" rIns="90000" wrap="square" tIns="370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18" name="Google Shape;618;p17"/>
              <p:cNvSpPr/>
              <p:nvPr/>
            </p:nvSpPr>
            <p:spPr>
              <a:xfrm>
                <a:off x="-749922"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19" name="Google Shape;619;p17"/>
              <p:cNvSpPr/>
              <p:nvPr/>
            </p:nvSpPr>
            <p:spPr>
              <a:xfrm>
                <a:off x="-398266"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0" name="Google Shape;620;p17"/>
              <p:cNvSpPr/>
              <p:nvPr/>
            </p:nvSpPr>
            <p:spPr>
              <a:xfrm>
                <a:off x="-46610"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1" name="Google Shape;621;p17"/>
              <p:cNvSpPr/>
              <p:nvPr/>
            </p:nvSpPr>
            <p:spPr>
              <a:xfrm>
                <a:off x="305046"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2" name="Google Shape;622;p17"/>
              <p:cNvSpPr/>
              <p:nvPr/>
            </p:nvSpPr>
            <p:spPr>
              <a:xfrm>
                <a:off x="-215912" y="31841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3" name="Google Shape;623;p17"/>
              <p:cNvSpPr/>
              <p:nvPr/>
            </p:nvSpPr>
            <p:spPr>
              <a:xfrm>
                <a:off x="-215912" y="32624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4" name="Google Shape;624;p17"/>
              <p:cNvSpPr/>
              <p:nvPr/>
            </p:nvSpPr>
            <p:spPr>
              <a:xfrm>
                <a:off x="-215912" y="33389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625" name="Google Shape;625;p17"/>
          <p:cNvGrpSpPr/>
          <p:nvPr/>
        </p:nvGrpSpPr>
        <p:grpSpPr>
          <a:xfrm>
            <a:off x="-110481" y="-179977"/>
            <a:ext cx="8691573" cy="5474520"/>
            <a:chOff x="-110481" y="-179977"/>
            <a:chExt cx="8691573" cy="5474520"/>
          </a:xfrm>
        </p:grpSpPr>
        <p:grpSp>
          <p:nvGrpSpPr>
            <p:cNvPr id="626" name="Google Shape;626;p17"/>
            <p:cNvGrpSpPr/>
            <p:nvPr/>
          </p:nvGrpSpPr>
          <p:grpSpPr>
            <a:xfrm rot="5400000">
              <a:off x="8057254" y="43225"/>
              <a:ext cx="747041" cy="300637"/>
              <a:chOff x="7676966" y="144400"/>
              <a:chExt cx="747041" cy="300637"/>
            </a:xfrm>
          </p:grpSpPr>
          <p:sp>
            <p:nvSpPr>
              <p:cNvPr id="627" name="Google Shape;627;p17"/>
              <p:cNvSpPr/>
              <p:nvPr/>
            </p:nvSpPr>
            <p:spPr>
              <a:xfrm>
                <a:off x="8360235" y="144400"/>
                <a:ext cx="63772" cy="63772"/>
              </a:xfrm>
              <a:custGeom>
                <a:rect b="b" l="l" r="r" t="t"/>
                <a:pathLst>
                  <a:path extrusionOk="0" h="35" w="35">
                    <a:moveTo>
                      <a:pt x="17" y="0"/>
                    </a:moveTo>
                    <a:cubicBezTo>
                      <a:pt x="27" y="0"/>
                      <a:pt x="35" y="7"/>
                      <a:pt x="35" y="17"/>
                    </a:cubicBezTo>
                    <a:cubicBezTo>
                      <a:pt x="35" y="26"/>
                      <a:pt x="26" y="35"/>
                      <a:pt x="17" y="35"/>
                    </a:cubicBezTo>
                    <a:cubicBezTo>
                      <a:pt x="7" y="35"/>
                      <a:pt x="0" y="26"/>
                      <a:pt x="0" y="17"/>
                    </a:cubicBezTo>
                    <a:cubicBezTo>
                      <a:pt x="0" y="7"/>
                      <a:pt x="8" y="0"/>
                      <a:pt x="17" y="0"/>
                    </a:cubicBez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628" name="Google Shape;628;p17"/>
              <p:cNvSpPr/>
              <p:nvPr/>
            </p:nvSpPr>
            <p:spPr>
              <a:xfrm>
                <a:off x="7676966" y="173553"/>
                <a:ext cx="723355" cy="271485"/>
              </a:xfrm>
              <a:custGeom>
                <a:rect b="b" l="l" r="r" t="t"/>
                <a:pathLst>
                  <a:path extrusionOk="0" h="149" w="397">
                    <a:moveTo>
                      <a:pt x="397" y="0"/>
                    </a:moveTo>
                    <a:lnTo>
                      <a:pt x="397" y="97"/>
                    </a:lnTo>
                    <a:cubicBezTo>
                      <a:pt x="397" y="125"/>
                      <a:pt x="374" y="149"/>
                      <a:pt x="345" y="149"/>
                    </a:cubicBezTo>
                    <a:lnTo>
                      <a:pt x="51" y="149"/>
                    </a:lnTo>
                    <a:cubicBezTo>
                      <a:pt x="23" y="149"/>
                      <a:pt x="0" y="125"/>
                      <a:pt x="0" y="97"/>
                    </a:cubicBezTo>
                    <a:lnTo>
                      <a:pt x="0" y="12"/>
                    </a:lnTo>
                    <a:lnTo>
                      <a:pt x="6" y="12"/>
                    </a:lnTo>
                    <a:lnTo>
                      <a:pt x="6" y="97"/>
                    </a:lnTo>
                    <a:cubicBezTo>
                      <a:pt x="6" y="122"/>
                      <a:pt x="27" y="142"/>
                      <a:pt x="51" y="142"/>
                    </a:cubicBezTo>
                    <a:lnTo>
                      <a:pt x="345" y="142"/>
                    </a:lnTo>
                    <a:cubicBezTo>
                      <a:pt x="370" y="142"/>
                      <a:pt x="390" y="122"/>
                      <a:pt x="390" y="97"/>
                    </a:cubicBezTo>
                    <a:lnTo>
                      <a:pt x="390" y="0"/>
                    </a:lnTo>
                    <a:lnTo>
                      <a:pt x="397" y="0"/>
                    </a:lnTo>
                    <a:close/>
                  </a:path>
                </a:pathLst>
              </a:custGeom>
              <a:solidFill>
                <a:schemeClr val="lt2"/>
              </a:solidFill>
              <a:ln>
                <a:noFill/>
              </a:ln>
            </p:spPr>
            <p:txBody>
              <a:bodyPr anchorCtr="1" anchor="ctr" bIns="8625" lIns="90000" spcFirstLastPara="1" rIns="90000" wrap="square" tIns="86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629" name="Google Shape;629;p17"/>
            <p:cNvGrpSpPr/>
            <p:nvPr/>
          </p:nvGrpSpPr>
          <p:grpSpPr>
            <a:xfrm>
              <a:off x="-110481" y="4410851"/>
              <a:ext cx="728821" cy="883693"/>
              <a:chOff x="-110481" y="4410851"/>
              <a:chExt cx="728821" cy="883693"/>
            </a:xfrm>
          </p:grpSpPr>
          <p:grpSp>
            <p:nvGrpSpPr>
              <p:cNvPr id="630" name="Google Shape;630;p17"/>
              <p:cNvGrpSpPr/>
              <p:nvPr/>
            </p:nvGrpSpPr>
            <p:grpSpPr>
              <a:xfrm flipH="1">
                <a:off x="-110481" y="4959287"/>
                <a:ext cx="521107" cy="335256"/>
                <a:chOff x="488808" y="2271112"/>
                <a:chExt cx="521107" cy="335256"/>
              </a:xfrm>
            </p:grpSpPr>
            <p:sp>
              <p:nvSpPr>
                <p:cNvPr id="631" name="Google Shape;631;p17"/>
                <p:cNvSpPr/>
                <p:nvPr/>
              </p:nvSpPr>
              <p:spPr>
                <a:xfrm>
                  <a:off x="488808" y="2271112"/>
                  <a:ext cx="61950" cy="67416"/>
                </a:xfrm>
                <a:custGeom>
                  <a:rect b="b" l="l" r="r" t="t"/>
                  <a:pathLst>
                    <a:path extrusionOk="0" h="37" w="34">
                      <a:moveTo>
                        <a:pt x="0" y="19"/>
                      </a:moveTo>
                      <a:cubicBezTo>
                        <a:pt x="0" y="9"/>
                        <a:pt x="7" y="0"/>
                        <a:pt x="17" y="0"/>
                      </a:cubicBezTo>
                      <a:cubicBezTo>
                        <a:pt x="26" y="0"/>
                        <a:pt x="34" y="9"/>
                        <a:pt x="34" y="19"/>
                      </a:cubicBezTo>
                      <a:cubicBezTo>
                        <a:pt x="34" y="29"/>
                        <a:pt x="26" y="37"/>
                        <a:pt x="17" y="37"/>
                      </a:cubicBezTo>
                      <a:cubicBezTo>
                        <a:pt x="7" y="37"/>
                        <a:pt x="0" y="29"/>
                        <a:pt x="0" y="19"/>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632" name="Google Shape;632;p17"/>
                <p:cNvSpPr/>
                <p:nvPr/>
              </p:nvSpPr>
              <p:spPr>
                <a:xfrm>
                  <a:off x="519783" y="2298443"/>
                  <a:ext cx="490132" cy="307926"/>
                </a:xfrm>
                <a:custGeom>
                  <a:rect b="b" l="l" r="r" t="t"/>
                  <a:pathLst>
                    <a:path extrusionOk="0" h="169" w="269">
                      <a:moveTo>
                        <a:pt x="0" y="0"/>
                      </a:moveTo>
                      <a:lnTo>
                        <a:pt x="58" y="0"/>
                      </a:lnTo>
                      <a:cubicBezTo>
                        <a:pt x="111" y="0"/>
                        <a:pt x="154" y="46"/>
                        <a:pt x="154" y="102"/>
                      </a:cubicBezTo>
                      <a:cubicBezTo>
                        <a:pt x="154" y="139"/>
                        <a:pt x="156" y="162"/>
                        <a:pt x="187" y="162"/>
                      </a:cubicBezTo>
                      <a:lnTo>
                        <a:pt x="269" y="162"/>
                      </a:lnTo>
                      <a:lnTo>
                        <a:pt x="269" y="169"/>
                      </a:lnTo>
                      <a:lnTo>
                        <a:pt x="187" y="169"/>
                      </a:lnTo>
                      <a:cubicBezTo>
                        <a:pt x="148" y="169"/>
                        <a:pt x="148" y="134"/>
                        <a:pt x="148" y="102"/>
                      </a:cubicBezTo>
                      <a:cubicBezTo>
                        <a:pt x="148" y="50"/>
                        <a:pt x="108" y="7"/>
                        <a:pt x="58" y="7"/>
                      </a:cubicBezTo>
                      <a:lnTo>
                        <a:pt x="0" y="7"/>
                      </a:lnTo>
                      <a:lnTo>
                        <a:pt x="0" y="0"/>
                      </a:lnTo>
                      <a:close/>
                    </a:path>
                  </a:pathLst>
                </a:custGeom>
                <a:solidFill>
                  <a:schemeClr val="dk1"/>
                </a:solidFill>
                <a:ln>
                  <a:noFill/>
                </a:ln>
              </p:spPr>
              <p:txBody>
                <a:bodyPr anchorCtr="1" anchor="ctr" bIns="15825" lIns="90000" spcFirstLastPara="1" rIns="90000" wrap="square" tIns="158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
            <p:nvSpPr>
              <p:cNvPr id="633" name="Google Shape;633;p17"/>
              <p:cNvSpPr/>
              <p:nvPr/>
            </p:nvSpPr>
            <p:spPr>
              <a:xfrm flipH="1">
                <a:off x="170115" y="4410851"/>
                <a:ext cx="448225" cy="448223"/>
              </a:xfrm>
              <a:custGeom>
                <a:rect b="b" l="l" r="r" t="t"/>
                <a:pathLst>
                  <a:path extrusionOk="0" h="246" w="246">
                    <a:moveTo>
                      <a:pt x="123" y="246"/>
                    </a:moveTo>
                    <a:lnTo>
                      <a:pt x="169" y="246"/>
                    </a:lnTo>
                    <a:cubicBezTo>
                      <a:pt x="211" y="246"/>
                      <a:pt x="246" y="212"/>
                      <a:pt x="246" y="170"/>
                    </a:cubicBezTo>
                    <a:lnTo>
                      <a:pt x="246" y="76"/>
                    </a:lnTo>
                    <a:cubicBezTo>
                      <a:pt x="246" y="34"/>
                      <a:pt x="211" y="0"/>
                      <a:pt x="169" y="0"/>
                    </a:cubicBezTo>
                    <a:lnTo>
                      <a:pt x="76" y="0"/>
                    </a:lnTo>
                    <a:cubicBezTo>
                      <a:pt x="34" y="0"/>
                      <a:pt x="0" y="34"/>
                      <a:pt x="0" y="76"/>
                    </a:cubicBezTo>
                    <a:lnTo>
                      <a:pt x="0" y="170"/>
                    </a:lnTo>
                    <a:cubicBezTo>
                      <a:pt x="0" y="212"/>
                      <a:pt x="34" y="246"/>
                      <a:pt x="76" y="246"/>
                    </a:cubicBezTo>
                    <a:lnTo>
                      <a:pt x="123" y="246"/>
                    </a:lnTo>
                    <a:close/>
                  </a:path>
                </a:pathLst>
              </a:custGeom>
              <a:solidFill>
                <a:schemeClr val="accent2"/>
              </a:solidFill>
              <a:ln>
                <a:noFill/>
              </a:ln>
            </p:spPr>
            <p:txBody>
              <a:bodyPr anchorCtr="1" anchor="ctr" bIns="43550" lIns="90000" spcFirstLastPara="1" rIns="90000" wrap="square" tIns="435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34" name="Google Shape;634;p17"/>
              <p:cNvSpPr/>
              <p:nvPr/>
            </p:nvSpPr>
            <p:spPr>
              <a:xfrm flipH="1">
                <a:off x="310413" y="4589412"/>
                <a:ext cx="158519" cy="18220"/>
              </a:xfrm>
              <a:custGeom>
                <a:rect b="b" l="l" r="r" t="t"/>
                <a:pathLst>
                  <a:path extrusionOk="0" h="10" w="87">
                    <a:moveTo>
                      <a:pt x="0" y="0"/>
                    </a:moveTo>
                    <a:lnTo>
                      <a:pt x="87" y="0"/>
                    </a:lnTo>
                    <a:lnTo>
                      <a:pt x="87" y="10"/>
                    </a:lnTo>
                    <a:lnTo>
                      <a:pt x="0" y="10"/>
                    </a:lnTo>
                    <a:lnTo>
                      <a:pt x="0" y="0"/>
                    </a:ln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35" name="Google Shape;635;p17"/>
              <p:cNvSpPr/>
              <p:nvPr/>
            </p:nvSpPr>
            <p:spPr>
              <a:xfrm flipH="1">
                <a:off x="310413" y="4629497"/>
                <a:ext cx="158519" cy="18220"/>
              </a:xfrm>
              <a:custGeom>
                <a:rect b="b" l="l" r="r" t="t"/>
                <a:pathLst>
                  <a:path extrusionOk="0" h="10" w="87">
                    <a:moveTo>
                      <a:pt x="0" y="0"/>
                    </a:moveTo>
                    <a:lnTo>
                      <a:pt x="87" y="0"/>
                    </a:lnTo>
                    <a:lnTo>
                      <a:pt x="87" y="10"/>
                    </a:lnTo>
                    <a:lnTo>
                      <a:pt x="0" y="10"/>
                    </a:lnTo>
                    <a:lnTo>
                      <a:pt x="0" y="0"/>
                    </a:ln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36" name="Google Shape;636;p17"/>
              <p:cNvSpPr/>
              <p:nvPr/>
            </p:nvSpPr>
            <p:spPr>
              <a:xfrm flipH="1">
                <a:off x="310413" y="4669582"/>
                <a:ext cx="158519" cy="18220"/>
              </a:xfrm>
              <a:custGeom>
                <a:rect b="b" l="l" r="r" t="t"/>
                <a:pathLst>
                  <a:path extrusionOk="0" h="10" w="87">
                    <a:moveTo>
                      <a:pt x="0" y="0"/>
                    </a:moveTo>
                    <a:lnTo>
                      <a:pt x="87" y="0"/>
                    </a:lnTo>
                    <a:lnTo>
                      <a:pt x="87" y="10"/>
                    </a:lnTo>
                    <a:lnTo>
                      <a:pt x="0" y="10"/>
                    </a:lnTo>
                    <a:lnTo>
                      <a:pt x="0" y="0"/>
                    </a:ln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637" name="Google Shape;637;p17"/>
          <p:cNvGrpSpPr/>
          <p:nvPr/>
        </p:nvGrpSpPr>
        <p:grpSpPr>
          <a:xfrm rot="4500040">
            <a:off x="-41687" y="313978"/>
            <a:ext cx="862723" cy="686639"/>
            <a:chOff x="163587" y="135917"/>
            <a:chExt cx="862749" cy="686659"/>
          </a:xfrm>
        </p:grpSpPr>
        <p:sp>
          <p:nvSpPr>
            <p:cNvPr id="638" name="Google Shape;638;p17"/>
            <p:cNvSpPr/>
            <p:nvPr/>
          </p:nvSpPr>
          <p:spPr>
            <a:xfrm>
              <a:off x="490652" y="288717"/>
              <a:ext cx="535683" cy="533859"/>
            </a:xfrm>
            <a:custGeom>
              <a:rect b="b" l="l" r="r" t="t"/>
              <a:pathLst>
                <a:path extrusionOk="0" h="293" w="294">
                  <a:moveTo>
                    <a:pt x="166" y="268"/>
                  </a:moveTo>
                  <a:cubicBezTo>
                    <a:pt x="156" y="269"/>
                    <a:pt x="145" y="270"/>
                    <a:pt x="134" y="269"/>
                  </a:cubicBezTo>
                  <a:lnTo>
                    <a:pt x="117" y="293"/>
                  </a:lnTo>
                  <a:lnTo>
                    <a:pt x="71" y="276"/>
                  </a:lnTo>
                  <a:lnTo>
                    <a:pt x="75" y="246"/>
                  </a:lnTo>
                  <a:cubicBezTo>
                    <a:pt x="67" y="240"/>
                    <a:pt x="59" y="232"/>
                    <a:pt x="52" y="224"/>
                  </a:cubicBezTo>
                  <a:lnTo>
                    <a:pt x="22" y="229"/>
                  </a:lnTo>
                  <a:lnTo>
                    <a:pt x="2" y="184"/>
                  </a:lnTo>
                  <a:lnTo>
                    <a:pt x="26" y="166"/>
                  </a:lnTo>
                  <a:cubicBezTo>
                    <a:pt x="24" y="155"/>
                    <a:pt x="24" y="144"/>
                    <a:pt x="25" y="134"/>
                  </a:cubicBezTo>
                  <a:lnTo>
                    <a:pt x="0" y="117"/>
                  </a:lnTo>
                  <a:lnTo>
                    <a:pt x="18" y="71"/>
                  </a:lnTo>
                  <a:lnTo>
                    <a:pt x="48" y="75"/>
                  </a:lnTo>
                  <a:cubicBezTo>
                    <a:pt x="54" y="66"/>
                    <a:pt x="62" y="58"/>
                    <a:pt x="70" y="51"/>
                  </a:cubicBezTo>
                  <a:lnTo>
                    <a:pt x="64" y="22"/>
                  </a:lnTo>
                  <a:lnTo>
                    <a:pt x="110" y="2"/>
                  </a:lnTo>
                  <a:lnTo>
                    <a:pt x="128" y="26"/>
                  </a:lnTo>
                  <a:cubicBezTo>
                    <a:pt x="139" y="24"/>
                    <a:pt x="150" y="24"/>
                    <a:pt x="160" y="25"/>
                  </a:cubicBezTo>
                  <a:lnTo>
                    <a:pt x="177" y="0"/>
                  </a:lnTo>
                  <a:lnTo>
                    <a:pt x="223" y="18"/>
                  </a:lnTo>
                  <a:lnTo>
                    <a:pt x="219" y="48"/>
                  </a:lnTo>
                  <a:cubicBezTo>
                    <a:pt x="228" y="54"/>
                    <a:pt x="236" y="61"/>
                    <a:pt x="242" y="70"/>
                  </a:cubicBezTo>
                  <a:lnTo>
                    <a:pt x="272" y="64"/>
                  </a:lnTo>
                  <a:lnTo>
                    <a:pt x="292" y="110"/>
                  </a:lnTo>
                  <a:lnTo>
                    <a:pt x="268" y="127"/>
                  </a:lnTo>
                  <a:cubicBezTo>
                    <a:pt x="270" y="138"/>
                    <a:pt x="270" y="149"/>
                    <a:pt x="269" y="160"/>
                  </a:cubicBezTo>
                  <a:lnTo>
                    <a:pt x="294" y="177"/>
                  </a:lnTo>
                  <a:lnTo>
                    <a:pt x="276" y="223"/>
                  </a:lnTo>
                  <a:lnTo>
                    <a:pt x="246" y="219"/>
                  </a:lnTo>
                  <a:cubicBezTo>
                    <a:pt x="240" y="227"/>
                    <a:pt x="232" y="235"/>
                    <a:pt x="224" y="242"/>
                  </a:cubicBezTo>
                  <a:lnTo>
                    <a:pt x="230" y="272"/>
                  </a:lnTo>
                  <a:lnTo>
                    <a:pt x="184" y="292"/>
                  </a:lnTo>
                  <a:lnTo>
                    <a:pt x="166" y="268"/>
                  </a:lnTo>
                  <a:moveTo>
                    <a:pt x="167" y="196"/>
                  </a:moveTo>
                  <a:cubicBezTo>
                    <a:pt x="194" y="184"/>
                    <a:pt x="206" y="153"/>
                    <a:pt x="194" y="126"/>
                  </a:cubicBezTo>
                  <a:cubicBezTo>
                    <a:pt x="182" y="99"/>
                    <a:pt x="150" y="87"/>
                    <a:pt x="123" y="99"/>
                  </a:cubicBezTo>
                  <a:cubicBezTo>
                    <a:pt x="97" y="111"/>
                    <a:pt x="84" y="142"/>
                    <a:pt x="96" y="169"/>
                  </a:cubicBezTo>
                  <a:cubicBezTo>
                    <a:pt x="108" y="196"/>
                    <a:pt x="140" y="208"/>
                    <a:pt x="167" y="196"/>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39" name="Google Shape;639;p17"/>
            <p:cNvSpPr/>
            <p:nvPr/>
          </p:nvSpPr>
          <p:spPr>
            <a:xfrm>
              <a:off x="163587" y="135917"/>
              <a:ext cx="275130" cy="276951"/>
            </a:xfrm>
            <a:custGeom>
              <a:rect b="b" l="l" r="r" t="t"/>
              <a:pathLst>
                <a:path extrusionOk="0" h="152" w="151">
                  <a:moveTo>
                    <a:pt x="85" y="139"/>
                  </a:moveTo>
                  <a:cubicBezTo>
                    <a:pt x="80" y="140"/>
                    <a:pt x="74" y="140"/>
                    <a:pt x="69" y="139"/>
                  </a:cubicBezTo>
                  <a:lnTo>
                    <a:pt x="60" y="152"/>
                  </a:lnTo>
                  <a:lnTo>
                    <a:pt x="36" y="143"/>
                  </a:lnTo>
                  <a:lnTo>
                    <a:pt x="38" y="128"/>
                  </a:lnTo>
                  <a:cubicBezTo>
                    <a:pt x="34" y="124"/>
                    <a:pt x="30" y="120"/>
                    <a:pt x="26" y="116"/>
                  </a:cubicBezTo>
                  <a:lnTo>
                    <a:pt x="11" y="119"/>
                  </a:lnTo>
                  <a:lnTo>
                    <a:pt x="0" y="96"/>
                  </a:lnTo>
                  <a:lnTo>
                    <a:pt x="13" y="86"/>
                  </a:lnTo>
                  <a:cubicBezTo>
                    <a:pt x="12" y="81"/>
                    <a:pt x="12" y="75"/>
                    <a:pt x="13" y="69"/>
                  </a:cubicBezTo>
                  <a:lnTo>
                    <a:pt x="0" y="61"/>
                  </a:lnTo>
                  <a:lnTo>
                    <a:pt x="9" y="37"/>
                  </a:lnTo>
                  <a:lnTo>
                    <a:pt x="24" y="39"/>
                  </a:lnTo>
                  <a:cubicBezTo>
                    <a:pt x="27" y="35"/>
                    <a:pt x="31" y="30"/>
                    <a:pt x="36" y="27"/>
                  </a:cubicBezTo>
                  <a:lnTo>
                    <a:pt x="33" y="12"/>
                  </a:lnTo>
                  <a:lnTo>
                    <a:pt x="56" y="1"/>
                  </a:lnTo>
                  <a:lnTo>
                    <a:pt x="66" y="14"/>
                  </a:lnTo>
                  <a:cubicBezTo>
                    <a:pt x="71" y="13"/>
                    <a:pt x="77" y="13"/>
                    <a:pt x="82" y="13"/>
                  </a:cubicBezTo>
                  <a:lnTo>
                    <a:pt x="91" y="0"/>
                  </a:lnTo>
                  <a:lnTo>
                    <a:pt x="115" y="10"/>
                  </a:lnTo>
                  <a:lnTo>
                    <a:pt x="113" y="25"/>
                  </a:lnTo>
                  <a:cubicBezTo>
                    <a:pt x="117" y="28"/>
                    <a:pt x="121" y="32"/>
                    <a:pt x="125" y="37"/>
                  </a:cubicBezTo>
                  <a:lnTo>
                    <a:pt x="140" y="34"/>
                  </a:lnTo>
                  <a:lnTo>
                    <a:pt x="151" y="57"/>
                  </a:lnTo>
                  <a:lnTo>
                    <a:pt x="138" y="66"/>
                  </a:lnTo>
                  <a:cubicBezTo>
                    <a:pt x="139" y="72"/>
                    <a:pt x="139" y="78"/>
                    <a:pt x="138" y="83"/>
                  </a:cubicBezTo>
                  <a:lnTo>
                    <a:pt x="151" y="92"/>
                  </a:lnTo>
                  <a:lnTo>
                    <a:pt x="142" y="116"/>
                  </a:lnTo>
                  <a:lnTo>
                    <a:pt x="127" y="114"/>
                  </a:lnTo>
                  <a:cubicBezTo>
                    <a:pt x="124" y="118"/>
                    <a:pt x="120" y="122"/>
                    <a:pt x="115" y="126"/>
                  </a:cubicBezTo>
                  <a:lnTo>
                    <a:pt x="118" y="141"/>
                  </a:lnTo>
                  <a:lnTo>
                    <a:pt x="95" y="151"/>
                  </a:lnTo>
                  <a:lnTo>
                    <a:pt x="85" y="139"/>
                  </a:lnTo>
                  <a:moveTo>
                    <a:pt x="86" y="102"/>
                  </a:moveTo>
                  <a:cubicBezTo>
                    <a:pt x="99" y="96"/>
                    <a:pt x="106" y="79"/>
                    <a:pt x="100" y="66"/>
                  </a:cubicBezTo>
                  <a:cubicBezTo>
                    <a:pt x="93" y="52"/>
                    <a:pt x="77" y="45"/>
                    <a:pt x="63" y="52"/>
                  </a:cubicBezTo>
                  <a:cubicBezTo>
                    <a:pt x="49" y="58"/>
                    <a:pt x="43" y="74"/>
                    <a:pt x="49" y="88"/>
                  </a:cubicBezTo>
                  <a:cubicBezTo>
                    <a:pt x="55" y="102"/>
                    <a:pt x="72" y="108"/>
                    <a:pt x="86" y="102"/>
                  </a:cubicBezTo>
                  <a:close/>
                </a:path>
              </a:pathLst>
            </a:custGeom>
            <a:solidFill>
              <a:schemeClr val="lt2"/>
            </a:solidFill>
            <a:ln>
              <a:noFill/>
            </a:ln>
          </p:spPr>
          <p:txBody>
            <a:bodyPr anchorCtr="1" anchor="ctr" bIns="9700" lIns="90000" spcFirstLastPara="1" rIns="90000" wrap="square" tIns="97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640" name="Google Shape;640;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641" name="Shape 641"/>
        <p:cNvGrpSpPr/>
        <p:nvPr/>
      </p:nvGrpSpPr>
      <p:grpSpPr>
        <a:xfrm>
          <a:off x="0" y="0"/>
          <a:ext cx="0" cy="0"/>
          <a:chOff x="0" y="0"/>
          <a:chExt cx="0" cy="0"/>
        </a:xfrm>
      </p:grpSpPr>
      <p:sp>
        <p:nvSpPr>
          <p:cNvPr id="642" name="Google Shape;642;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43" name="Google Shape;643;p18"/>
          <p:cNvSpPr txBox="1"/>
          <p:nvPr>
            <p:ph idx="1" type="subTitle"/>
          </p:nvPr>
        </p:nvSpPr>
        <p:spPr>
          <a:xfrm>
            <a:off x="725756" y="1710151"/>
            <a:ext cx="1986000" cy="110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44" name="Google Shape;644;p18"/>
          <p:cNvSpPr txBox="1"/>
          <p:nvPr>
            <p:ph idx="2" type="subTitle"/>
          </p:nvPr>
        </p:nvSpPr>
        <p:spPr>
          <a:xfrm>
            <a:off x="3579000" y="1710161"/>
            <a:ext cx="1986000" cy="110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45" name="Google Shape;645;p18"/>
          <p:cNvSpPr txBox="1"/>
          <p:nvPr>
            <p:ph idx="3" type="subTitle"/>
          </p:nvPr>
        </p:nvSpPr>
        <p:spPr>
          <a:xfrm>
            <a:off x="725756" y="3498800"/>
            <a:ext cx="1986000" cy="110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46" name="Google Shape;646;p18"/>
          <p:cNvSpPr txBox="1"/>
          <p:nvPr>
            <p:ph idx="4" type="subTitle"/>
          </p:nvPr>
        </p:nvSpPr>
        <p:spPr>
          <a:xfrm>
            <a:off x="3579000" y="3498800"/>
            <a:ext cx="1986000" cy="110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47" name="Google Shape;647;p18"/>
          <p:cNvSpPr txBox="1"/>
          <p:nvPr>
            <p:ph idx="5" type="subTitle"/>
          </p:nvPr>
        </p:nvSpPr>
        <p:spPr>
          <a:xfrm>
            <a:off x="6432244" y="1710161"/>
            <a:ext cx="1986000" cy="110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48" name="Google Shape;648;p18"/>
          <p:cNvSpPr txBox="1"/>
          <p:nvPr>
            <p:ph idx="6" type="subTitle"/>
          </p:nvPr>
        </p:nvSpPr>
        <p:spPr>
          <a:xfrm>
            <a:off x="6432244" y="3498800"/>
            <a:ext cx="1986000" cy="110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49" name="Google Shape;649;p18"/>
          <p:cNvSpPr txBox="1"/>
          <p:nvPr>
            <p:ph idx="7" type="subTitle"/>
          </p:nvPr>
        </p:nvSpPr>
        <p:spPr>
          <a:xfrm>
            <a:off x="729656" y="1136475"/>
            <a:ext cx="1978200" cy="653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None/>
              <a:defRPr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650" name="Google Shape;650;p18"/>
          <p:cNvSpPr txBox="1"/>
          <p:nvPr>
            <p:ph idx="8" type="subTitle"/>
          </p:nvPr>
        </p:nvSpPr>
        <p:spPr>
          <a:xfrm>
            <a:off x="3582900" y="1136484"/>
            <a:ext cx="1978200" cy="653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None/>
              <a:defRPr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651" name="Google Shape;651;p18"/>
          <p:cNvSpPr txBox="1"/>
          <p:nvPr>
            <p:ph idx="9" type="subTitle"/>
          </p:nvPr>
        </p:nvSpPr>
        <p:spPr>
          <a:xfrm>
            <a:off x="6436144" y="1136484"/>
            <a:ext cx="1978200" cy="653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None/>
              <a:defRPr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652" name="Google Shape;652;p18"/>
          <p:cNvSpPr txBox="1"/>
          <p:nvPr>
            <p:ph idx="13" type="subTitle"/>
          </p:nvPr>
        </p:nvSpPr>
        <p:spPr>
          <a:xfrm>
            <a:off x="725756" y="2922000"/>
            <a:ext cx="1986000" cy="653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None/>
              <a:defRPr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653" name="Google Shape;653;p18"/>
          <p:cNvSpPr txBox="1"/>
          <p:nvPr>
            <p:ph idx="14" type="subTitle"/>
          </p:nvPr>
        </p:nvSpPr>
        <p:spPr>
          <a:xfrm>
            <a:off x="3582900" y="2922000"/>
            <a:ext cx="1978200" cy="653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None/>
              <a:defRPr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654" name="Google Shape;654;p18"/>
          <p:cNvSpPr txBox="1"/>
          <p:nvPr>
            <p:ph idx="15" type="subTitle"/>
          </p:nvPr>
        </p:nvSpPr>
        <p:spPr>
          <a:xfrm>
            <a:off x="6436144" y="2922000"/>
            <a:ext cx="1978200" cy="653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None/>
              <a:defRPr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grpSp>
        <p:nvGrpSpPr>
          <p:cNvPr id="655" name="Google Shape;655;p18"/>
          <p:cNvGrpSpPr/>
          <p:nvPr/>
        </p:nvGrpSpPr>
        <p:grpSpPr>
          <a:xfrm>
            <a:off x="-467813" y="917813"/>
            <a:ext cx="9747761" cy="3844264"/>
            <a:chOff x="-467813" y="917813"/>
            <a:chExt cx="9747761" cy="3844264"/>
          </a:xfrm>
        </p:grpSpPr>
        <p:sp>
          <p:nvSpPr>
            <p:cNvPr id="656" name="Google Shape;656;p18"/>
            <p:cNvSpPr/>
            <p:nvPr/>
          </p:nvSpPr>
          <p:spPr>
            <a:xfrm>
              <a:off x="-467813" y="917813"/>
              <a:ext cx="807169" cy="807166"/>
            </a:xfrm>
            <a:custGeom>
              <a:rect b="b" l="l" r="r" t="t"/>
              <a:pathLst>
                <a:path extrusionOk="0" h="443" w="443">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657" name="Google Shape;657;p18"/>
            <p:cNvGrpSpPr/>
            <p:nvPr/>
          </p:nvGrpSpPr>
          <p:grpSpPr>
            <a:xfrm>
              <a:off x="8862698" y="4022921"/>
              <a:ext cx="417250" cy="417248"/>
              <a:chOff x="8892173" y="3448146"/>
              <a:chExt cx="417250" cy="417248"/>
            </a:xfrm>
          </p:grpSpPr>
          <p:sp>
            <p:nvSpPr>
              <p:cNvPr id="658" name="Google Shape;658;p18"/>
              <p:cNvSpPr/>
              <p:nvPr/>
            </p:nvSpPr>
            <p:spPr>
              <a:xfrm>
                <a:off x="9019717" y="3581155"/>
                <a:ext cx="154874" cy="153052"/>
              </a:xfrm>
              <a:custGeom>
                <a:rect b="b" l="l" r="r" t="t"/>
                <a:pathLst>
                  <a:path extrusionOk="0" h="84" w="85">
                    <a:moveTo>
                      <a:pt x="59" y="80"/>
                    </a:moveTo>
                    <a:cubicBezTo>
                      <a:pt x="59" y="80"/>
                      <a:pt x="59" y="81"/>
                      <a:pt x="57" y="81"/>
                    </a:cubicBezTo>
                    <a:cubicBezTo>
                      <a:pt x="56" y="82"/>
                      <a:pt x="53" y="83"/>
                      <a:pt x="50" y="84"/>
                    </a:cubicBezTo>
                    <a:cubicBezTo>
                      <a:pt x="44" y="85"/>
                      <a:pt x="33" y="85"/>
                      <a:pt x="23" y="80"/>
                    </a:cubicBezTo>
                    <a:cubicBezTo>
                      <a:pt x="12" y="74"/>
                      <a:pt x="2" y="62"/>
                      <a:pt x="0" y="46"/>
                    </a:cubicBezTo>
                    <a:cubicBezTo>
                      <a:pt x="0" y="38"/>
                      <a:pt x="1" y="29"/>
                      <a:pt x="6" y="22"/>
                    </a:cubicBezTo>
                    <a:cubicBezTo>
                      <a:pt x="10" y="14"/>
                      <a:pt x="17" y="8"/>
                      <a:pt x="25" y="4"/>
                    </a:cubicBezTo>
                    <a:cubicBezTo>
                      <a:pt x="34" y="0"/>
                      <a:pt x="43" y="-1"/>
                      <a:pt x="52" y="1"/>
                    </a:cubicBezTo>
                    <a:cubicBezTo>
                      <a:pt x="60" y="3"/>
                      <a:pt x="68" y="7"/>
                      <a:pt x="73" y="13"/>
                    </a:cubicBezTo>
                    <a:cubicBezTo>
                      <a:pt x="85" y="25"/>
                      <a:pt x="87" y="41"/>
                      <a:pt x="84" y="52"/>
                    </a:cubicBezTo>
                    <a:cubicBezTo>
                      <a:pt x="81" y="64"/>
                      <a:pt x="74" y="72"/>
                      <a:pt x="68" y="75"/>
                    </a:cubicBezTo>
                    <a:cubicBezTo>
                      <a:pt x="66" y="77"/>
                      <a:pt x="64" y="79"/>
                      <a:pt x="62" y="79"/>
                    </a:cubicBezTo>
                    <a:cubicBezTo>
                      <a:pt x="60" y="80"/>
                      <a:pt x="59" y="80"/>
                      <a:pt x="59" y="80"/>
                    </a:cubicBezTo>
                    <a:cubicBezTo>
                      <a:pt x="59" y="80"/>
                      <a:pt x="63" y="79"/>
                      <a:pt x="68" y="74"/>
                    </a:cubicBezTo>
                    <a:cubicBezTo>
                      <a:pt x="72" y="70"/>
                      <a:pt x="79" y="63"/>
                      <a:pt x="81" y="52"/>
                    </a:cubicBezTo>
                    <a:cubicBezTo>
                      <a:pt x="84" y="41"/>
                      <a:pt x="82" y="26"/>
                      <a:pt x="71" y="15"/>
                    </a:cubicBezTo>
                    <a:cubicBezTo>
                      <a:pt x="66" y="10"/>
                      <a:pt x="59" y="6"/>
                      <a:pt x="51" y="4"/>
                    </a:cubicBezTo>
                    <a:cubicBezTo>
                      <a:pt x="43" y="3"/>
                      <a:pt x="35" y="4"/>
                      <a:pt x="27" y="7"/>
                    </a:cubicBezTo>
                    <a:cubicBezTo>
                      <a:pt x="19" y="10"/>
                      <a:pt x="13" y="16"/>
                      <a:pt x="9" y="23"/>
                    </a:cubicBezTo>
                    <a:cubicBezTo>
                      <a:pt x="5" y="30"/>
                      <a:pt x="3" y="38"/>
                      <a:pt x="4" y="45"/>
                    </a:cubicBezTo>
                    <a:cubicBezTo>
                      <a:pt x="4" y="60"/>
                      <a:pt x="14" y="72"/>
                      <a:pt x="24" y="78"/>
                    </a:cubicBezTo>
                    <a:cubicBezTo>
                      <a:pt x="34" y="83"/>
                      <a:pt x="43" y="83"/>
                      <a:pt x="50" y="82"/>
                    </a:cubicBezTo>
                    <a:cubicBezTo>
                      <a:pt x="56" y="81"/>
                      <a:pt x="59" y="80"/>
                      <a:pt x="59" y="80"/>
                    </a:cubicBezTo>
                    <a:close/>
                  </a:path>
                </a:pathLst>
              </a:custGeom>
              <a:solidFill>
                <a:schemeClr val="dk2"/>
              </a:solidFill>
              <a:ln cap="flat" cmpd="sng" w="9525">
                <a:solidFill>
                  <a:schemeClr val="dk2"/>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59" name="Google Shape;659;p18"/>
              <p:cNvSpPr/>
              <p:nvPr/>
            </p:nvSpPr>
            <p:spPr>
              <a:xfrm>
                <a:off x="8892173" y="3448146"/>
                <a:ext cx="417250" cy="417248"/>
              </a:xfrm>
              <a:custGeom>
                <a:rect b="b" l="l" r="r" t="t"/>
                <a:pathLst>
                  <a:path extrusionOk="0" h="229" w="229">
                    <a:moveTo>
                      <a:pt x="129" y="208"/>
                    </a:moveTo>
                    <a:cubicBezTo>
                      <a:pt x="129" y="208"/>
                      <a:pt x="130" y="208"/>
                      <a:pt x="130" y="209"/>
                    </a:cubicBezTo>
                    <a:cubicBezTo>
                      <a:pt x="131" y="210"/>
                      <a:pt x="132" y="211"/>
                      <a:pt x="133" y="212"/>
                    </a:cubicBezTo>
                    <a:cubicBezTo>
                      <a:pt x="135" y="216"/>
                      <a:pt x="139" y="220"/>
                      <a:pt x="143" y="226"/>
                    </a:cubicBezTo>
                    <a:lnTo>
                      <a:pt x="143" y="226"/>
                    </a:lnTo>
                    <a:cubicBezTo>
                      <a:pt x="152" y="222"/>
                      <a:pt x="163" y="217"/>
                      <a:pt x="178" y="210"/>
                    </a:cubicBezTo>
                    <a:lnTo>
                      <a:pt x="177" y="211"/>
                    </a:lnTo>
                    <a:cubicBezTo>
                      <a:pt x="176" y="204"/>
                      <a:pt x="174" y="197"/>
                      <a:pt x="172" y="189"/>
                    </a:cubicBezTo>
                    <a:lnTo>
                      <a:pt x="172" y="188"/>
                    </a:lnTo>
                    <a:lnTo>
                      <a:pt x="173" y="188"/>
                    </a:lnTo>
                    <a:cubicBezTo>
                      <a:pt x="179" y="183"/>
                      <a:pt x="185" y="177"/>
                      <a:pt x="190" y="170"/>
                    </a:cubicBezTo>
                    <a:lnTo>
                      <a:pt x="190" y="169"/>
                    </a:lnTo>
                    <a:lnTo>
                      <a:pt x="191" y="169"/>
                    </a:lnTo>
                    <a:cubicBezTo>
                      <a:pt x="198" y="170"/>
                      <a:pt x="205" y="171"/>
                      <a:pt x="213" y="172"/>
                    </a:cubicBezTo>
                    <a:lnTo>
                      <a:pt x="212" y="173"/>
                    </a:lnTo>
                    <a:cubicBezTo>
                      <a:pt x="216" y="162"/>
                      <a:pt x="221" y="150"/>
                      <a:pt x="226" y="138"/>
                    </a:cubicBezTo>
                    <a:lnTo>
                      <a:pt x="226" y="139"/>
                    </a:lnTo>
                    <a:cubicBezTo>
                      <a:pt x="220" y="135"/>
                      <a:pt x="214" y="131"/>
                      <a:pt x="207" y="126"/>
                    </a:cubicBezTo>
                    <a:lnTo>
                      <a:pt x="206" y="126"/>
                    </a:lnTo>
                    <a:lnTo>
                      <a:pt x="206" y="125"/>
                    </a:lnTo>
                    <a:cubicBezTo>
                      <a:pt x="207" y="117"/>
                      <a:pt x="207" y="109"/>
                      <a:pt x="206" y="101"/>
                    </a:cubicBezTo>
                    <a:lnTo>
                      <a:pt x="206" y="100"/>
                    </a:lnTo>
                    <a:lnTo>
                      <a:pt x="206" y="99"/>
                    </a:lnTo>
                    <a:cubicBezTo>
                      <a:pt x="212" y="95"/>
                      <a:pt x="218" y="90"/>
                      <a:pt x="225" y="85"/>
                    </a:cubicBezTo>
                    <a:lnTo>
                      <a:pt x="224" y="87"/>
                    </a:lnTo>
                    <a:cubicBezTo>
                      <a:pt x="220" y="76"/>
                      <a:pt x="214" y="64"/>
                      <a:pt x="209" y="52"/>
                    </a:cubicBezTo>
                    <a:lnTo>
                      <a:pt x="211" y="53"/>
                    </a:lnTo>
                    <a:cubicBezTo>
                      <a:pt x="204" y="55"/>
                      <a:pt x="196" y="56"/>
                      <a:pt x="188" y="58"/>
                    </a:cubicBezTo>
                    <a:lnTo>
                      <a:pt x="187" y="58"/>
                    </a:lnTo>
                    <a:lnTo>
                      <a:pt x="187" y="57"/>
                    </a:lnTo>
                    <a:cubicBezTo>
                      <a:pt x="182" y="51"/>
                      <a:pt x="176" y="45"/>
                      <a:pt x="169" y="40"/>
                    </a:cubicBezTo>
                    <a:lnTo>
                      <a:pt x="168" y="40"/>
                    </a:lnTo>
                    <a:lnTo>
                      <a:pt x="168" y="39"/>
                    </a:lnTo>
                    <a:cubicBezTo>
                      <a:pt x="169" y="32"/>
                      <a:pt x="170" y="24"/>
                      <a:pt x="171" y="16"/>
                    </a:cubicBezTo>
                    <a:lnTo>
                      <a:pt x="172" y="18"/>
                    </a:lnTo>
                    <a:cubicBezTo>
                      <a:pt x="161" y="13"/>
                      <a:pt x="149" y="9"/>
                      <a:pt x="137" y="4"/>
                    </a:cubicBezTo>
                    <a:lnTo>
                      <a:pt x="139" y="3"/>
                    </a:lnTo>
                    <a:cubicBezTo>
                      <a:pt x="135" y="9"/>
                      <a:pt x="130" y="16"/>
                      <a:pt x="126" y="23"/>
                    </a:cubicBezTo>
                    <a:lnTo>
                      <a:pt x="125" y="23"/>
                    </a:lnTo>
                    <a:lnTo>
                      <a:pt x="124" y="23"/>
                    </a:lnTo>
                    <a:cubicBezTo>
                      <a:pt x="117" y="22"/>
                      <a:pt x="108" y="23"/>
                      <a:pt x="100" y="24"/>
                    </a:cubicBezTo>
                    <a:lnTo>
                      <a:pt x="100" y="24"/>
                    </a:lnTo>
                    <a:cubicBezTo>
                      <a:pt x="99" y="24"/>
                      <a:pt x="102" y="24"/>
                      <a:pt x="98" y="23"/>
                    </a:cubicBezTo>
                    <a:lnTo>
                      <a:pt x="98" y="23"/>
                    </a:lnTo>
                    <a:lnTo>
                      <a:pt x="98" y="23"/>
                    </a:lnTo>
                    <a:lnTo>
                      <a:pt x="98" y="23"/>
                    </a:lnTo>
                    <a:lnTo>
                      <a:pt x="98" y="23"/>
                    </a:lnTo>
                    <a:lnTo>
                      <a:pt x="97" y="22"/>
                    </a:lnTo>
                    <a:lnTo>
                      <a:pt x="97" y="21"/>
                    </a:lnTo>
                    <a:lnTo>
                      <a:pt x="95" y="19"/>
                    </a:lnTo>
                    <a:lnTo>
                      <a:pt x="91" y="14"/>
                    </a:lnTo>
                    <a:cubicBezTo>
                      <a:pt x="89" y="11"/>
                      <a:pt x="87" y="8"/>
                      <a:pt x="85" y="5"/>
                    </a:cubicBezTo>
                    <a:lnTo>
                      <a:pt x="87" y="5"/>
                    </a:lnTo>
                    <a:cubicBezTo>
                      <a:pt x="75" y="10"/>
                      <a:pt x="63" y="16"/>
                      <a:pt x="52" y="21"/>
                    </a:cubicBezTo>
                    <a:lnTo>
                      <a:pt x="53" y="19"/>
                    </a:lnTo>
                    <a:cubicBezTo>
                      <a:pt x="54" y="26"/>
                      <a:pt x="56" y="34"/>
                      <a:pt x="57" y="41"/>
                    </a:cubicBezTo>
                    <a:lnTo>
                      <a:pt x="57" y="42"/>
                    </a:lnTo>
                    <a:lnTo>
                      <a:pt x="57" y="43"/>
                    </a:lnTo>
                    <a:cubicBezTo>
                      <a:pt x="50" y="48"/>
                      <a:pt x="44" y="54"/>
                      <a:pt x="40" y="61"/>
                    </a:cubicBezTo>
                    <a:lnTo>
                      <a:pt x="39" y="61"/>
                    </a:lnTo>
                    <a:lnTo>
                      <a:pt x="38" y="61"/>
                    </a:lnTo>
                    <a:cubicBezTo>
                      <a:pt x="30" y="60"/>
                      <a:pt x="23" y="59"/>
                      <a:pt x="15" y="58"/>
                    </a:cubicBezTo>
                    <a:lnTo>
                      <a:pt x="17" y="57"/>
                    </a:lnTo>
                    <a:cubicBezTo>
                      <a:pt x="12" y="69"/>
                      <a:pt x="8" y="81"/>
                      <a:pt x="3" y="93"/>
                    </a:cubicBezTo>
                    <a:lnTo>
                      <a:pt x="3" y="91"/>
                    </a:lnTo>
                    <a:cubicBezTo>
                      <a:pt x="9" y="95"/>
                      <a:pt x="16" y="99"/>
                      <a:pt x="22" y="104"/>
                    </a:cubicBezTo>
                    <a:lnTo>
                      <a:pt x="23" y="104"/>
                    </a:lnTo>
                    <a:lnTo>
                      <a:pt x="22" y="105"/>
                    </a:lnTo>
                    <a:cubicBezTo>
                      <a:pt x="22" y="113"/>
                      <a:pt x="22" y="122"/>
                      <a:pt x="23" y="129"/>
                    </a:cubicBezTo>
                    <a:lnTo>
                      <a:pt x="23" y="130"/>
                    </a:lnTo>
                    <a:lnTo>
                      <a:pt x="22" y="131"/>
                    </a:lnTo>
                    <a:cubicBezTo>
                      <a:pt x="16" y="136"/>
                      <a:pt x="10" y="140"/>
                      <a:pt x="4" y="145"/>
                    </a:cubicBezTo>
                    <a:lnTo>
                      <a:pt x="4" y="143"/>
                    </a:lnTo>
                    <a:cubicBezTo>
                      <a:pt x="10" y="155"/>
                      <a:pt x="15" y="167"/>
                      <a:pt x="20" y="178"/>
                    </a:cubicBezTo>
                    <a:lnTo>
                      <a:pt x="18" y="177"/>
                    </a:lnTo>
                    <a:cubicBezTo>
                      <a:pt x="26" y="176"/>
                      <a:pt x="34" y="174"/>
                      <a:pt x="41" y="173"/>
                    </a:cubicBezTo>
                    <a:lnTo>
                      <a:pt x="42" y="173"/>
                    </a:lnTo>
                    <a:lnTo>
                      <a:pt x="42" y="173"/>
                    </a:lnTo>
                    <a:cubicBezTo>
                      <a:pt x="48" y="180"/>
                      <a:pt x="54" y="186"/>
                      <a:pt x="60" y="190"/>
                    </a:cubicBezTo>
                    <a:lnTo>
                      <a:pt x="60" y="191"/>
                    </a:lnTo>
                    <a:lnTo>
                      <a:pt x="60" y="191"/>
                    </a:lnTo>
                    <a:cubicBezTo>
                      <a:pt x="59" y="200"/>
                      <a:pt x="58" y="207"/>
                      <a:pt x="57" y="214"/>
                    </a:cubicBezTo>
                    <a:lnTo>
                      <a:pt x="56" y="213"/>
                    </a:lnTo>
                    <a:cubicBezTo>
                      <a:pt x="70" y="219"/>
                      <a:pt x="82" y="223"/>
                      <a:pt x="92" y="227"/>
                    </a:cubicBezTo>
                    <a:lnTo>
                      <a:pt x="91" y="227"/>
                    </a:lnTo>
                    <a:cubicBezTo>
                      <a:pt x="96" y="220"/>
                      <a:pt x="100" y="213"/>
                      <a:pt x="104" y="208"/>
                    </a:cubicBezTo>
                    <a:lnTo>
                      <a:pt x="104" y="208"/>
                    </a:lnTo>
                    <a:lnTo>
                      <a:pt x="104" y="208"/>
                    </a:lnTo>
                    <a:cubicBezTo>
                      <a:pt x="113" y="209"/>
                      <a:pt x="119" y="209"/>
                      <a:pt x="123" y="208"/>
                    </a:cubicBezTo>
                    <a:cubicBezTo>
                      <a:pt x="125" y="208"/>
                      <a:pt x="126" y="208"/>
                      <a:pt x="128" y="208"/>
                    </a:cubicBezTo>
                    <a:cubicBezTo>
                      <a:pt x="129" y="208"/>
                      <a:pt x="129" y="208"/>
                      <a:pt x="129" y="208"/>
                    </a:cubicBezTo>
                    <a:lnTo>
                      <a:pt x="128" y="208"/>
                    </a:lnTo>
                    <a:cubicBezTo>
                      <a:pt x="127" y="209"/>
                      <a:pt x="125" y="209"/>
                      <a:pt x="123" y="209"/>
                    </a:cubicBezTo>
                    <a:cubicBezTo>
                      <a:pt x="119" y="209"/>
                      <a:pt x="113" y="210"/>
                      <a:pt x="104" y="209"/>
                    </a:cubicBezTo>
                    <a:lnTo>
                      <a:pt x="105" y="209"/>
                    </a:lnTo>
                    <a:cubicBezTo>
                      <a:pt x="101" y="214"/>
                      <a:pt x="97" y="221"/>
                      <a:pt x="92" y="228"/>
                    </a:cubicBezTo>
                    <a:lnTo>
                      <a:pt x="92" y="229"/>
                    </a:lnTo>
                    <a:lnTo>
                      <a:pt x="91" y="228"/>
                    </a:lnTo>
                    <a:cubicBezTo>
                      <a:pt x="81" y="225"/>
                      <a:pt x="69" y="220"/>
                      <a:pt x="56" y="215"/>
                    </a:cubicBezTo>
                    <a:lnTo>
                      <a:pt x="55" y="215"/>
                    </a:lnTo>
                    <a:lnTo>
                      <a:pt x="55" y="214"/>
                    </a:lnTo>
                    <a:cubicBezTo>
                      <a:pt x="56" y="207"/>
                      <a:pt x="57" y="199"/>
                      <a:pt x="58" y="191"/>
                    </a:cubicBezTo>
                    <a:lnTo>
                      <a:pt x="59" y="192"/>
                    </a:lnTo>
                    <a:cubicBezTo>
                      <a:pt x="52" y="187"/>
                      <a:pt x="46" y="182"/>
                      <a:pt x="40" y="175"/>
                    </a:cubicBezTo>
                    <a:lnTo>
                      <a:pt x="41" y="175"/>
                    </a:lnTo>
                    <a:cubicBezTo>
                      <a:pt x="34" y="177"/>
                      <a:pt x="27" y="178"/>
                      <a:pt x="19" y="180"/>
                    </a:cubicBezTo>
                    <a:lnTo>
                      <a:pt x="18" y="180"/>
                    </a:lnTo>
                    <a:lnTo>
                      <a:pt x="17" y="179"/>
                    </a:lnTo>
                    <a:cubicBezTo>
                      <a:pt x="12" y="168"/>
                      <a:pt x="7" y="156"/>
                      <a:pt x="2" y="144"/>
                    </a:cubicBezTo>
                    <a:lnTo>
                      <a:pt x="1" y="143"/>
                    </a:lnTo>
                    <a:lnTo>
                      <a:pt x="2" y="142"/>
                    </a:lnTo>
                    <a:cubicBezTo>
                      <a:pt x="8" y="138"/>
                      <a:pt x="14" y="133"/>
                      <a:pt x="21" y="129"/>
                    </a:cubicBezTo>
                    <a:lnTo>
                      <a:pt x="20" y="130"/>
                    </a:lnTo>
                    <a:cubicBezTo>
                      <a:pt x="19" y="122"/>
                      <a:pt x="18" y="113"/>
                      <a:pt x="19" y="105"/>
                    </a:cubicBezTo>
                    <a:lnTo>
                      <a:pt x="20" y="106"/>
                    </a:lnTo>
                    <a:cubicBezTo>
                      <a:pt x="14" y="102"/>
                      <a:pt x="7" y="98"/>
                      <a:pt x="1" y="93"/>
                    </a:cubicBezTo>
                    <a:lnTo>
                      <a:pt x="0" y="93"/>
                    </a:lnTo>
                    <a:lnTo>
                      <a:pt x="0" y="92"/>
                    </a:lnTo>
                    <a:cubicBezTo>
                      <a:pt x="5" y="80"/>
                      <a:pt x="9" y="68"/>
                      <a:pt x="14" y="56"/>
                    </a:cubicBezTo>
                    <a:lnTo>
                      <a:pt x="14" y="55"/>
                    </a:lnTo>
                    <a:lnTo>
                      <a:pt x="16" y="55"/>
                    </a:lnTo>
                    <a:cubicBezTo>
                      <a:pt x="23" y="56"/>
                      <a:pt x="31" y="57"/>
                      <a:pt x="39" y="58"/>
                    </a:cubicBezTo>
                    <a:lnTo>
                      <a:pt x="37" y="59"/>
                    </a:lnTo>
                    <a:cubicBezTo>
                      <a:pt x="42" y="52"/>
                      <a:pt x="48" y="46"/>
                      <a:pt x="54" y="40"/>
                    </a:cubicBezTo>
                    <a:lnTo>
                      <a:pt x="54" y="42"/>
                    </a:lnTo>
                    <a:cubicBezTo>
                      <a:pt x="52" y="35"/>
                      <a:pt x="51" y="27"/>
                      <a:pt x="49" y="19"/>
                    </a:cubicBezTo>
                    <a:lnTo>
                      <a:pt x="49" y="18"/>
                    </a:lnTo>
                    <a:lnTo>
                      <a:pt x="50" y="18"/>
                    </a:lnTo>
                    <a:cubicBezTo>
                      <a:pt x="62" y="13"/>
                      <a:pt x="74" y="7"/>
                      <a:pt x="85" y="2"/>
                    </a:cubicBezTo>
                    <a:lnTo>
                      <a:pt x="87" y="2"/>
                    </a:lnTo>
                    <a:lnTo>
                      <a:pt x="87" y="3"/>
                    </a:lnTo>
                    <a:cubicBezTo>
                      <a:pt x="90" y="6"/>
                      <a:pt x="92" y="9"/>
                      <a:pt x="94" y="12"/>
                    </a:cubicBezTo>
                    <a:lnTo>
                      <a:pt x="98" y="17"/>
                    </a:lnTo>
                    <a:lnTo>
                      <a:pt x="99" y="19"/>
                    </a:lnTo>
                    <a:lnTo>
                      <a:pt x="100" y="20"/>
                    </a:lnTo>
                    <a:lnTo>
                      <a:pt x="101" y="21"/>
                    </a:lnTo>
                    <a:lnTo>
                      <a:pt x="101" y="21"/>
                    </a:lnTo>
                    <a:lnTo>
                      <a:pt x="101" y="21"/>
                    </a:lnTo>
                    <a:lnTo>
                      <a:pt x="101" y="21"/>
                    </a:lnTo>
                    <a:lnTo>
                      <a:pt x="101" y="21"/>
                    </a:lnTo>
                    <a:lnTo>
                      <a:pt x="101" y="21"/>
                    </a:lnTo>
                    <a:cubicBezTo>
                      <a:pt x="98" y="20"/>
                      <a:pt x="100" y="21"/>
                      <a:pt x="99" y="21"/>
                    </a:cubicBezTo>
                    <a:lnTo>
                      <a:pt x="99" y="21"/>
                    </a:lnTo>
                    <a:cubicBezTo>
                      <a:pt x="108" y="19"/>
                      <a:pt x="117" y="19"/>
                      <a:pt x="125" y="20"/>
                    </a:cubicBezTo>
                    <a:lnTo>
                      <a:pt x="123" y="21"/>
                    </a:lnTo>
                    <a:cubicBezTo>
                      <a:pt x="128" y="14"/>
                      <a:pt x="132" y="8"/>
                      <a:pt x="136" y="2"/>
                    </a:cubicBezTo>
                    <a:lnTo>
                      <a:pt x="137" y="0"/>
                    </a:lnTo>
                    <a:lnTo>
                      <a:pt x="138" y="1"/>
                    </a:lnTo>
                    <a:cubicBezTo>
                      <a:pt x="150" y="6"/>
                      <a:pt x="162" y="10"/>
                      <a:pt x="174" y="15"/>
                    </a:cubicBezTo>
                    <a:lnTo>
                      <a:pt x="175" y="15"/>
                    </a:lnTo>
                    <a:lnTo>
                      <a:pt x="175" y="16"/>
                    </a:lnTo>
                    <a:cubicBezTo>
                      <a:pt x="174" y="24"/>
                      <a:pt x="172" y="32"/>
                      <a:pt x="171" y="39"/>
                    </a:cubicBezTo>
                    <a:lnTo>
                      <a:pt x="171" y="38"/>
                    </a:lnTo>
                    <a:cubicBezTo>
                      <a:pt x="178" y="43"/>
                      <a:pt x="184" y="49"/>
                      <a:pt x="189" y="55"/>
                    </a:cubicBezTo>
                    <a:lnTo>
                      <a:pt x="187" y="55"/>
                    </a:lnTo>
                    <a:cubicBezTo>
                      <a:pt x="195" y="53"/>
                      <a:pt x="203" y="52"/>
                      <a:pt x="210" y="50"/>
                    </a:cubicBezTo>
                    <a:lnTo>
                      <a:pt x="211" y="50"/>
                    </a:lnTo>
                    <a:lnTo>
                      <a:pt x="212" y="51"/>
                    </a:lnTo>
                    <a:cubicBezTo>
                      <a:pt x="217" y="63"/>
                      <a:pt x="222" y="75"/>
                      <a:pt x="227" y="86"/>
                    </a:cubicBezTo>
                    <a:lnTo>
                      <a:pt x="228" y="87"/>
                    </a:lnTo>
                    <a:lnTo>
                      <a:pt x="227" y="88"/>
                    </a:lnTo>
                    <a:cubicBezTo>
                      <a:pt x="220" y="93"/>
                      <a:pt x="214" y="97"/>
                      <a:pt x="208" y="102"/>
                    </a:cubicBezTo>
                    <a:lnTo>
                      <a:pt x="209" y="100"/>
                    </a:lnTo>
                    <a:cubicBezTo>
                      <a:pt x="210" y="109"/>
                      <a:pt x="210" y="118"/>
                      <a:pt x="209" y="125"/>
                    </a:cubicBezTo>
                    <a:lnTo>
                      <a:pt x="209" y="124"/>
                    </a:lnTo>
                    <a:cubicBezTo>
                      <a:pt x="216" y="129"/>
                      <a:pt x="222" y="133"/>
                      <a:pt x="228" y="137"/>
                    </a:cubicBezTo>
                    <a:lnTo>
                      <a:pt x="229" y="138"/>
                    </a:lnTo>
                    <a:lnTo>
                      <a:pt x="229" y="139"/>
                    </a:lnTo>
                    <a:cubicBezTo>
                      <a:pt x="224" y="151"/>
                      <a:pt x="219" y="163"/>
                      <a:pt x="215" y="174"/>
                    </a:cubicBezTo>
                    <a:lnTo>
                      <a:pt x="214" y="175"/>
                    </a:lnTo>
                    <a:lnTo>
                      <a:pt x="213" y="175"/>
                    </a:lnTo>
                    <a:cubicBezTo>
                      <a:pt x="205" y="174"/>
                      <a:pt x="198" y="173"/>
                      <a:pt x="191" y="172"/>
                    </a:cubicBezTo>
                    <a:lnTo>
                      <a:pt x="192" y="171"/>
                    </a:lnTo>
                    <a:cubicBezTo>
                      <a:pt x="186" y="178"/>
                      <a:pt x="180" y="184"/>
                      <a:pt x="174" y="189"/>
                    </a:cubicBezTo>
                    <a:lnTo>
                      <a:pt x="175" y="188"/>
                    </a:lnTo>
                    <a:cubicBezTo>
                      <a:pt x="176" y="196"/>
                      <a:pt x="178" y="204"/>
                      <a:pt x="179" y="211"/>
                    </a:cubicBezTo>
                    <a:lnTo>
                      <a:pt x="179" y="212"/>
                    </a:lnTo>
                    <a:lnTo>
                      <a:pt x="178" y="212"/>
                    </a:lnTo>
                    <a:cubicBezTo>
                      <a:pt x="164" y="218"/>
                      <a:pt x="152" y="223"/>
                      <a:pt x="143" y="227"/>
                    </a:cubicBezTo>
                    <a:lnTo>
                      <a:pt x="143" y="227"/>
                    </a:lnTo>
                    <a:lnTo>
                      <a:pt x="143" y="227"/>
                    </a:lnTo>
                    <a:cubicBezTo>
                      <a:pt x="138" y="221"/>
                      <a:pt x="135" y="216"/>
                      <a:pt x="133" y="213"/>
                    </a:cubicBezTo>
                    <a:cubicBezTo>
                      <a:pt x="132" y="212"/>
                      <a:pt x="131" y="210"/>
                      <a:pt x="130" y="209"/>
                    </a:cubicBezTo>
                    <a:lnTo>
                      <a:pt x="129" y="208"/>
                    </a:lnTo>
                    <a:close/>
                  </a:path>
                </a:pathLst>
              </a:custGeom>
              <a:solidFill>
                <a:schemeClr val="dk2"/>
              </a:solidFill>
              <a:ln cap="flat" cmpd="sng" w="9525">
                <a:solidFill>
                  <a:schemeClr val="dk2"/>
                </a:solidFill>
                <a:prstDash val="solid"/>
                <a:round/>
                <a:headEnd len="sm" w="sm" type="none"/>
                <a:tailEnd len="sm" w="sm" type="none"/>
              </a:ln>
            </p:spPr>
            <p:txBody>
              <a:bodyPr anchorCtr="1" anchor="ctr" bIns="37425" lIns="90000" spcFirstLastPara="1" rIns="90000" wrap="square" tIns="37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660" name="Google Shape;660;p18"/>
            <p:cNvSpPr/>
            <p:nvPr/>
          </p:nvSpPr>
          <p:spPr>
            <a:xfrm>
              <a:off x="-411527" y="3865401"/>
              <a:ext cx="896675" cy="896675"/>
            </a:xfrm>
            <a:custGeom>
              <a:rect b="b" l="l" r="r" t="t"/>
              <a:pathLst>
                <a:path extrusionOk="0" h="493" w="493">
                  <a:moveTo>
                    <a:pt x="92" y="112"/>
                  </a:moveTo>
                  <a:cubicBezTo>
                    <a:pt x="104" y="98"/>
                    <a:pt x="118" y="86"/>
                    <a:pt x="133" y="76"/>
                  </a:cubicBezTo>
                  <a:lnTo>
                    <a:pt x="128" y="26"/>
                  </a:lnTo>
                  <a:lnTo>
                    <a:pt x="206" y="0"/>
                  </a:lnTo>
                  <a:lnTo>
                    <a:pt x="232" y="42"/>
                  </a:lnTo>
                  <a:cubicBezTo>
                    <a:pt x="250" y="41"/>
                    <a:pt x="269" y="42"/>
                    <a:pt x="286" y="46"/>
                  </a:cubicBezTo>
                  <a:lnTo>
                    <a:pt x="318" y="7"/>
                  </a:lnTo>
                  <a:lnTo>
                    <a:pt x="392" y="44"/>
                  </a:lnTo>
                  <a:lnTo>
                    <a:pt x="381" y="92"/>
                  </a:lnTo>
                  <a:cubicBezTo>
                    <a:pt x="395" y="104"/>
                    <a:pt x="406" y="118"/>
                    <a:pt x="416" y="133"/>
                  </a:cubicBezTo>
                  <a:lnTo>
                    <a:pt x="466" y="128"/>
                  </a:lnTo>
                  <a:lnTo>
                    <a:pt x="493" y="206"/>
                  </a:lnTo>
                  <a:lnTo>
                    <a:pt x="450" y="233"/>
                  </a:lnTo>
                  <a:cubicBezTo>
                    <a:pt x="451" y="250"/>
                    <a:pt x="450" y="269"/>
                    <a:pt x="447" y="287"/>
                  </a:cubicBezTo>
                  <a:lnTo>
                    <a:pt x="486" y="318"/>
                  </a:lnTo>
                  <a:lnTo>
                    <a:pt x="449" y="393"/>
                  </a:lnTo>
                  <a:lnTo>
                    <a:pt x="400" y="381"/>
                  </a:lnTo>
                  <a:cubicBezTo>
                    <a:pt x="388" y="395"/>
                    <a:pt x="374" y="407"/>
                    <a:pt x="360" y="416"/>
                  </a:cubicBezTo>
                  <a:lnTo>
                    <a:pt x="365" y="466"/>
                  </a:lnTo>
                  <a:lnTo>
                    <a:pt x="286" y="493"/>
                  </a:lnTo>
                  <a:lnTo>
                    <a:pt x="260" y="450"/>
                  </a:lnTo>
                  <a:cubicBezTo>
                    <a:pt x="242" y="452"/>
                    <a:pt x="224" y="450"/>
                    <a:pt x="206" y="447"/>
                  </a:cubicBezTo>
                  <a:lnTo>
                    <a:pt x="174" y="486"/>
                  </a:lnTo>
                  <a:lnTo>
                    <a:pt x="100" y="449"/>
                  </a:lnTo>
                  <a:lnTo>
                    <a:pt x="112" y="400"/>
                  </a:lnTo>
                  <a:cubicBezTo>
                    <a:pt x="98" y="388"/>
                    <a:pt x="86" y="375"/>
                    <a:pt x="76" y="360"/>
                  </a:cubicBezTo>
                  <a:lnTo>
                    <a:pt x="26" y="365"/>
                  </a:lnTo>
                  <a:lnTo>
                    <a:pt x="0" y="286"/>
                  </a:lnTo>
                  <a:lnTo>
                    <a:pt x="42" y="260"/>
                  </a:lnTo>
                  <a:cubicBezTo>
                    <a:pt x="41" y="242"/>
                    <a:pt x="42" y="224"/>
                    <a:pt x="46" y="206"/>
                  </a:cubicBezTo>
                  <a:lnTo>
                    <a:pt x="7" y="174"/>
                  </a:lnTo>
                  <a:lnTo>
                    <a:pt x="43" y="100"/>
                  </a:lnTo>
                  <a:lnTo>
                    <a:pt x="92" y="112"/>
                  </a:lnTo>
                  <a:moveTo>
                    <a:pt x="168" y="204"/>
                  </a:moveTo>
                  <a:cubicBezTo>
                    <a:pt x="146" y="248"/>
                    <a:pt x="164" y="301"/>
                    <a:pt x="209" y="323"/>
                  </a:cubicBezTo>
                  <a:cubicBezTo>
                    <a:pt x="253" y="344"/>
                    <a:pt x="306" y="326"/>
                    <a:pt x="328" y="282"/>
                  </a:cubicBezTo>
                  <a:cubicBezTo>
                    <a:pt x="349" y="238"/>
                    <a:pt x="331" y="185"/>
                    <a:pt x="287" y="163"/>
                  </a:cubicBezTo>
                  <a:cubicBezTo>
                    <a:pt x="243" y="141"/>
                    <a:pt x="190" y="159"/>
                    <a:pt x="168" y="204"/>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661" name="Google Shape;661;p18"/>
          <p:cNvGrpSpPr/>
          <p:nvPr/>
        </p:nvGrpSpPr>
        <p:grpSpPr>
          <a:xfrm>
            <a:off x="-187189" y="139313"/>
            <a:ext cx="10554863" cy="1424632"/>
            <a:chOff x="-187189" y="139313"/>
            <a:chExt cx="10554863" cy="1424632"/>
          </a:xfrm>
        </p:grpSpPr>
        <p:grpSp>
          <p:nvGrpSpPr>
            <p:cNvPr id="662" name="Google Shape;662;p18"/>
            <p:cNvGrpSpPr/>
            <p:nvPr/>
          </p:nvGrpSpPr>
          <p:grpSpPr>
            <a:xfrm>
              <a:off x="-187189" y="139313"/>
              <a:ext cx="1065901" cy="619495"/>
              <a:chOff x="-192639" y="64613"/>
              <a:chExt cx="1065901" cy="619495"/>
            </a:xfrm>
          </p:grpSpPr>
          <p:sp>
            <p:nvSpPr>
              <p:cNvPr id="663" name="Google Shape;663;p18"/>
              <p:cNvSpPr/>
              <p:nvPr/>
            </p:nvSpPr>
            <p:spPr>
              <a:xfrm>
                <a:off x="-192639" y="64613"/>
                <a:ext cx="1065901" cy="619495"/>
              </a:xfrm>
              <a:custGeom>
                <a:rect b="b" l="l" r="r" t="t"/>
                <a:pathLst>
                  <a:path extrusionOk="0" h="340" w="585">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64" name="Google Shape;664;p18"/>
              <p:cNvSpPr/>
              <p:nvPr/>
            </p:nvSpPr>
            <p:spPr>
              <a:xfrm>
                <a:off x="-188995" y="139317"/>
                <a:ext cx="1060435" cy="3644"/>
              </a:xfrm>
              <a:custGeom>
                <a:rect b="b" l="l" r="r" t="t"/>
                <a:pathLst>
                  <a:path extrusionOk="0" h="2" w="582">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65" name="Google Shape;665;p18"/>
              <p:cNvSpPr/>
              <p:nvPr/>
            </p:nvSpPr>
            <p:spPr>
              <a:xfrm>
                <a:off x="-99714" y="243174"/>
                <a:ext cx="327969" cy="327968"/>
              </a:xfrm>
              <a:custGeom>
                <a:rect b="b" l="l" r="r" t="t"/>
                <a:pathLst>
                  <a:path extrusionOk="0" h="180" w="180">
                    <a:moveTo>
                      <a:pt x="0" y="0"/>
                    </a:moveTo>
                    <a:lnTo>
                      <a:pt x="180" y="0"/>
                    </a:lnTo>
                    <a:lnTo>
                      <a:pt x="180" y="180"/>
                    </a:lnTo>
                    <a:lnTo>
                      <a:pt x="0" y="180"/>
                    </a:lnTo>
                    <a:lnTo>
                      <a:pt x="0" y="0"/>
                    </a:lnTo>
                    <a:close/>
                  </a:path>
                </a:pathLst>
              </a:custGeom>
              <a:solidFill>
                <a:schemeClr val="accent2"/>
              </a:solidFill>
              <a:ln>
                <a:noFill/>
              </a:ln>
            </p:spPr>
            <p:txBody>
              <a:bodyPr anchorCtr="1" anchor="ctr" bIns="19800" lIns="90000" spcFirstLastPara="1" rIns="90000" wrap="square" tIns="19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66" name="Google Shape;666;p18"/>
              <p:cNvSpPr/>
              <p:nvPr/>
            </p:nvSpPr>
            <p:spPr>
              <a:xfrm>
                <a:off x="319358" y="294191"/>
                <a:ext cx="475556" cy="5466"/>
              </a:xfrm>
              <a:custGeom>
                <a:rect b="b" l="l" r="r" t="t"/>
                <a:pathLst>
                  <a:path extrusionOk="0" h="3" w="261">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67" name="Google Shape;667;p18"/>
              <p:cNvSpPr/>
              <p:nvPr/>
            </p:nvSpPr>
            <p:spPr>
              <a:xfrm>
                <a:off x="319358" y="368895"/>
                <a:ext cx="484666" cy="3644"/>
              </a:xfrm>
              <a:custGeom>
                <a:rect b="b" l="l" r="r" t="t"/>
                <a:pathLst>
                  <a:path extrusionOk="0" h="2" w="266">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68" name="Google Shape;668;p18"/>
              <p:cNvSpPr/>
              <p:nvPr/>
            </p:nvSpPr>
            <p:spPr>
              <a:xfrm>
                <a:off x="319358" y="441777"/>
                <a:ext cx="484666" cy="3644"/>
              </a:xfrm>
              <a:custGeom>
                <a:rect b="b" l="l" r="r" t="t"/>
                <a:pathLst>
                  <a:path extrusionOk="0" h="2" w="266">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69" name="Google Shape;669;p18"/>
              <p:cNvSpPr/>
              <p:nvPr/>
            </p:nvSpPr>
            <p:spPr>
              <a:xfrm>
                <a:off x="319358" y="514659"/>
                <a:ext cx="484666" cy="3644"/>
              </a:xfrm>
              <a:custGeom>
                <a:rect b="b" l="l" r="r" t="t"/>
                <a:pathLst>
                  <a:path extrusionOk="0" h="2" w="266">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670" name="Google Shape;670;p18"/>
            <p:cNvGrpSpPr/>
            <p:nvPr/>
          </p:nvGrpSpPr>
          <p:grpSpPr>
            <a:xfrm>
              <a:off x="8613032" y="846059"/>
              <a:ext cx="1754642" cy="717886"/>
              <a:chOff x="-1340531" y="3895472"/>
              <a:chExt cx="1754642" cy="717886"/>
            </a:xfrm>
          </p:grpSpPr>
          <p:sp>
            <p:nvSpPr>
              <p:cNvPr id="671" name="Google Shape;671;p18"/>
              <p:cNvSpPr/>
              <p:nvPr/>
            </p:nvSpPr>
            <p:spPr>
              <a:xfrm>
                <a:off x="-1340525" y="3895472"/>
                <a:ext cx="1754637" cy="717886"/>
              </a:xfrm>
              <a:custGeom>
                <a:rect b="b" l="l" r="r" t="t"/>
                <a:pathLst>
                  <a:path extrusionOk="0" h="394" w="963">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2" name="Google Shape;672;p18"/>
              <p:cNvSpPr/>
              <p:nvPr/>
            </p:nvSpPr>
            <p:spPr>
              <a:xfrm>
                <a:off x="-1340531" y="3989303"/>
                <a:ext cx="1749170" cy="5466"/>
              </a:xfrm>
              <a:custGeom>
                <a:rect b="b" l="l" r="r" t="t"/>
                <a:pathLst>
                  <a:path extrusionOk="0" h="3" w="96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3" name="Google Shape;673;p18"/>
              <p:cNvSpPr/>
              <p:nvPr/>
            </p:nvSpPr>
            <p:spPr>
              <a:xfrm>
                <a:off x="-1291336" y="3936463"/>
                <a:ext cx="23687" cy="25509"/>
              </a:xfrm>
              <a:custGeom>
                <a:rect b="b" l="l" r="r" t="t"/>
                <a:pathLst>
                  <a:path extrusionOk="0" h="14" w="13">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4" name="Google Shape;674;p18"/>
              <p:cNvSpPr/>
              <p:nvPr/>
            </p:nvSpPr>
            <p:spPr>
              <a:xfrm>
                <a:off x="-1249428" y="3936463"/>
                <a:ext cx="25509" cy="25509"/>
              </a:xfrm>
              <a:custGeom>
                <a:rect b="b" l="l" r="r" t="t"/>
                <a:pathLst>
                  <a:path extrusionOk="0" h="14" w="14">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5" name="Google Shape;675;p18"/>
              <p:cNvSpPr/>
              <p:nvPr/>
            </p:nvSpPr>
            <p:spPr>
              <a:xfrm>
                <a:off x="-1205699" y="3936463"/>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6" name="Google Shape;676;p18"/>
              <p:cNvSpPr/>
              <p:nvPr/>
            </p:nvSpPr>
            <p:spPr>
              <a:xfrm>
                <a:off x="-1214111" y="4086569"/>
                <a:ext cx="422716" cy="422714"/>
              </a:xfrm>
              <a:custGeom>
                <a:rect b="b" l="l" r="r" t="t"/>
                <a:pathLst>
                  <a:path extrusionOk="0" h="232" w="232">
                    <a:moveTo>
                      <a:pt x="0" y="0"/>
                    </a:moveTo>
                    <a:lnTo>
                      <a:pt x="232" y="0"/>
                    </a:lnTo>
                    <a:lnTo>
                      <a:pt x="232" y="232"/>
                    </a:lnTo>
                    <a:lnTo>
                      <a:pt x="0" y="232"/>
                    </a:lnTo>
                    <a:lnTo>
                      <a:pt x="0" y="0"/>
                    </a:lnTo>
                    <a:close/>
                  </a:path>
                </a:pathLst>
              </a:custGeom>
              <a:solidFill>
                <a:schemeClr val="accent2"/>
              </a:solidFill>
              <a:ln>
                <a:noFill/>
              </a:ln>
            </p:spPr>
            <p:txBody>
              <a:bodyPr anchorCtr="1" anchor="ctr" bIns="38500" lIns="90000" spcFirstLastPara="1" rIns="90000" wrap="square" tIns="385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7" name="Google Shape;677;p18"/>
              <p:cNvSpPr/>
              <p:nvPr/>
            </p:nvSpPr>
            <p:spPr>
              <a:xfrm>
                <a:off x="-681493" y="4344218"/>
                <a:ext cx="972976" cy="5466"/>
              </a:xfrm>
              <a:custGeom>
                <a:rect b="b" l="l" r="r" t="t"/>
                <a:pathLst>
                  <a:path extrusionOk="0" h="3" w="534">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8" name="Google Shape;678;p18"/>
              <p:cNvSpPr/>
              <p:nvPr/>
            </p:nvSpPr>
            <p:spPr>
              <a:xfrm>
                <a:off x="-681493" y="4429855"/>
                <a:ext cx="972976" cy="5466"/>
              </a:xfrm>
              <a:custGeom>
                <a:rect b="b" l="l" r="r" t="t"/>
                <a:pathLst>
                  <a:path extrusionOk="0" h="3" w="534">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9" name="Google Shape;679;p18"/>
              <p:cNvSpPr/>
              <p:nvPr/>
            </p:nvSpPr>
            <p:spPr>
              <a:xfrm>
                <a:off x="-335303" y="4517313"/>
                <a:ext cx="626786" cy="3644"/>
              </a:xfrm>
              <a:custGeom>
                <a:rect b="b" l="l" r="r" t="t"/>
                <a:pathLst>
                  <a:path extrusionOk="0" h="2" w="344">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80" name="Google Shape;680;p18"/>
              <p:cNvSpPr/>
              <p:nvPr/>
            </p:nvSpPr>
            <p:spPr>
              <a:xfrm>
                <a:off x="-428227" y="41172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81" name="Google Shape;681;p18"/>
              <p:cNvSpPr/>
              <p:nvPr/>
            </p:nvSpPr>
            <p:spPr>
              <a:xfrm>
                <a:off x="-428227" y="41955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82" name="Google Shape;682;p18"/>
              <p:cNvSpPr/>
              <p:nvPr/>
            </p:nvSpPr>
            <p:spPr>
              <a:xfrm>
                <a:off x="-133055" y="42720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683" name="Google Shape;683;p18"/>
          <p:cNvGrpSpPr/>
          <p:nvPr/>
        </p:nvGrpSpPr>
        <p:grpSpPr>
          <a:xfrm>
            <a:off x="-373317" y="-11"/>
            <a:ext cx="9420579" cy="5164678"/>
            <a:chOff x="-373317" y="-11"/>
            <a:chExt cx="9420579" cy="5164678"/>
          </a:xfrm>
        </p:grpSpPr>
        <p:sp>
          <p:nvSpPr>
            <p:cNvPr id="684" name="Google Shape;684;p18"/>
            <p:cNvSpPr/>
            <p:nvPr/>
          </p:nvSpPr>
          <p:spPr>
            <a:xfrm flipH="1">
              <a:off x="8430775" y="4491593"/>
              <a:ext cx="616486" cy="673073"/>
            </a:xfrm>
            <a:custGeom>
              <a:rect b="b" l="l" r="r" t="t"/>
              <a:pathLst>
                <a:path extrusionOk="0" h="452" w="414">
                  <a:moveTo>
                    <a:pt x="250" y="234"/>
                  </a:moveTo>
                  <a:cubicBezTo>
                    <a:pt x="292" y="216"/>
                    <a:pt x="322" y="173"/>
                    <a:pt x="322" y="122"/>
                  </a:cubicBezTo>
                  <a:cubicBezTo>
                    <a:pt x="323" y="55"/>
                    <a:pt x="272" y="0"/>
                    <a:pt x="209" y="0"/>
                  </a:cubicBezTo>
                  <a:cubicBezTo>
                    <a:pt x="146" y="-1"/>
                    <a:pt x="95" y="53"/>
                    <a:pt x="95" y="120"/>
                  </a:cubicBezTo>
                  <a:cubicBezTo>
                    <a:pt x="95" y="172"/>
                    <a:pt x="125" y="216"/>
                    <a:pt x="167" y="234"/>
                  </a:cubicBezTo>
                  <a:cubicBezTo>
                    <a:pt x="-8" y="260"/>
                    <a:pt x="0" y="450"/>
                    <a:pt x="0" y="450"/>
                  </a:cubicBezTo>
                  <a:lnTo>
                    <a:pt x="414" y="452"/>
                  </a:lnTo>
                  <a:cubicBezTo>
                    <a:pt x="414" y="452"/>
                    <a:pt x="424" y="260"/>
                    <a:pt x="250" y="234"/>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685" name="Google Shape;685;p18"/>
            <p:cNvGrpSpPr/>
            <p:nvPr/>
          </p:nvGrpSpPr>
          <p:grpSpPr>
            <a:xfrm rot="-5400000">
              <a:off x="8328274" y="125817"/>
              <a:ext cx="525651" cy="273994"/>
              <a:chOff x="8719660" y="4363531"/>
              <a:chExt cx="525651" cy="273994"/>
            </a:xfrm>
          </p:grpSpPr>
          <p:sp>
            <p:nvSpPr>
              <p:cNvPr id="686" name="Google Shape;686;p18"/>
              <p:cNvSpPr/>
              <p:nvPr/>
            </p:nvSpPr>
            <p:spPr>
              <a:xfrm flipH="1">
                <a:off x="8719660" y="4363531"/>
                <a:ext cx="52118" cy="55097"/>
              </a:xfrm>
              <a:custGeom>
                <a:rect b="b" l="l" r="r" t="t"/>
                <a:pathLst>
                  <a:path extrusionOk="0" h="37" w="35">
                    <a:moveTo>
                      <a:pt x="35" y="19"/>
                    </a:moveTo>
                    <a:cubicBezTo>
                      <a:pt x="35" y="8"/>
                      <a:pt x="27" y="0"/>
                      <a:pt x="18" y="0"/>
                    </a:cubicBezTo>
                    <a:cubicBezTo>
                      <a:pt x="8" y="0"/>
                      <a:pt x="0" y="8"/>
                      <a:pt x="0" y="19"/>
                    </a:cubicBezTo>
                    <a:cubicBezTo>
                      <a:pt x="0" y="29"/>
                      <a:pt x="8" y="37"/>
                      <a:pt x="18" y="37"/>
                    </a:cubicBezTo>
                    <a:cubicBezTo>
                      <a:pt x="27" y="37"/>
                      <a:pt x="35" y="29"/>
                      <a:pt x="35" y="19"/>
                    </a:cubicBez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687" name="Google Shape;687;p18"/>
              <p:cNvSpPr/>
              <p:nvPr/>
            </p:nvSpPr>
            <p:spPr>
              <a:xfrm flipH="1">
                <a:off x="8750931" y="4385867"/>
                <a:ext cx="494380" cy="251658"/>
              </a:xfrm>
              <a:custGeom>
                <a:rect b="b" l="l" r="r" t="t"/>
                <a:pathLst>
                  <a:path extrusionOk="0" h="169" w="332">
                    <a:moveTo>
                      <a:pt x="332" y="0"/>
                    </a:moveTo>
                    <a:lnTo>
                      <a:pt x="260" y="0"/>
                    </a:lnTo>
                    <a:cubicBezTo>
                      <a:pt x="195" y="0"/>
                      <a:pt x="142" y="46"/>
                      <a:pt x="142" y="102"/>
                    </a:cubicBezTo>
                    <a:cubicBezTo>
                      <a:pt x="142" y="139"/>
                      <a:pt x="139" y="162"/>
                      <a:pt x="101" y="162"/>
                    </a:cubicBezTo>
                    <a:lnTo>
                      <a:pt x="0" y="162"/>
                    </a:lnTo>
                    <a:lnTo>
                      <a:pt x="0" y="169"/>
                    </a:lnTo>
                    <a:lnTo>
                      <a:pt x="101" y="169"/>
                    </a:lnTo>
                    <a:cubicBezTo>
                      <a:pt x="150" y="169"/>
                      <a:pt x="150" y="134"/>
                      <a:pt x="150" y="102"/>
                    </a:cubicBezTo>
                    <a:cubicBezTo>
                      <a:pt x="150" y="49"/>
                      <a:pt x="199" y="7"/>
                      <a:pt x="260" y="7"/>
                    </a:cubicBezTo>
                    <a:lnTo>
                      <a:pt x="332" y="7"/>
                    </a:lnTo>
                    <a:lnTo>
                      <a:pt x="332" y="0"/>
                    </a:lnTo>
                    <a:close/>
                  </a:path>
                </a:pathLst>
              </a:custGeom>
              <a:solidFill>
                <a:schemeClr val="lt2"/>
              </a:solidFill>
              <a:ln>
                <a:noFill/>
              </a:ln>
            </p:spPr>
            <p:txBody>
              <a:bodyPr anchorCtr="1" anchor="ctr" bIns="15825" lIns="90000" spcFirstLastPara="1" rIns="90000" wrap="square" tIns="158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
          <p:nvSpPr>
            <p:cNvPr id="688" name="Google Shape;688;p18"/>
            <p:cNvSpPr/>
            <p:nvPr/>
          </p:nvSpPr>
          <p:spPr>
            <a:xfrm>
              <a:off x="8651888" y="353353"/>
              <a:ext cx="372274" cy="372275"/>
            </a:xfrm>
            <a:custGeom>
              <a:rect b="b" l="l" r="r" t="t"/>
              <a:pathLst>
                <a:path extrusionOk="0" h="250" w="250">
                  <a:moveTo>
                    <a:pt x="125" y="250"/>
                  </a:moveTo>
                  <a:lnTo>
                    <a:pt x="174" y="250"/>
                  </a:lnTo>
                  <a:cubicBezTo>
                    <a:pt x="216" y="250"/>
                    <a:pt x="250" y="216"/>
                    <a:pt x="250" y="174"/>
                  </a:cubicBezTo>
                  <a:lnTo>
                    <a:pt x="250" y="76"/>
                  </a:lnTo>
                  <a:cubicBezTo>
                    <a:pt x="250" y="34"/>
                    <a:pt x="216" y="0"/>
                    <a:pt x="174" y="0"/>
                  </a:cubicBezTo>
                  <a:lnTo>
                    <a:pt x="76" y="0"/>
                  </a:lnTo>
                  <a:cubicBezTo>
                    <a:pt x="34" y="0"/>
                    <a:pt x="0" y="34"/>
                    <a:pt x="0" y="76"/>
                  </a:cubicBezTo>
                  <a:lnTo>
                    <a:pt x="0" y="174"/>
                  </a:lnTo>
                  <a:cubicBezTo>
                    <a:pt x="0" y="216"/>
                    <a:pt x="34" y="250"/>
                    <a:pt x="76" y="250"/>
                  </a:cubicBezTo>
                  <a:lnTo>
                    <a:pt x="125" y="250"/>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689" name="Google Shape;689;p18"/>
            <p:cNvGrpSpPr/>
            <p:nvPr/>
          </p:nvGrpSpPr>
          <p:grpSpPr>
            <a:xfrm flipH="1" rot="10800000">
              <a:off x="-373317" y="3506457"/>
              <a:ext cx="747041" cy="300637"/>
              <a:chOff x="7676966" y="144400"/>
              <a:chExt cx="747041" cy="300637"/>
            </a:xfrm>
          </p:grpSpPr>
          <p:sp>
            <p:nvSpPr>
              <p:cNvPr id="690" name="Google Shape;690;p18"/>
              <p:cNvSpPr/>
              <p:nvPr/>
            </p:nvSpPr>
            <p:spPr>
              <a:xfrm>
                <a:off x="8360235" y="144400"/>
                <a:ext cx="63772" cy="63772"/>
              </a:xfrm>
              <a:custGeom>
                <a:rect b="b" l="l" r="r" t="t"/>
                <a:pathLst>
                  <a:path extrusionOk="0" h="35" w="35">
                    <a:moveTo>
                      <a:pt x="17" y="0"/>
                    </a:moveTo>
                    <a:cubicBezTo>
                      <a:pt x="27" y="0"/>
                      <a:pt x="35" y="7"/>
                      <a:pt x="35" y="17"/>
                    </a:cubicBezTo>
                    <a:cubicBezTo>
                      <a:pt x="35" y="26"/>
                      <a:pt x="26" y="35"/>
                      <a:pt x="17" y="35"/>
                    </a:cubicBezTo>
                    <a:cubicBezTo>
                      <a:pt x="7" y="35"/>
                      <a:pt x="0" y="26"/>
                      <a:pt x="0" y="17"/>
                    </a:cubicBezTo>
                    <a:cubicBezTo>
                      <a:pt x="0" y="7"/>
                      <a:pt x="8" y="0"/>
                      <a:pt x="17" y="0"/>
                    </a:cubicBez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691" name="Google Shape;691;p18"/>
              <p:cNvSpPr/>
              <p:nvPr/>
            </p:nvSpPr>
            <p:spPr>
              <a:xfrm>
                <a:off x="7676966" y="173553"/>
                <a:ext cx="723355" cy="271485"/>
              </a:xfrm>
              <a:custGeom>
                <a:rect b="b" l="l" r="r" t="t"/>
                <a:pathLst>
                  <a:path extrusionOk="0" h="149" w="397">
                    <a:moveTo>
                      <a:pt x="397" y="0"/>
                    </a:moveTo>
                    <a:lnTo>
                      <a:pt x="397" y="97"/>
                    </a:lnTo>
                    <a:cubicBezTo>
                      <a:pt x="397" y="125"/>
                      <a:pt x="374" y="149"/>
                      <a:pt x="345" y="149"/>
                    </a:cubicBezTo>
                    <a:lnTo>
                      <a:pt x="51" y="149"/>
                    </a:lnTo>
                    <a:cubicBezTo>
                      <a:pt x="23" y="149"/>
                      <a:pt x="0" y="125"/>
                      <a:pt x="0" y="97"/>
                    </a:cubicBezTo>
                    <a:lnTo>
                      <a:pt x="0" y="12"/>
                    </a:lnTo>
                    <a:lnTo>
                      <a:pt x="6" y="12"/>
                    </a:lnTo>
                    <a:lnTo>
                      <a:pt x="6" y="97"/>
                    </a:lnTo>
                    <a:cubicBezTo>
                      <a:pt x="6" y="122"/>
                      <a:pt x="27" y="142"/>
                      <a:pt x="51" y="142"/>
                    </a:cubicBezTo>
                    <a:lnTo>
                      <a:pt x="345" y="142"/>
                    </a:lnTo>
                    <a:cubicBezTo>
                      <a:pt x="370" y="142"/>
                      <a:pt x="390" y="122"/>
                      <a:pt x="390" y="97"/>
                    </a:cubicBezTo>
                    <a:lnTo>
                      <a:pt x="390" y="0"/>
                    </a:lnTo>
                    <a:lnTo>
                      <a:pt x="397" y="0"/>
                    </a:lnTo>
                    <a:close/>
                  </a:path>
                </a:pathLst>
              </a:custGeom>
              <a:solidFill>
                <a:schemeClr val="lt2"/>
              </a:solidFill>
              <a:ln>
                <a:noFill/>
              </a:ln>
            </p:spPr>
            <p:txBody>
              <a:bodyPr anchorCtr="1" anchor="ctr" bIns="8625" lIns="90000" spcFirstLastPara="1" rIns="90000" wrap="square" tIns="86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
          <p:nvSpPr>
            <p:cNvPr id="692" name="Google Shape;692;p18"/>
            <p:cNvSpPr/>
            <p:nvPr/>
          </p:nvSpPr>
          <p:spPr>
            <a:xfrm>
              <a:off x="8753230" y="447248"/>
              <a:ext cx="160341" cy="176738"/>
            </a:xfrm>
            <a:custGeom>
              <a:rect b="b" l="l" r="r" t="t"/>
              <a:pathLst>
                <a:path extrusionOk="0" h="97" w="88">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693" name="Google Shape;693;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694" name="Shape 694"/>
        <p:cNvGrpSpPr/>
        <p:nvPr/>
      </p:nvGrpSpPr>
      <p:grpSpPr>
        <a:xfrm>
          <a:off x="0" y="0"/>
          <a:ext cx="0" cy="0"/>
          <a:chOff x="0" y="0"/>
          <a:chExt cx="0" cy="0"/>
        </a:xfrm>
      </p:grpSpPr>
      <p:sp>
        <p:nvSpPr>
          <p:cNvPr id="695" name="Google Shape;695;p19"/>
          <p:cNvSpPr txBox="1"/>
          <p:nvPr>
            <p:ph hasCustomPrompt="1" type="title"/>
          </p:nvPr>
        </p:nvSpPr>
        <p:spPr>
          <a:xfrm>
            <a:off x="4938163" y="2104955"/>
            <a:ext cx="3492600" cy="6402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b="1" sz="4800">
                <a:solidFill>
                  <a:schemeClr val="dk2"/>
                </a:solidFill>
                <a:latin typeface="Roboto"/>
                <a:ea typeface="Roboto"/>
                <a:cs typeface="Roboto"/>
                <a:sym typeface="Roboto"/>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96" name="Google Shape;696;p19"/>
          <p:cNvSpPr txBox="1"/>
          <p:nvPr>
            <p:ph idx="1" type="subTitle"/>
          </p:nvPr>
        </p:nvSpPr>
        <p:spPr>
          <a:xfrm>
            <a:off x="4938163" y="2727198"/>
            <a:ext cx="3492600" cy="320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None/>
              <a:defRPr>
                <a:solidFill>
                  <a:schemeClr val="dk1"/>
                </a:solidFill>
              </a:defRPr>
            </a:lvl4pPr>
            <a:lvl5pPr lvl="4" rtl="0" algn="ctr">
              <a:lnSpc>
                <a:spcPct val="100000"/>
              </a:lnSpc>
              <a:spcBef>
                <a:spcPts val="0"/>
              </a:spcBef>
              <a:spcAft>
                <a:spcPts val="0"/>
              </a:spcAft>
              <a:buClr>
                <a:schemeClr val="dk1"/>
              </a:buClr>
              <a:buSzPts val="1200"/>
              <a:buNone/>
              <a:defRPr>
                <a:solidFill>
                  <a:schemeClr val="dk1"/>
                </a:solidFill>
              </a:defRPr>
            </a:lvl5pPr>
            <a:lvl6pPr lvl="5" rtl="0" algn="ctr">
              <a:lnSpc>
                <a:spcPct val="100000"/>
              </a:lnSpc>
              <a:spcBef>
                <a:spcPts val="0"/>
              </a:spcBef>
              <a:spcAft>
                <a:spcPts val="0"/>
              </a:spcAft>
              <a:buClr>
                <a:schemeClr val="dk1"/>
              </a:buClr>
              <a:buSzPts val="1200"/>
              <a:buNone/>
              <a:defRPr>
                <a:solidFill>
                  <a:schemeClr val="dk1"/>
                </a:solidFill>
              </a:defRPr>
            </a:lvl6pPr>
            <a:lvl7pPr lvl="6" rtl="0" algn="ctr">
              <a:lnSpc>
                <a:spcPct val="100000"/>
              </a:lnSpc>
              <a:spcBef>
                <a:spcPts val="0"/>
              </a:spcBef>
              <a:spcAft>
                <a:spcPts val="0"/>
              </a:spcAft>
              <a:buClr>
                <a:schemeClr val="dk1"/>
              </a:buClr>
              <a:buSzPts val="1200"/>
              <a:buNone/>
              <a:defRPr>
                <a:solidFill>
                  <a:schemeClr val="dk1"/>
                </a:solidFill>
              </a:defRPr>
            </a:lvl7pPr>
            <a:lvl8pPr lvl="7" rtl="0" algn="ctr">
              <a:lnSpc>
                <a:spcPct val="100000"/>
              </a:lnSpc>
              <a:spcBef>
                <a:spcPts val="0"/>
              </a:spcBef>
              <a:spcAft>
                <a:spcPts val="0"/>
              </a:spcAft>
              <a:buClr>
                <a:schemeClr val="dk1"/>
              </a:buClr>
              <a:buSzPts val="1200"/>
              <a:buNone/>
              <a:defRPr>
                <a:solidFill>
                  <a:schemeClr val="dk1"/>
                </a:solidFill>
              </a:defRPr>
            </a:lvl8pPr>
            <a:lvl9pPr lvl="8" rtl="0" algn="ctr">
              <a:lnSpc>
                <a:spcPct val="100000"/>
              </a:lnSpc>
              <a:spcBef>
                <a:spcPts val="0"/>
              </a:spcBef>
              <a:spcAft>
                <a:spcPts val="0"/>
              </a:spcAft>
              <a:buClr>
                <a:schemeClr val="dk1"/>
              </a:buClr>
              <a:buSzPts val="1200"/>
              <a:buNone/>
              <a:defRPr>
                <a:solidFill>
                  <a:schemeClr val="dk1"/>
                </a:solidFill>
              </a:defRPr>
            </a:lvl9pPr>
          </a:lstStyle>
          <a:p/>
        </p:txBody>
      </p:sp>
      <p:sp>
        <p:nvSpPr>
          <p:cNvPr id="697" name="Google Shape;697;p19"/>
          <p:cNvSpPr txBox="1"/>
          <p:nvPr>
            <p:ph hasCustomPrompt="1" idx="2" type="title"/>
          </p:nvPr>
        </p:nvSpPr>
        <p:spPr>
          <a:xfrm>
            <a:off x="4938175" y="688431"/>
            <a:ext cx="3492600" cy="6402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b="1" sz="4800">
                <a:solidFill>
                  <a:schemeClr val="dk2"/>
                </a:solidFill>
                <a:latin typeface="Roboto"/>
                <a:ea typeface="Roboto"/>
                <a:cs typeface="Roboto"/>
                <a:sym typeface="Roboto"/>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98" name="Google Shape;698;p19"/>
          <p:cNvSpPr txBox="1"/>
          <p:nvPr>
            <p:ph idx="3" type="subTitle"/>
          </p:nvPr>
        </p:nvSpPr>
        <p:spPr>
          <a:xfrm>
            <a:off x="4938175" y="1310968"/>
            <a:ext cx="3492600" cy="320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None/>
              <a:defRPr>
                <a:solidFill>
                  <a:schemeClr val="dk1"/>
                </a:solidFill>
              </a:defRPr>
            </a:lvl4pPr>
            <a:lvl5pPr lvl="4" rtl="0" algn="ctr">
              <a:lnSpc>
                <a:spcPct val="100000"/>
              </a:lnSpc>
              <a:spcBef>
                <a:spcPts val="0"/>
              </a:spcBef>
              <a:spcAft>
                <a:spcPts val="0"/>
              </a:spcAft>
              <a:buClr>
                <a:schemeClr val="dk1"/>
              </a:buClr>
              <a:buSzPts val="1200"/>
              <a:buNone/>
              <a:defRPr>
                <a:solidFill>
                  <a:schemeClr val="dk1"/>
                </a:solidFill>
              </a:defRPr>
            </a:lvl5pPr>
            <a:lvl6pPr lvl="5" rtl="0" algn="ctr">
              <a:lnSpc>
                <a:spcPct val="100000"/>
              </a:lnSpc>
              <a:spcBef>
                <a:spcPts val="0"/>
              </a:spcBef>
              <a:spcAft>
                <a:spcPts val="0"/>
              </a:spcAft>
              <a:buClr>
                <a:schemeClr val="dk1"/>
              </a:buClr>
              <a:buSzPts val="1200"/>
              <a:buNone/>
              <a:defRPr>
                <a:solidFill>
                  <a:schemeClr val="dk1"/>
                </a:solidFill>
              </a:defRPr>
            </a:lvl6pPr>
            <a:lvl7pPr lvl="6" rtl="0" algn="ctr">
              <a:lnSpc>
                <a:spcPct val="100000"/>
              </a:lnSpc>
              <a:spcBef>
                <a:spcPts val="0"/>
              </a:spcBef>
              <a:spcAft>
                <a:spcPts val="0"/>
              </a:spcAft>
              <a:buClr>
                <a:schemeClr val="dk1"/>
              </a:buClr>
              <a:buSzPts val="1200"/>
              <a:buNone/>
              <a:defRPr>
                <a:solidFill>
                  <a:schemeClr val="dk1"/>
                </a:solidFill>
              </a:defRPr>
            </a:lvl7pPr>
            <a:lvl8pPr lvl="7" rtl="0" algn="ctr">
              <a:lnSpc>
                <a:spcPct val="100000"/>
              </a:lnSpc>
              <a:spcBef>
                <a:spcPts val="0"/>
              </a:spcBef>
              <a:spcAft>
                <a:spcPts val="0"/>
              </a:spcAft>
              <a:buClr>
                <a:schemeClr val="dk1"/>
              </a:buClr>
              <a:buSzPts val="1200"/>
              <a:buNone/>
              <a:defRPr>
                <a:solidFill>
                  <a:schemeClr val="dk1"/>
                </a:solidFill>
              </a:defRPr>
            </a:lvl8pPr>
            <a:lvl9pPr lvl="8" rtl="0" algn="ctr">
              <a:lnSpc>
                <a:spcPct val="100000"/>
              </a:lnSpc>
              <a:spcBef>
                <a:spcPts val="0"/>
              </a:spcBef>
              <a:spcAft>
                <a:spcPts val="0"/>
              </a:spcAft>
              <a:buClr>
                <a:schemeClr val="dk1"/>
              </a:buClr>
              <a:buSzPts val="1200"/>
              <a:buNone/>
              <a:defRPr>
                <a:solidFill>
                  <a:schemeClr val="dk1"/>
                </a:solidFill>
              </a:defRPr>
            </a:lvl9pPr>
          </a:lstStyle>
          <a:p/>
        </p:txBody>
      </p:sp>
      <p:sp>
        <p:nvSpPr>
          <p:cNvPr id="699" name="Google Shape;699;p19"/>
          <p:cNvSpPr txBox="1"/>
          <p:nvPr>
            <p:ph hasCustomPrompt="1" idx="4" type="title"/>
          </p:nvPr>
        </p:nvSpPr>
        <p:spPr>
          <a:xfrm>
            <a:off x="4938163" y="3521192"/>
            <a:ext cx="3492600" cy="6402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b="1" sz="4800">
                <a:solidFill>
                  <a:schemeClr val="dk2"/>
                </a:solidFill>
                <a:latin typeface="Roboto"/>
                <a:ea typeface="Roboto"/>
                <a:cs typeface="Roboto"/>
                <a:sym typeface="Roboto"/>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00" name="Google Shape;700;p19"/>
          <p:cNvSpPr txBox="1"/>
          <p:nvPr>
            <p:ph idx="5" type="subTitle"/>
          </p:nvPr>
        </p:nvSpPr>
        <p:spPr>
          <a:xfrm>
            <a:off x="4938163" y="4143435"/>
            <a:ext cx="3492600" cy="320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None/>
              <a:defRPr>
                <a:solidFill>
                  <a:schemeClr val="dk1"/>
                </a:solidFill>
              </a:defRPr>
            </a:lvl4pPr>
            <a:lvl5pPr lvl="4" rtl="0" algn="ctr">
              <a:lnSpc>
                <a:spcPct val="100000"/>
              </a:lnSpc>
              <a:spcBef>
                <a:spcPts val="0"/>
              </a:spcBef>
              <a:spcAft>
                <a:spcPts val="0"/>
              </a:spcAft>
              <a:buClr>
                <a:schemeClr val="dk1"/>
              </a:buClr>
              <a:buSzPts val="1200"/>
              <a:buNone/>
              <a:defRPr>
                <a:solidFill>
                  <a:schemeClr val="dk1"/>
                </a:solidFill>
              </a:defRPr>
            </a:lvl5pPr>
            <a:lvl6pPr lvl="5" rtl="0" algn="ctr">
              <a:lnSpc>
                <a:spcPct val="100000"/>
              </a:lnSpc>
              <a:spcBef>
                <a:spcPts val="0"/>
              </a:spcBef>
              <a:spcAft>
                <a:spcPts val="0"/>
              </a:spcAft>
              <a:buClr>
                <a:schemeClr val="dk1"/>
              </a:buClr>
              <a:buSzPts val="1200"/>
              <a:buNone/>
              <a:defRPr>
                <a:solidFill>
                  <a:schemeClr val="dk1"/>
                </a:solidFill>
              </a:defRPr>
            </a:lvl6pPr>
            <a:lvl7pPr lvl="6" rtl="0" algn="ctr">
              <a:lnSpc>
                <a:spcPct val="100000"/>
              </a:lnSpc>
              <a:spcBef>
                <a:spcPts val="0"/>
              </a:spcBef>
              <a:spcAft>
                <a:spcPts val="0"/>
              </a:spcAft>
              <a:buClr>
                <a:schemeClr val="dk1"/>
              </a:buClr>
              <a:buSzPts val="1200"/>
              <a:buNone/>
              <a:defRPr>
                <a:solidFill>
                  <a:schemeClr val="dk1"/>
                </a:solidFill>
              </a:defRPr>
            </a:lvl7pPr>
            <a:lvl8pPr lvl="7" rtl="0" algn="ctr">
              <a:lnSpc>
                <a:spcPct val="100000"/>
              </a:lnSpc>
              <a:spcBef>
                <a:spcPts val="0"/>
              </a:spcBef>
              <a:spcAft>
                <a:spcPts val="0"/>
              </a:spcAft>
              <a:buClr>
                <a:schemeClr val="dk1"/>
              </a:buClr>
              <a:buSzPts val="1200"/>
              <a:buNone/>
              <a:defRPr>
                <a:solidFill>
                  <a:schemeClr val="dk1"/>
                </a:solidFill>
              </a:defRPr>
            </a:lvl8pPr>
            <a:lvl9pPr lvl="8" rtl="0" algn="ctr">
              <a:lnSpc>
                <a:spcPct val="100000"/>
              </a:lnSpc>
              <a:spcBef>
                <a:spcPts val="0"/>
              </a:spcBef>
              <a:spcAft>
                <a:spcPts val="0"/>
              </a:spcAft>
              <a:buClr>
                <a:schemeClr val="dk1"/>
              </a:buClr>
              <a:buSzPts val="1200"/>
              <a:buNone/>
              <a:defRPr>
                <a:solidFill>
                  <a:schemeClr val="dk1"/>
                </a:solidFill>
              </a:defRPr>
            </a:lvl9pPr>
          </a:lstStyle>
          <a:p/>
        </p:txBody>
      </p:sp>
      <p:grpSp>
        <p:nvGrpSpPr>
          <p:cNvPr id="701" name="Google Shape;701;p19"/>
          <p:cNvGrpSpPr/>
          <p:nvPr/>
        </p:nvGrpSpPr>
        <p:grpSpPr>
          <a:xfrm>
            <a:off x="-272048" y="4561775"/>
            <a:ext cx="453184" cy="454844"/>
            <a:chOff x="1031102" y="400625"/>
            <a:chExt cx="453184" cy="454844"/>
          </a:xfrm>
        </p:grpSpPr>
        <p:sp>
          <p:nvSpPr>
            <p:cNvPr id="702" name="Google Shape;702;p19"/>
            <p:cNvSpPr/>
            <p:nvPr/>
          </p:nvSpPr>
          <p:spPr>
            <a:xfrm>
              <a:off x="1172203" y="546706"/>
              <a:ext cx="164341" cy="166002"/>
            </a:xfrm>
            <a:custGeom>
              <a:rect b="b" l="l" r="r" t="t"/>
              <a:pathLst>
                <a:path extrusionOk="0" h="100" w="99">
                  <a:moveTo>
                    <a:pt x="69" y="95"/>
                  </a:moveTo>
                  <a:cubicBezTo>
                    <a:pt x="69" y="95"/>
                    <a:pt x="68" y="95"/>
                    <a:pt x="67" y="96"/>
                  </a:cubicBezTo>
                  <a:cubicBezTo>
                    <a:pt x="65" y="97"/>
                    <a:pt x="62" y="98"/>
                    <a:pt x="58" y="99"/>
                  </a:cubicBezTo>
                  <a:cubicBezTo>
                    <a:pt x="51" y="101"/>
                    <a:pt x="38" y="101"/>
                    <a:pt x="26" y="94"/>
                  </a:cubicBezTo>
                  <a:cubicBezTo>
                    <a:pt x="13" y="88"/>
                    <a:pt x="1" y="73"/>
                    <a:pt x="0" y="54"/>
                  </a:cubicBezTo>
                  <a:cubicBezTo>
                    <a:pt x="-1" y="45"/>
                    <a:pt x="1" y="35"/>
                    <a:pt x="6" y="26"/>
                  </a:cubicBezTo>
                  <a:cubicBezTo>
                    <a:pt x="11" y="17"/>
                    <a:pt x="19" y="9"/>
                    <a:pt x="29" y="5"/>
                  </a:cubicBezTo>
                  <a:cubicBezTo>
                    <a:pt x="39" y="0"/>
                    <a:pt x="51" y="-1"/>
                    <a:pt x="61" y="1"/>
                  </a:cubicBezTo>
                  <a:cubicBezTo>
                    <a:pt x="71" y="4"/>
                    <a:pt x="79" y="9"/>
                    <a:pt x="86" y="16"/>
                  </a:cubicBezTo>
                  <a:cubicBezTo>
                    <a:pt x="99" y="30"/>
                    <a:pt x="102" y="49"/>
                    <a:pt x="98" y="62"/>
                  </a:cubicBezTo>
                  <a:cubicBezTo>
                    <a:pt x="95" y="76"/>
                    <a:pt x="86" y="85"/>
                    <a:pt x="80" y="89"/>
                  </a:cubicBezTo>
                  <a:cubicBezTo>
                    <a:pt x="77" y="92"/>
                    <a:pt x="74" y="93"/>
                    <a:pt x="72" y="94"/>
                  </a:cubicBezTo>
                  <a:cubicBezTo>
                    <a:pt x="70" y="95"/>
                    <a:pt x="69" y="95"/>
                    <a:pt x="69" y="95"/>
                  </a:cubicBezTo>
                  <a:cubicBezTo>
                    <a:pt x="69" y="94"/>
                    <a:pt x="73" y="93"/>
                    <a:pt x="79" y="88"/>
                  </a:cubicBezTo>
                  <a:cubicBezTo>
                    <a:pt x="85" y="83"/>
                    <a:pt x="92" y="75"/>
                    <a:pt x="95" y="61"/>
                  </a:cubicBezTo>
                  <a:cubicBezTo>
                    <a:pt x="99" y="49"/>
                    <a:pt x="96" y="31"/>
                    <a:pt x="83" y="18"/>
                  </a:cubicBezTo>
                  <a:cubicBezTo>
                    <a:pt x="77" y="12"/>
                    <a:pt x="69" y="7"/>
                    <a:pt x="60" y="5"/>
                  </a:cubicBezTo>
                  <a:cubicBezTo>
                    <a:pt x="51" y="3"/>
                    <a:pt x="40" y="4"/>
                    <a:pt x="31" y="8"/>
                  </a:cubicBezTo>
                  <a:cubicBezTo>
                    <a:pt x="22" y="12"/>
                    <a:pt x="14" y="19"/>
                    <a:pt x="10" y="28"/>
                  </a:cubicBezTo>
                  <a:cubicBezTo>
                    <a:pt x="5" y="36"/>
                    <a:pt x="3" y="45"/>
                    <a:pt x="3" y="54"/>
                  </a:cubicBezTo>
                  <a:cubicBezTo>
                    <a:pt x="5" y="71"/>
                    <a:pt x="16" y="85"/>
                    <a:pt x="27" y="92"/>
                  </a:cubicBezTo>
                  <a:cubicBezTo>
                    <a:pt x="39" y="98"/>
                    <a:pt x="51" y="99"/>
                    <a:pt x="58" y="97"/>
                  </a:cubicBezTo>
                  <a:cubicBezTo>
                    <a:pt x="65" y="96"/>
                    <a:pt x="69" y="94"/>
                    <a:pt x="69" y="95"/>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03" name="Google Shape;703;p19"/>
            <p:cNvSpPr/>
            <p:nvPr/>
          </p:nvSpPr>
          <p:spPr>
            <a:xfrm>
              <a:off x="1032762" y="403945"/>
              <a:ext cx="448204" cy="448204"/>
            </a:xfrm>
            <a:custGeom>
              <a:rect b="b" l="l" r="r" t="t"/>
              <a:pathLst>
                <a:path extrusionOk="0" h="270" w="270">
                  <a:moveTo>
                    <a:pt x="153" y="245"/>
                  </a:moveTo>
                  <a:cubicBezTo>
                    <a:pt x="153" y="245"/>
                    <a:pt x="153" y="246"/>
                    <a:pt x="154" y="247"/>
                  </a:cubicBezTo>
                  <a:cubicBezTo>
                    <a:pt x="155" y="248"/>
                    <a:pt x="156" y="249"/>
                    <a:pt x="157" y="251"/>
                  </a:cubicBezTo>
                  <a:cubicBezTo>
                    <a:pt x="160" y="254"/>
                    <a:pt x="164" y="260"/>
                    <a:pt x="170" y="267"/>
                  </a:cubicBezTo>
                  <a:lnTo>
                    <a:pt x="169" y="267"/>
                  </a:lnTo>
                  <a:cubicBezTo>
                    <a:pt x="180" y="262"/>
                    <a:pt x="193" y="256"/>
                    <a:pt x="210" y="248"/>
                  </a:cubicBezTo>
                  <a:lnTo>
                    <a:pt x="210" y="249"/>
                  </a:lnTo>
                  <a:cubicBezTo>
                    <a:pt x="208" y="241"/>
                    <a:pt x="206" y="232"/>
                    <a:pt x="204" y="222"/>
                  </a:cubicBezTo>
                  <a:lnTo>
                    <a:pt x="204" y="222"/>
                  </a:lnTo>
                  <a:lnTo>
                    <a:pt x="205" y="221"/>
                  </a:lnTo>
                  <a:cubicBezTo>
                    <a:pt x="212" y="215"/>
                    <a:pt x="218" y="208"/>
                    <a:pt x="224" y="200"/>
                  </a:cubicBezTo>
                  <a:lnTo>
                    <a:pt x="225" y="199"/>
                  </a:lnTo>
                  <a:lnTo>
                    <a:pt x="226" y="200"/>
                  </a:lnTo>
                  <a:cubicBezTo>
                    <a:pt x="234" y="201"/>
                    <a:pt x="243" y="202"/>
                    <a:pt x="253" y="203"/>
                  </a:cubicBezTo>
                  <a:lnTo>
                    <a:pt x="251" y="204"/>
                  </a:lnTo>
                  <a:cubicBezTo>
                    <a:pt x="256" y="191"/>
                    <a:pt x="261" y="177"/>
                    <a:pt x="267" y="162"/>
                  </a:cubicBezTo>
                  <a:lnTo>
                    <a:pt x="268" y="164"/>
                  </a:lnTo>
                  <a:cubicBezTo>
                    <a:pt x="261" y="159"/>
                    <a:pt x="253" y="154"/>
                    <a:pt x="245" y="149"/>
                  </a:cubicBezTo>
                  <a:lnTo>
                    <a:pt x="244" y="148"/>
                  </a:lnTo>
                  <a:lnTo>
                    <a:pt x="244" y="147"/>
                  </a:lnTo>
                  <a:cubicBezTo>
                    <a:pt x="245" y="138"/>
                    <a:pt x="245" y="128"/>
                    <a:pt x="244" y="118"/>
                  </a:cubicBezTo>
                  <a:lnTo>
                    <a:pt x="243" y="117"/>
                  </a:lnTo>
                  <a:lnTo>
                    <a:pt x="244" y="117"/>
                  </a:lnTo>
                  <a:cubicBezTo>
                    <a:pt x="251" y="112"/>
                    <a:pt x="258" y="106"/>
                    <a:pt x="266" y="100"/>
                  </a:cubicBezTo>
                  <a:lnTo>
                    <a:pt x="265" y="103"/>
                  </a:lnTo>
                  <a:cubicBezTo>
                    <a:pt x="260" y="90"/>
                    <a:pt x="253" y="76"/>
                    <a:pt x="247" y="61"/>
                  </a:cubicBezTo>
                  <a:lnTo>
                    <a:pt x="249" y="62"/>
                  </a:lnTo>
                  <a:cubicBezTo>
                    <a:pt x="241" y="64"/>
                    <a:pt x="232" y="66"/>
                    <a:pt x="222" y="68"/>
                  </a:cubicBezTo>
                  <a:lnTo>
                    <a:pt x="221" y="68"/>
                  </a:lnTo>
                  <a:lnTo>
                    <a:pt x="221" y="67"/>
                  </a:lnTo>
                  <a:cubicBezTo>
                    <a:pt x="215" y="60"/>
                    <a:pt x="208" y="53"/>
                    <a:pt x="200" y="47"/>
                  </a:cubicBezTo>
                  <a:lnTo>
                    <a:pt x="199" y="46"/>
                  </a:lnTo>
                  <a:lnTo>
                    <a:pt x="199" y="45"/>
                  </a:lnTo>
                  <a:cubicBezTo>
                    <a:pt x="200" y="37"/>
                    <a:pt x="201" y="28"/>
                    <a:pt x="203" y="18"/>
                  </a:cubicBezTo>
                  <a:lnTo>
                    <a:pt x="204" y="20"/>
                  </a:lnTo>
                  <a:cubicBezTo>
                    <a:pt x="191" y="15"/>
                    <a:pt x="176" y="10"/>
                    <a:pt x="162" y="4"/>
                  </a:cubicBezTo>
                  <a:lnTo>
                    <a:pt x="164" y="4"/>
                  </a:lnTo>
                  <a:cubicBezTo>
                    <a:pt x="160" y="11"/>
                    <a:pt x="154" y="18"/>
                    <a:pt x="149" y="26"/>
                  </a:cubicBezTo>
                  <a:lnTo>
                    <a:pt x="148" y="27"/>
                  </a:lnTo>
                  <a:lnTo>
                    <a:pt x="147" y="27"/>
                  </a:lnTo>
                  <a:cubicBezTo>
                    <a:pt x="138" y="26"/>
                    <a:pt x="128" y="26"/>
                    <a:pt x="118" y="28"/>
                  </a:cubicBezTo>
                  <a:lnTo>
                    <a:pt x="118" y="28"/>
                  </a:lnTo>
                  <a:cubicBezTo>
                    <a:pt x="118" y="27"/>
                    <a:pt x="120" y="28"/>
                    <a:pt x="117" y="27"/>
                  </a:cubicBezTo>
                  <a:lnTo>
                    <a:pt x="117" y="27"/>
                  </a:lnTo>
                  <a:lnTo>
                    <a:pt x="117" y="27"/>
                  </a:lnTo>
                  <a:lnTo>
                    <a:pt x="116" y="27"/>
                  </a:lnTo>
                  <a:lnTo>
                    <a:pt x="116" y="26"/>
                  </a:lnTo>
                  <a:lnTo>
                    <a:pt x="116" y="26"/>
                  </a:lnTo>
                  <a:lnTo>
                    <a:pt x="115" y="24"/>
                  </a:lnTo>
                  <a:lnTo>
                    <a:pt x="112" y="21"/>
                  </a:lnTo>
                  <a:lnTo>
                    <a:pt x="108" y="16"/>
                  </a:lnTo>
                  <a:cubicBezTo>
                    <a:pt x="106" y="12"/>
                    <a:pt x="103" y="9"/>
                    <a:pt x="100" y="5"/>
                  </a:cubicBezTo>
                  <a:lnTo>
                    <a:pt x="103" y="6"/>
                  </a:lnTo>
                  <a:cubicBezTo>
                    <a:pt x="89" y="12"/>
                    <a:pt x="75" y="18"/>
                    <a:pt x="61" y="24"/>
                  </a:cubicBezTo>
                  <a:lnTo>
                    <a:pt x="63" y="22"/>
                  </a:lnTo>
                  <a:cubicBezTo>
                    <a:pt x="64" y="31"/>
                    <a:pt x="66" y="40"/>
                    <a:pt x="68" y="49"/>
                  </a:cubicBezTo>
                  <a:lnTo>
                    <a:pt x="68" y="50"/>
                  </a:lnTo>
                  <a:lnTo>
                    <a:pt x="67" y="50"/>
                  </a:lnTo>
                  <a:cubicBezTo>
                    <a:pt x="60" y="57"/>
                    <a:pt x="53" y="64"/>
                    <a:pt x="47" y="71"/>
                  </a:cubicBezTo>
                  <a:lnTo>
                    <a:pt x="47" y="72"/>
                  </a:lnTo>
                  <a:lnTo>
                    <a:pt x="45" y="72"/>
                  </a:lnTo>
                  <a:cubicBezTo>
                    <a:pt x="36" y="71"/>
                    <a:pt x="27" y="69"/>
                    <a:pt x="18" y="68"/>
                  </a:cubicBezTo>
                  <a:lnTo>
                    <a:pt x="21" y="67"/>
                  </a:lnTo>
                  <a:cubicBezTo>
                    <a:pt x="15" y="81"/>
                    <a:pt x="10" y="95"/>
                    <a:pt x="4" y="109"/>
                  </a:cubicBezTo>
                  <a:lnTo>
                    <a:pt x="4" y="107"/>
                  </a:lnTo>
                  <a:cubicBezTo>
                    <a:pt x="11" y="112"/>
                    <a:pt x="19" y="117"/>
                    <a:pt x="26" y="122"/>
                  </a:cubicBezTo>
                  <a:lnTo>
                    <a:pt x="27" y="123"/>
                  </a:lnTo>
                  <a:lnTo>
                    <a:pt x="27" y="124"/>
                  </a:lnTo>
                  <a:cubicBezTo>
                    <a:pt x="26" y="134"/>
                    <a:pt x="26" y="143"/>
                    <a:pt x="28" y="153"/>
                  </a:cubicBezTo>
                  <a:lnTo>
                    <a:pt x="28" y="154"/>
                  </a:lnTo>
                  <a:lnTo>
                    <a:pt x="27" y="154"/>
                  </a:lnTo>
                  <a:cubicBezTo>
                    <a:pt x="19" y="160"/>
                    <a:pt x="12" y="165"/>
                    <a:pt x="5" y="171"/>
                  </a:cubicBezTo>
                  <a:lnTo>
                    <a:pt x="6" y="169"/>
                  </a:lnTo>
                  <a:cubicBezTo>
                    <a:pt x="12" y="183"/>
                    <a:pt x="18" y="197"/>
                    <a:pt x="24" y="210"/>
                  </a:cubicBezTo>
                  <a:lnTo>
                    <a:pt x="22" y="209"/>
                  </a:lnTo>
                  <a:cubicBezTo>
                    <a:pt x="31" y="207"/>
                    <a:pt x="40" y="205"/>
                    <a:pt x="49" y="204"/>
                  </a:cubicBezTo>
                  <a:lnTo>
                    <a:pt x="50" y="204"/>
                  </a:lnTo>
                  <a:lnTo>
                    <a:pt x="50" y="204"/>
                  </a:lnTo>
                  <a:cubicBezTo>
                    <a:pt x="57" y="212"/>
                    <a:pt x="64" y="219"/>
                    <a:pt x="71" y="224"/>
                  </a:cubicBezTo>
                  <a:lnTo>
                    <a:pt x="72" y="225"/>
                  </a:lnTo>
                  <a:lnTo>
                    <a:pt x="72" y="226"/>
                  </a:lnTo>
                  <a:cubicBezTo>
                    <a:pt x="70" y="235"/>
                    <a:pt x="69" y="244"/>
                    <a:pt x="68" y="252"/>
                  </a:cubicBezTo>
                  <a:lnTo>
                    <a:pt x="67" y="251"/>
                  </a:lnTo>
                  <a:cubicBezTo>
                    <a:pt x="83" y="258"/>
                    <a:pt x="97" y="263"/>
                    <a:pt x="109" y="268"/>
                  </a:cubicBezTo>
                  <a:lnTo>
                    <a:pt x="108" y="268"/>
                  </a:lnTo>
                  <a:cubicBezTo>
                    <a:pt x="114" y="259"/>
                    <a:pt x="119" y="252"/>
                    <a:pt x="123" y="246"/>
                  </a:cubicBezTo>
                  <a:lnTo>
                    <a:pt x="123" y="245"/>
                  </a:lnTo>
                  <a:lnTo>
                    <a:pt x="124" y="245"/>
                  </a:lnTo>
                  <a:cubicBezTo>
                    <a:pt x="134" y="246"/>
                    <a:pt x="141" y="246"/>
                    <a:pt x="146" y="246"/>
                  </a:cubicBezTo>
                  <a:cubicBezTo>
                    <a:pt x="148" y="246"/>
                    <a:pt x="150" y="245"/>
                    <a:pt x="151" y="245"/>
                  </a:cubicBezTo>
                  <a:cubicBezTo>
                    <a:pt x="153" y="245"/>
                    <a:pt x="153" y="245"/>
                    <a:pt x="153" y="245"/>
                  </a:cubicBezTo>
                  <a:cubicBezTo>
                    <a:pt x="153" y="245"/>
                    <a:pt x="152" y="245"/>
                    <a:pt x="151" y="246"/>
                  </a:cubicBezTo>
                  <a:cubicBezTo>
                    <a:pt x="150" y="246"/>
                    <a:pt x="148" y="246"/>
                    <a:pt x="146" y="246"/>
                  </a:cubicBezTo>
                  <a:cubicBezTo>
                    <a:pt x="141" y="247"/>
                    <a:pt x="134" y="247"/>
                    <a:pt x="124" y="246"/>
                  </a:cubicBezTo>
                  <a:lnTo>
                    <a:pt x="124" y="246"/>
                  </a:lnTo>
                  <a:cubicBezTo>
                    <a:pt x="120" y="252"/>
                    <a:pt x="115" y="260"/>
                    <a:pt x="109" y="269"/>
                  </a:cubicBezTo>
                  <a:lnTo>
                    <a:pt x="109" y="270"/>
                  </a:lnTo>
                  <a:lnTo>
                    <a:pt x="108" y="269"/>
                  </a:lnTo>
                  <a:cubicBezTo>
                    <a:pt x="96" y="265"/>
                    <a:pt x="82" y="260"/>
                    <a:pt x="66" y="253"/>
                  </a:cubicBezTo>
                  <a:lnTo>
                    <a:pt x="65" y="253"/>
                  </a:lnTo>
                  <a:lnTo>
                    <a:pt x="65" y="252"/>
                  </a:lnTo>
                  <a:cubicBezTo>
                    <a:pt x="66" y="244"/>
                    <a:pt x="68" y="235"/>
                    <a:pt x="69" y="225"/>
                  </a:cubicBezTo>
                  <a:lnTo>
                    <a:pt x="70" y="226"/>
                  </a:lnTo>
                  <a:cubicBezTo>
                    <a:pt x="62" y="221"/>
                    <a:pt x="55" y="214"/>
                    <a:pt x="48" y="206"/>
                  </a:cubicBezTo>
                  <a:lnTo>
                    <a:pt x="49" y="206"/>
                  </a:lnTo>
                  <a:cubicBezTo>
                    <a:pt x="41" y="208"/>
                    <a:pt x="32" y="210"/>
                    <a:pt x="23" y="212"/>
                  </a:cubicBezTo>
                  <a:lnTo>
                    <a:pt x="21" y="212"/>
                  </a:lnTo>
                  <a:lnTo>
                    <a:pt x="21" y="211"/>
                  </a:lnTo>
                  <a:cubicBezTo>
                    <a:pt x="15" y="198"/>
                    <a:pt x="9" y="184"/>
                    <a:pt x="3" y="170"/>
                  </a:cubicBezTo>
                  <a:lnTo>
                    <a:pt x="2" y="169"/>
                  </a:lnTo>
                  <a:lnTo>
                    <a:pt x="3" y="168"/>
                  </a:lnTo>
                  <a:cubicBezTo>
                    <a:pt x="10" y="162"/>
                    <a:pt x="17" y="157"/>
                    <a:pt x="25" y="151"/>
                  </a:cubicBezTo>
                  <a:lnTo>
                    <a:pt x="24" y="153"/>
                  </a:lnTo>
                  <a:cubicBezTo>
                    <a:pt x="23" y="143"/>
                    <a:pt x="22" y="133"/>
                    <a:pt x="23" y="123"/>
                  </a:cubicBezTo>
                  <a:lnTo>
                    <a:pt x="24" y="125"/>
                  </a:lnTo>
                  <a:cubicBezTo>
                    <a:pt x="17" y="120"/>
                    <a:pt x="9" y="115"/>
                    <a:pt x="2" y="110"/>
                  </a:cubicBezTo>
                  <a:lnTo>
                    <a:pt x="0" y="109"/>
                  </a:lnTo>
                  <a:lnTo>
                    <a:pt x="1" y="108"/>
                  </a:lnTo>
                  <a:cubicBezTo>
                    <a:pt x="6" y="94"/>
                    <a:pt x="12" y="80"/>
                    <a:pt x="17" y="65"/>
                  </a:cubicBezTo>
                  <a:lnTo>
                    <a:pt x="18" y="64"/>
                  </a:lnTo>
                  <a:lnTo>
                    <a:pt x="19" y="64"/>
                  </a:lnTo>
                  <a:cubicBezTo>
                    <a:pt x="28" y="66"/>
                    <a:pt x="37" y="67"/>
                    <a:pt x="46" y="68"/>
                  </a:cubicBezTo>
                  <a:lnTo>
                    <a:pt x="44" y="69"/>
                  </a:lnTo>
                  <a:cubicBezTo>
                    <a:pt x="50" y="61"/>
                    <a:pt x="57" y="54"/>
                    <a:pt x="65" y="47"/>
                  </a:cubicBezTo>
                  <a:lnTo>
                    <a:pt x="64" y="49"/>
                  </a:lnTo>
                  <a:cubicBezTo>
                    <a:pt x="62" y="40"/>
                    <a:pt x="61" y="31"/>
                    <a:pt x="59" y="22"/>
                  </a:cubicBezTo>
                  <a:lnTo>
                    <a:pt x="58" y="21"/>
                  </a:lnTo>
                  <a:lnTo>
                    <a:pt x="60" y="20"/>
                  </a:lnTo>
                  <a:cubicBezTo>
                    <a:pt x="73" y="14"/>
                    <a:pt x="87" y="8"/>
                    <a:pt x="101" y="2"/>
                  </a:cubicBezTo>
                  <a:lnTo>
                    <a:pt x="103" y="1"/>
                  </a:lnTo>
                  <a:lnTo>
                    <a:pt x="103" y="3"/>
                  </a:lnTo>
                  <a:cubicBezTo>
                    <a:pt x="106" y="6"/>
                    <a:pt x="109" y="10"/>
                    <a:pt x="112" y="13"/>
                  </a:cubicBezTo>
                  <a:lnTo>
                    <a:pt x="116" y="19"/>
                  </a:lnTo>
                  <a:lnTo>
                    <a:pt x="118" y="22"/>
                  </a:lnTo>
                  <a:lnTo>
                    <a:pt x="119" y="23"/>
                  </a:lnTo>
                  <a:lnTo>
                    <a:pt x="119" y="24"/>
                  </a:lnTo>
                  <a:lnTo>
                    <a:pt x="120" y="24"/>
                  </a:lnTo>
                  <a:lnTo>
                    <a:pt x="120" y="24"/>
                  </a:lnTo>
                  <a:lnTo>
                    <a:pt x="120" y="24"/>
                  </a:lnTo>
                  <a:lnTo>
                    <a:pt x="120" y="24"/>
                  </a:lnTo>
                  <a:lnTo>
                    <a:pt x="120" y="24"/>
                  </a:lnTo>
                  <a:cubicBezTo>
                    <a:pt x="116" y="23"/>
                    <a:pt x="119" y="24"/>
                    <a:pt x="118" y="24"/>
                  </a:cubicBezTo>
                  <a:lnTo>
                    <a:pt x="118" y="24"/>
                  </a:lnTo>
                  <a:cubicBezTo>
                    <a:pt x="128" y="22"/>
                    <a:pt x="138" y="22"/>
                    <a:pt x="148" y="23"/>
                  </a:cubicBezTo>
                  <a:lnTo>
                    <a:pt x="146" y="24"/>
                  </a:lnTo>
                  <a:cubicBezTo>
                    <a:pt x="151" y="16"/>
                    <a:pt x="156" y="8"/>
                    <a:pt x="161" y="1"/>
                  </a:cubicBezTo>
                  <a:lnTo>
                    <a:pt x="162" y="0"/>
                  </a:lnTo>
                  <a:lnTo>
                    <a:pt x="163" y="0"/>
                  </a:lnTo>
                  <a:cubicBezTo>
                    <a:pt x="178" y="6"/>
                    <a:pt x="192" y="11"/>
                    <a:pt x="205" y="17"/>
                  </a:cubicBezTo>
                  <a:lnTo>
                    <a:pt x="207" y="17"/>
                  </a:lnTo>
                  <a:lnTo>
                    <a:pt x="207" y="19"/>
                  </a:lnTo>
                  <a:cubicBezTo>
                    <a:pt x="205" y="28"/>
                    <a:pt x="204" y="37"/>
                    <a:pt x="203" y="46"/>
                  </a:cubicBezTo>
                  <a:lnTo>
                    <a:pt x="202" y="44"/>
                  </a:lnTo>
                  <a:cubicBezTo>
                    <a:pt x="210" y="50"/>
                    <a:pt x="218" y="57"/>
                    <a:pt x="224" y="64"/>
                  </a:cubicBezTo>
                  <a:lnTo>
                    <a:pt x="222" y="64"/>
                  </a:lnTo>
                  <a:cubicBezTo>
                    <a:pt x="231" y="62"/>
                    <a:pt x="240" y="60"/>
                    <a:pt x="248" y="59"/>
                  </a:cubicBezTo>
                  <a:lnTo>
                    <a:pt x="250" y="58"/>
                  </a:lnTo>
                  <a:lnTo>
                    <a:pt x="251" y="60"/>
                  </a:lnTo>
                  <a:cubicBezTo>
                    <a:pt x="257" y="74"/>
                    <a:pt x="263" y="88"/>
                    <a:pt x="269" y="101"/>
                  </a:cubicBezTo>
                  <a:lnTo>
                    <a:pt x="269" y="102"/>
                  </a:lnTo>
                  <a:lnTo>
                    <a:pt x="268" y="103"/>
                  </a:lnTo>
                  <a:cubicBezTo>
                    <a:pt x="261" y="109"/>
                    <a:pt x="253" y="114"/>
                    <a:pt x="246" y="119"/>
                  </a:cubicBezTo>
                  <a:lnTo>
                    <a:pt x="247" y="118"/>
                  </a:lnTo>
                  <a:cubicBezTo>
                    <a:pt x="249" y="128"/>
                    <a:pt x="249" y="138"/>
                    <a:pt x="248" y="148"/>
                  </a:cubicBezTo>
                  <a:lnTo>
                    <a:pt x="247" y="146"/>
                  </a:lnTo>
                  <a:cubicBezTo>
                    <a:pt x="255" y="151"/>
                    <a:pt x="262" y="157"/>
                    <a:pt x="269" y="161"/>
                  </a:cubicBezTo>
                  <a:lnTo>
                    <a:pt x="270" y="162"/>
                  </a:lnTo>
                  <a:lnTo>
                    <a:pt x="270" y="163"/>
                  </a:lnTo>
                  <a:cubicBezTo>
                    <a:pt x="264" y="178"/>
                    <a:pt x="259" y="192"/>
                    <a:pt x="254" y="205"/>
                  </a:cubicBezTo>
                  <a:lnTo>
                    <a:pt x="253" y="206"/>
                  </a:lnTo>
                  <a:lnTo>
                    <a:pt x="252" y="206"/>
                  </a:lnTo>
                  <a:cubicBezTo>
                    <a:pt x="243" y="205"/>
                    <a:pt x="234" y="203"/>
                    <a:pt x="225" y="202"/>
                  </a:cubicBezTo>
                  <a:lnTo>
                    <a:pt x="226" y="201"/>
                  </a:lnTo>
                  <a:cubicBezTo>
                    <a:pt x="220" y="210"/>
                    <a:pt x="213" y="217"/>
                    <a:pt x="206" y="223"/>
                  </a:cubicBezTo>
                  <a:lnTo>
                    <a:pt x="206" y="222"/>
                  </a:lnTo>
                  <a:cubicBezTo>
                    <a:pt x="208" y="231"/>
                    <a:pt x="210" y="240"/>
                    <a:pt x="211" y="248"/>
                  </a:cubicBezTo>
                  <a:lnTo>
                    <a:pt x="212" y="249"/>
                  </a:lnTo>
                  <a:lnTo>
                    <a:pt x="211" y="250"/>
                  </a:lnTo>
                  <a:cubicBezTo>
                    <a:pt x="194" y="257"/>
                    <a:pt x="180" y="263"/>
                    <a:pt x="169" y="267"/>
                  </a:cubicBezTo>
                  <a:lnTo>
                    <a:pt x="169" y="268"/>
                  </a:lnTo>
                  <a:lnTo>
                    <a:pt x="169" y="267"/>
                  </a:lnTo>
                  <a:cubicBezTo>
                    <a:pt x="164" y="260"/>
                    <a:pt x="160" y="255"/>
                    <a:pt x="157" y="251"/>
                  </a:cubicBezTo>
                  <a:cubicBezTo>
                    <a:pt x="156" y="249"/>
                    <a:pt x="155" y="248"/>
                    <a:pt x="154" y="247"/>
                  </a:cubicBezTo>
                  <a:cubicBezTo>
                    <a:pt x="153" y="246"/>
                    <a:pt x="153" y="245"/>
                    <a:pt x="153" y="245"/>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04" name="Google Shape;704;p19"/>
            <p:cNvSpPr/>
            <p:nvPr/>
          </p:nvSpPr>
          <p:spPr>
            <a:xfrm>
              <a:off x="1170543" y="545046"/>
              <a:ext cx="169322" cy="167662"/>
            </a:xfrm>
            <a:custGeom>
              <a:rect b="b" l="l" r="r" t="t"/>
              <a:pathLst>
                <a:path extrusionOk="0" h="101" w="102">
                  <a:moveTo>
                    <a:pt x="70" y="96"/>
                  </a:moveTo>
                  <a:lnTo>
                    <a:pt x="69" y="96"/>
                  </a:lnTo>
                  <a:cubicBezTo>
                    <a:pt x="68" y="97"/>
                    <a:pt x="67" y="97"/>
                    <a:pt x="65" y="98"/>
                  </a:cubicBezTo>
                  <a:cubicBezTo>
                    <a:pt x="61" y="99"/>
                    <a:pt x="55" y="100"/>
                    <a:pt x="47" y="100"/>
                  </a:cubicBezTo>
                  <a:cubicBezTo>
                    <a:pt x="40" y="99"/>
                    <a:pt x="30" y="97"/>
                    <a:pt x="22" y="90"/>
                  </a:cubicBezTo>
                  <a:cubicBezTo>
                    <a:pt x="13" y="84"/>
                    <a:pt x="5" y="73"/>
                    <a:pt x="3" y="59"/>
                  </a:cubicBezTo>
                  <a:cubicBezTo>
                    <a:pt x="0" y="46"/>
                    <a:pt x="4" y="29"/>
                    <a:pt x="16" y="18"/>
                  </a:cubicBezTo>
                  <a:cubicBezTo>
                    <a:pt x="27" y="6"/>
                    <a:pt x="46" y="-1"/>
                    <a:pt x="64" y="5"/>
                  </a:cubicBezTo>
                  <a:cubicBezTo>
                    <a:pt x="73" y="7"/>
                    <a:pt x="81" y="12"/>
                    <a:pt x="88" y="20"/>
                  </a:cubicBezTo>
                  <a:cubicBezTo>
                    <a:pt x="94" y="27"/>
                    <a:pt x="98" y="36"/>
                    <a:pt x="99" y="46"/>
                  </a:cubicBezTo>
                  <a:cubicBezTo>
                    <a:pt x="101" y="56"/>
                    <a:pt x="99" y="67"/>
                    <a:pt x="94" y="76"/>
                  </a:cubicBezTo>
                  <a:cubicBezTo>
                    <a:pt x="91" y="81"/>
                    <a:pt x="88" y="85"/>
                    <a:pt x="84" y="88"/>
                  </a:cubicBezTo>
                  <a:cubicBezTo>
                    <a:pt x="82" y="90"/>
                    <a:pt x="80" y="92"/>
                    <a:pt x="78" y="93"/>
                  </a:cubicBezTo>
                  <a:cubicBezTo>
                    <a:pt x="77" y="94"/>
                    <a:pt x="76" y="95"/>
                    <a:pt x="74" y="96"/>
                  </a:cubicBezTo>
                  <a:lnTo>
                    <a:pt x="73" y="96"/>
                  </a:lnTo>
                  <a:lnTo>
                    <a:pt x="72" y="97"/>
                  </a:lnTo>
                  <a:lnTo>
                    <a:pt x="72" y="97"/>
                  </a:lnTo>
                  <a:lnTo>
                    <a:pt x="72" y="97"/>
                  </a:lnTo>
                  <a:lnTo>
                    <a:pt x="72" y="97"/>
                  </a:lnTo>
                  <a:cubicBezTo>
                    <a:pt x="71" y="97"/>
                    <a:pt x="73" y="96"/>
                    <a:pt x="72" y="95"/>
                  </a:cubicBezTo>
                  <a:lnTo>
                    <a:pt x="70" y="94"/>
                  </a:lnTo>
                  <a:cubicBezTo>
                    <a:pt x="71" y="93"/>
                    <a:pt x="74" y="92"/>
                    <a:pt x="75" y="91"/>
                  </a:cubicBezTo>
                  <a:cubicBezTo>
                    <a:pt x="93" y="81"/>
                    <a:pt x="101" y="59"/>
                    <a:pt x="97" y="41"/>
                  </a:cubicBezTo>
                  <a:cubicBezTo>
                    <a:pt x="93" y="22"/>
                    <a:pt x="77" y="8"/>
                    <a:pt x="60" y="5"/>
                  </a:cubicBezTo>
                  <a:cubicBezTo>
                    <a:pt x="42" y="1"/>
                    <a:pt x="25" y="8"/>
                    <a:pt x="15" y="20"/>
                  </a:cubicBezTo>
                  <a:cubicBezTo>
                    <a:pt x="4" y="31"/>
                    <a:pt x="1" y="47"/>
                    <a:pt x="3" y="60"/>
                  </a:cubicBezTo>
                  <a:cubicBezTo>
                    <a:pt x="6" y="73"/>
                    <a:pt x="13" y="84"/>
                    <a:pt x="22" y="90"/>
                  </a:cubicBezTo>
                  <a:cubicBezTo>
                    <a:pt x="30" y="97"/>
                    <a:pt x="40" y="99"/>
                    <a:pt x="47" y="100"/>
                  </a:cubicBezTo>
                  <a:cubicBezTo>
                    <a:pt x="55" y="100"/>
                    <a:pt x="61" y="99"/>
                    <a:pt x="65" y="98"/>
                  </a:cubicBezTo>
                  <a:cubicBezTo>
                    <a:pt x="68" y="97"/>
                    <a:pt x="70" y="96"/>
                    <a:pt x="70" y="96"/>
                  </a:cubicBezTo>
                  <a:cubicBezTo>
                    <a:pt x="70" y="96"/>
                    <a:pt x="69" y="97"/>
                    <a:pt x="65" y="99"/>
                  </a:cubicBezTo>
                  <a:cubicBezTo>
                    <a:pt x="61" y="100"/>
                    <a:pt x="55" y="102"/>
                    <a:pt x="47" y="101"/>
                  </a:cubicBezTo>
                  <a:cubicBezTo>
                    <a:pt x="39" y="101"/>
                    <a:pt x="30" y="99"/>
                    <a:pt x="21" y="92"/>
                  </a:cubicBezTo>
                  <a:cubicBezTo>
                    <a:pt x="11" y="86"/>
                    <a:pt x="3" y="75"/>
                    <a:pt x="1" y="61"/>
                  </a:cubicBezTo>
                  <a:cubicBezTo>
                    <a:pt x="-2" y="47"/>
                    <a:pt x="1" y="30"/>
                    <a:pt x="12" y="18"/>
                  </a:cubicBezTo>
                  <a:cubicBezTo>
                    <a:pt x="23" y="5"/>
                    <a:pt x="42" y="-3"/>
                    <a:pt x="61" y="1"/>
                  </a:cubicBezTo>
                  <a:cubicBezTo>
                    <a:pt x="70" y="3"/>
                    <a:pt x="79" y="7"/>
                    <a:pt x="86" y="14"/>
                  </a:cubicBezTo>
                  <a:cubicBezTo>
                    <a:pt x="93" y="21"/>
                    <a:pt x="99" y="30"/>
                    <a:pt x="101" y="40"/>
                  </a:cubicBezTo>
                  <a:cubicBezTo>
                    <a:pt x="106" y="60"/>
                    <a:pt x="97" y="84"/>
                    <a:pt x="77" y="95"/>
                  </a:cubicBezTo>
                  <a:cubicBezTo>
                    <a:pt x="75" y="96"/>
                    <a:pt x="73" y="97"/>
                    <a:pt x="71" y="98"/>
                  </a:cubicBezTo>
                  <a:lnTo>
                    <a:pt x="69" y="98"/>
                  </a:lnTo>
                  <a:lnTo>
                    <a:pt x="69" y="97"/>
                  </a:lnTo>
                  <a:cubicBezTo>
                    <a:pt x="68" y="96"/>
                    <a:pt x="69" y="94"/>
                    <a:pt x="69" y="95"/>
                  </a:cubicBezTo>
                  <a:cubicBezTo>
                    <a:pt x="69" y="94"/>
                    <a:pt x="69" y="94"/>
                    <a:pt x="69" y="94"/>
                  </a:cubicBezTo>
                  <a:lnTo>
                    <a:pt x="70" y="94"/>
                  </a:lnTo>
                  <a:lnTo>
                    <a:pt x="70" y="94"/>
                  </a:lnTo>
                  <a:lnTo>
                    <a:pt x="71" y="93"/>
                  </a:lnTo>
                  <a:lnTo>
                    <a:pt x="73" y="92"/>
                  </a:lnTo>
                  <a:cubicBezTo>
                    <a:pt x="74" y="92"/>
                    <a:pt x="75" y="91"/>
                    <a:pt x="76" y="90"/>
                  </a:cubicBezTo>
                  <a:cubicBezTo>
                    <a:pt x="78" y="89"/>
                    <a:pt x="80" y="87"/>
                    <a:pt x="81" y="86"/>
                  </a:cubicBezTo>
                  <a:cubicBezTo>
                    <a:pt x="85" y="82"/>
                    <a:pt x="88" y="79"/>
                    <a:pt x="90" y="74"/>
                  </a:cubicBezTo>
                  <a:cubicBezTo>
                    <a:pt x="95" y="66"/>
                    <a:pt x="97" y="56"/>
                    <a:pt x="96" y="47"/>
                  </a:cubicBezTo>
                  <a:cubicBezTo>
                    <a:pt x="95" y="38"/>
                    <a:pt x="91" y="29"/>
                    <a:pt x="85" y="22"/>
                  </a:cubicBezTo>
                  <a:cubicBezTo>
                    <a:pt x="79" y="16"/>
                    <a:pt x="71" y="11"/>
                    <a:pt x="63" y="8"/>
                  </a:cubicBezTo>
                  <a:cubicBezTo>
                    <a:pt x="46" y="4"/>
                    <a:pt x="29" y="9"/>
                    <a:pt x="18" y="20"/>
                  </a:cubicBezTo>
                  <a:cubicBezTo>
                    <a:pt x="7" y="31"/>
                    <a:pt x="3" y="46"/>
                    <a:pt x="6" y="59"/>
                  </a:cubicBezTo>
                  <a:cubicBezTo>
                    <a:pt x="8" y="72"/>
                    <a:pt x="15" y="83"/>
                    <a:pt x="23" y="89"/>
                  </a:cubicBezTo>
                  <a:cubicBezTo>
                    <a:pt x="31" y="95"/>
                    <a:pt x="40" y="98"/>
                    <a:pt x="47" y="99"/>
                  </a:cubicBezTo>
                  <a:cubicBezTo>
                    <a:pt x="55" y="99"/>
                    <a:pt x="61" y="98"/>
                    <a:pt x="64" y="97"/>
                  </a:cubicBezTo>
                  <a:cubicBezTo>
                    <a:pt x="68" y="97"/>
                    <a:pt x="70" y="96"/>
                    <a:pt x="70" y="96"/>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05" name="Google Shape;705;p19"/>
            <p:cNvSpPr/>
            <p:nvPr/>
          </p:nvSpPr>
          <p:spPr>
            <a:xfrm>
              <a:off x="1031102" y="400625"/>
              <a:ext cx="453184" cy="454844"/>
            </a:xfrm>
            <a:custGeom>
              <a:rect b="b" l="l" r="r" t="t"/>
              <a:pathLst>
                <a:path extrusionOk="0" h="274" w="273">
                  <a:moveTo>
                    <a:pt x="154" y="247"/>
                  </a:moveTo>
                  <a:cubicBezTo>
                    <a:pt x="156" y="250"/>
                    <a:pt x="160" y="256"/>
                    <a:pt x="171" y="270"/>
                  </a:cubicBezTo>
                  <a:lnTo>
                    <a:pt x="170" y="269"/>
                  </a:lnTo>
                  <a:cubicBezTo>
                    <a:pt x="181" y="265"/>
                    <a:pt x="195" y="258"/>
                    <a:pt x="212" y="251"/>
                  </a:cubicBezTo>
                  <a:lnTo>
                    <a:pt x="212" y="252"/>
                  </a:lnTo>
                  <a:cubicBezTo>
                    <a:pt x="210" y="243"/>
                    <a:pt x="208" y="234"/>
                    <a:pt x="206" y="224"/>
                  </a:cubicBezTo>
                  <a:lnTo>
                    <a:pt x="208" y="224"/>
                  </a:lnTo>
                  <a:lnTo>
                    <a:pt x="208" y="225"/>
                  </a:lnTo>
                  <a:lnTo>
                    <a:pt x="206" y="224"/>
                  </a:lnTo>
                  <a:cubicBezTo>
                    <a:pt x="214" y="218"/>
                    <a:pt x="221" y="211"/>
                    <a:pt x="227" y="203"/>
                  </a:cubicBezTo>
                  <a:lnTo>
                    <a:pt x="228" y="204"/>
                  </a:lnTo>
                  <a:lnTo>
                    <a:pt x="227" y="205"/>
                  </a:lnTo>
                  <a:lnTo>
                    <a:pt x="227" y="203"/>
                  </a:lnTo>
                  <a:cubicBezTo>
                    <a:pt x="235" y="204"/>
                    <a:pt x="245" y="205"/>
                    <a:pt x="254" y="207"/>
                  </a:cubicBezTo>
                  <a:lnTo>
                    <a:pt x="253" y="208"/>
                  </a:lnTo>
                  <a:cubicBezTo>
                    <a:pt x="258" y="194"/>
                    <a:pt x="264" y="179"/>
                    <a:pt x="270" y="164"/>
                  </a:cubicBezTo>
                  <a:lnTo>
                    <a:pt x="271" y="165"/>
                  </a:lnTo>
                  <a:cubicBezTo>
                    <a:pt x="263" y="161"/>
                    <a:pt x="255" y="155"/>
                    <a:pt x="247" y="150"/>
                  </a:cubicBezTo>
                  <a:lnTo>
                    <a:pt x="249" y="148"/>
                  </a:lnTo>
                  <a:lnTo>
                    <a:pt x="249" y="149"/>
                  </a:lnTo>
                  <a:lnTo>
                    <a:pt x="247" y="150"/>
                  </a:lnTo>
                  <a:cubicBezTo>
                    <a:pt x="248" y="141"/>
                    <a:pt x="248" y="130"/>
                    <a:pt x="246" y="120"/>
                  </a:cubicBezTo>
                  <a:lnTo>
                    <a:pt x="249" y="120"/>
                  </a:lnTo>
                  <a:lnTo>
                    <a:pt x="248" y="122"/>
                  </a:lnTo>
                  <a:lnTo>
                    <a:pt x="246" y="120"/>
                  </a:lnTo>
                  <a:cubicBezTo>
                    <a:pt x="253" y="115"/>
                    <a:pt x="261" y="109"/>
                    <a:pt x="269" y="103"/>
                  </a:cubicBezTo>
                  <a:lnTo>
                    <a:pt x="269" y="105"/>
                  </a:lnTo>
                  <a:cubicBezTo>
                    <a:pt x="263" y="92"/>
                    <a:pt x="256" y="77"/>
                    <a:pt x="249" y="62"/>
                  </a:cubicBezTo>
                  <a:lnTo>
                    <a:pt x="251" y="63"/>
                  </a:lnTo>
                  <a:cubicBezTo>
                    <a:pt x="243" y="64"/>
                    <a:pt x="233" y="66"/>
                    <a:pt x="223" y="68"/>
                  </a:cubicBezTo>
                  <a:lnTo>
                    <a:pt x="224" y="65"/>
                  </a:lnTo>
                  <a:lnTo>
                    <a:pt x="225" y="66"/>
                  </a:lnTo>
                  <a:lnTo>
                    <a:pt x="223" y="68"/>
                  </a:lnTo>
                  <a:cubicBezTo>
                    <a:pt x="218" y="61"/>
                    <a:pt x="210" y="54"/>
                    <a:pt x="202" y="48"/>
                  </a:cubicBezTo>
                  <a:lnTo>
                    <a:pt x="204" y="46"/>
                  </a:lnTo>
                  <a:lnTo>
                    <a:pt x="205" y="47"/>
                  </a:lnTo>
                  <a:lnTo>
                    <a:pt x="202" y="48"/>
                  </a:lnTo>
                  <a:cubicBezTo>
                    <a:pt x="203" y="39"/>
                    <a:pt x="204" y="30"/>
                    <a:pt x="206" y="20"/>
                  </a:cubicBezTo>
                  <a:lnTo>
                    <a:pt x="207" y="21"/>
                  </a:lnTo>
                  <a:cubicBezTo>
                    <a:pt x="193" y="16"/>
                    <a:pt x="178" y="10"/>
                    <a:pt x="163" y="4"/>
                  </a:cubicBezTo>
                  <a:lnTo>
                    <a:pt x="165" y="4"/>
                  </a:lnTo>
                  <a:cubicBezTo>
                    <a:pt x="160" y="11"/>
                    <a:pt x="154" y="19"/>
                    <a:pt x="149" y="27"/>
                  </a:cubicBezTo>
                  <a:lnTo>
                    <a:pt x="147" y="25"/>
                  </a:lnTo>
                  <a:lnTo>
                    <a:pt x="148" y="24"/>
                  </a:lnTo>
                  <a:lnTo>
                    <a:pt x="149" y="27"/>
                  </a:lnTo>
                  <a:cubicBezTo>
                    <a:pt x="140" y="27"/>
                    <a:pt x="130" y="27"/>
                    <a:pt x="119" y="28"/>
                  </a:cubicBezTo>
                  <a:lnTo>
                    <a:pt x="120" y="28"/>
                  </a:lnTo>
                  <a:lnTo>
                    <a:pt x="120" y="25"/>
                  </a:lnTo>
                  <a:lnTo>
                    <a:pt x="120" y="25"/>
                  </a:lnTo>
                  <a:lnTo>
                    <a:pt x="119" y="28"/>
                  </a:lnTo>
                  <a:lnTo>
                    <a:pt x="118" y="28"/>
                  </a:lnTo>
                  <a:lnTo>
                    <a:pt x="118" y="28"/>
                  </a:lnTo>
                  <a:lnTo>
                    <a:pt x="119" y="28"/>
                  </a:lnTo>
                  <a:lnTo>
                    <a:pt x="120" y="25"/>
                  </a:lnTo>
                  <a:lnTo>
                    <a:pt x="120" y="25"/>
                  </a:lnTo>
                  <a:lnTo>
                    <a:pt x="120" y="25"/>
                  </a:lnTo>
                  <a:lnTo>
                    <a:pt x="120" y="25"/>
                  </a:lnTo>
                  <a:lnTo>
                    <a:pt x="120" y="25"/>
                  </a:lnTo>
                  <a:lnTo>
                    <a:pt x="121" y="26"/>
                  </a:lnTo>
                  <a:lnTo>
                    <a:pt x="119" y="28"/>
                  </a:lnTo>
                  <a:cubicBezTo>
                    <a:pt x="114" y="21"/>
                    <a:pt x="108" y="13"/>
                    <a:pt x="102" y="5"/>
                  </a:cubicBezTo>
                  <a:lnTo>
                    <a:pt x="104" y="6"/>
                  </a:lnTo>
                  <a:cubicBezTo>
                    <a:pt x="91" y="12"/>
                    <a:pt x="76" y="19"/>
                    <a:pt x="61" y="25"/>
                  </a:cubicBezTo>
                  <a:lnTo>
                    <a:pt x="62" y="23"/>
                  </a:lnTo>
                  <a:cubicBezTo>
                    <a:pt x="64" y="32"/>
                    <a:pt x="66" y="41"/>
                    <a:pt x="68" y="51"/>
                  </a:cubicBezTo>
                  <a:lnTo>
                    <a:pt x="64" y="51"/>
                  </a:lnTo>
                  <a:lnTo>
                    <a:pt x="65" y="49"/>
                  </a:lnTo>
                  <a:lnTo>
                    <a:pt x="67" y="52"/>
                  </a:lnTo>
                  <a:cubicBezTo>
                    <a:pt x="60" y="57"/>
                    <a:pt x="53" y="64"/>
                    <a:pt x="47" y="73"/>
                  </a:cubicBezTo>
                  <a:lnTo>
                    <a:pt x="45" y="70"/>
                  </a:lnTo>
                  <a:lnTo>
                    <a:pt x="46" y="69"/>
                  </a:lnTo>
                  <a:lnTo>
                    <a:pt x="47" y="73"/>
                  </a:lnTo>
                  <a:cubicBezTo>
                    <a:pt x="38" y="72"/>
                    <a:pt x="28" y="70"/>
                    <a:pt x="19" y="69"/>
                  </a:cubicBezTo>
                  <a:lnTo>
                    <a:pt x="21" y="68"/>
                  </a:lnTo>
                  <a:cubicBezTo>
                    <a:pt x="16" y="81"/>
                    <a:pt x="10" y="97"/>
                    <a:pt x="4" y="112"/>
                  </a:cubicBezTo>
                  <a:lnTo>
                    <a:pt x="3" y="109"/>
                  </a:lnTo>
                  <a:cubicBezTo>
                    <a:pt x="11" y="114"/>
                    <a:pt x="19" y="120"/>
                    <a:pt x="27" y="125"/>
                  </a:cubicBezTo>
                  <a:lnTo>
                    <a:pt x="24" y="128"/>
                  </a:lnTo>
                  <a:lnTo>
                    <a:pt x="23" y="126"/>
                  </a:lnTo>
                  <a:lnTo>
                    <a:pt x="27" y="126"/>
                  </a:lnTo>
                  <a:cubicBezTo>
                    <a:pt x="26" y="135"/>
                    <a:pt x="26" y="145"/>
                    <a:pt x="28" y="155"/>
                  </a:cubicBezTo>
                  <a:lnTo>
                    <a:pt x="24" y="155"/>
                  </a:lnTo>
                  <a:lnTo>
                    <a:pt x="25" y="154"/>
                  </a:lnTo>
                  <a:lnTo>
                    <a:pt x="28" y="156"/>
                  </a:lnTo>
                  <a:cubicBezTo>
                    <a:pt x="21" y="161"/>
                    <a:pt x="13" y="167"/>
                    <a:pt x="5" y="173"/>
                  </a:cubicBezTo>
                  <a:lnTo>
                    <a:pt x="6" y="170"/>
                  </a:lnTo>
                  <a:cubicBezTo>
                    <a:pt x="11" y="184"/>
                    <a:pt x="18" y="198"/>
                    <a:pt x="25" y="213"/>
                  </a:cubicBezTo>
                  <a:lnTo>
                    <a:pt x="22" y="212"/>
                  </a:lnTo>
                  <a:cubicBezTo>
                    <a:pt x="31" y="210"/>
                    <a:pt x="40" y="208"/>
                    <a:pt x="50" y="207"/>
                  </a:cubicBezTo>
                  <a:lnTo>
                    <a:pt x="50" y="210"/>
                  </a:lnTo>
                  <a:lnTo>
                    <a:pt x="49" y="210"/>
                  </a:lnTo>
                  <a:lnTo>
                    <a:pt x="51" y="207"/>
                  </a:lnTo>
                  <a:cubicBezTo>
                    <a:pt x="57" y="214"/>
                    <a:pt x="64" y="221"/>
                    <a:pt x="72" y="227"/>
                  </a:cubicBezTo>
                  <a:lnTo>
                    <a:pt x="69" y="229"/>
                  </a:lnTo>
                  <a:lnTo>
                    <a:pt x="69" y="228"/>
                  </a:lnTo>
                  <a:lnTo>
                    <a:pt x="72" y="228"/>
                  </a:lnTo>
                  <a:cubicBezTo>
                    <a:pt x="71" y="237"/>
                    <a:pt x="70" y="246"/>
                    <a:pt x="69" y="256"/>
                  </a:cubicBezTo>
                  <a:lnTo>
                    <a:pt x="67" y="253"/>
                  </a:lnTo>
                  <a:cubicBezTo>
                    <a:pt x="81" y="259"/>
                    <a:pt x="96" y="264"/>
                    <a:pt x="110" y="270"/>
                  </a:cubicBezTo>
                  <a:lnTo>
                    <a:pt x="108" y="271"/>
                  </a:lnTo>
                  <a:cubicBezTo>
                    <a:pt x="113" y="263"/>
                    <a:pt x="118" y="255"/>
                    <a:pt x="123" y="247"/>
                  </a:cubicBezTo>
                  <a:lnTo>
                    <a:pt x="126" y="250"/>
                  </a:lnTo>
                  <a:lnTo>
                    <a:pt x="126" y="251"/>
                  </a:lnTo>
                  <a:lnTo>
                    <a:pt x="125" y="247"/>
                  </a:lnTo>
                  <a:cubicBezTo>
                    <a:pt x="133" y="248"/>
                    <a:pt x="141" y="248"/>
                    <a:pt x="150" y="246"/>
                  </a:cubicBezTo>
                  <a:lnTo>
                    <a:pt x="152" y="246"/>
                  </a:lnTo>
                  <a:lnTo>
                    <a:pt x="152" y="246"/>
                  </a:lnTo>
                  <a:lnTo>
                    <a:pt x="152" y="247"/>
                  </a:lnTo>
                  <a:lnTo>
                    <a:pt x="152" y="247"/>
                  </a:lnTo>
                  <a:lnTo>
                    <a:pt x="152" y="247"/>
                  </a:lnTo>
                  <a:lnTo>
                    <a:pt x="153" y="250"/>
                  </a:lnTo>
                  <a:lnTo>
                    <a:pt x="154" y="250"/>
                  </a:lnTo>
                  <a:lnTo>
                    <a:pt x="154" y="250"/>
                  </a:lnTo>
                  <a:lnTo>
                    <a:pt x="154" y="250"/>
                  </a:lnTo>
                  <a:lnTo>
                    <a:pt x="150" y="250"/>
                  </a:lnTo>
                  <a:cubicBezTo>
                    <a:pt x="147" y="250"/>
                    <a:pt x="144" y="251"/>
                    <a:pt x="141" y="251"/>
                  </a:cubicBezTo>
                  <a:cubicBezTo>
                    <a:pt x="136" y="251"/>
                    <a:pt x="130" y="251"/>
                    <a:pt x="124" y="250"/>
                  </a:cubicBezTo>
                  <a:lnTo>
                    <a:pt x="126" y="249"/>
                  </a:lnTo>
                  <a:cubicBezTo>
                    <a:pt x="121" y="257"/>
                    <a:pt x="116" y="264"/>
                    <a:pt x="111" y="272"/>
                  </a:cubicBezTo>
                  <a:lnTo>
                    <a:pt x="109" y="269"/>
                  </a:lnTo>
                  <a:lnTo>
                    <a:pt x="109" y="269"/>
                  </a:lnTo>
                  <a:lnTo>
                    <a:pt x="109" y="272"/>
                  </a:lnTo>
                  <a:cubicBezTo>
                    <a:pt x="95" y="267"/>
                    <a:pt x="81" y="261"/>
                    <a:pt x="67" y="256"/>
                  </a:cubicBezTo>
                  <a:lnTo>
                    <a:pt x="70" y="253"/>
                  </a:lnTo>
                  <a:lnTo>
                    <a:pt x="70" y="254"/>
                  </a:lnTo>
                  <a:lnTo>
                    <a:pt x="66" y="255"/>
                  </a:lnTo>
                  <a:cubicBezTo>
                    <a:pt x="68" y="245"/>
                    <a:pt x="69" y="236"/>
                    <a:pt x="71" y="227"/>
                  </a:cubicBezTo>
                  <a:lnTo>
                    <a:pt x="71" y="229"/>
                  </a:lnTo>
                  <a:cubicBezTo>
                    <a:pt x="63" y="223"/>
                    <a:pt x="55" y="216"/>
                    <a:pt x="49" y="208"/>
                  </a:cubicBezTo>
                  <a:lnTo>
                    <a:pt x="51" y="208"/>
                  </a:lnTo>
                  <a:cubicBezTo>
                    <a:pt x="42" y="210"/>
                    <a:pt x="33" y="212"/>
                    <a:pt x="24" y="214"/>
                  </a:cubicBezTo>
                  <a:lnTo>
                    <a:pt x="24" y="210"/>
                  </a:lnTo>
                  <a:lnTo>
                    <a:pt x="25" y="211"/>
                  </a:lnTo>
                  <a:lnTo>
                    <a:pt x="23" y="213"/>
                  </a:lnTo>
                  <a:cubicBezTo>
                    <a:pt x="17" y="199"/>
                    <a:pt x="11" y="185"/>
                    <a:pt x="5" y="172"/>
                  </a:cubicBezTo>
                  <a:lnTo>
                    <a:pt x="8" y="172"/>
                  </a:lnTo>
                  <a:lnTo>
                    <a:pt x="8" y="173"/>
                  </a:lnTo>
                  <a:lnTo>
                    <a:pt x="5" y="171"/>
                  </a:lnTo>
                  <a:cubicBezTo>
                    <a:pt x="12" y="165"/>
                    <a:pt x="20" y="160"/>
                    <a:pt x="27" y="154"/>
                  </a:cubicBezTo>
                  <a:lnTo>
                    <a:pt x="26" y="156"/>
                  </a:lnTo>
                  <a:cubicBezTo>
                    <a:pt x="25" y="146"/>
                    <a:pt x="24" y="135"/>
                    <a:pt x="26" y="125"/>
                  </a:cubicBezTo>
                  <a:lnTo>
                    <a:pt x="26" y="127"/>
                  </a:lnTo>
                  <a:cubicBezTo>
                    <a:pt x="19" y="122"/>
                    <a:pt x="11" y="116"/>
                    <a:pt x="3" y="111"/>
                  </a:cubicBezTo>
                  <a:lnTo>
                    <a:pt x="6" y="109"/>
                  </a:lnTo>
                  <a:lnTo>
                    <a:pt x="7" y="111"/>
                  </a:lnTo>
                  <a:lnTo>
                    <a:pt x="3" y="111"/>
                  </a:lnTo>
                  <a:cubicBezTo>
                    <a:pt x="9" y="96"/>
                    <a:pt x="14" y="82"/>
                    <a:pt x="19" y="68"/>
                  </a:cubicBezTo>
                  <a:lnTo>
                    <a:pt x="22" y="71"/>
                  </a:lnTo>
                  <a:lnTo>
                    <a:pt x="21" y="72"/>
                  </a:lnTo>
                  <a:lnTo>
                    <a:pt x="20" y="68"/>
                  </a:lnTo>
                  <a:cubicBezTo>
                    <a:pt x="29" y="70"/>
                    <a:pt x="39" y="71"/>
                    <a:pt x="48" y="72"/>
                  </a:cubicBezTo>
                  <a:lnTo>
                    <a:pt x="46" y="73"/>
                  </a:lnTo>
                  <a:cubicBezTo>
                    <a:pt x="52" y="64"/>
                    <a:pt x="59" y="57"/>
                    <a:pt x="67" y="50"/>
                  </a:cubicBezTo>
                  <a:lnTo>
                    <a:pt x="67" y="52"/>
                  </a:lnTo>
                  <a:cubicBezTo>
                    <a:pt x="65" y="43"/>
                    <a:pt x="63" y="34"/>
                    <a:pt x="61" y="25"/>
                  </a:cubicBezTo>
                  <a:lnTo>
                    <a:pt x="65" y="25"/>
                  </a:lnTo>
                  <a:lnTo>
                    <a:pt x="64" y="27"/>
                  </a:lnTo>
                  <a:lnTo>
                    <a:pt x="62" y="24"/>
                  </a:lnTo>
                  <a:cubicBezTo>
                    <a:pt x="76" y="18"/>
                    <a:pt x="89" y="12"/>
                    <a:pt x="103" y="6"/>
                  </a:cubicBezTo>
                  <a:lnTo>
                    <a:pt x="103" y="9"/>
                  </a:lnTo>
                  <a:lnTo>
                    <a:pt x="101" y="9"/>
                  </a:lnTo>
                  <a:lnTo>
                    <a:pt x="103" y="6"/>
                  </a:lnTo>
                  <a:cubicBezTo>
                    <a:pt x="109" y="14"/>
                    <a:pt x="114" y="21"/>
                    <a:pt x="119" y="28"/>
                  </a:cubicBezTo>
                  <a:lnTo>
                    <a:pt x="119" y="27"/>
                  </a:lnTo>
                  <a:lnTo>
                    <a:pt x="120" y="28"/>
                  </a:lnTo>
                  <a:lnTo>
                    <a:pt x="120" y="28"/>
                  </a:lnTo>
                  <a:lnTo>
                    <a:pt x="120" y="28"/>
                  </a:lnTo>
                  <a:lnTo>
                    <a:pt x="118" y="29"/>
                  </a:lnTo>
                  <a:lnTo>
                    <a:pt x="119" y="31"/>
                  </a:lnTo>
                  <a:lnTo>
                    <a:pt x="119" y="31"/>
                  </a:lnTo>
                  <a:lnTo>
                    <a:pt x="119" y="31"/>
                  </a:lnTo>
                  <a:lnTo>
                    <a:pt x="119" y="31"/>
                  </a:lnTo>
                  <a:lnTo>
                    <a:pt x="120" y="28"/>
                  </a:lnTo>
                  <a:lnTo>
                    <a:pt x="119" y="28"/>
                  </a:lnTo>
                  <a:cubicBezTo>
                    <a:pt x="130" y="26"/>
                    <a:pt x="140" y="26"/>
                    <a:pt x="149" y="27"/>
                  </a:cubicBezTo>
                  <a:lnTo>
                    <a:pt x="148" y="28"/>
                  </a:lnTo>
                  <a:cubicBezTo>
                    <a:pt x="153" y="20"/>
                    <a:pt x="158" y="12"/>
                    <a:pt x="164" y="4"/>
                  </a:cubicBezTo>
                  <a:lnTo>
                    <a:pt x="165" y="7"/>
                  </a:lnTo>
                  <a:lnTo>
                    <a:pt x="164" y="7"/>
                  </a:lnTo>
                  <a:lnTo>
                    <a:pt x="164" y="4"/>
                  </a:lnTo>
                  <a:cubicBezTo>
                    <a:pt x="179" y="10"/>
                    <a:pt x="192" y="15"/>
                    <a:pt x="206" y="21"/>
                  </a:cubicBezTo>
                  <a:lnTo>
                    <a:pt x="204" y="23"/>
                  </a:lnTo>
                  <a:lnTo>
                    <a:pt x="203" y="21"/>
                  </a:lnTo>
                  <a:lnTo>
                    <a:pt x="206" y="21"/>
                  </a:lnTo>
                  <a:cubicBezTo>
                    <a:pt x="205" y="31"/>
                    <a:pt x="203" y="40"/>
                    <a:pt x="202" y="48"/>
                  </a:cubicBezTo>
                  <a:lnTo>
                    <a:pt x="201" y="47"/>
                  </a:lnTo>
                  <a:cubicBezTo>
                    <a:pt x="210" y="53"/>
                    <a:pt x="218" y="61"/>
                    <a:pt x="224" y="68"/>
                  </a:cubicBezTo>
                  <a:lnTo>
                    <a:pt x="222" y="68"/>
                  </a:lnTo>
                  <a:cubicBezTo>
                    <a:pt x="232" y="66"/>
                    <a:pt x="241" y="64"/>
                    <a:pt x="250" y="62"/>
                  </a:cubicBezTo>
                  <a:lnTo>
                    <a:pt x="249" y="65"/>
                  </a:lnTo>
                  <a:lnTo>
                    <a:pt x="248" y="64"/>
                  </a:lnTo>
                  <a:lnTo>
                    <a:pt x="250" y="62"/>
                  </a:lnTo>
                  <a:cubicBezTo>
                    <a:pt x="257" y="77"/>
                    <a:pt x="263" y="91"/>
                    <a:pt x="268" y="104"/>
                  </a:cubicBezTo>
                  <a:lnTo>
                    <a:pt x="266" y="104"/>
                  </a:lnTo>
                  <a:lnTo>
                    <a:pt x="266" y="102"/>
                  </a:lnTo>
                  <a:lnTo>
                    <a:pt x="268" y="104"/>
                  </a:lnTo>
                  <a:cubicBezTo>
                    <a:pt x="260" y="110"/>
                    <a:pt x="253" y="115"/>
                    <a:pt x="246" y="121"/>
                  </a:cubicBezTo>
                  <a:lnTo>
                    <a:pt x="246" y="119"/>
                  </a:lnTo>
                  <a:cubicBezTo>
                    <a:pt x="248" y="131"/>
                    <a:pt x="248" y="141"/>
                    <a:pt x="247" y="150"/>
                  </a:cubicBezTo>
                  <a:lnTo>
                    <a:pt x="247" y="149"/>
                  </a:lnTo>
                  <a:cubicBezTo>
                    <a:pt x="255" y="155"/>
                    <a:pt x="263" y="160"/>
                    <a:pt x="270" y="165"/>
                  </a:cubicBezTo>
                  <a:lnTo>
                    <a:pt x="268" y="166"/>
                  </a:lnTo>
                  <a:lnTo>
                    <a:pt x="268" y="165"/>
                  </a:lnTo>
                  <a:lnTo>
                    <a:pt x="270" y="165"/>
                  </a:lnTo>
                  <a:cubicBezTo>
                    <a:pt x="264" y="181"/>
                    <a:pt x="258" y="194"/>
                    <a:pt x="254" y="207"/>
                  </a:cubicBezTo>
                  <a:lnTo>
                    <a:pt x="252" y="205"/>
                  </a:lnTo>
                  <a:lnTo>
                    <a:pt x="253" y="205"/>
                  </a:lnTo>
                  <a:lnTo>
                    <a:pt x="254" y="207"/>
                  </a:lnTo>
                  <a:cubicBezTo>
                    <a:pt x="243" y="205"/>
                    <a:pt x="234" y="204"/>
                    <a:pt x="226" y="203"/>
                  </a:cubicBezTo>
                  <a:lnTo>
                    <a:pt x="227" y="202"/>
                  </a:lnTo>
                  <a:cubicBezTo>
                    <a:pt x="220" y="212"/>
                    <a:pt x="213" y="219"/>
                    <a:pt x="206" y="224"/>
                  </a:cubicBezTo>
                  <a:lnTo>
                    <a:pt x="206" y="224"/>
                  </a:lnTo>
                  <a:cubicBezTo>
                    <a:pt x="209" y="235"/>
                    <a:pt x="210" y="243"/>
                    <a:pt x="212" y="251"/>
                  </a:cubicBezTo>
                  <a:lnTo>
                    <a:pt x="210" y="251"/>
                  </a:lnTo>
                  <a:lnTo>
                    <a:pt x="211" y="250"/>
                  </a:lnTo>
                  <a:lnTo>
                    <a:pt x="212" y="251"/>
                  </a:lnTo>
                  <a:cubicBezTo>
                    <a:pt x="194" y="259"/>
                    <a:pt x="181" y="265"/>
                    <a:pt x="170" y="269"/>
                  </a:cubicBezTo>
                  <a:lnTo>
                    <a:pt x="170" y="268"/>
                  </a:lnTo>
                  <a:lnTo>
                    <a:pt x="171" y="268"/>
                  </a:lnTo>
                  <a:lnTo>
                    <a:pt x="170" y="269"/>
                  </a:lnTo>
                  <a:cubicBezTo>
                    <a:pt x="160" y="255"/>
                    <a:pt x="156" y="250"/>
                    <a:pt x="154" y="247"/>
                  </a:cubicBezTo>
                  <a:cubicBezTo>
                    <a:pt x="154" y="247"/>
                    <a:pt x="156" y="249"/>
                    <a:pt x="158" y="252"/>
                  </a:cubicBezTo>
                  <a:cubicBezTo>
                    <a:pt x="161" y="256"/>
                    <a:pt x="166" y="261"/>
                    <a:pt x="171" y="269"/>
                  </a:cubicBezTo>
                  <a:lnTo>
                    <a:pt x="172" y="269"/>
                  </a:lnTo>
                  <a:lnTo>
                    <a:pt x="171" y="269"/>
                  </a:lnTo>
                  <a:lnTo>
                    <a:pt x="170" y="269"/>
                  </a:lnTo>
                  <a:lnTo>
                    <a:pt x="169" y="269"/>
                  </a:lnTo>
                  <a:lnTo>
                    <a:pt x="170" y="268"/>
                  </a:lnTo>
                  <a:cubicBezTo>
                    <a:pt x="180" y="264"/>
                    <a:pt x="193" y="258"/>
                    <a:pt x="211" y="249"/>
                  </a:cubicBezTo>
                  <a:lnTo>
                    <a:pt x="213" y="249"/>
                  </a:lnTo>
                  <a:lnTo>
                    <a:pt x="212" y="250"/>
                  </a:lnTo>
                  <a:lnTo>
                    <a:pt x="212" y="251"/>
                  </a:lnTo>
                  <a:lnTo>
                    <a:pt x="211" y="253"/>
                  </a:lnTo>
                  <a:lnTo>
                    <a:pt x="210" y="251"/>
                  </a:lnTo>
                  <a:cubicBezTo>
                    <a:pt x="209" y="243"/>
                    <a:pt x="207" y="235"/>
                    <a:pt x="205" y="224"/>
                  </a:cubicBezTo>
                  <a:lnTo>
                    <a:pt x="205" y="223"/>
                  </a:lnTo>
                  <a:lnTo>
                    <a:pt x="205" y="223"/>
                  </a:lnTo>
                  <a:cubicBezTo>
                    <a:pt x="212" y="218"/>
                    <a:pt x="218" y="211"/>
                    <a:pt x="225" y="201"/>
                  </a:cubicBezTo>
                  <a:lnTo>
                    <a:pt x="226" y="201"/>
                  </a:lnTo>
                  <a:lnTo>
                    <a:pt x="226" y="201"/>
                  </a:lnTo>
                  <a:cubicBezTo>
                    <a:pt x="234" y="202"/>
                    <a:pt x="243" y="203"/>
                    <a:pt x="254" y="205"/>
                  </a:cubicBezTo>
                  <a:lnTo>
                    <a:pt x="257" y="205"/>
                  </a:lnTo>
                  <a:lnTo>
                    <a:pt x="254" y="207"/>
                  </a:lnTo>
                  <a:lnTo>
                    <a:pt x="253" y="207"/>
                  </a:lnTo>
                  <a:lnTo>
                    <a:pt x="251" y="209"/>
                  </a:lnTo>
                  <a:lnTo>
                    <a:pt x="252" y="206"/>
                  </a:lnTo>
                  <a:cubicBezTo>
                    <a:pt x="257" y="193"/>
                    <a:pt x="262" y="180"/>
                    <a:pt x="268" y="164"/>
                  </a:cubicBezTo>
                  <a:lnTo>
                    <a:pt x="269" y="161"/>
                  </a:lnTo>
                  <a:lnTo>
                    <a:pt x="270" y="164"/>
                  </a:lnTo>
                  <a:lnTo>
                    <a:pt x="270" y="165"/>
                  </a:lnTo>
                  <a:lnTo>
                    <a:pt x="271" y="168"/>
                  </a:lnTo>
                  <a:lnTo>
                    <a:pt x="269" y="167"/>
                  </a:lnTo>
                  <a:cubicBezTo>
                    <a:pt x="261" y="162"/>
                    <a:pt x="254" y="157"/>
                    <a:pt x="245" y="151"/>
                  </a:cubicBezTo>
                  <a:lnTo>
                    <a:pt x="245" y="151"/>
                  </a:lnTo>
                  <a:lnTo>
                    <a:pt x="245" y="150"/>
                  </a:lnTo>
                  <a:cubicBezTo>
                    <a:pt x="246" y="141"/>
                    <a:pt x="246" y="131"/>
                    <a:pt x="244" y="120"/>
                  </a:cubicBezTo>
                  <a:lnTo>
                    <a:pt x="244" y="119"/>
                  </a:lnTo>
                  <a:lnTo>
                    <a:pt x="244" y="119"/>
                  </a:lnTo>
                  <a:cubicBezTo>
                    <a:pt x="251" y="113"/>
                    <a:pt x="258" y="108"/>
                    <a:pt x="267" y="102"/>
                  </a:cubicBezTo>
                  <a:lnTo>
                    <a:pt x="270" y="99"/>
                  </a:lnTo>
                  <a:lnTo>
                    <a:pt x="269" y="103"/>
                  </a:lnTo>
                  <a:lnTo>
                    <a:pt x="268" y="105"/>
                  </a:lnTo>
                  <a:lnTo>
                    <a:pt x="267" y="108"/>
                  </a:lnTo>
                  <a:lnTo>
                    <a:pt x="266" y="105"/>
                  </a:lnTo>
                  <a:cubicBezTo>
                    <a:pt x="260" y="92"/>
                    <a:pt x="254" y="79"/>
                    <a:pt x="247" y="64"/>
                  </a:cubicBezTo>
                  <a:lnTo>
                    <a:pt x="246" y="60"/>
                  </a:lnTo>
                  <a:lnTo>
                    <a:pt x="249" y="62"/>
                  </a:lnTo>
                  <a:lnTo>
                    <a:pt x="251" y="63"/>
                  </a:lnTo>
                  <a:lnTo>
                    <a:pt x="254" y="64"/>
                  </a:lnTo>
                  <a:lnTo>
                    <a:pt x="250" y="65"/>
                  </a:lnTo>
                  <a:cubicBezTo>
                    <a:pt x="242" y="67"/>
                    <a:pt x="233" y="69"/>
                    <a:pt x="223" y="71"/>
                  </a:cubicBezTo>
                  <a:lnTo>
                    <a:pt x="222" y="71"/>
                  </a:lnTo>
                  <a:lnTo>
                    <a:pt x="222" y="70"/>
                  </a:lnTo>
                  <a:cubicBezTo>
                    <a:pt x="215" y="63"/>
                    <a:pt x="208" y="56"/>
                    <a:pt x="200" y="49"/>
                  </a:cubicBezTo>
                  <a:lnTo>
                    <a:pt x="199" y="49"/>
                  </a:lnTo>
                  <a:lnTo>
                    <a:pt x="199" y="48"/>
                  </a:lnTo>
                  <a:cubicBezTo>
                    <a:pt x="200" y="39"/>
                    <a:pt x="201" y="30"/>
                    <a:pt x="203" y="20"/>
                  </a:cubicBezTo>
                  <a:lnTo>
                    <a:pt x="204" y="16"/>
                  </a:lnTo>
                  <a:lnTo>
                    <a:pt x="206" y="20"/>
                  </a:lnTo>
                  <a:lnTo>
                    <a:pt x="207" y="21"/>
                  </a:lnTo>
                  <a:lnTo>
                    <a:pt x="209" y="25"/>
                  </a:lnTo>
                  <a:lnTo>
                    <a:pt x="205" y="23"/>
                  </a:lnTo>
                  <a:cubicBezTo>
                    <a:pt x="191" y="18"/>
                    <a:pt x="177" y="13"/>
                    <a:pt x="163" y="7"/>
                  </a:cubicBezTo>
                  <a:lnTo>
                    <a:pt x="158" y="6"/>
                  </a:lnTo>
                  <a:lnTo>
                    <a:pt x="163" y="4"/>
                  </a:lnTo>
                  <a:lnTo>
                    <a:pt x="164" y="4"/>
                  </a:lnTo>
                  <a:lnTo>
                    <a:pt x="169" y="2"/>
                  </a:lnTo>
                  <a:lnTo>
                    <a:pt x="166" y="6"/>
                  </a:lnTo>
                  <a:cubicBezTo>
                    <a:pt x="161" y="14"/>
                    <a:pt x="156" y="21"/>
                    <a:pt x="151" y="29"/>
                  </a:cubicBezTo>
                  <a:lnTo>
                    <a:pt x="150" y="30"/>
                  </a:lnTo>
                  <a:lnTo>
                    <a:pt x="149" y="30"/>
                  </a:lnTo>
                  <a:cubicBezTo>
                    <a:pt x="139" y="29"/>
                    <a:pt x="130" y="29"/>
                    <a:pt x="120" y="31"/>
                  </a:cubicBezTo>
                  <a:lnTo>
                    <a:pt x="119" y="31"/>
                  </a:lnTo>
                  <a:lnTo>
                    <a:pt x="119" y="31"/>
                  </a:lnTo>
                  <a:lnTo>
                    <a:pt x="119" y="31"/>
                  </a:lnTo>
                  <a:lnTo>
                    <a:pt x="119" y="30"/>
                  </a:lnTo>
                  <a:lnTo>
                    <a:pt x="119" y="30"/>
                  </a:lnTo>
                  <a:lnTo>
                    <a:pt x="120" y="28"/>
                  </a:lnTo>
                  <a:cubicBezTo>
                    <a:pt x="120" y="27"/>
                    <a:pt x="120" y="27"/>
                    <a:pt x="120" y="27"/>
                  </a:cubicBezTo>
                  <a:lnTo>
                    <a:pt x="120" y="27"/>
                  </a:lnTo>
                  <a:lnTo>
                    <a:pt x="120" y="28"/>
                  </a:lnTo>
                  <a:lnTo>
                    <a:pt x="120" y="28"/>
                  </a:lnTo>
                  <a:lnTo>
                    <a:pt x="121" y="30"/>
                  </a:lnTo>
                  <a:lnTo>
                    <a:pt x="119" y="31"/>
                  </a:lnTo>
                  <a:lnTo>
                    <a:pt x="119" y="31"/>
                  </a:lnTo>
                  <a:lnTo>
                    <a:pt x="119" y="31"/>
                  </a:lnTo>
                  <a:lnTo>
                    <a:pt x="119" y="31"/>
                  </a:lnTo>
                  <a:lnTo>
                    <a:pt x="118" y="31"/>
                  </a:lnTo>
                  <a:lnTo>
                    <a:pt x="117" y="30"/>
                  </a:lnTo>
                  <a:lnTo>
                    <a:pt x="117" y="30"/>
                  </a:lnTo>
                  <a:lnTo>
                    <a:pt x="117" y="30"/>
                  </a:lnTo>
                  <a:cubicBezTo>
                    <a:pt x="111" y="23"/>
                    <a:pt x="106" y="15"/>
                    <a:pt x="100" y="8"/>
                  </a:cubicBezTo>
                  <a:lnTo>
                    <a:pt x="97" y="4"/>
                  </a:lnTo>
                  <a:lnTo>
                    <a:pt x="102" y="5"/>
                  </a:lnTo>
                  <a:lnTo>
                    <a:pt x="104" y="5"/>
                  </a:lnTo>
                  <a:lnTo>
                    <a:pt x="109" y="7"/>
                  </a:lnTo>
                  <a:lnTo>
                    <a:pt x="104" y="9"/>
                  </a:lnTo>
                  <a:cubicBezTo>
                    <a:pt x="91" y="15"/>
                    <a:pt x="77" y="21"/>
                    <a:pt x="63" y="27"/>
                  </a:cubicBezTo>
                  <a:lnTo>
                    <a:pt x="58" y="29"/>
                  </a:lnTo>
                  <a:lnTo>
                    <a:pt x="61" y="25"/>
                  </a:lnTo>
                  <a:lnTo>
                    <a:pt x="62" y="23"/>
                  </a:lnTo>
                  <a:lnTo>
                    <a:pt x="64" y="18"/>
                  </a:lnTo>
                  <a:lnTo>
                    <a:pt x="65" y="23"/>
                  </a:lnTo>
                  <a:cubicBezTo>
                    <a:pt x="67" y="32"/>
                    <a:pt x="68" y="42"/>
                    <a:pt x="70" y="51"/>
                  </a:cubicBezTo>
                  <a:lnTo>
                    <a:pt x="70" y="52"/>
                  </a:lnTo>
                  <a:lnTo>
                    <a:pt x="70" y="53"/>
                  </a:lnTo>
                  <a:cubicBezTo>
                    <a:pt x="62" y="59"/>
                    <a:pt x="55" y="66"/>
                    <a:pt x="49" y="75"/>
                  </a:cubicBezTo>
                  <a:lnTo>
                    <a:pt x="48" y="76"/>
                  </a:lnTo>
                  <a:lnTo>
                    <a:pt x="47" y="75"/>
                  </a:lnTo>
                  <a:cubicBezTo>
                    <a:pt x="38" y="74"/>
                    <a:pt x="29" y="73"/>
                    <a:pt x="19" y="71"/>
                  </a:cubicBezTo>
                  <a:lnTo>
                    <a:pt x="14" y="71"/>
                  </a:lnTo>
                  <a:lnTo>
                    <a:pt x="19" y="68"/>
                  </a:lnTo>
                  <a:lnTo>
                    <a:pt x="20" y="67"/>
                  </a:lnTo>
                  <a:lnTo>
                    <a:pt x="25" y="64"/>
                  </a:lnTo>
                  <a:lnTo>
                    <a:pt x="23" y="69"/>
                  </a:lnTo>
                  <a:cubicBezTo>
                    <a:pt x="17" y="83"/>
                    <a:pt x="12" y="97"/>
                    <a:pt x="6" y="111"/>
                  </a:cubicBezTo>
                  <a:lnTo>
                    <a:pt x="5" y="116"/>
                  </a:lnTo>
                  <a:lnTo>
                    <a:pt x="3" y="111"/>
                  </a:lnTo>
                  <a:lnTo>
                    <a:pt x="2" y="110"/>
                  </a:lnTo>
                  <a:lnTo>
                    <a:pt x="1" y="105"/>
                  </a:lnTo>
                  <a:lnTo>
                    <a:pt x="5" y="108"/>
                  </a:lnTo>
                  <a:cubicBezTo>
                    <a:pt x="13" y="113"/>
                    <a:pt x="21" y="118"/>
                    <a:pt x="29" y="123"/>
                  </a:cubicBezTo>
                  <a:lnTo>
                    <a:pt x="30" y="124"/>
                  </a:lnTo>
                  <a:lnTo>
                    <a:pt x="29" y="125"/>
                  </a:lnTo>
                  <a:cubicBezTo>
                    <a:pt x="28" y="135"/>
                    <a:pt x="28" y="145"/>
                    <a:pt x="30" y="155"/>
                  </a:cubicBezTo>
                  <a:lnTo>
                    <a:pt x="30" y="156"/>
                  </a:lnTo>
                  <a:lnTo>
                    <a:pt x="29" y="157"/>
                  </a:lnTo>
                  <a:cubicBezTo>
                    <a:pt x="22" y="163"/>
                    <a:pt x="15" y="168"/>
                    <a:pt x="7" y="174"/>
                  </a:cubicBezTo>
                  <a:lnTo>
                    <a:pt x="3" y="177"/>
                  </a:lnTo>
                  <a:lnTo>
                    <a:pt x="4" y="172"/>
                  </a:lnTo>
                  <a:lnTo>
                    <a:pt x="4" y="170"/>
                  </a:lnTo>
                  <a:lnTo>
                    <a:pt x="6" y="165"/>
                  </a:lnTo>
                  <a:lnTo>
                    <a:pt x="8" y="170"/>
                  </a:lnTo>
                  <a:cubicBezTo>
                    <a:pt x="14" y="184"/>
                    <a:pt x="20" y="197"/>
                    <a:pt x="26" y="211"/>
                  </a:cubicBezTo>
                  <a:lnTo>
                    <a:pt x="29" y="216"/>
                  </a:lnTo>
                  <a:lnTo>
                    <a:pt x="24" y="214"/>
                  </a:lnTo>
                  <a:lnTo>
                    <a:pt x="22" y="213"/>
                  </a:lnTo>
                  <a:lnTo>
                    <a:pt x="18" y="211"/>
                  </a:lnTo>
                  <a:lnTo>
                    <a:pt x="23" y="209"/>
                  </a:lnTo>
                  <a:cubicBezTo>
                    <a:pt x="32" y="208"/>
                    <a:pt x="41" y="206"/>
                    <a:pt x="50" y="204"/>
                  </a:cubicBezTo>
                  <a:lnTo>
                    <a:pt x="52" y="204"/>
                  </a:lnTo>
                  <a:lnTo>
                    <a:pt x="52" y="205"/>
                  </a:lnTo>
                  <a:cubicBezTo>
                    <a:pt x="58" y="213"/>
                    <a:pt x="66" y="220"/>
                    <a:pt x="74" y="225"/>
                  </a:cubicBezTo>
                  <a:lnTo>
                    <a:pt x="75" y="226"/>
                  </a:lnTo>
                  <a:lnTo>
                    <a:pt x="75" y="227"/>
                  </a:lnTo>
                  <a:cubicBezTo>
                    <a:pt x="73" y="236"/>
                    <a:pt x="72" y="246"/>
                    <a:pt x="70" y="255"/>
                  </a:cubicBezTo>
                  <a:lnTo>
                    <a:pt x="70" y="260"/>
                  </a:lnTo>
                  <a:lnTo>
                    <a:pt x="67" y="255"/>
                  </a:lnTo>
                  <a:lnTo>
                    <a:pt x="66" y="255"/>
                  </a:lnTo>
                  <a:lnTo>
                    <a:pt x="63" y="250"/>
                  </a:lnTo>
                  <a:lnTo>
                    <a:pt x="69" y="252"/>
                  </a:lnTo>
                  <a:cubicBezTo>
                    <a:pt x="83" y="257"/>
                    <a:pt x="97" y="263"/>
                    <a:pt x="111" y="268"/>
                  </a:cubicBezTo>
                  <a:lnTo>
                    <a:pt x="116" y="270"/>
                  </a:lnTo>
                  <a:lnTo>
                    <a:pt x="111" y="272"/>
                  </a:lnTo>
                  <a:lnTo>
                    <a:pt x="110" y="272"/>
                  </a:lnTo>
                  <a:lnTo>
                    <a:pt x="104" y="274"/>
                  </a:lnTo>
                  <a:lnTo>
                    <a:pt x="108" y="269"/>
                  </a:lnTo>
                  <a:cubicBezTo>
                    <a:pt x="113" y="262"/>
                    <a:pt x="118" y="254"/>
                    <a:pt x="123" y="246"/>
                  </a:cubicBezTo>
                  <a:lnTo>
                    <a:pt x="124" y="245"/>
                  </a:lnTo>
                  <a:lnTo>
                    <a:pt x="125" y="246"/>
                  </a:lnTo>
                  <a:cubicBezTo>
                    <a:pt x="130" y="246"/>
                    <a:pt x="136" y="246"/>
                    <a:pt x="141" y="246"/>
                  </a:cubicBezTo>
                  <a:cubicBezTo>
                    <a:pt x="144" y="246"/>
                    <a:pt x="147" y="246"/>
                    <a:pt x="150" y="246"/>
                  </a:cubicBezTo>
                  <a:lnTo>
                    <a:pt x="154" y="245"/>
                  </a:lnTo>
                  <a:lnTo>
                    <a:pt x="154" y="245"/>
                  </a:lnTo>
                  <a:lnTo>
                    <a:pt x="155" y="245"/>
                  </a:lnTo>
                  <a:lnTo>
                    <a:pt x="155" y="245"/>
                  </a:lnTo>
                  <a:cubicBezTo>
                    <a:pt x="156" y="245"/>
                    <a:pt x="157" y="248"/>
                    <a:pt x="156" y="248"/>
                  </a:cubicBezTo>
                  <a:lnTo>
                    <a:pt x="156" y="248"/>
                  </a:lnTo>
                  <a:lnTo>
                    <a:pt x="156" y="248"/>
                  </a:lnTo>
                  <a:lnTo>
                    <a:pt x="155" y="249"/>
                  </a:lnTo>
                  <a:cubicBezTo>
                    <a:pt x="154" y="249"/>
                    <a:pt x="153" y="250"/>
                    <a:pt x="153" y="250"/>
                  </a:cubicBezTo>
                  <a:lnTo>
                    <a:pt x="151" y="250"/>
                  </a:lnTo>
                  <a:cubicBezTo>
                    <a:pt x="142" y="251"/>
                    <a:pt x="133" y="251"/>
                    <a:pt x="125" y="250"/>
                  </a:cubicBezTo>
                  <a:lnTo>
                    <a:pt x="118" y="250"/>
                  </a:lnTo>
                  <a:lnTo>
                    <a:pt x="124" y="247"/>
                  </a:lnTo>
                  <a:lnTo>
                    <a:pt x="125" y="246"/>
                  </a:lnTo>
                  <a:lnTo>
                    <a:pt x="131" y="243"/>
                  </a:lnTo>
                  <a:lnTo>
                    <a:pt x="127" y="249"/>
                  </a:lnTo>
                  <a:cubicBezTo>
                    <a:pt x="122" y="257"/>
                    <a:pt x="117" y="265"/>
                    <a:pt x="112" y="273"/>
                  </a:cubicBezTo>
                  <a:lnTo>
                    <a:pt x="111" y="274"/>
                  </a:lnTo>
                  <a:lnTo>
                    <a:pt x="109" y="273"/>
                  </a:lnTo>
                  <a:cubicBezTo>
                    <a:pt x="95" y="268"/>
                    <a:pt x="80" y="262"/>
                    <a:pt x="66" y="257"/>
                  </a:cubicBezTo>
                  <a:lnTo>
                    <a:pt x="65" y="256"/>
                  </a:lnTo>
                  <a:lnTo>
                    <a:pt x="65" y="255"/>
                  </a:lnTo>
                  <a:cubicBezTo>
                    <a:pt x="66" y="245"/>
                    <a:pt x="68" y="236"/>
                    <a:pt x="69" y="227"/>
                  </a:cubicBezTo>
                  <a:lnTo>
                    <a:pt x="70" y="220"/>
                  </a:lnTo>
                  <a:lnTo>
                    <a:pt x="73" y="227"/>
                  </a:lnTo>
                  <a:lnTo>
                    <a:pt x="73" y="227"/>
                  </a:lnTo>
                  <a:lnTo>
                    <a:pt x="76" y="234"/>
                  </a:lnTo>
                  <a:lnTo>
                    <a:pt x="70" y="230"/>
                  </a:lnTo>
                  <a:cubicBezTo>
                    <a:pt x="62" y="224"/>
                    <a:pt x="54" y="216"/>
                    <a:pt x="48" y="209"/>
                  </a:cubicBezTo>
                  <a:lnTo>
                    <a:pt x="44" y="204"/>
                  </a:lnTo>
                  <a:lnTo>
                    <a:pt x="50" y="206"/>
                  </a:lnTo>
                  <a:lnTo>
                    <a:pt x="51" y="206"/>
                  </a:lnTo>
                  <a:lnTo>
                    <a:pt x="58" y="209"/>
                  </a:lnTo>
                  <a:lnTo>
                    <a:pt x="51" y="210"/>
                  </a:lnTo>
                  <a:cubicBezTo>
                    <a:pt x="41" y="212"/>
                    <a:pt x="32" y="214"/>
                    <a:pt x="23" y="215"/>
                  </a:cubicBezTo>
                  <a:lnTo>
                    <a:pt x="22" y="216"/>
                  </a:lnTo>
                  <a:lnTo>
                    <a:pt x="21" y="214"/>
                  </a:lnTo>
                  <a:cubicBezTo>
                    <a:pt x="15" y="200"/>
                    <a:pt x="8" y="185"/>
                    <a:pt x="2" y="172"/>
                  </a:cubicBezTo>
                  <a:lnTo>
                    <a:pt x="2" y="170"/>
                  </a:lnTo>
                  <a:lnTo>
                    <a:pt x="3" y="169"/>
                  </a:lnTo>
                  <a:cubicBezTo>
                    <a:pt x="11" y="163"/>
                    <a:pt x="18" y="158"/>
                    <a:pt x="25" y="152"/>
                  </a:cubicBezTo>
                  <a:lnTo>
                    <a:pt x="31" y="148"/>
                  </a:lnTo>
                  <a:lnTo>
                    <a:pt x="28" y="155"/>
                  </a:lnTo>
                  <a:lnTo>
                    <a:pt x="28" y="156"/>
                  </a:lnTo>
                  <a:lnTo>
                    <a:pt x="25" y="162"/>
                  </a:lnTo>
                  <a:lnTo>
                    <a:pt x="24" y="155"/>
                  </a:lnTo>
                  <a:cubicBezTo>
                    <a:pt x="22" y="145"/>
                    <a:pt x="22" y="134"/>
                    <a:pt x="23" y="125"/>
                  </a:cubicBezTo>
                  <a:lnTo>
                    <a:pt x="24" y="118"/>
                  </a:lnTo>
                  <a:lnTo>
                    <a:pt x="27" y="125"/>
                  </a:lnTo>
                  <a:lnTo>
                    <a:pt x="28" y="126"/>
                  </a:lnTo>
                  <a:lnTo>
                    <a:pt x="30" y="132"/>
                  </a:lnTo>
                  <a:lnTo>
                    <a:pt x="25" y="128"/>
                  </a:lnTo>
                  <a:cubicBezTo>
                    <a:pt x="17" y="123"/>
                    <a:pt x="9" y="117"/>
                    <a:pt x="1" y="112"/>
                  </a:cubicBezTo>
                  <a:lnTo>
                    <a:pt x="0" y="112"/>
                  </a:lnTo>
                  <a:lnTo>
                    <a:pt x="1" y="110"/>
                  </a:lnTo>
                  <a:cubicBezTo>
                    <a:pt x="6" y="95"/>
                    <a:pt x="12" y="80"/>
                    <a:pt x="18" y="66"/>
                  </a:cubicBezTo>
                  <a:lnTo>
                    <a:pt x="18" y="65"/>
                  </a:lnTo>
                  <a:lnTo>
                    <a:pt x="20" y="65"/>
                  </a:lnTo>
                  <a:cubicBezTo>
                    <a:pt x="29" y="66"/>
                    <a:pt x="39" y="68"/>
                    <a:pt x="48" y="69"/>
                  </a:cubicBezTo>
                  <a:lnTo>
                    <a:pt x="54" y="70"/>
                  </a:lnTo>
                  <a:lnTo>
                    <a:pt x="48" y="73"/>
                  </a:lnTo>
                  <a:lnTo>
                    <a:pt x="47" y="73"/>
                  </a:lnTo>
                  <a:lnTo>
                    <a:pt x="41" y="76"/>
                  </a:lnTo>
                  <a:lnTo>
                    <a:pt x="44" y="70"/>
                  </a:lnTo>
                  <a:cubicBezTo>
                    <a:pt x="51" y="62"/>
                    <a:pt x="58" y="54"/>
                    <a:pt x="65" y="48"/>
                  </a:cubicBezTo>
                  <a:lnTo>
                    <a:pt x="70" y="44"/>
                  </a:lnTo>
                  <a:lnTo>
                    <a:pt x="68" y="50"/>
                  </a:lnTo>
                  <a:lnTo>
                    <a:pt x="68" y="52"/>
                  </a:lnTo>
                  <a:lnTo>
                    <a:pt x="65" y="58"/>
                  </a:lnTo>
                  <a:lnTo>
                    <a:pt x="64" y="51"/>
                  </a:lnTo>
                  <a:cubicBezTo>
                    <a:pt x="62" y="42"/>
                    <a:pt x="60" y="32"/>
                    <a:pt x="59" y="24"/>
                  </a:cubicBezTo>
                  <a:lnTo>
                    <a:pt x="58" y="22"/>
                  </a:lnTo>
                  <a:lnTo>
                    <a:pt x="60" y="22"/>
                  </a:lnTo>
                  <a:cubicBezTo>
                    <a:pt x="75" y="15"/>
                    <a:pt x="90" y="8"/>
                    <a:pt x="103" y="2"/>
                  </a:cubicBezTo>
                  <a:lnTo>
                    <a:pt x="104" y="2"/>
                  </a:lnTo>
                  <a:lnTo>
                    <a:pt x="105" y="3"/>
                  </a:lnTo>
                  <a:cubicBezTo>
                    <a:pt x="111" y="11"/>
                    <a:pt x="117" y="19"/>
                    <a:pt x="122" y="26"/>
                  </a:cubicBezTo>
                  <a:lnTo>
                    <a:pt x="126" y="31"/>
                  </a:lnTo>
                  <a:lnTo>
                    <a:pt x="120" y="28"/>
                  </a:lnTo>
                  <a:lnTo>
                    <a:pt x="119" y="28"/>
                  </a:lnTo>
                  <a:lnTo>
                    <a:pt x="119" y="28"/>
                  </a:lnTo>
                  <a:lnTo>
                    <a:pt x="118" y="28"/>
                  </a:lnTo>
                  <a:lnTo>
                    <a:pt x="118" y="28"/>
                  </a:lnTo>
                  <a:lnTo>
                    <a:pt x="118" y="27"/>
                  </a:lnTo>
                  <a:lnTo>
                    <a:pt x="119" y="24"/>
                  </a:lnTo>
                  <a:cubicBezTo>
                    <a:pt x="120" y="24"/>
                    <a:pt x="120" y="24"/>
                    <a:pt x="120" y="25"/>
                  </a:cubicBezTo>
                  <a:lnTo>
                    <a:pt x="120" y="25"/>
                  </a:lnTo>
                  <a:lnTo>
                    <a:pt x="120" y="25"/>
                  </a:lnTo>
                  <a:lnTo>
                    <a:pt x="120" y="25"/>
                  </a:lnTo>
                  <a:cubicBezTo>
                    <a:pt x="120" y="25"/>
                    <a:pt x="120" y="24"/>
                    <a:pt x="120" y="25"/>
                  </a:cubicBezTo>
                  <a:lnTo>
                    <a:pt x="119" y="27"/>
                  </a:lnTo>
                  <a:lnTo>
                    <a:pt x="119" y="27"/>
                  </a:lnTo>
                  <a:lnTo>
                    <a:pt x="119" y="28"/>
                  </a:lnTo>
                  <a:lnTo>
                    <a:pt x="119" y="28"/>
                  </a:lnTo>
                  <a:lnTo>
                    <a:pt x="114" y="26"/>
                  </a:lnTo>
                  <a:lnTo>
                    <a:pt x="119" y="25"/>
                  </a:lnTo>
                  <a:lnTo>
                    <a:pt x="119" y="25"/>
                  </a:lnTo>
                  <a:cubicBezTo>
                    <a:pt x="129" y="23"/>
                    <a:pt x="140" y="23"/>
                    <a:pt x="149" y="24"/>
                  </a:cubicBezTo>
                  <a:lnTo>
                    <a:pt x="155" y="24"/>
                  </a:lnTo>
                  <a:lnTo>
                    <a:pt x="150" y="27"/>
                  </a:lnTo>
                  <a:lnTo>
                    <a:pt x="148" y="28"/>
                  </a:lnTo>
                  <a:lnTo>
                    <a:pt x="143" y="30"/>
                  </a:lnTo>
                  <a:lnTo>
                    <a:pt x="146" y="25"/>
                  </a:lnTo>
                  <a:cubicBezTo>
                    <a:pt x="152" y="17"/>
                    <a:pt x="157" y="9"/>
                    <a:pt x="162" y="2"/>
                  </a:cubicBezTo>
                  <a:lnTo>
                    <a:pt x="163" y="0"/>
                  </a:lnTo>
                  <a:lnTo>
                    <a:pt x="164" y="1"/>
                  </a:lnTo>
                  <a:cubicBezTo>
                    <a:pt x="179" y="7"/>
                    <a:pt x="195" y="13"/>
                    <a:pt x="208" y="18"/>
                  </a:cubicBezTo>
                  <a:lnTo>
                    <a:pt x="209" y="18"/>
                  </a:lnTo>
                  <a:lnTo>
                    <a:pt x="209" y="20"/>
                  </a:lnTo>
                  <a:cubicBezTo>
                    <a:pt x="208" y="30"/>
                    <a:pt x="206" y="39"/>
                    <a:pt x="205" y="48"/>
                  </a:cubicBezTo>
                  <a:lnTo>
                    <a:pt x="204" y="53"/>
                  </a:lnTo>
                  <a:lnTo>
                    <a:pt x="202" y="48"/>
                  </a:lnTo>
                  <a:lnTo>
                    <a:pt x="201" y="47"/>
                  </a:lnTo>
                  <a:lnTo>
                    <a:pt x="199" y="42"/>
                  </a:lnTo>
                  <a:lnTo>
                    <a:pt x="204" y="45"/>
                  </a:lnTo>
                  <a:cubicBezTo>
                    <a:pt x="212" y="51"/>
                    <a:pt x="220" y="59"/>
                    <a:pt x="226" y="66"/>
                  </a:cubicBezTo>
                  <a:lnTo>
                    <a:pt x="229" y="70"/>
                  </a:lnTo>
                  <a:lnTo>
                    <a:pt x="224" y="68"/>
                  </a:lnTo>
                  <a:lnTo>
                    <a:pt x="223" y="68"/>
                  </a:lnTo>
                  <a:lnTo>
                    <a:pt x="218" y="66"/>
                  </a:lnTo>
                  <a:lnTo>
                    <a:pt x="223" y="65"/>
                  </a:lnTo>
                  <a:cubicBezTo>
                    <a:pt x="233" y="63"/>
                    <a:pt x="242" y="61"/>
                    <a:pt x="251" y="60"/>
                  </a:cubicBezTo>
                  <a:lnTo>
                    <a:pt x="252" y="59"/>
                  </a:lnTo>
                  <a:lnTo>
                    <a:pt x="252" y="60"/>
                  </a:lnTo>
                  <a:cubicBezTo>
                    <a:pt x="259" y="75"/>
                    <a:pt x="265" y="90"/>
                    <a:pt x="271" y="103"/>
                  </a:cubicBezTo>
                  <a:lnTo>
                    <a:pt x="272" y="104"/>
                  </a:lnTo>
                  <a:lnTo>
                    <a:pt x="271" y="105"/>
                  </a:lnTo>
                  <a:cubicBezTo>
                    <a:pt x="263" y="111"/>
                    <a:pt x="255" y="117"/>
                    <a:pt x="248" y="122"/>
                  </a:cubicBezTo>
                  <a:lnTo>
                    <a:pt x="244" y="125"/>
                  </a:lnTo>
                  <a:lnTo>
                    <a:pt x="246" y="120"/>
                  </a:lnTo>
                  <a:lnTo>
                    <a:pt x="246" y="119"/>
                  </a:lnTo>
                  <a:lnTo>
                    <a:pt x="248" y="115"/>
                  </a:lnTo>
                  <a:lnTo>
                    <a:pt x="249" y="120"/>
                  </a:lnTo>
                  <a:cubicBezTo>
                    <a:pt x="251" y="130"/>
                    <a:pt x="251" y="141"/>
                    <a:pt x="250" y="150"/>
                  </a:cubicBezTo>
                  <a:lnTo>
                    <a:pt x="249" y="154"/>
                  </a:lnTo>
                  <a:lnTo>
                    <a:pt x="247" y="150"/>
                  </a:lnTo>
                  <a:lnTo>
                    <a:pt x="247" y="149"/>
                  </a:lnTo>
                  <a:lnTo>
                    <a:pt x="245" y="145"/>
                  </a:lnTo>
                  <a:lnTo>
                    <a:pt x="248" y="147"/>
                  </a:lnTo>
                  <a:cubicBezTo>
                    <a:pt x="257" y="153"/>
                    <a:pt x="265" y="158"/>
                    <a:pt x="272" y="163"/>
                  </a:cubicBezTo>
                  <a:lnTo>
                    <a:pt x="273" y="164"/>
                  </a:lnTo>
                  <a:lnTo>
                    <a:pt x="272" y="165"/>
                  </a:lnTo>
                  <a:cubicBezTo>
                    <a:pt x="266" y="180"/>
                    <a:pt x="260" y="194"/>
                    <a:pt x="255" y="208"/>
                  </a:cubicBezTo>
                  <a:lnTo>
                    <a:pt x="255" y="209"/>
                  </a:lnTo>
                  <a:lnTo>
                    <a:pt x="254" y="209"/>
                  </a:lnTo>
                  <a:cubicBezTo>
                    <a:pt x="244" y="207"/>
                    <a:pt x="235" y="206"/>
                    <a:pt x="226" y="204"/>
                  </a:cubicBezTo>
                  <a:lnTo>
                    <a:pt x="223" y="204"/>
                  </a:lnTo>
                  <a:lnTo>
                    <a:pt x="226" y="203"/>
                  </a:lnTo>
                  <a:lnTo>
                    <a:pt x="227" y="202"/>
                  </a:lnTo>
                  <a:lnTo>
                    <a:pt x="230" y="201"/>
                  </a:lnTo>
                  <a:lnTo>
                    <a:pt x="228" y="204"/>
                  </a:lnTo>
                  <a:cubicBezTo>
                    <a:pt x="222" y="212"/>
                    <a:pt x="215" y="219"/>
                    <a:pt x="207" y="225"/>
                  </a:cubicBezTo>
                  <a:lnTo>
                    <a:pt x="205" y="227"/>
                  </a:lnTo>
                  <a:lnTo>
                    <a:pt x="206" y="224"/>
                  </a:lnTo>
                  <a:lnTo>
                    <a:pt x="206" y="224"/>
                  </a:lnTo>
                  <a:lnTo>
                    <a:pt x="207" y="221"/>
                  </a:lnTo>
                  <a:lnTo>
                    <a:pt x="208" y="224"/>
                  </a:lnTo>
                  <a:cubicBezTo>
                    <a:pt x="210" y="234"/>
                    <a:pt x="211" y="243"/>
                    <a:pt x="213" y="251"/>
                  </a:cubicBezTo>
                  <a:lnTo>
                    <a:pt x="213" y="252"/>
                  </a:lnTo>
                  <a:lnTo>
                    <a:pt x="213" y="252"/>
                  </a:lnTo>
                  <a:cubicBezTo>
                    <a:pt x="195" y="259"/>
                    <a:pt x="181" y="265"/>
                    <a:pt x="170" y="270"/>
                  </a:cubicBezTo>
                  <a:lnTo>
                    <a:pt x="170" y="270"/>
                  </a:lnTo>
                  <a:lnTo>
                    <a:pt x="170" y="270"/>
                  </a:lnTo>
                  <a:cubicBezTo>
                    <a:pt x="165" y="263"/>
                    <a:pt x="161" y="257"/>
                    <a:pt x="158" y="253"/>
                  </a:cubicBezTo>
                  <a:cubicBezTo>
                    <a:pt x="157" y="251"/>
                    <a:pt x="156" y="250"/>
                    <a:pt x="155" y="249"/>
                  </a:cubicBezTo>
                  <a:cubicBezTo>
                    <a:pt x="154" y="248"/>
                    <a:pt x="154" y="247"/>
                    <a:pt x="154" y="247"/>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706" name="Google Shape;706;p19"/>
          <p:cNvGrpSpPr/>
          <p:nvPr/>
        </p:nvGrpSpPr>
        <p:grpSpPr>
          <a:xfrm>
            <a:off x="-1363106" y="2337062"/>
            <a:ext cx="2010135" cy="1932933"/>
            <a:chOff x="-1363106" y="2337062"/>
            <a:chExt cx="2010135" cy="1932933"/>
          </a:xfrm>
        </p:grpSpPr>
        <p:grpSp>
          <p:nvGrpSpPr>
            <p:cNvPr id="707" name="Google Shape;707;p19"/>
            <p:cNvGrpSpPr/>
            <p:nvPr/>
          </p:nvGrpSpPr>
          <p:grpSpPr>
            <a:xfrm>
              <a:off x="-1363106" y="3552109"/>
              <a:ext cx="1754642" cy="717886"/>
              <a:chOff x="-1340531" y="3895472"/>
              <a:chExt cx="1754642" cy="717886"/>
            </a:xfrm>
          </p:grpSpPr>
          <p:sp>
            <p:nvSpPr>
              <p:cNvPr id="708" name="Google Shape;708;p19"/>
              <p:cNvSpPr/>
              <p:nvPr/>
            </p:nvSpPr>
            <p:spPr>
              <a:xfrm>
                <a:off x="-1340525" y="3895472"/>
                <a:ext cx="1754637" cy="717886"/>
              </a:xfrm>
              <a:custGeom>
                <a:rect b="b" l="l" r="r" t="t"/>
                <a:pathLst>
                  <a:path extrusionOk="0" h="394" w="963">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09" name="Google Shape;709;p19"/>
              <p:cNvSpPr/>
              <p:nvPr/>
            </p:nvSpPr>
            <p:spPr>
              <a:xfrm>
                <a:off x="-1340531" y="3989303"/>
                <a:ext cx="1749170" cy="5466"/>
              </a:xfrm>
              <a:custGeom>
                <a:rect b="b" l="l" r="r" t="t"/>
                <a:pathLst>
                  <a:path extrusionOk="0" h="3" w="96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0" name="Google Shape;710;p19"/>
              <p:cNvSpPr/>
              <p:nvPr/>
            </p:nvSpPr>
            <p:spPr>
              <a:xfrm>
                <a:off x="-1291336" y="3936463"/>
                <a:ext cx="23687" cy="25509"/>
              </a:xfrm>
              <a:custGeom>
                <a:rect b="b" l="l" r="r" t="t"/>
                <a:pathLst>
                  <a:path extrusionOk="0" h="14" w="13">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1" name="Google Shape;711;p19"/>
              <p:cNvSpPr/>
              <p:nvPr/>
            </p:nvSpPr>
            <p:spPr>
              <a:xfrm>
                <a:off x="-1249428" y="3936463"/>
                <a:ext cx="25509" cy="25509"/>
              </a:xfrm>
              <a:custGeom>
                <a:rect b="b" l="l" r="r" t="t"/>
                <a:pathLst>
                  <a:path extrusionOk="0" h="14" w="14">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2" name="Google Shape;712;p19"/>
              <p:cNvSpPr/>
              <p:nvPr/>
            </p:nvSpPr>
            <p:spPr>
              <a:xfrm>
                <a:off x="-1205699" y="3936463"/>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3" name="Google Shape;713;p19"/>
              <p:cNvSpPr/>
              <p:nvPr/>
            </p:nvSpPr>
            <p:spPr>
              <a:xfrm>
                <a:off x="-1224695" y="4075986"/>
                <a:ext cx="422716" cy="422714"/>
              </a:xfrm>
              <a:custGeom>
                <a:rect b="b" l="l" r="r" t="t"/>
                <a:pathLst>
                  <a:path extrusionOk="0" h="232" w="232">
                    <a:moveTo>
                      <a:pt x="0" y="0"/>
                    </a:moveTo>
                    <a:lnTo>
                      <a:pt x="232" y="0"/>
                    </a:lnTo>
                    <a:lnTo>
                      <a:pt x="232" y="232"/>
                    </a:lnTo>
                    <a:lnTo>
                      <a:pt x="0" y="232"/>
                    </a:lnTo>
                    <a:lnTo>
                      <a:pt x="0" y="0"/>
                    </a:lnTo>
                    <a:close/>
                  </a:path>
                </a:pathLst>
              </a:custGeom>
              <a:solidFill>
                <a:schemeClr val="accent2"/>
              </a:solidFill>
              <a:ln>
                <a:noFill/>
              </a:ln>
            </p:spPr>
            <p:txBody>
              <a:bodyPr anchorCtr="1" anchor="ctr" bIns="38500" lIns="90000" spcFirstLastPara="1" rIns="90000" wrap="square" tIns="385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4" name="Google Shape;714;p19"/>
              <p:cNvSpPr/>
              <p:nvPr/>
            </p:nvSpPr>
            <p:spPr>
              <a:xfrm>
                <a:off x="-681493" y="4344218"/>
                <a:ext cx="972976" cy="5466"/>
              </a:xfrm>
              <a:custGeom>
                <a:rect b="b" l="l" r="r" t="t"/>
                <a:pathLst>
                  <a:path extrusionOk="0" h="3" w="534">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5" name="Google Shape;715;p19"/>
              <p:cNvSpPr/>
              <p:nvPr/>
            </p:nvSpPr>
            <p:spPr>
              <a:xfrm>
                <a:off x="-681493" y="4429855"/>
                <a:ext cx="972976" cy="5466"/>
              </a:xfrm>
              <a:custGeom>
                <a:rect b="b" l="l" r="r" t="t"/>
                <a:pathLst>
                  <a:path extrusionOk="0" h="3" w="534">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6" name="Google Shape;716;p19"/>
              <p:cNvSpPr/>
              <p:nvPr/>
            </p:nvSpPr>
            <p:spPr>
              <a:xfrm>
                <a:off x="-335303" y="4517313"/>
                <a:ext cx="626786" cy="3644"/>
              </a:xfrm>
              <a:custGeom>
                <a:rect b="b" l="l" r="r" t="t"/>
                <a:pathLst>
                  <a:path extrusionOk="0" h="2" w="344">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7" name="Google Shape;717;p19"/>
              <p:cNvSpPr/>
              <p:nvPr/>
            </p:nvSpPr>
            <p:spPr>
              <a:xfrm>
                <a:off x="-428227" y="41172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8" name="Google Shape;718;p19"/>
              <p:cNvSpPr/>
              <p:nvPr/>
            </p:nvSpPr>
            <p:spPr>
              <a:xfrm>
                <a:off x="-428227" y="41955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9" name="Google Shape;719;p19"/>
              <p:cNvSpPr/>
              <p:nvPr/>
            </p:nvSpPr>
            <p:spPr>
              <a:xfrm>
                <a:off x="-133055" y="42720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720" name="Google Shape;720;p19"/>
            <p:cNvGrpSpPr/>
            <p:nvPr/>
          </p:nvGrpSpPr>
          <p:grpSpPr>
            <a:xfrm>
              <a:off x="-903537" y="2337062"/>
              <a:ext cx="1550567" cy="1051320"/>
              <a:chOff x="-872012" y="2723887"/>
              <a:chExt cx="1550567" cy="1051320"/>
            </a:xfrm>
          </p:grpSpPr>
          <p:sp>
            <p:nvSpPr>
              <p:cNvPr id="721" name="Google Shape;721;p19"/>
              <p:cNvSpPr/>
              <p:nvPr/>
            </p:nvSpPr>
            <p:spPr>
              <a:xfrm>
                <a:off x="-872012" y="2723887"/>
                <a:ext cx="1550567" cy="1051320"/>
              </a:xfrm>
              <a:custGeom>
                <a:rect b="b" l="l" r="r" t="t"/>
                <a:pathLst>
                  <a:path extrusionOk="0" h="577" w="851">
                    <a:moveTo>
                      <a:pt x="850" y="576"/>
                    </a:moveTo>
                    <a:cubicBezTo>
                      <a:pt x="850" y="576"/>
                      <a:pt x="850" y="572"/>
                      <a:pt x="850" y="565"/>
                    </a:cubicBezTo>
                    <a:cubicBezTo>
                      <a:pt x="850" y="558"/>
                      <a:pt x="850" y="548"/>
                      <a:pt x="850" y="535"/>
                    </a:cubicBezTo>
                    <a:cubicBezTo>
                      <a:pt x="850" y="508"/>
                      <a:pt x="850" y="469"/>
                      <a:pt x="850" y="420"/>
                    </a:cubicBezTo>
                    <a:cubicBezTo>
                      <a:pt x="849" y="320"/>
                      <a:pt x="849" y="177"/>
                      <a:pt x="849" y="2"/>
                    </a:cubicBezTo>
                    <a:lnTo>
                      <a:pt x="850" y="3"/>
                    </a:lnTo>
                    <a:cubicBezTo>
                      <a:pt x="616" y="3"/>
                      <a:pt x="321" y="3"/>
                      <a:pt x="1" y="3"/>
                    </a:cubicBezTo>
                    <a:lnTo>
                      <a:pt x="1" y="3"/>
                    </a:lnTo>
                    <a:lnTo>
                      <a:pt x="3" y="2"/>
                    </a:lnTo>
                    <a:cubicBezTo>
                      <a:pt x="3" y="206"/>
                      <a:pt x="3" y="401"/>
                      <a:pt x="3" y="576"/>
                    </a:cubicBezTo>
                    <a:lnTo>
                      <a:pt x="1" y="574"/>
                    </a:lnTo>
                    <a:cubicBezTo>
                      <a:pt x="251" y="574"/>
                      <a:pt x="463" y="575"/>
                      <a:pt x="613" y="575"/>
                    </a:cubicBezTo>
                    <a:cubicBezTo>
                      <a:pt x="688" y="575"/>
                      <a:pt x="747" y="575"/>
                      <a:pt x="788" y="575"/>
                    </a:cubicBezTo>
                    <a:cubicBezTo>
                      <a:pt x="808" y="575"/>
                      <a:pt x="823" y="575"/>
                      <a:pt x="834" y="576"/>
                    </a:cubicBezTo>
                    <a:cubicBezTo>
                      <a:pt x="839" y="576"/>
                      <a:pt x="843" y="576"/>
                      <a:pt x="846" y="576"/>
                    </a:cubicBezTo>
                    <a:cubicBezTo>
                      <a:pt x="849" y="576"/>
                      <a:pt x="850" y="576"/>
                      <a:pt x="850" y="576"/>
                    </a:cubicBezTo>
                    <a:cubicBezTo>
                      <a:pt x="850" y="576"/>
                      <a:pt x="849" y="576"/>
                      <a:pt x="846" y="576"/>
                    </a:cubicBezTo>
                    <a:cubicBezTo>
                      <a:pt x="844" y="576"/>
                      <a:pt x="840" y="576"/>
                      <a:pt x="834" y="576"/>
                    </a:cubicBezTo>
                    <a:cubicBezTo>
                      <a:pt x="824" y="576"/>
                      <a:pt x="808" y="576"/>
                      <a:pt x="788" y="576"/>
                    </a:cubicBezTo>
                    <a:cubicBezTo>
                      <a:pt x="748" y="576"/>
                      <a:pt x="689" y="576"/>
                      <a:pt x="614" y="576"/>
                    </a:cubicBezTo>
                    <a:cubicBezTo>
                      <a:pt x="464" y="577"/>
                      <a:pt x="251" y="577"/>
                      <a:pt x="1" y="577"/>
                    </a:cubicBezTo>
                    <a:lnTo>
                      <a:pt x="0" y="577"/>
                    </a:lnTo>
                    <a:lnTo>
                      <a:pt x="0" y="576"/>
                    </a:lnTo>
                    <a:cubicBezTo>
                      <a:pt x="0" y="401"/>
                      <a:pt x="0" y="206"/>
                      <a:pt x="0" y="2"/>
                    </a:cubicBezTo>
                    <a:lnTo>
                      <a:pt x="0" y="0"/>
                    </a:lnTo>
                    <a:lnTo>
                      <a:pt x="1" y="0"/>
                    </a:lnTo>
                    <a:cubicBezTo>
                      <a:pt x="321" y="0"/>
                      <a:pt x="616" y="1"/>
                      <a:pt x="850" y="1"/>
                    </a:cubicBezTo>
                    <a:lnTo>
                      <a:pt x="851" y="1"/>
                    </a:lnTo>
                    <a:lnTo>
                      <a:pt x="851" y="2"/>
                    </a:lnTo>
                    <a:cubicBezTo>
                      <a:pt x="851" y="177"/>
                      <a:pt x="851" y="320"/>
                      <a:pt x="851" y="420"/>
                    </a:cubicBezTo>
                    <a:cubicBezTo>
                      <a:pt x="851" y="470"/>
                      <a:pt x="851" y="509"/>
                      <a:pt x="850" y="535"/>
                    </a:cubicBezTo>
                    <a:cubicBezTo>
                      <a:pt x="850" y="549"/>
                      <a:pt x="850" y="559"/>
                      <a:pt x="850" y="565"/>
                    </a:cubicBezTo>
                    <a:cubicBezTo>
                      <a:pt x="850" y="572"/>
                      <a:pt x="850" y="576"/>
                      <a:pt x="850" y="576"/>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2" name="Google Shape;722;p19"/>
              <p:cNvSpPr/>
              <p:nvPr/>
            </p:nvSpPr>
            <p:spPr>
              <a:xfrm>
                <a:off x="-870190" y="2818634"/>
                <a:ext cx="1545101" cy="5466"/>
              </a:xfrm>
              <a:custGeom>
                <a:rect b="b" l="l" r="r" t="t"/>
                <a:pathLst>
                  <a:path extrusionOk="0" h="3" w="848">
                    <a:moveTo>
                      <a:pt x="0" y="1"/>
                    </a:moveTo>
                    <a:cubicBezTo>
                      <a:pt x="0" y="0"/>
                      <a:pt x="190" y="0"/>
                      <a:pt x="424" y="0"/>
                    </a:cubicBezTo>
                    <a:cubicBezTo>
                      <a:pt x="658" y="0"/>
                      <a:pt x="848" y="0"/>
                      <a:pt x="848" y="1"/>
                    </a:cubicBezTo>
                    <a:cubicBezTo>
                      <a:pt x="848" y="2"/>
                      <a:pt x="658" y="3"/>
                      <a:pt x="424" y="3"/>
                    </a:cubicBezTo>
                    <a:cubicBezTo>
                      <a:pt x="189" y="3"/>
                      <a:pt x="0" y="2"/>
                      <a:pt x="0"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3" name="Google Shape;723;p19"/>
              <p:cNvSpPr/>
              <p:nvPr/>
            </p:nvSpPr>
            <p:spPr>
              <a:xfrm>
                <a:off x="-833749" y="2760328"/>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4" name="Google Shape;724;p19"/>
              <p:cNvSpPr/>
              <p:nvPr/>
            </p:nvSpPr>
            <p:spPr>
              <a:xfrm>
                <a:off x="-791842" y="2760328"/>
                <a:ext cx="25509" cy="25509"/>
              </a:xfrm>
              <a:custGeom>
                <a:rect b="b" l="l" r="r" t="t"/>
                <a:pathLst>
                  <a:path extrusionOk="0" h="14" w="14">
                    <a:moveTo>
                      <a:pt x="14" y="7"/>
                    </a:moveTo>
                    <a:cubicBezTo>
                      <a:pt x="14" y="8"/>
                      <a:pt x="14" y="10"/>
                      <a:pt x="13" y="11"/>
                    </a:cubicBezTo>
                    <a:cubicBezTo>
                      <a:pt x="12" y="12"/>
                      <a:pt x="12" y="12"/>
                      <a:pt x="11"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1" y="1"/>
                    </a:cubicBezTo>
                    <a:cubicBezTo>
                      <a:pt x="13" y="1"/>
                      <a:pt x="12"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5" name="Google Shape;725;p19"/>
              <p:cNvSpPr/>
              <p:nvPr/>
            </p:nvSpPr>
            <p:spPr>
              <a:xfrm>
                <a:off x="-749935" y="2760328"/>
                <a:ext cx="25509" cy="25509"/>
              </a:xfrm>
              <a:custGeom>
                <a:rect b="b" l="l" r="r" t="t"/>
                <a:pathLst>
                  <a:path extrusionOk="0" h="14" w="14">
                    <a:moveTo>
                      <a:pt x="14" y="7"/>
                    </a:moveTo>
                    <a:cubicBezTo>
                      <a:pt x="14" y="8"/>
                      <a:pt x="14" y="10"/>
                      <a:pt x="13" y="11"/>
                    </a:cubicBezTo>
                    <a:cubicBezTo>
                      <a:pt x="12" y="12"/>
                      <a:pt x="11" y="12"/>
                      <a:pt x="10"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0" y="1"/>
                    </a:cubicBezTo>
                    <a:cubicBezTo>
                      <a:pt x="11" y="1"/>
                      <a:pt x="12"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6" name="Google Shape;726;p19"/>
              <p:cNvSpPr/>
              <p:nvPr/>
            </p:nvSpPr>
            <p:spPr>
              <a:xfrm>
                <a:off x="-737180" y="2929779"/>
                <a:ext cx="413606" cy="415426"/>
              </a:xfrm>
              <a:custGeom>
                <a:rect b="b" l="l" r="r" t="t"/>
                <a:pathLst>
                  <a:path extrusionOk="0" h="228" w="227">
                    <a:moveTo>
                      <a:pt x="0" y="0"/>
                    </a:moveTo>
                    <a:lnTo>
                      <a:pt x="227" y="0"/>
                    </a:lnTo>
                    <a:lnTo>
                      <a:pt x="227" y="228"/>
                    </a:lnTo>
                    <a:lnTo>
                      <a:pt x="0" y="228"/>
                    </a:lnTo>
                    <a:lnTo>
                      <a:pt x="0" y="0"/>
                    </a:lnTo>
                    <a:close/>
                  </a:path>
                </a:pathLst>
              </a:custGeom>
              <a:solidFill>
                <a:schemeClr val="accent2"/>
              </a:solidFill>
              <a:ln>
                <a:noFill/>
              </a:ln>
            </p:spPr>
            <p:txBody>
              <a:bodyPr anchorCtr="1" anchor="ctr" bIns="37075" lIns="90000" spcFirstLastPara="1" rIns="90000" wrap="square" tIns="370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7" name="Google Shape;727;p19"/>
              <p:cNvSpPr/>
              <p:nvPr/>
            </p:nvSpPr>
            <p:spPr>
              <a:xfrm>
                <a:off x="-749922"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8" name="Google Shape;728;p19"/>
              <p:cNvSpPr/>
              <p:nvPr/>
            </p:nvSpPr>
            <p:spPr>
              <a:xfrm>
                <a:off x="-398266"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9" name="Google Shape;729;p19"/>
              <p:cNvSpPr/>
              <p:nvPr/>
            </p:nvSpPr>
            <p:spPr>
              <a:xfrm>
                <a:off x="-46610"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30" name="Google Shape;730;p19"/>
              <p:cNvSpPr/>
              <p:nvPr/>
            </p:nvSpPr>
            <p:spPr>
              <a:xfrm>
                <a:off x="305046"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31" name="Google Shape;731;p19"/>
              <p:cNvSpPr/>
              <p:nvPr/>
            </p:nvSpPr>
            <p:spPr>
              <a:xfrm>
                <a:off x="-215912" y="31841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32" name="Google Shape;732;p19"/>
              <p:cNvSpPr/>
              <p:nvPr/>
            </p:nvSpPr>
            <p:spPr>
              <a:xfrm>
                <a:off x="-215912" y="32624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33" name="Google Shape;733;p19"/>
              <p:cNvSpPr/>
              <p:nvPr/>
            </p:nvSpPr>
            <p:spPr>
              <a:xfrm>
                <a:off x="-215912" y="33389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734" name="Google Shape;734;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735" name="Shape 735"/>
        <p:cNvGrpSpPr/>
        <p:nvPr/>
      </p:nvGrpSpPr>
      <p:grpSpPr>
        <a:xfrm>
          <a:off x="0" y="0"/>
          <a:ext cx="0" cy="0"/>
          <a:chOff x="0" y="0"/>
          <a:chExt cx="0" cy="0"/>
        </a:xfrm>
      </p:grpSpPr>
      <p:sp>
        <p:nvSpPr>
          <p:cNvPr id="736" name="Google Shape;736;p20"/>
          <p:cNvSpPr txBox="1"/>
          <p:nvPr>
            <p:ph type="title"/>
          </p:nvPr>
        </p:nvSpPr>
        <p:spPr>
          <a:xfrm>
            <a:off x="733463" y="976025"/>
            <a:ext cx="4448100" cy="1058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8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37" name="Google Shape;737;p20"/>
          <p:cNvSpPr txBox="1"/>
          <p:nvPr>
            <p:ph idx="1" type="subTitle"/>
          </p:nvPr>
        </p:nvSpPr>
        <p:spPr>
          <a:xfrm>
            <a:off x="733425" y="1820275"/>
            <a:ext cx="4448100" cy="105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38" name="Google Shape;738;p20"/>
          <p:cNvSpPr txBox="1"/>
          <p:nvPr/>
        </p:nvSpPr>
        <p:spPr>
          <a:xfrm>
            <a:off x="713225" y="3590775"/>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100">
                <a:solidFill>
                  <a:schemeClr val="dk1"/>
                </a:solidFill>
                <a:latin typeface="Roboto"/>
                <a:ea typeface="Roboto"/>
                <a:cs typeface="Roboto"/>
                <a:sym typeface="Roboto"/>
              </a:rPr>
              <a:t>CREDITS:</a:t>
            </a:r>
            <a:r>
              <a:rPr lang="en" sz="1100">
                <a:solidFill>
                  <a:schemeClr val="dk1"/>
                </a:solidFill>
                <a:latin typeface="Roboto"/>
                <a:ea typeface="Roboto"/>
                <a:cs typeface="Roboto"/>
                <a:sym typeface="Roboto"/>
              </a:rPr>
              <a:t> This presentation template was created by </a:t>
            </a:r>
            <a:r>
              <a:rPr b="1" lang="en" sz="1100" u="sng">
                <a:solidFill>
                  <a:schemeClr val="dk1"/>
                </a:solidFill>
                <a:latin typeface="Roboto"/>
                <a:ea typeface="Roboto"/>
                <a:cs typeface="Roboto"/>
                <a:sym typeface="Roboto"/>
                <a:hlinkClick r:id="rId2">
                  <a:extLst>
                    <a:ext uri="{A12FA001-AC4F-418D-AE19-62706E023703}">
                      <ahyp:hlinkClr val="tx"/>
                    </a:ext>
                  </a:extLst>
                </a:hlinkClick>
              </a:rPr>
              <a:t>Slidesgo</a:t>
            </a:r>
            <a:r>
              <a:rPr lang="en" sz="1100">
                <a:solidFill>
                  <a:schemeClr val="dk1"/>
                </a:solidFill>
                <a:latin typeface="Roboto"/>
                <a:ea typeface="Roboto"/>
                <a:cs typeface="Roboto"/>
                <a:sym typeface="Roboto"/>
              </a:rPr>
              <a:t>, and includes icons by </a:t>
            </a:r>
            <a:r>
              <a:rPr b="1" lang="en" sz="1100" u="sng">
                <a:solidFill>
                  <a:schemeClr val="dk1"/>
                </a:solidFill>
                <a:latin typeface="Roboto"/>
                <a:ea typeface="Roboto"/>
                <a:cs typeface="Roboto"/>
                <a:sym typeface="Roboto"/>
                <a:hlinkClick r:id="rId3">
                  <a:extLst>
                    <a:ext uri="{A12FA001-AC4F-418D-AE19-62706E023703}">
                      <ahyp:hlinkClr val="tx"/>
                    </a:ext>
                  </a:extLst>
                </a:hlinkClick>
              </a:rPr>
              <a:t>Flaticon</a:t>
            </a:r>
            <a:r>
              <a:rPr lang="en" sz="1100">
                <a:solidFill>
                  <a:schemeClr val="dk1"/>
                </a:solidFill>
                <a:latin typeface="Roboto"/>
                <a:ea typeface="Roboto"/>
                <a:cs typeface="Roboto"/>
                <a:sym typeface="Roboto"/>
              </a:rPr>
              <a:t>, and infographics &amp; images by </a:t>
            </a:r>
            <a:r>
              <a:rPr b="1" lang="en" sz="1100" u="sng">
                <a:solidFill>
                  <a:schemeClr val="dk1"/>
                </a:solidFill>
                <a:latin typeface="Roboto"/>
                <a:ea typeface="Roboto"/>
                <a:cs typeface="Roboto"/>
                <a:sym typeface="Roboto"/>
                <a:hlinkClick r:id="rId4">
                  <a:extLst>
                    <a:ext uri="{A12FA001-AC4F-418D-AE19-62706E023703}">
                      <ahyp:hlinkClr val="tx"/>
                    </a:ext>
                  </a:extLst>
                </a:hlinkClick>
              </a:rPr>
              <a:t>Freepik</a:t>
            </a:r>
            <a:r>
              <a:rPr lang="en" sz="1100" u="sng">
                <a:solidFill>
                  <a:schemeClr val="dk1"/>
                </a:solidFill>
                <a:latin typeface="Roboto"/>
                <a:ea typeface="Roboto"/>
                <a:cs typeface="Roboto"/>
                <a:sym typeface="Roboto"/>
              </a:rPr>
              <a:t> </a:t>
            </a:r>
            <a:endParaRPr b="1" sz="1100" u="sng">
              <a:solidFill>
                <a:schemeClr val="dk1"/>
              </a:solidFill>
              <a:latin typeface="Roboto"/>
              <a:ea typeface="Roboto"/>
              <a:cs typeface="Roboto"/>
              <a:sym typeface="Roboto"/>
            </a:endParaRPr>
          </a:p>
        </p:txBody>
      </p:sp>
      <p:grpSp>
        <p:nvGrpSpPr>
          <p:cNvPr id="739" name="Google Shape;739;p20"/>
          <p:cNvGrpSpPr/>
          <p:nvPr/>
        </p:nvGrpSpPr>
        <p:grpSpPr>
          <a:xfrm>
            <a:off x="-501553" y="-179987"/>
            <a:ext cx="9485819" cy="3497672"/>
            <a:chOff x="-501553" y="-179987"/>
            <a:chExt cx="9485819" cy="3497672"/>
          </a:xfrm>
        </p:grpSpPr>
        <p:grpSp>
          <p:nvGrpSpPr>
            <p:cNvPr id="740" name="Google Shape;740;p20"/>
            <p:cNvGrpSpPr/>
            <p:nvPr/>
          </p:nvGrpSpPr>
          <p:grpSpPr>
            <a:xfrm>
              <a:off x="-501553" y="-179987"/>
              <a:ext cx="1767651" cy="1127846"/>
              <a:chOff x="-501553" y="-179987"/>
              <a:chExt cx="1767651" cy="1127846"/>
            </a:xfrm>
          </p:grpSpPr>
          <p:sp>
            <p:nvSpPr>
              <p:cNvPr id="741" name="Google Shape;741;p20"/>
              <p:cNvSpPr/>
              <p:nvPr/>
            </p:nvSpPr>
            <p:spPr>
              <a:xfrm>
                <a:off x="-501553" y="-179987"/>
                <a:ext cx="1126028" cy="1127846"/>
              </a:xfrm>
              <a:custGeom>
                <a:rect b="b" l="l" r="r" t="t"/>
                <a:pathLst>
                  <a:path extrusionOk="0" h="619" w="618">
                    <a:moveTo>
                      <a:pt x="564" y="269"/>
                    </a:moveTo>
                    <a:cubicBezTo>
                      <a:pt x="568" y="292"/>
                      <a:pt x="568" y="315"/>
                      <a:pt x="566" y="337"/>
                    </a:cubicBezTo>
                    <a:lnTo>
                      <a:pt x="618" y="372"/>
                    </a:lnTo>
                    <a:lnTo>
                      <a:pt x="581" y="470"/>
                    </a:lnTo>
                    <a:lnTo>
                      <a:pt x="518" y="461"/>
                    </a:lnTo>
                    <a:cubicBezTo>
                      <a:pt x="505" y="479"/>
                      <a:pt x="489" y="496"/>
                      <a:pt x="471" y="511"/>
                    </a:cubicBezTo>
                    <a:lnTo>
                      <a:pt x="483" y="573"/>
                    </a:lnTo>
                    <a:lnTo>
                      <a:pt x="387" y="615"/>
                    </a:lnTo>
                    <a:lnTo>
                      <a:pt x="350" y="564"/>
                    </a:lnTo>
                    <a:cubicBezTo>
                      <a:pt x="327" y="568"/>
                      <a:pt x="304" y="569"/>
                      <a:pt x="281" y="566"/>
                    </a:cubicBezTo>
                    <a:lnTo>
                      <a:pt x="246" y="619"/>
                    </a:lnTo>
                    <a:lnTo>
                      <a:pt x="148" y="581"/>
                    </a:lnTo>
                    <a:lnTo>
                      <a:pt x="157" y="518"/>
                    </a:lnTo>
                    <a:cubicBezTo>
                      <a:pt x="139" y="505"/>
                      <a:pt x="122" y="489"/>
                      <a:pt x="108" y="471"/>
                    </a:cubicBezTo>
                    <a:lnTo>
                      <a:pt x="46" y="484"/>
                    </a:lnTo>
                    <a:lnTo>
                      <a:pt x="3" y="388"/>
                    </a:lnTo>
                    <a:lnTo>
                      <a:pt x="54" y="350"/>
                    </a:lnTo>
                    <a:cubicBezTo>
                      <a:pt x="50" y="327"/>
                      <a:pt x="50" y="304"/>
                      <a:pt x="52" y="281"/>
                    </a:cubicBezTo>
                    <a:lnTo>
                      <a:pt x="0" y="246"/>
                    </a:lnTo>
                    <a:lnTo>
                      <a:pt x="37" y="148"/>
                    </a:lnTo>
                    <a:lnTo>
                      <a:pt x="100" y="157"/>
                    </a:lnTo>
                    <a:cubicBezTo>
                      <a:pt x="113" y="139"/>
                      <a:pt x="129" y="122"/>
                      <a:pt x="147" y="108"/>
                    </a:cubicBezTo>
                    <a:lnTo>
                      <a:pt x="135" y="46"/>
                    </a:lnTo>
                    <a:lnTo>
                      <a:pt x="231" y="3"/>
                    </a:lnTo>
                    <a:lnTo>
                      <a:pt x="268" y="54"/>
                    </a:lnTo>
                    <a:cubicBezTo>
                      <a:pt x="291" y="50"/>
                      <a:pt x="314" y="50"/>
                      <a:pt x="337" y="52"/>
                    </a:cubicBezTo>
                    <a:lnTo>
                      <a:pt x="372" y="0"/>
                    </a:lnTo>
                    <a:lnTo>
                      <a:pt x="470" y="37"/>
                    </a:lnTo>
                    <a:lnTo>
                      <a:pt x="461" y="100"/>
                    </a:lnTo>
                    <a:cubicBezTo>
                      <a:pt x="479" y="113"/>
                      <a:pt x="496" y="129"/>
                      <a:pt x="510" y="147"/>
                    </a:cubicBezTo>
                    <a:lnTo>
                      <a:pt x="572" y="135"/>
                    </a:lnTo>
                    <a:lnTo>
                      <a:pt x="615" y="231"/>
                    </a:lnTo>
                    <a:lnTo>
                      <a:pt x="564" y="269"/>
                    </a:lnTo>
                    <a:moveTo>
                      <a:pt x="414" y="268"/>
                    </a:moveTo>
                    <a:cubicBezTo>
                      <a:pt x="388" y="211"/>
                      <a:pt x="322" y="186"/>
                      <a:pt x="265" y="211"/>
                    </a:cubicBezTo>
                    <a:cubicBezTo>
                      <a:pt x="208" y="236"/>
                      <a:pt x="183" y="303"/>
                      <a:pt x="208" y="359"/>
                    </a:cubicBezTo>
                    <a:cubicBezTo>
                      <a:pt x="233" y="416"/>
                      <a:pt x="300" y="442"/>
                      <a:pt x="356" y="417"/>
                    </a:cubicBezTo>
                    <a:cubicBezTo>
                      <a:pt x="413" y="391"/>
                      <a:pt x="439" y="325"/>
                      <a:pt x="414" y="268"/>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742" name="Google Shape;742;p20"/>
              <p:cNvGrpSpPr/>
              <p:nvPr/>
            </p:nvGrpSpPr>
            <p:grpSpPr>
              <a:xfrm>
                <a:off x="848848" y="-107879"/>
                <a:ext cx="417250" cy="417248"/>
                <a:chOff x="8892173" y="3448146"/>
                <a:chExt cx="417250" cy="417248"/>
              </a:xfrm>
            </p:grpSpPr>
            <p:sp>
              <p:nvSpPr>
                <p:cNvPr id="743" name="Google Shape;743;p20"/>
                <p:cNvSpPr/>
                <p:nvPr/>
              </p:nvSpPr>
              <p:spPr>
                <a:xfrm>
                  <a:off x="9019717" y="3581155"/>
                  <a:ext cx="154874" cy="153052"/>
                </a:xfrm>
                <a:custGeom>
                  <a:rect b="b" l="l" r="r" t="t"/>
                  <a:pathLst>
                    <a:path extrusionOk="0" h="84" w="85">
                      <a:moveTo>
                        <a:pt x="59" y="80"/>
                      </a:moveTo>
                      <a:cubicBezTo>
                        <a:pt x="59" y="80"/>
                        <a:pt x="59" y="81"/>
                        <a:pt x="57" y="81"/>
                      </a:cubicBezTo>
                      <a:cubicBezTo>
                        <a:pt x="56" y="82"/>
                        <a:pt x="53" y="83"/>
                        <a:pt x="50" y="84"/>
                      </a:cubicBezTo>
                      <a:cubicBezTo>
                        <a:pt x="44" y="85"/>
                        <a:pt x="33" y="85"/>
                        <a:pt x="23" y="80"/>
                      </a:cubicBezTo>
                      <a:cubicBezTo>
                        <a:pt x="12" y="74"/>
                        <a:pt x="2" y="62"/>
                        <a:pt x="0" y="46"/>
                      </a:cubicBezTo>
                      <a:cubicBezTo>
                        <a:pt x="0" y="38"/>
                        <a:pt x="1" y="29"/>
                        <a:pt x="6" y="22"/>
                      </a:cubicBezTo>
                      <a:cubicBezTo>
                        <a:pt x="10" y="14"/>
                        <a:pt x="17" y="8"/>
                        <a:pt x="25" y="4"/>
                      </a:cubicBezTo>
                      <a:cubicBezTo>
                        <a:pt x="34" y="0"/>
                        <a:pt x="43" y="-1"/>
                        <a:pt x="52" y="1"/>
                      </a:cubicBezTo>
                      <a:cubicBezTo>
                        <a:pt x="60" y="3"/>
                        <a:pt x="68" y="7"/>
                        <a:pt x="73" y="13"/>
                      </a:cubicBezTo>
                      <a:cubicBezTo>
                        <a:pt x="85" y="25"/>
                        <a:pt x="87" y="41"/>
                        <a:pt x="84" y="52"/>
                      </a:cubicBezTo>
                      <a:cubicBezTo>
                        <a:pt x="81" y="64"/>
                        <a:pt x="74" y="72"/>
                        <a:pt x="68" y="75"/>
                      </a:cubicBezTo>
                      <a:cubicBezTo>
                        <a:pt x="66" y="77"/>
                        <a:pt x="64" y="79"/>
                        <a:pt x="62" y="79"/>
                      </a:cubicBezTo>
                      <a:cubicBezTo>
                        <a:pt x="60" y="80"/>
                        <a:pt x="59" y="80"/>
                        <a:pt x="59" y="80"/>
                      </a:cubicBezTo>
                      <a:cubicBezTo>
                        <a:pt x="59" y="80"/>
                        <a:pt x="63" y="79"/>
                        <a:pt x="68" y="74"/>
                      </a:cubicBezTo>
                      <a:cubicBezTo>
                        <a:pt x="72" y="70"/>
                        <a:pt x="79" y="63"/>
                        <a:pt x="81" y="52"/>
                      </a:cubicBezTo>
                      <a:cubicBezTo>
                        <a:pt x="84" y="41"/>
                        <a:pt x="82" y="26"/>
                        <a:pt x="71" y="15"/>
                      </a:cubicBezTo>
                      <a:cubicBezTo>
                        <a:pt x="66" y="10"/>
                        <a:pt x="59" y="6"/>
                        <a:pt x="51" y="4"/>
                      </a:cubicBezTo>
                      <a:cubicBezTo>
                        <a:pt x="43" y="3"/>
                        <a:pt x="35" y="4"/>
                        <a:pt x="27" y="7"/>
                      </a:cubicBezTo>
                      <a:cubicBezTo>
                        <a:pt x="19" y="10"/>
                        <a:pt x="13" y="16"/>
                        <a:pt x="9" y="23"/>
                      </a:cubicBezTo>
                      <a:cubicBezTo>
                        <a:pt x="5" y="30"/>
                        <a:pt x="3" y="38"/>
                        <a:pt x="4" y="45"/>
                      </a:cubicBezTo>
                      <a:cubicBezTo>
                        <a:pt x="4" y="60"/>
                        <a:pt x="14" y="72"/>
                        <a:pt x="24" y="78"/>
                      </a:cubicBezTo>
                      <a:cubicBezTo>
                        <a:pt x="34" y="83"/>
                        <a:pt x="43" y="83"/>
                        <a:pt x="50" y="82"/>
                      </a:cubicBezTo>
                      <a:cubicBezTo>
                        <a:pt x="56" y="81"/>
                        <a:pt x="59" y="80"/>
                        <a:pt x="59" y="80"/>
                      </a:cubicBezTo>
                      <a:close/>
                    </a:path>
                  </a:pathLst>
                </a:custGeom>
                <a:solidFill>
                  <a:schemeClr val="dk2"/>
                </a:solidFill>
                <a:ln cap="flat" cmpd="sng" w="9525">
                  <a:solidFill>
                    <a:schemeClr val="dk2"/>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44" name="Google Shape;744;p20"/>
                <p:cNvSpPr/>
                <p:nvPr/>
              </p:nvSpPr>
              <p:spPr>
                <a:xfrm>
                  <a:off x="8892173" y="3448146"/>
                  <a:ext cx="417250" cy="417248"/>
                </a:xfrm>
                <a:custGeom>
                  <a:rect b="b" l="l" r="r" t="t"/>
                  <a:pathLst>
                    <a:path extrusionOk="0" h="229" w="229">
                      <a:moveTo>
                        <a:pt x="129" y="208"/>
                      </a:moveTo>
                      <a:cubicBezTo>
                        <a:pt x="129" y="208"/>
                        <a:pt x="130" y="208"/>
                        <a:pt x="130" y="209"/>
                      </a:cubicBezTo>
                      <a:cubicBezTo>
                        <a:pt x="131" y="210"/>
                        <a:pt x="132" y="211"/>
                        <a:pt x="133" y="212"/>
                      </a:cubicBezTo>
                      <a:cubicBezTo>
                        <a:pt x="135" y="216"/>
                        <a:pt x="139" y="220"/>
                        <a:pt x="143" y="226"/>
                      </a:cubicBezTo>
                      <a:lnTo>
                        <a:pt x="143" y="226"/>
                      </a:lnTo>
                      <a:cubicBezTo>
                        <a:pt x="152" y="222"/>
                        <a:pt x="163" y="217"/>
                        <a:pt x="178" y="210"/>
                      </a:cubicBezTo>
                      <a:lnTo>
                        <a:pt x="177" y="211"/>
                      </a:lnTo>
                      <a:cubicBezTo>
                        <a:pt x="176" y="204"/>
                        <a:pt x="174" y="197"/>
                        <a:pt x="172" y="189"/>
                      </a:cubicBezTo>
                      <a:lnTo>
                        <a:pt x="172" y="188"/>
                      </a:lnTo>
                      <a:lnTo>
                        <a:pt x="173" y="188"/>
                      </a:lnTo>
                      <a:cubicBezTo>
                        <a:pt x="179" y="183"/>
                        <a:pt x="185" y="177"/>
                        <a:pt x="190" y="170"/>
                      </a:cubicBezTo>
                      <a:lnTo>
                        <a:pt x="190" y="169"/>
                      </a:lnTo>
                      <a:lnTo>
                        <a:pt x="191" y="169"/>
                      </a:lnTo>
                      <a:cubicBezTo>
                        <a:pt x="198" y="170"/>
                        <a:pt x="205" y="171"/>
                        <a:pt x="213" y="172"/>
                      </a:cubicBezTo>
                      <a:lnTo>
                        <a:pt x="212" y="173"/>
                      </a:lnTo>
                      <a:cubicBezTo>
                        <a:pt x="216" y="162"/>
                        <a:pt x="221" y="150"/>
                        <a:pt x="226" y="138"/>
                      </a:cubicBezTo>
                      <a:lnTo>
                        <a:pt x="226" y="139"/>
                      </a:lnTo>
                      <a:cubicBezTo>
                        <a:pt x="220" y="135"/>
                        <a:pt x="214" y="131"/>
                        <a:pt x="207" y="126"/>
                      </a:cubicBezTo>
                      <a:lnTo>
                        <a:pt x="206" y="126"/>
                      </a:lnTo>
                      <a:lnTo>
                        <a:pt x="206" y="125"/>
                      </a:lnTo>
                      <a:cubicBezTo>
                        <a:pt x="207" y="117"/>
                        <a:pt x="207" y="109"/>
                        <a:pt x="206" y="101"/>
                      </a:cubicBezTo>
                      <a:lnTo>
                        <a:pt x="206" y="100"/>
                      </a:lnTo>
                      <a:lnTo>
                        <a:pt x="206" y="99"/>
                      </a:lnTo>
                      <a:cubicBezTo>
                        <a:pt x="212" y="95"/>
                        <a:pt x="218" y="90"/>
                        <a:pt x="225" y="85"/>
                      </a:cubicBezTo>
                      <a:lnTo>
                        <a:pt x="224" y="87"/>
                      </a:lnTo>
                      <a:cubicBezTo>
                        <a:pt x="220" y="76"/>
                        <a:pt x="214" y="64"/>
                        <a:pt x="209" y="52"/>
                      </a:cubicBezTo>
                      <a:lnTo>
                        <a:pt x="211" y="53"/>
                      </a:lnTo>
                      <a:cubicBezTo>
                        <a:pt x="204" y="55"/>
                        <a:pt x="196" y="56"/>
                        <a:pt x="188" y="58"/>
                      </a:cubicBezTo>
                      <a:lnTo>
                        <a:pt x="187" y="58"/>
                      </a:lnTo>
                      <a:lnTo>
                        <a:pt x="187" y="57"/>
                      </a:lnTo>
                      <a:cubicBezTo>
                        <a:pt x="182" y="51"/>
                        <a:pt x="176" y="45"/>
                        <a:pt x="169" y="40"/>
                      </a:cubicBezTo>
                      <a:lnTo>
                        <a:pt x="168" y="40"/>
                      </a:lnTo>
                      <a:lnTo>
                        <a:pt x="168" y="39"/>
                      </a:lnTo>
                      <a:cubicBezTo>
                        <a:pt x="169" y="32"/>
                        <a:pt x="170" y="24"/>
                        <a:pt x="171" y="16"/>
                      </a:cubicBezTo>
                      <a:lnTo>
                        <a:pt x="172" y="18"/>
                      </a:lnTo>
                      <a:cubicBezTo>
                        <a:pt x="161" y="13"/>
                        <a:pt x="149" y="9"/>
                        <a:pt x="137" y="4"/>
                      </a:cubicBezTo>
                      <a:lnTo>
                        <a:pt x="139" y="3"/>
                      </a:lnTo>
                      <a:cubicBezTo>
                        <a:pt x="135" y="9"/>
                        <a:pt x="130" y="16"/>
                        <a:pt x="126" y="23"/>
                      </a:cubicBezTo>
                      <a:lnTo>
                        <a:pt x="125" y="23"/>
                      </a:lnTo>
                      <a:lnTo>
                        <a:pt x="124" y="23"/>
                      </a:lnTo>
                      <a:cubicBezTo>
                        <a:pt x="117" y="22"/>
                        <a:pt x="108" y="23"/>
                        <a:pt x="100" y="24"/>
                      </a:cubicBezTo>
                      <a:lnTo>
                        <a:pt x="100" y="24"/>
                      </a:lnTo>
                      <a:cubicBezTo>
                        <a:pt x="99" y="24"/>
                        <a:pt x="102" y="24"/>
                        <a:pt x="98" y="23"/>
                      </a:cubicBezTo>
                      <a:lnTo>
                        <a:pt x="98" y="23"/>
                      </a:lnTo>
                      <a:lnTo>
                        <a:pt x="98" y="23"/>
                      </a:lnTo>
                      <a:lnTo>
                        <a:pt x="98" y="23"/>
                      </a:lnTo>
                      <a:lnTo>
                        <a:pt x="98" y="23"/>
                      </a:lnTo>
                      <a:lnTo>
                        <a:pt x="97" y="22"/>
                      </a:lnTo>
                      <a:lnTo>
                        <a:pt x="97" y="21"/>
                      </a:lnTo>
                      <a:lnTo>
                        <a:pt x="95" y="19"/>
                      </a:lnTo>
                      <a:lnTo>
                        <a:pt x="91" y="14"/>
                      </a:lnTo>
                      <a:cubicBezTo>
                        <a:pt x="89" y="11"/>
                        <a:pt x="87" y="8"/>
                        <a:pt x="85" y="5"/>
                      </a:cubicBezTo>
                      <a:lnTo>
                        <a:pt x="87" y="5"/>
                      </a:lnTo>
                      <a:cubicBezTo>
                        <a:pt x="75" y="10"/>
                        <a:pt x="63" y="16"/>
                        <a:pt x="52" y="21"/>
                      </a:cubicBezTo>
                      <a:lnTo>
                        <a:pt x="53" y="19"/>
                      </a:lnTo>
                      <a:cubicBezTo>
                        <a:pt x="54" y="26"/>
                        <a:pt x="56" y="34"/>
                        <a:pt x="57" y="41"/>
                      </a:cubicBezTo>
                      <a:lnTo>
                        <a:pt x="57" y="42"/>
                      </a:lnTo>
                      <a:lnTo>
                        <a:pt x="57" y="43"/>
                      </a:lnTo>
                      <a:cubicBezTo>
                        <a:pt x="50" y="48"/>
                        <a:pt x="44" y="54"/>
                        <a:pt x="40" y="61"/>
                      </a:cubicBezTo>
                      <a:lnTo>
                        <a:pt x="39" y="61"/>
                      </a:lnTo>
                      <a:lnTo>
                        <a:pt x="38" y="61"/>
                      </a:lnTo>
                      <a:cubicBezTo>
                        <a:pt x="30" y="60"/>
                        <a:pt x="23" y="59"/>
                        <a:pt x="15" y="58"/>
                      </a:cubicBezTo>
                      <a:lnTo>
                        <a:pt x="17" y="57"/>
                      </a:lnTo>
                      <a:cubicBezTo>
                        <a:pt x="12" y="69"/>
                        <a:pt x="8" y="81"/>
                        <a:pt x="3" y="93"/>
                      </a:cubicBezTo>
                      <a:lnTo>
                        <a:pt x="3" y="91"/>
                      </a:lnTo>
                      <a:cubicBezTo>
                        <a:pt x="9" y="95"/>
                        <a:pt x="16" y="99"/>
                        <a:pt x="22" y="104"/>
                      </a:cubicBezTo>
                      <a:lnTo>
                        <a:pt x="23" y="104"/>
                      </a:lnTo>
                      <a:lnTo>
                        <a:pt x="22" y="105"/>
                      </a:lnTo>
                      <a:cubicBezTo>
                        <a:pt x="22" y="113"/>
                        <a:pt x="22" y="122"/>
                        <a:pt x="23" y="129"/>
                      </a:cubicBezTo>
                      <a:lnTo>
                        <a:pt x="23" y="130"/>
                      </a:lnTo>
                      <a:lnTo>
                        <a:pt x="22" y="131"/>
                      </a:lnTo>
                      <a:cubicBezTo>
                        <a:pt x="16" y="136"/>
                        <a:pt x="10" y="140"/>
                        <a:pt x="4" y="145"/>
                      </a:cubicBezTo>
                      <a:lnTo>
                        <a:pt x="4" y="143"/>
                      </a:lnTo>
                      <a:cubicBezTo>
                        <a:pt x="10" y="155"/>
                        <a:pt x="15" y="167"/>
                        <a:pt x="20" y="178"/>
                      </a:cubicBezTo>
                      <a:lnTo>
                        <a:pt x="18" y="177"/>
                      </a:lnTo>
                      <a:cubicBezTo>
                        <a:pt x="26" y="176"/>
                        <a:pt x="34" y="174"/>
                        <a:pt x="41" y="173"/>
                      </a:cubicBezTo>
                      <a:lnTo>
                        <a:pt x="42" y="173"/>
                      </a:lnTo>
                      <a:lnTo>
                        <a:pt x="42" y="173"/>
                      </a:lnTo>
                      <a:cubicBezTo>
                        <a:pt x="48" y="180"/>
                        <a:pt x="54" y="186"/>
                        <a:pt x="60" y="190"/>
                      </a:cubicBezTo>
                      <a:lnTo>
                        <a:pt x="60" y="191"/>
                      </a:lnTo>
                      <a:lnTo>
                        <a:pt x="60" y="191"/>
                      </a:lnTo>
                      <a:cubicBezTo>
                        <a:pt x="59" y="200"/>
                        <a:pt x="58" y="207"/>
                        <a:pt x="57" y="214"/>
                      </a:cubicBezTo>
                      <a:lnTo>
                        <a:pt x="56" y="213"/>
                      </a:lnTo>
                      <a:cubicBezTo>
                        <a:pt x="70" y="219"/>
                        <a:pt x="82" y="223"/>
                        <a:pt x="92" y="227"/>
                      </a:cubicBezTo>
                      <a:lnTo>
                        <a:pt x="91" y="227"/>
                      </a:lnTo>
                      <a:cubicBezTo>
                        <a:pt x="96" y="220"/>
                        <a:pt x="100" y="213"/>
                        <a:pt x="104" y="208"/>
                      </a:cubicBezTo>
                      <a:lnTo>
                        <a:pt x="104" y="208"/>
                      </a:lnTo>
                      <a:lnTo>
                        <a:pt x="104" y="208"/>
                      </a:lnTo>
                      <a:cubicBezTo>
                        <a:pt x="113" y="209"/>
                        <a:pt x="119" y="209"/>
                        <a:pt x="123" y="208"/>
                      </a:cubicBezTo>
                      <a:cubicBezTo>
                        <a:pt x="125" y="208"/>
                        <a:pt x="126" y="208"/>
                        <a:pt x="128" y="208"/>
                      </a:cubicBezTo>
                      <a:cubicBezTo>
                        <a:pt x="129" y="208"/>
                        <a:pt x="129" y="208"/>
                        <a:pt x="129" y="208"/>
                      </a:cubicBezTo>
                      <a:lnTo>
                        <a:pt x="128" y="208"/>
                      </a:lnTo>
                      <a:cubicBezTo>
                        <a:pt x="127" y="209"/>
                        <a:pt x="125" y="209"/>
                        <a:pt x="123" y="209"/>
                      </a:cubicBezTo>
                      <a:cubicBezTo>
                        <a:pt x="119" y="209"/>
                        <a:pt x="113" y="210"/>
                        <a:pt x="104" y="209"/>
                      </a:cubicBezTo>
                      <a:lnTo>
                        <a:pt x="105" y="209"/>
                      </a:lnTo>
                      <a:cubicBezTo>
                        <a:pt x="101" y="214"/>
                        <a:pt x="97" y="221"/>
                        <a:pt x="92" y="228"/>
                      </a:cubicBezTo>
                      <a:lnTo>
                        <a:pt x="92" y="229"/>
                      </a:lnTo>
                      <a:lnTo>
                        <a:pt x="91" y="228"/>
                      </a:lnTo>
                      <a:cubicBezTo>
                        <a:pt x="81" y="225"/>
                        <a:pt x="69" y="220"/>
                        <a:pt x="56" y="215"/>
                      </a:cubicBezTo>
                      <a:lnTo>
                        <a:pt x="55" y="215"/>
                      </a:lnTo>
                      <a:lnTo>
                        <a:pt x="55" y="214"/>
                      </a:lnTo>
                      <a:cubicBezTo>
                        <a:pt x="56" y="207"/>
                        <a:pt x="57" y="199"/>
                        <a:pt x="58" y="191"/>
                      </a:cubicBezTo>
                      <a:lnTo>
                        <a:pt x="59" y="192"/>
                      </a:lnTo>
                      <a:cubicBezTo>
                        <a:pt x="52" y="187"/>
                        <a:pt x="46" y="182"/>
                        <a:pt x="40" y="175"/>
                      </a:cubicBezTo>
                      <a:lnTo>
                        <a:pt x="41" y="175"/>
                      </a:lnTo>
                      <a:cubicBezTo>
                        <a:pt x="34" y="177"/>
                        <a:pt x="27" y="178"/>
                        <a:pt x="19" y="180"/>
                      </a:cubicBezTo>
                      <a:lnTo>
                        <a:pt x="18" y="180"/>
                      </a:lnTo>
                      <a:lnTo>
                        <a:pt x="17" y="179"/>
                      </a:lnTo>
                      <a:cubicBezTo>
                        <a:pt x="12" y="168"/>
                        <a:pt x="7" y="156"/>
                        <a:pt x="2" y="144"/>
                      </a:cubicBezTo>
                      <a:lnTo>
                        <a:pt x="1" y="143"/>
                      </a:lnTo>
                      <a:lnTo>
                        <a:pt x="2" y="142"/>
                      </a:lnTo>
                      <a:cubicBezTo>
                        <a:pt x="8" y="138"/>
                        <a:pt x="14" y="133"/>
                        <a:pt x="21" y="129"/>
                      </a:cubicBezTo>
                      <a:lnTo>
                        <a:pt x="20" y="130"/>
                      </a:lnTo>
                      <a:cubicBezTo>
                        <a:pt x="19" y="122"/>
                        <a:pt x="18" y="113"/>
                        <a:pt x="19" y="105"/>
                      </a:cubicBezTo>
                      <a:lnTo>
                        <a:pt x="20" y="106"/>
                      </a:lnTo>
                      <a:cubicBezTo>
                        <a:pt x="14" y="102"/>
                        <a:pt x="7" y="98"/>
                        <a:pt x="1" y="93"/>
                      </a:cubicBezTo>
                      <a:lnTo>
                        <a:pt x="0" y="93"/>
                      </a:lnTo>
                      <a:lnTo>
                        <a:pt x="0" y="92"/>
                      </a:lnTo>
                      <a:cubicBezTo>
                        <a:pt x="5" y="80"/>
                        <a:pt x="9" y="68"/>
                        <a:pt x="14" y="56"/>
                      </a:cubicBezTo>
                      <a:lnTo>
                        <a:pt x="14" y="55"/>
                      </a:lnTo>
                      <a:lnTo>
                        <a:pt x="16" y="55"/>
                      </a:lnTo>
                      <a:cubicBezTo>
                        <a:pt x="23" y="56"/>
                        <a:pt x="31" y="57"/>
                        <a:pt x="39" y="58"/>
                      </a:cubicBezTo>
                      <a:lnTo>
                        <a:pt x="37" y="59"/>
                      </a:lnTo>
                      <a:cubicBezTo>
                        <a:pt x="42" y="52"/>
                        <a:pt x="48" y="46"/>
                        <a:pt x="54" y="40"/>
                      </a:cubicBezTo>
                      <a:lnTo>
                        <a:pt x="54" y="42"/>
                      </a:lnTo>
                      <a:cubicBezTo>
                        <a:pt x="52" y="35"/>
                        <a:pt x="51" y="27"/>
                        <a:pt x="49" y="19"/>
                      </a:cubicBezTo>
                      <a:lnTo>
                        <a:pt x="49" y="18"/>
                      </a:lnTo>
                      <a:lnTo>
                        <a:pt x="50" y="18"/>
                      </a:lnTo>
                      <a:cubicBezTo>
                        <a:pt x="62" y="13"/>
                        <a:pt x="74" y="7"/>
                        <a:pt x="85" y="2"/>
                      </a:cubicBezTo>
                      <a:lnTo>
                        <a:pt x="87" y="2"/>
                      </a:lnTo>
                      <a:lnTo>
                        <a:pt x="87" y="3"/>
                      </a:lnTo>
                      <a:cubicBezTo>
                        <a:pt x="90" y="6"/>
                        <a:pt x="92" y="9"/>
                        <a:pt x="94" y="12"/>
                      </a:cubicBezTo>
                      <a:lnTo>
                        <a:pt x="98" y="17"/>
                      </a:lnTo>
                      <a:lnTo>
                        <a:pt x="99" y="19"/>
                      </a:lnTo>
                      <a:lnTo>
                        <a:pt x="100" y="20"/>
                      </a:lnTo>
                      <a:lnTo>
                        <a:pt x="101" y="21"/>
                      </a:lnTo>
                      <a:lnTo>
                        <a:pt x="101" y="21"/>
                      </a:lnTo>
                      <a:lnTo>
                        <a:pt x="101" y="21"/>
                      </a:lnTo>
                      <a:lnTo>
                        <a:pt x="101" y="21"/>
                      </a:lnTo>
                      <a:lnTo>
                        <a:pt x="101" y="21"/>
                      </a:lnTo>
                      <a:lnTo>
                        <a:pt x="101" y="21"/>
                      </a:lnTo>
                      <a:cubicBezTo>
                        <a:pt x="98" y="20"/>
                        <a:pt x="100" y="21"/>
                        <a:pt x="99" y="21"/>
                      </a:cubicBezTo>
                      <a:lnTo>
                        <a:pt x="99" y="21"/>
                      </a:lnTo>
                      <a:cubicBezTo>
                        <a:pt x="108" y="19"/>
                        <a:pt x="117" y="19"/>
                        <a:pt x="125" y="20"/>
                      </a:cubicBezTo>
                      <a:lnTo>
                        <a:pt x="123" y="21"/>
                      </a:lnTo>
                      <a:cubicBezTo>
                        <a:pt x="128" y="14"/>
                        <a:pt x="132" y="8"/>
                        <a:pt x="136" y="2"/>
                      </a:cubicBezTo>
                      <a:lnTo>
                        <a:pt x="137" y="0"/>
                      </a:lnTo>
                      <a:lnTo>
                        <a:pt x="138" y="1"/>
                      </a:lnTo>
                      <a:cubicBezTo>
                        <a:pt x="150" y="6"/>
                        <a:pt x="162" y="10"/>
                        <a:pt x="174" y="15"/>
                      </a:cubicBezTo>
                      <a:lnTo>
                        <a:pt x="175" y="15"/>
                      </a:lnTo>
                      <a:lnTo>
                        <a:pt x="175" y="16"/>
                      </a:lnTo>
                      <a:cubicBezTo>
                        <a:pt x="174" y="24"/>
                        <a:pt x="172" y="32"/>
                        <a:pt x="171" y="39"/>
                      </a:cubicBezTo>
                      <a:lnTo>
                        <a:pt x="171" y="38"/>
                      </a:lnTo>
                      <a:cubicBezTo>
                        <a:pt x="178" y="43"/>
                        <a:pt x="184" y="49"/>
                        <a:pt x="189" y="55"/>
                      </a:cubicBezTo>
                      <a:lnTo>
                        <a:pt x="187" y="55"/>
                      </a:lnTo>
                      <a:cubicBezTo>
                        <a:pt x="195" y="53"/>
                        <a:pt x="203" y="52"/>
                        <a:pt x="210" y="50"/>
                      </a:cubicBezTo>
                      <a:lnTo>
                        <a:pt x="211" y="50"/>
                      </a:lnTo>
                      <a:lnTo>
                        <a:pt x="212" y="51"/>
                      </a:lnTo>
                      <a:cubicBezTo>
                        <a:pt x="217" y="63"/>
                        <a:pt x="222" y="75"/>
                        <a:pt x="227" y="86"/>
                      </a:cubicBezTo>
                      <a:lnTo>
                        <a:pt x="228" y="87"/>
                      </a:lnTo>
                      <a:lnTo>
                        <a:pt x="227" y="88"/>
                      </a:lnTo>
                      <a:cubicBezTo>
                        <a:pt x="220" y="93"/>
                        <a:pt x="214" y="97"/>
                        <a:pt x="208" y="102"/>
                      </a:cubicBezTo>
                      <a:lnTo>
                        <a:pt x="209" y="100"/>
                      </a:lnTo>
                      <a:cubicBezTo>
                        <a:pt x="210" y="109"/>
                        <a:pt x="210" y="118"/>
                        <a:pt x="209" y="125"/>
                      </a:cubicBezTo>
                      <a:lnTo>
                        <a:pt x="209" y="124"/>
                      </a:lnTo>
                      <a:cubicBezTo>
                        <a:pt x="216" y="129"/>
                        <a:pt x="222" y="133"/>
                        <a:pt x="228" y="137"/>
                      </a:cubicBezTo>
                      <a:lnTo>
                        <a:pt x="229" y="138"/>
                      </a:lnTo>
                      <a:lnTo>
                        <a:pt x="229" y="139"/>
                      </a:lnTo>
                      <a:cubicBezTo>
                        <a:pt x="224" y="151"/>
                        <a:pt x="219" y="163"/>
                        <a:pt x="215" y="174"/>
                      </a:cubicBezTo>
                      <a:lnTo>
                        <a:pt x="214" y="175"/>
                      </a:lnTo>
                      <a:lnTo>
                        <a:pt x="213" y="175"/>
                      </a:lnTo>
                      <a:cubicBezTo>
                        <a:pt x="205" y="174"/>
                        <a:pt x="198" y="173"/>
                        <a:pt x="191" y="172"/>
                      </a:cubicBezTo>
                      <a:lnTo>
                        <a:pt x="192" y="171"/>
                      </a:lnTo>
                      <a:cubicBezTo>
                        <a:pt x="186" y="178"/>
                        <a:pt x="180" y="184"/>
                        <a:pt x="174" y="189"/>
                      </a:cubicBezTo>
                      <a:lnTo>
                        <a:pt x="175" y="188"/>
                      </a:lnTo>
                      <a:cubicBezTo>
                        <a:pt x="176" y="196"/>
                        <a:pt x="178" y="204"/>
                        <a:pt x="179" y="211"/>
                      </a:cubicBezTo>
                      <a:lnTo>
                        <a:pt x="179" y="212"/>
                      </a:lnTo>
                      <a:lnTo>
                        <a:pt x="178" y="212"/>
                      </a:lnTo>
                      <a:cubicBezTo>
                        <a:pt x="164" y="218"/>
                        <a:pt x="152" y="223"/>
                        <a:pt x="143" y="227"/>
                      </a:cubicBezTo>
                      <a:lnTo>
                        <a:pt x="143" y="227"/>
                      </a:lnTo>
                      <a:lnTo>
                        <a:pt x="143" y="227"/>
                      </a:lnTo>
                      <a:cubicBezTo>
                        <a:pt x="138" y="221"/>
                        <a:pt x="135" y="216"/>
                        <a:pt x="133" y="213"/>
                      </a:cubicBezTo>
                      <a:cubicBezTo>
                        <a:pt x="132" y="212"/>
                        <a:pt x="131" y="210"/>
                        <a:pt x="130" y="209"/>
                      </a:cubicBezTo>
                      <a:lnTo>
                        <a:pt x="129" y="208"/>
                      </a:lnTo>
                      <a:close/>
                    </a:path>
                  </a:pathLst>
                </a:custGeom>
                <a:solidFill>
                  <a:schemeClr val="dk2"/>
                </a:solidFill>
                <a:ln cap="flat" cmpd="sng" w="9525">
                  <a:solidFill>
                    <a:schemeClr val="dk2"/>
                  </a:solidFill>
                  <a:prstDash val="solid"/>
                  <a:round/>
                  <a:headEnd len="sm" w="sm" type="none"/>
                  <a:tailEnd len="sm" w="sm" type="none"/>
                </a:ln>
              </p:spPr>
              <p:txBody>
                <a:bodyPr anchorCtr="1" anchor="ctr" bIns="37425" lIns="90000" spcFirstLastPara="1" rIns="90000" wrap="square" tIns="37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745" name="Google Shape;745;p20"/>
            <p:cNvSpPr/>
            <p:nvPr/>
          </p:nvSpPr>
          <p:spPr>
            <a:xfrm>
              <a:off x="8545569" y="2878986"/>
              <a:ext cx="438697" cy="438700"/>
            </a:xfrm>
            <a:custGeom>
              <a:rect b="b" l="l" r="r" t="t"/>
              <a:pathLst>
                <a:path extrusionOk="0" h="409" w="409">
                  <a:moveTo>
                    <a:pt x="117" y="60"/>
                  </a:moveTo>
                  <a:cubicBezTo>
                    <a:pt x="130" y="52"/>
                    <a:pt x="144" y="46"/>
                    <a:pt x="158" y="42"/>
                  </a:cubicBezTo>
                  <a:lnTo>
                    <a:pt x="166" y="1"/>
                  </a:lnTo>
                  <a:lnTo>
                    <a:pt x="235" y="0"/>
                  </a:lnTo>
                  <a:lnTo>
                    <a:pt x="245" y="40"/>
                  </a:lnTo>
                  <a:cubicBezTo>
                    <a:pt x="259" y="44"/>
                    <a:pt x="273" y="49"/>
                    <a:pt x="287" y="57"/>
                  </a:cubicBezTo>
                  <a:lnTo>
                    <a:pt x="321" y="34"/>
                  </a:lnTo>
                  <a:lnTo>
                    <a:pt x="371" y="82"/>
                  </a:lnTo>
                  <a:lnTo>
                    <a:pt x="349" y="117"/>
                  </a:lnTo>
                  <a:cubicBezTo>
                    <a:pt x="357" y="130"/>
                    <a:pt x="363" y="144"/>
                    <a:pt x="367" y="158"/>
                  </a:cubicBezTo>
                  <a:lnTo>
                    <a:pt x="408" y="167"/>
                  </a:lnTo>
                  <a:lnTo>
                    <a:pt x="409" y="236"/>
                  </a:lnTo>
                  <a:lnTo>
                    <a:pt x="369" y="245"/>
                  </a:lnTo>
                  <a:cubicBezTo>
                    <a:pt x="365" y="260"/>
                    <a:pt x="360" y="274"/>
                    <a:pt x="352" y="287"/>
                  </a:cubicBezTo>
                  <a:lnTo>
                    <a:pt x="375" y="322"/>
                  </a:lnTo>
                  <a:lnTo>
                    <a:pt x="327" y="371"/>
                  </a:lnTo>
                  <a:lnTo>
                    <a:pt x="292" y="350"/>
                  </a:lnTo>
                  <a:cubicBezTo>
                    <a:pt x="279" y="358"/>
                    <a:pt x="265" y="364"/>
                    <a:pt x="251" y="368"/>
                  </a:cubicBezTo>
                  <a:lnTo>
                    <a:pt x="242" y="408"/>
                  </a:lnTo>
                  <a:lnTo>
                    <a:pt x="173" y="409"/>
                  </a:lnTo>
                  <a:lnTo>
                    <a:pt x="164" y="369"/>
                  </a:lnTo>
                  <a:cubicBezTo>
                    <a:pt x="149" y="366"/>
                    <a:pt x="135" y="360"/>
                    <a:pt x="122" y="353"/>
                  </a:cubicBezTo>
                  <a:lnTo>
                    <a:pt x="87" y="375"/>
                  </a:lnTo>
                  <a:lnTo>
                    <a:pt x="38" y="328"/>
                  </a:lnTo>
                  <a:lnTo>
                    <a:pt x="59" y="292"/>
                  </a:lnTo>
                  <a:cubicBezTo>
                    <a:pt x="51" y="279"/>
                    <a:pt x="45" y="265"/>
                    <a:pt x="41" y="251"/>
                  </a:cubicBezTo>
                  <a:lnTo>
                    <a:pt x="1" y="243"/>
                  </a:lnTo>
                  <a:lnTo>
                    <a:pt x="0" y="174"/>
                  </a:lnTo>
                  <a:lnTo>
                    <a:pt x="40" y="164"/>
                  </a:lnTo>
                  <a:cubicBezTo>
                    <a:pt x="43" y="149"/>
                    <a:pt x="49" y="136"/>
                    <a:pt x="56" y="122"/>
                  </a:cubicBezTo>
                  <a:lnTo>
                    <a:pt x="34" y="88"/>
                  </a:lnTo>
                  <a:lnTo>
                    <a:pt x="81" y="38"/>
                  </a:lnTo>
                  <a:lnTo>
                    <a:pt x="117" y="60"/>
                  </a:lnTo>
                  <a:moveTo>
                    <a:pt x="153" y="151"/>
                  </a:moveTo>
                  <a:cubicBezTo>
                    <a:pt x="125" y="181"/>
                    <a:pt x="126" y="228"/>
                    <a:pt x="155" y="256"/>
                  </a:cubicBezTo>
                  <a:cubicBezTo>
                    <a:pt x="185" y="285"/>
                    <a:pt x="231" y="283"/>
                    <a:pt x="260" y="254"/>
                  </a:cubicBezTo>
                  <a:cubicBezTo>
                    <a:pt x="288" y="224"/>
                    <a:pt x="288" y="178"/>
                    <a:pt x="258" y="149"/>
                  </a:cubicBezTo>
                  <a:cubicBezTo>
                    <a:pt x="229" y="121"/>
                    <a:pt x="182" y="122"/>
                    <a:pt x="153" y="15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746" name="Google Shape;746;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747" name="Shape 747"/>
        <p:cNvGrpSpPr/>
        <p:nvPr/>
      </p:nvGrpSpPr>
      <p:grpSpPr>
        <a:xfrm>
          <a:off x="0" y="0"/>
          <a:ext cx="0" cy="0"/>
          <a:chOff x="0" y="0"/>
          <a:chExt cx="0" cy="0"/>
        </a:xfrm>
      </p:grpSpPr>
      <p:grpSp>
        <p:nvGrpSpPr>
          <p:cNvPr id="748" name="Google Shape;748;p21"/>
          <p:cNvGrpSpPr/>
          <p:nvPr/>
        </p:nvGrpSpPr>
        <p:grpSpPr>
          <a:xfrm>
            <a:off x="8685438" y="257187"/>
            <a:ext cx="1864286" cy="2073133"/>
            <a:chOff x="8685438" y="257187"/>
            <a:chExt cx="1864286" cy="2073133"/>
          </a:xfrm>
        </p:grpSpPr>
        <p:grpSp>
          <p:nvGrpSpPr>
            <p:cNvPr id="749" name="Google Shape;749;p21"/>
            <p:cNvGrpSpPr/>
            <p:nvPr/>
          </p:nvGrpSpPr>
          <p:grpSpPr>
            <a:xfrm>
              <a:off x="8795082" y="1612434"/>
              <a:ext cx="1754642" cy="717886"/>
              <a:chOff x="-1340531" y="3895472"/>
              <a:chExt cx="1754642" cy="717886"/>
            </a:xfrm>
          </p:grpSpPr>
          <p:sp>
            <p:nvSpPr>
              <p:cNvPr id="750" name="Google Shape;750;p21"/>
              <p:cNvSpPr/>
              <p:nvPr/>
            </p:nvSpPr>
            <p:spPr>
              <a:xfrm>
                <a:off x="-1340525" y="3895472"/>
                <a:ext cx="1754637" cy="717886"/>
              </a:xfrm>
              <a:custGeom>
                <a:rect b="b" l="l" r="r" t="t"/>
                <a:pathLst>
                  <a:path extrusionOk="0" h="394" w="963">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1" name="Google Shape;751;p21"/>
              <p:cNvSpPr/>
              <p:nvPr/>
            </p:nvSpPr>
            <p:spPr>
              <a:xfrm>
                <a:off x="-1340531" y="3989303"/>
                <a:ext cx="1749170" cy="5466"/>
              </a:xfrm>
              <a:custGeom>
                <a:rect b="b" l="l" r="r" t="t"/>
                <a:pathLst>
                  <a:path extrusionOk="0" h="3" w="96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2" name="Google Shape;752;p21"/>
              <p:cNvSpPr/>
              <p:nvPr/>
            </p:nvSpPr>
            <p:spPr>
              <a:xfrm>
                <a:off x="-1291336" y="3936463"/>
                <a:ext cx="23687" cy="25509"/>
              </a:xfrm>
              <a:custGeom>
                <a:rect b="b" l="l" r="r" t="t"/>
                <a:pathLst>
                  <a:path extrusionOk="0" h="14" w="13">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3" name="Google Shape;753;p21"/>
              <p:cNvSpPr/>
              <p:nvPr/>
            </p:nvSpPr>
            <p:spPr>
              <a:xfrm>
                <a:off x="-1249428" y="3936463"/>
                <a:ext cx="25509" cy="25509"/>
              </a:xfrm>
              <a:custGeom>
                <a:rect b="b" l="l" r="r" t="t"/>
                <a:pathLst>
                  <a:path extrusionOk="0" h="14" w="14">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4" name="Google Shape;754;p21"/>
              <p:cNvSpPr/>
              <p:nvPr/>
            </p:nvSpPr>
            <p:spPr>
              <a:xfrm>
                <a:off x="-1205699" y="3936463"/>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5" name="Google Shape;755;p21"/>
              <p:cNvSpPr/>
              <p:nvPr/>
            </p:nvSpPr>
            <p:spPr>
              <a:xfrm>
                <a:off x="-1214111" y="4086569"/>
                <a:ext cx="422716" cy="422714"/>
              </a:xfrm>
              <a:custGeom>
                <a:rect b="b" l="l" r="r" t="t"/>
                <a:pathLst>
                  <a:path extrusionOk="0" h="232" w="232">
                    <a:moveTo>
                      <a:pt x="0" y="0"/>
                    </a:moveTo>
                    <a:lnTo>
                      <a:pt x="232" y="0"/>
                    </a:lnTo>
                    <a:lnTo>
                      <a:pt x="232" y="232"/>
                    </a:lnTo>
                    <a:lnTo>
                      <a:pt x="0" y="232"/>
                    </a:lnTo>
                    <a:lnTo>
                      <a:pt x="0" y="0"/>
                    </a:lnTo>
                    <a:close/>
                  </a:path>
                </a:pathLst>
              </a:custGeom>
              <a:solidFill>
                <a:schemeClr val="accent2"/>
              </a:solidFill>
              <a:ln>
                <a:noFill/>
              </a:ln>
            </p:spPr>
            <p:txBody>
              <a:bodyPr anchorCtr="1" anchor="ctr" bIns="38500" lIns="90000" spcFirstLastPara="1" rIns="90000" wrap="square" tIns="385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6" name="Google Shape;756;p21"/>
              <p:cNvSpPr/>
              <p:nvPr/>
            </p:nvSpPr>
            <p:spPr>
              <a:xfrm>
                <a:off x="-681493" y="4344218"/>
                <a:ext cx="972976" cy="5466"/>
              </a:xfrm>
              <a:custGeom>
                <a:rect b="b" l="l" r="r" t="t"/>
                <a:pathLst>
                  <a:path extrusionOk="0" h="3" w="534">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7" name="Google Shape;757;p21"/>
              <p:cNvSpPr/>
              <p:nvPr/>
            </p:nvSpPr>
            <p:spPr>
              <a:xfrm>
                <a:off x="-681493" y="4429855"/>
                <a:ext cx="972976" cy="5466"/>
              </a:xfrm>
              <a:custGeom>
                <a:rect b="b" l="l" r="r" t="t"/>
                <a:pathLst>
                  <a:path extrusionOk="0" h="3" w="534">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8" name="Google Shape;758;p21"/>
              <p:cNvSpPr/>
              <p:nvPr/>
            </p:nvSpPr>
            <p:spPr>
              <a:xfrm>
                <a:off x="-335303" y="4517313"/>
                <a:ext cx="626786" cy="3644"/>
              </a:xfrm>
              <a:custGeom>
                <a:rect b="b" l="l" r="r" t="t"/>
                <a:pathLst>
                  <a:path extrusionOk="0" h="2" w="344">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9" name="Google Shape;759;p21"/>
              <p:cNvSpPr/>
              <p:nvPr/>
            </p:nvSpPr>
            <p:spPr>
              <a:xfrm>
                <a:off x="-428227" y="41172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0" name="Google Shape;760;p21"/>
              <p:cNvSpPr/>
              <p:nvPr/>
            </p:nvSpPr>
            <p:spPr>
              <a:xfrm>
                <a:off x="-428227" y="41955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1" name="Google Shape;761;p21"/>
              <p:cNvSpPr/>
              <p:nvPr/>
            </p:nvSpPr>
            <p:spPr>
              <a:xfrm>
                <a:off x="-133055" y="42720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762" name="Google Shape;762;p21"/>
            <p:cNvGrpSpPr/>
            <p:nvPr/>
          </p:nvGrpSpPr>
          <p:grpSpPr>
            <a:xfrm>
              <a:off x="8685438" y="257187"/>
              <a:ext cx="1550567" cy="1051320"/>
              <a:chOff x="-872012" y="2723887"/>
              <a:chExt cx="1550567" cy="1051320"/>
            </a:xfrm>
          </p:grpSpPr>
          <p:sp>
            <p:nvSpPr>
              <p:cNvPr id="763" name="Google Shape;763;p21"/>
              <p:cNvSpPr/>
              <p:nvPr/>
            </p:nvSpPr>
            <p:spPr>
              <a:xfrm>
                <a:off x="-872012" y="2723887"/>
                <a:ext cx="1550567" cy="1051320"/>
              </a:xfrm>
              <a:custGeom>
                <a:rect b="b" l="l" r="r" t="t"/>
                <a:pathLst>
                  <a:path extrusionOk="0" h="577" w="851">
                    <a:moveTo>
                      <a:pt x="850" y="576"/>
                    </a:moveTo>
                    <a:cubicBezTo>
                      <a:pt x="850" y="576"/>
                      <a:pt x="850" y="572"/>
                      <a:pt x="850" y="565"/>
                    </a:cubicBezTo>
                    <a:cubicBezTo>
                      <a:pt x="850" y="558"/>
                      <a:pt x="850" y="548"/>
                      <a:pt x="850" y="535"/>
                    </a:cubicBezTo>
                    <a:cubicBezTo>
                      <a:pt x="850" y="508"/>
                      <a:pt x="850" y="469"/>
                      <a:pt x="850" y="420"/>
                    </a:cubicBezTo>
                    <a:cubicBezTo>
                      <a:pt x="849" y="320"/>
                      <a:pt x="849" y="177"/>
                      <a:pt x="849" y="2"/>
                    </a:cubicBezTo>
                    <a:lnTo>
                      <a:pt x="850" y="3"/>
                    </a:lnTo>
                    <a:cubicBezTo>
                      <a:pt x="616" y="3"/>
                      <a:pt x="321" y="3"/>
                      <a:pt x="1" y="3"/>
                    </a:cubicBezTo>
                    <a:lnTo>
                      <a:pt x="1" y="3"/>
                    </a:lnTo>
                    <a:lnTo>
                      <a:pt x="3" y="2"/>
                    </a:lnTo>
                    <a:cubicBezTo>
                      <a:pt x="3" y="206"/>
                      <a:pt x="3" y="401"/>
                      <a:pt x="3" y="576"/>
                    </a:cubicBezTo>
                    <a:lnTo>
                      <a:pt x="1" y="574"/>
                    </a:lnTo>
                    <a:cubicBezTo>
                      <a:pt x="251" y="574"/>
                      <a:pt x="463" y="575"/>
                      <a:pt x="613" y="575"/>
                    </a:cubicBezTo>
                    <a:cubicBezTo>
                      <a:pt x="688" y="575"/>
                      <a:pt x="747" y="575"/>
                      <a:pt x="788" y="575"/>
                    </a:cubicBezTo>
                    <a:cubicBezTo>
                      <a:pt x="808" y="575"/>
                      <a:pt x="823" y="575"/>
                      <a:pt x="834" y="576"/>
                    </a:cubicBezTo>
                    <a:cubicBezTo>
                      <a:pt x="839" y="576"/>
                      <a:pt x="843" y="576"/>
                      <a:pt x="846" y="576"/>
                    </a:cubicBezTo>
                    <a:cubicBezTo>
                      <a:pt x="849" y="576"/>
                      <a:pt x="850" y="576"/>
                      <a:pt x="850" y="576"/>
                    </a:cubicBezTo>
                    <a:cubicBezTo>
                      <a:pt x="850" y="576"/>
                      <a:pt x="849" y="576"/>
                      <a:pt x="846" y="576"/>
                    </a:cubicBezTo>
                    <a:cubicBezTo>
                      <a:pt x="844" y="576"/>
                      <a:pt x="840" y="576"/>
                      <a:pt x="834" y="576"/>
                    </a:cubicBezTo>
                    <a:cubicBezTo>
                      <a:pt x="824" y="576"/>
                      <a:pt x="808" y="576"/>
                      <a:pt x="788" y="576"/>
                    </a:cubicBezTo>
                    <a:cubicBezTo>
                      <a:pt x="748" y="576"/>
                      <a:pt x="689" y="576"/>
                      <a:pt x="614" y="576"/>
                    </a:cubicBezTo>
                    <a:cubicBezTo>
                      <a:pt x="464" y="577"/>
                      <a:pt x="251" y="577"/>
                      <a:pt x="1" y="577"/>
                    </a:cubicBezTo>
                    <a:lnTo>
                      <a:pt x="0" y="577"/>
                    </a:lnTo>
                    <a:lnTo>
                      <a:pt x="0" y="576"/>
                    </a:lnTo>
                    <a:cubicBezTo>
                      <a:pt x="0" y="401"/>
                      <a:pt x="0" y="206"/>
                      <a:pt x="0" y="2"/>
                    </a:cubicBezTo>
                    <a:lnTo>
                      <a:pt x="0" y="0"/>
                    </a:lnTo>
                    <a:lnTo>
                      <a:pt x="1" y="0"/>
                    </a:lnTo>
                    <a:cubicBezTo>
                      <a:pt x="321" y="0"/>
                      <a:pt x="616" y="1"/>
                      <a:pt x="850" y="1"/>
                    </a:cubicBezTo>
                    <a:lnTo>
                      <a:pt x="851" y="1"/>
                    </a:lnTo>
                    <a:lnTo>
                      <a:pt x="851" y="2"/>
                    </a:lnTo>
                    <a:cubicBezTo>
                      <a:pt x="851" y="177"/>
                      <a:pt x="851" y="320"/>
                      <a:pt x="851" y="420"/>
                    </a:cubicBezTo>
                    <a:cubicBezTo>
                      <a:pt x="851" y="470"/>
                      <a:pt x="851" y="509"/>
                      <a:pt x="850" y="535"/>
                    </a:cubicBezTo>
                    <a:cubicBezTo>
                      <a:pt x="850" y="549"/>
                      <a:pt x="850" y="559"/>
                      <a:pt x="850" y="565"/>
                    </a:cubicBezTo>
                    <a:cubicBezTo>
                      <a:pt x="850" y="572"/>
                      <a:pt x="850" y="576"/>
                      <a:pt x="850" y="576"/>
                    </a:cubicBez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4" name="Google Shape;764;p21"/>
              <p:cNvSpPr/>
              <p:nvPr/>
            </p:nvSpPr>
            <p:spPr>
              <a:xfrm>
                <a:off x="-870190" y="2818634"/>
                <a:ext cx="1545101" cy="5466"/>
              </a:xfrm>
              <a:custGeom>
                <a:rect b="b" l="l" r="r" t="t"/>
                <a:pathLst>
                  <a:path extrusionOk="0" h="3" w="848">
                    <a:moveTo>
                      <a:pt x="0" y="1"/>
                    </a:moveTo>
                    <a:cubicBezTo>
                      <a:pt x="0" y="0"/>
                      <a:pt x="190" y="0"/>
                      <a:pt x="424" y="0"/>
                    </a:cubicBezTo>
                    <a:cubicBezTo>
                      <a:pt x="658" y="0"/>
                      <a:pt x="848" y="0"/>
                      <a:pt x="848" y="1"/>
                    </a:cubicBezTo>
                    <a:cubicBezTo>
                      <a:pt x="848" y="2"/>
                      <a:pt x="658" y="3"/>
                      <a:pt x="424" y="3"/>
                    </a:cubicBezTo>
                    <a:cubicBezTo>
                      <a:pt x="189" y="3"/>
                      <a:pt x="0" y="2"/>
                      <a:pt x="0" y="1"/>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5" name="Google Shape;765;p21"/>
              <p:cNvSpPr/>
              <p:nvPr/>
            </p:nvSpPr>
            <p:spPr>
              <a:xfrm>
                <a:off x="-833749" y="2760328"/>
                <a:ext cx="25509" cy="25509"/>
              </a:xfrm>
              <a:custGeom>
                <a:rect b="b" l="l" r="r" t="t"/>
                <a:pathLst>
                  <a:path extrusionOk="0" h="14" w="14">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6" name="Google Shape;766;p21"/>
              <p:cNvSpPr/>
              <p:nvPr/>
            </p:nvSpPr>
            <p:spPr>
              <a:xfrm>
                <a:off x="-791842" y="2760328"/>
                <a:ext cx="25509" cy="25509"/>
              </a:xfrm>
              <a:custGeom>
                <a:rect b="b" l="l" r="r" t="t"/>
                <a:pathLst>
                  <a:path extrusionOk="0" h="14" w="14">
                    <a:moveTo>
                      <a:pt x="14" y="7"/>
                    </a:moveTo>
                    <a:cubicBezTo>
                      <a:pt x="14" y="8"/>
                      <a:pt x="14" y="10"/>
                      <a:pt x="13" y="11"/>
                    </a:cubicBezTo>
                    <a:cubicBezTo>
                      <a:pt x="12" y="12"/>
                      <a:pt x="12" y="12"/>
                      <a:pt x="11"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1" y="1"/>
                    </a:cubicBezTo>
                    <a:cubicBezTo>
                      <a:pt x="13" y="1"/>
                      <a:pt x="12"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7" name="Google Shape;767;p21"/>
              <p:cNvSpPr/>
              <p:nvPr/>
            </p:nvSpPr>
            <p:spPr>
              <a:xfrm>
                <a:off x="-749935" y="2760328"/>
                <a:ext cx="25509" cy="25509"/>
              </a:xfrm>
              <a:custGeom>
                <a:rect b="b" l="l" r="r" t="t"/>
                <a:pathLst>
                  <a:path extrusionOk="0" h="14" w="14">
                    <a:moveTo>
                      <a:pt x="14" y="7"/>
                    </a:moveTo>
                    <a:cubicBezTo>
                      <a:pt x="14" y="8"/>
                      <a:pt x="14" y="10"/>
                      <a:pt x="13" y="11"/>
                    </a:cubicBezTo>
                    <a:cubicBezTo>
                      <a:pt x="12" y="12"/>
                      <a:pt x="11" y="12"/>
                      <a:pt x="10"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0" y="1"/>
                    </a:cubicBezTo>
                    <a:cubicBezTo>
                      <a:pt x="11" y="1"/>
                      <a:pt x="12" y="3"/>
                      <a:pt x="13" y="4"/>
                    </a:cubicBezTo>
                    <a:cubicBezTo>
                      <a:pt x="14" y="5"/>
                      <a:pt x="14" y="6"/>
                      <a:pt x="14" y="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8" name="Google Shape;768;p21"/>
              <p:cNvSpPr/>
              <p:nvPr/>
            </p:nvSpPr>
            <p:spPr>
              <a:xfrm>
                <a:off x="-737180" y="2929779"/>
                <a:ext cx="413606" cy="415426"/>
              </a:xfrm>
              <a:custGeom>
                <a:rect b="b" l="l" r="r" t="t"/>
                <a:pathLst>
                  <a:path extrusionOk="0" h="228" w="227">
                    <a:moveTo>
                      <a:pt x="0" y="0"/>
                    </a:moveTo>
                    <a:lnTo>
                      <a:pt x="227" y="0"/>
                    </a:lnTo>
                    <a:lnTo>
                      <a:pt x="227" y="228"/>
                    </a:lnTo>
                    <a:lnTo>
                      <a:pt x="0" y="228"/>
                    </a:lnTo>
                    <a:lnTo>
                      <a:pt x="0" y="0"/>
                    </a:lnTo>
                    <a:close/>
                  </a:path>
                </a:pathLst>
              </a:custGeom>
              <a:solidFill>
                <a:schemeClr val="accent2"/>
              </a:solidFill>
              <a:ln>
                <a:noFill/>
              </a:ln>
            </p:spPr>
            <p:txBody>
              <a:bodyPr anchorCtr="1" anchor="ctr" bIns="37075" lIns="90000" spcFirstLastPara="1" rIns="90000" wrap="square" tIns="370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9" name="Google Shape;769;p21"/>
              <p:cNvSpPr/>
              <p:nvPr/>
            </p:nvSpPr>
            <p:spPr>
              <a:xfrm>
                <a:off x="-749922"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0" name="Google Shape;770;p21"/>
              <p:cNvSpPr/>
              <p:nvPr/>
            </p:nvSpPr>
            <p:spPr>
              <a:xfrm>
                <a:off x="-398266"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1" name="Google Shape;771;p21"/>
              <p:cNvSpPr/>
              <p:nvPr/>
            </p:nvSpPr>
            <p:spPr>
              <a:xfrm>
                <a:off x="-46610"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2" name="Google Shape;772;p21"/>
              <p:cNvSpPr/>
              <p:nvPr/>
            </p:nvSpPr>
            <p:spPr>
              <a:xfrm>
                <a:off x="305046" y="3481553"/>
                <a:ext cx="194960" cy="196781"/>
              </a:xfrm>
              <a:custGeom>
                <a:rect b="b" l="l" r="r" t="t"/>
                <a:pathLst>
                  <a:path extrusionOk="0" h="108" w="107">
                    <a:moveTo>
                      <a:pt x="0" y="0"/>
                    </a:moveTo>
                    <a:lnTo>
                      <a:pt x="107" y="0"/>
                    </a:lnTo>
                    <a:lnTo>
                      <a:pt x="107" y="108"/>
                    </a:lnTo>
                    <a:lnTo>
                      <a:pt x="0" y="108"/>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3" name="Google Shape;773;p21"/>
              <p:cNvSpPr/>
              <p:nvPr/>
            </p:nvSpPr>
            <p:spPr>
              <a:xfrm>
                <a:off x="-215912" y="3184118"/>
                <a:ext cx="719711" cy="7288"/>
              </a:xfrm>
              <a:custGeom>
                <a:rect b="b" l="l" r="r" t="t"/>
                <a:pathLst>
                  <a:path extrusionOk="0" h="4" w="395">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4" name="Google Shape;774;p21"/>
              <p:cNvSpPr/>
              <p:nvPr/>
            </p:nvSpPr>
            <p:spPr>
              <a:xfrm>
                <a:off x="-215912" y="3262467"/>
                <a:ext cx="719711" cy="5466"/>
              </a:xfrm>
              <a:custGeom>
                <a:rect b="b" l="l" r="r" t="t"/>
                <a:pathLst>
                  <a:path extrusionOk="0" h="3" w="395">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5" name="Google Shape;775;p21"/>
              <p:cNvSpPr/>
              <p:nvPr/>
            </p:nvSpPr>
            <p:spPr>
              <a:xfrm>
                <a:off x="-215912" y="3338993"/>
                <a:ext cx="424538" cy="5466"/>
              </a:xfrm>
              <a:custGeom>
                <a:rect b="b" l="l" r="r" t="t"/>
                <a:pathLst>
                  <a:path extrusionOk="0" h="3" w="233">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776" name="Google Shape;776;p21"/>
          <p:cNvGrpSpPr/>
          <p:nvPr/>
        </p:nvGrpSpPr>
        <p:grpSpPr>
          <a:xfrm>
            <a:off x="-110481" y="-179977"/>
            <a:ext cx="8691573" cy="5474520"/>
            <a:chOff x="-110481" y="-179977"/>
            <a:chExt cx="8691573" cy="5474520"/>
          </a:xfrm>
        </p:grpSpPr>
        <p:grpSp>
          <p:nvGrpSpPr>
            <p:cNvPr id="777" name="Google Shape;777;p21"/>
            <p:cNvGrpSpPr/>
            <p:nvPr/>
          </p:nvGrpSpPr>
          <p:grpSpPr>
            <a:xfrm rot="5400000">
              <a:off x="8057254" y="43225"/>
              <a:ext cx="747041" cy="300637"/>
              <a:chOff x="7676966" y="144400"/>
              <a:chExt cx="747041" cy="300637"/>
            </a:xfrm>
          </p:grpSpPr>
          <p:sp>
            <p:nvSpPr>
              <p:cNvPr id="778" name="Google Shape;778;p21"/>
              <p:cNvSpPr/>
              <p:nvPr/>
            </p:nvSpPr>
            <p:spPr>
              <a:xfrm>
                <a:off x="8360235" y="144400"/>
                <a:ext cx="63772" cy="63772"/>
              </a:xfrm>
              <a:custGeom>
                <a:rect b="b" l="l" r="r" t="t"/>
                <a:pathLst>
                  <a:path extrusionOk="0" h="35" w="35">
                    <a:moveTo>
                      <a:pt x="17" y="0"/>
                    </a:moveTo>
                    <a:cubicBezTo>
                      <a:pt x="27" y="0"/>
                      <a:pt x="35" y="7"/>
                      <a:pt x="35" y="17"/>
                    </a:cubicBezTo>
                    <a:cubicBezTo>
                      <a:pt x="35" y="26"/>
                      <a:pt x="26" y="35"/>
                      <a:pt x="17" y="35"/>
                    </a:cubicBezTo>
                    <a:cubicBezTo>
                      <a:pt x="7" y="35"/>
                      <a:pt x="0" y="26"/>
                      <a:pt x="0" y="17"/>
                    </a:cubicBezTo>
                    <a:cubicBezTo>
                      <a:pt x="0" y="7"/>
                      <a:pt x="8" y="0"/>
                      <a:pt x="17" y="0"/>
                    </a:cubicBez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779" name="Google Shape;779;p21"/>
              <p:cNvSpPr/>
              <p:nvPr/>
            </p:nvSpPr>
            <p:spPr>
              <a:xfrm>
                <a:off x="7676966" y="173553"/>
                <a:ext cx="723355" cy="271485"/>
              </a:xfrm>
              <a:custGeom>
                <a:rect b="b" l="l" r="r" t="t"/>
                <a:pathLst>
                  <a:path extrusionOk="0" h="149" w="397">
                    <a:moveTo>
                      <a:pt x="397" y="0"/>
                    </a:moveTo>
                    <a:lnTo>
                      <a:pt x="397" y="97"/>
                    </a:lnTo>
                    <a:cubicBezTo>
                      <a:pt x="397" y="125"/>
                      <a:pt x="374" y="149"/>
                      <a:pt x="345" y="149"/>
                    </a:cubicBezTo>
                    <a:lnTo>
                      <a:pt x="51" y="149"/>
                    </a:lnTo>
                    <a:cubicBezTo>
                      <a:pt x="23" y="149"/>
                      <a:pt x="0" y="125"/>
                      <a:pt x="0" y="97"/>
                    </a:cubicBezTo>
                    <a:lnTo>
                      <a:pt x="0" y="12"/>
                    </a:lnTo>
                    <a:lnTo>
                      <a:pt x="6" y="12"/>
                    </a:lnTo>
                    <a:lnTo>
                      <a:pt x="6" y="97"/>
                    </a:lnTo>
                    <a:cubicBezTo>
                      <a:pt x="6" y="122"/>
                      <a:pt x="27" y="142"/>
                      <a:pt x="51" y="142"/>
                    </a:cubicBezTo>
                    <a:lnTo>
                      <a:pt x="345" y="142"/>
                    </a:lnTo>
                    <a:cubicBezTo>
                      <a:pt x="370" y="142"/>
                      <a:pt x="390" y="122"/>
                      <a:pt x="390" y="97"/>
                    </a:cubicBezTo>
                    <a:lnTo>
                      <a:pt x="390" y="0"/>
                    </a:lnTo>
                    <a:lnTo>
                      <a:pt x="397" y="0"/>
                    </a:lnTo>
                    <a:close/>
                  </a:path>
                </a:pathLst>
              </a:custGeom>
              <a:solidFill>
                <a:schemeClr val="lt2"/>
              </a:solidFill>
              <a:ln>
                <a:noFill/>
              </a:ln>
            </p:spPr>
            <p:txBody>
              <a:bodyPr anchorCtr="1" anchor="ctr" bIns="8625" lIns="90000" spcFirstLastPara="1" rIns="90000" wrap="square" tIns="86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780" name="Google Shape;780;p21"/>
            <p:cNvGrpSpPr/>
            <p:nvPr/>
          </p:nvGrpSpPr>
          <p:grpSpPr>
            <a:xfrm>
              <a:off x="-110481" y="4410851"/>
              <a:ext cx="728821" cy="883693"/>
              <a:chOff x="-110481" y="4410851"/>
              <a:chExt cx="728821" cy="883693"/>
            </a:xfrm>
          </p:grpSpPr>
          <p:grpSp>
            <p:nvGrpSpPr>
              <p:cNvPr id="781" name="Google Shape;781;p21"/>
              <p:cNvGrpSpPr/>
              <p:nvPr/>
            </p:nvGrpSpPr>
            <p:grpSpPr>
              <a:xfrm flipH="1">
                <a:off x="-110481" y="4959287"/>
                <a:ext cx="521107" cy="335256"/>
                <a:chOff x="488808" y="2271112"/>
                <a:chExt cx="521107" cy="335256"/>
              </a:xfrm>
            </p:grpSpPr>
            <p:sp>
              <p:nvSpPr>
                <p:cNvPr id="782" name="Google Shape;782;p21"/>
                <p:cNvSpPr/>
                <p:nvPr/>
              </p:nvSpPr>
              <p:spPr>
                <a:xfrm>
                  <a:off x="488808" y="2271112"/>
                  <a:ext cx="61950" cy="67416"/>
                </a:xfrm>
                <a:custGeom>
                  <a:rect b="b" l="l" r="r" t="t"/>
                  <a:pathLst>
                    <a:path extrusionOk="0" h="37" w="34">
                      <a:moveTo>
                        <a:pt x="0" y="19"/>
                      </a:moveTo>
                      <a:cubicBezTo>
                        <a:pt x="0" y="9"/>
                        <a:pt x="7" y="0"/>
                        <a:pt x="17" y="0"/>
                      </a:cubicBezTo>
                      <a:cubicBezTo>
                        <a:pt x="26" y="0"/>
                        <a:pt x="34" y="9"/>
                        <a:pt x="34" y="19"/>
                      </a:cubicBezTo>
                      <a:cubicBezTo>
                        <a:pt x="34" y="29"/>
                        <a:pt x="26" y="37"/>
                        <a:pt x="17" y="37"/>
                      </a:cubicBezTo>
                      <a:cubicBezTo>
                        <a:pt x="7" y="37"/>
                        <a:pt x="0" y="29"/>
                        <a:pt x="0" y="19"/>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783" name="Google Shape;783;p21"/>
                <p:cNvSpPr/>
                <p:nvPr/>
              </p:nvSpPr>
              <p:spPr>
                <a:xfrm>
                  <a:off x="519783" y="2298443"/>
                  <a:ext cx="490132" cy="307926"/>
                </a:xfrm>
                <a:custGeom>
                  <a:rect b="b" l="l" r="r" t="t"/>
                  <a:pathLst>
                    <a:path extrusionOk="0" h="169" w="269">
                      <a:moveTo>
                        <a:pt x="0" y="0"/>
                      </a:moveTo>
                      <a:lnTo>
                        <a:pt x="58" y="0"/>
                      </a:lnTo>
                      <a:cubicBezTo>
                        <a:pt x="111" y="0"/>
                        <a:pt x="154" y="46"/>
                        <a:pt x="154" y="102"/>
                      </a:cubicBezTo>
                      <a:cubicBezTo>
                        <a:pt x="154" y="139"/>
                        <a:pt x="156" y="162"/>
                        <a:pt x="187" y="162"/>
                      </a:cubicBezTo>
                      <a:lnTo>
                        <a:pt x="269" y="162"/>
                      </a:lnTo>
                      <a:lnTo>
                        <a:pt x="269" y="169"/>
                      </a:lnTo>
                      <a:lnTo>
                        <a:pt x="187" y="169"/>
                      </a:lnTo>
                      <a:cubicBezTo>
                        <a:pt x="148" y="169"/>
                        <a:pt x="148" y="134"/>
                        <a:pt x="148" y="102"/>
                      </a:cubicBezTo>
                      <a:cubicBezTo>
                        <a:pt x="148" y="50"/>
                        <a:pt x="108" y="7"/>
                        <a:pt x="58" y="7"/>
                      </a:cubicBezTo>
                      <a:lnTo>
                        <a:pt x="0" y="7"/>
                      </a:lnTo>
                      <a:lnTo>
                        <a:pt x="0" y="0"/>
                      </a:lnTo>
                      <a:close/>
                    </a:path>
                  </a:pathLst>
                </a:custGeom>
                <a:solidFill>
                  <a:schemeClr val="dk1"/>
                </a:solidFill>
                <a:ln>
                  <a:noFill/>
                </a:ln>
              </p:spPr>
              <p:txBody>
                <a:bodyPr anchorCtr="1" anchor="ctr" bIns="15825" lIns="90000" spcFirstLastPara="1" rIns="90000" wrap="square" tIns="158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
            <p:nvSpPr>
              <p:cNvPr id="784" name="Google Shape;784;p21"/>
              <p:cNvSpPr/>
              <p:nvPr/>
            </p:nvSpPr>
            <p:spPr>
              <a:xfrm flipH="1">
                <a:off x="170115" y="4410851"/>
                <a:ext cx="448225" cy="448223"/>
              </a:xfrm>
              <a:custGeom>
                <a:rect b="b" l="l" r="r" t="t"/>
                <a:pathLst>
                  <a:path extrusionOk="0" h="246" w="246">
                    <a:moveTo>
                      <a:pt x="123" y="246"/>
                    </a:moveTo>
                    <a:lnTo>
                      <a:pt x="169" y="246"/>
                    </a:lnTo>
                    <a:cubicBezTo>
                      <a:pt x="211" y="246"/>
                      <a:pt x="246" y="212"/>
                      <a:pt x="246" y="170"/>
                    </a:cubicBezTo>
                    <a:lnTo>
                      <a:pt x="246" y="76"/>
                    </a:lnTo>
                    <a:cubicBezTo>
                      <a:pt x="246" y="34"/>
                      <a:pt x="211" y="0"/>
                      <a:pt x="169" y="0"/>
                    </a:cubicBezTo>
                    <a:lnTo>
                      <a:pt x="76" y="0"/>
                    </a:lnTo>
                    <a:cubicBezTo>
                      <a:pt x="34" y="0"/>
                      <a:pt x="0" y="34"/>
                      <a:pt x="0" y="76"/>
                    </a:cubicBezTo>
                    <a:lnTo>
                      <a:pt x="0" y="170"/>
                    </a:lnTo>
                    <a:cubicBezTo>
                      <a:pt x="0" y="212"/>
                      <a:pt x="34" y="246"/>
                      <a:pt x="76" y="246"/>
                    </a:cubicBezTo>
                    <a:lnTo>
                      <a:pt x="123" y="246"/>
                    </a:lnTo>
                    <a:close/>
                  </a:path>
                </a:pathLst>
              </a:custGeom>
              <a:solidFill>
                <a:schemeClr val="accent2"/>
              </a:solidFill>
              <a:ln>
                <a:noFill/>
              </a:ln>
            </p:spPr>
            <p:txBody>
              <a:bodyPr anchorCtr="1" anchor="ctr" bIns="43550" lIns="90000" spcFirstLastPara="1" rIns="90000" wrap="square" tIns="435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85" name="Google Shape;785;p21"/>
              <p:cNvSpPr/>
              <p:nvPr/>
            </p:nvSpPr>
            <p:spPr>
              <a:xfrm flipH="1">
                <a:off x="310413" y="4589412"/>
                <a:ext cx="158519" cy="18220"/>
              </a:xfrm>
              <a:custGeom>
                <a:rect b="b" l="l" r="r" t="t"/>
                <a:pathLst>
                  <a:path extrusionOk="0" h="10" w="87">
                    <a:moveTo>
                      <a:pt x="0" y="0"/>
                    </a:moveTo>
                    <a:lnTo>
                      <a:pt x="87" y="0"/>
                    </a:lnTo>
                    <a:lnTo>
                      <a:pt x="87" y="10"/>
                    </a:lnTo>
                    <a:lnTo>
                      <a:pt x="0" y="10"/>
                    </a:lnTo>
                    <a:lnTo>
                      <a:pt x="0" y="0"/>
                    </a:ln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86" name="Google Shape;786;p21"/>
              <p:cNvSpPr/>
              <p:nvPr/>
            </p:nvSpPr>
            <p:spPr>
              <a:xfrm flipH="1">
                <a:off x="310413" y="4629497"/>
                <a:ext cx="158519" cy="18220"/>
              </a:xfrm>
              <a:custGeom>
                <a:rect b="b" l="l" r="r" t="t"/>
                <a:pathLst>
                  <a:path extrusionOk="0" h="10" w="87">
                    <a:moveTo>
                      <a:pt x="0" y="0"/>
                    </a:moveTo>
                    <a:lnTo>
                      <a:pt x="87" y="0"/>
                    </a:lnTo>
                    <a:lnTo>
                      <a:pt x="87" y="10"/>
                    </a:lnTo>
                    <a:lnTo>
                      <a:pt x="0" y="10"/>
                    </a:lnTo>
                    <a:lnTo>
                      <a:pt x="0" y="0"/>
                    </a:ln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87" name="Google Shape;787;p21"/>
              <p:cNvSpPr/>
              <p:nvPr/>
            </p:nvSpPr>
            <p:spPr>
              <a:xfrm flipH="1">
                <a:off x="310413" y="4669582"/>
                <a:ext cx="158519" cy="18220"/>
              </a:xfrm>
              <a:custGeom>
                <a:rect b="b" l="l" r="r" t="t"/>
                <a:pathLst>
                  <a:path extrusionOk="0" h="10" w="87">
                    <a:moveTo>
                      <a:pt x="0" y="0"/>
                    </a:moveTo>
                    <a:lnTo>
                      <a:pt x="87" y="0"/>
                    </a:lnTo>
                    <a:lnTo>
                      <a:pt x="87" y="10"/>
                    </a:lnTo>
                    <a:lnTo>
                      <a:pt x="0" y="10"/>
                    </a:lnTo>
                    <a:lnTo>
                      <a:pt x="0" y="0"/>
                    </a:ln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788" name="Google Shape;788;p21"/>
          <p:cNvGrpSpPr/>
          <p:nvPr/>
        </p:nvGrpSpPr>
        <p:grpSpPr>
          <a:xfrm rot="4500040">
            <a:off x="-41687" y="313978"/>
            <a:ext cx="862723" cy="686639"/>
            <a:chOff x="163587" y="135917"/>
            <a:chExt cx="862749" cy="686659"/>
          </a:xfrm>
        </p:grpSpPr>
        <p:sp>
          <p:nvSpPr>
            <p:cNvPr id="789" name="Google Shape;789;p21"/>
            <p:cNvSpPr/>
            <p:nvPr/>
          </p:nvSpPr>
          <p:spPr>
            <a:xfrm>
              <a:off x="490652" y="288717"/>
              <a:ext cx="535683" cy="533859"/>
            </a:xfrm>
            <a:custGeom>
              <a:rect b="b" l="l" r="r" t="t"/>
              <a:pathLst>
                <a:path extrusionOk="0" h="293" w="294">
                  <a:moveTo>
                    <a:pt x="166" y="268"/>
                  </a:moveTo>
                  <a:cubicBezTo>
                    <a:pt x="156" y="269"/>
                    <a:pt x="145" y="270"/>
                    <a:pt x="134" y="269"/>
                  </a:cubicBezTo>
                  <a:lnTo>
                    <a:pt x="117" y="293"/>
                  </a:lnTo>
                  <a:lnTo>
                    <a:pt x="71" y="276"/>
                  </a:lnTo>
                  <a:lnTo>
                    <a:pt x="75" y="246"/>
                  </a:lnTo>
                  <a:cubicBezTo>
                    <a:pt x="67" y="240"/>
                    <a:pt x="59" y="232"/>
                    <a:pt x="52" y="224"/>
                  </a:cubicBezTo>
                  <a:lnTo>
                    <a:pt x="22" y="229"/>
                  </a:lnTo>
                  <a:lnTo>
                    <a:pt x="2" y="184"/>
                  </a:lnTo>
                  <a:lnTo>
                    <a:pt x="26" y="166"/>
                  </a:lnTo>
                  <a:cubicBezTo>
                    <a:pt x="24" y="155"/>
                    <a:pt x="24" y="144"/>
                    <a:pt x="25" y="134"/>
                  </a:cubicBezTo>
                  <a:lnTo>
                    <a:pt x="0" y="117"/>
                  </a:lnTo>
                  <a:lnTo>
                    <a:pt x="18" y="71"/>
                  </a:lnTo>
                  <a:lnTo>
                    <a:pt x="48" y="75"/>
                  </a:lnTo>
                  <a:cubicBezTo>
                    <a:pt x="54" y="66"/>
                    <a:pt x="62" y="58"/>
                    <a:pt x="70" y="51"/>
                  </a:cubicBezTo>
                  <a:lnTo>
                    <a:pt x="64" y="22"/>
                  </a:lnTo>
                  <a:lnTo>
                    <a:pt x="110" y="2"/>
                  </a:lnTo>
                  <a:lnTo>
                    <a:pt x="128" y="26"/>
                  </a:lnTo>
                  <a:cubicBezTo>
                    <a:pt x="139" y="24"/>
                    <a:pt x="150" y="24"/>
                    <a:pt x="160" y="25"/>
                  </a:cubicBezTo>
                  <a:lnTo>
                    <a:pt x="177" y="0"/>
                  </a:lnTo>
                  <a:lnTo>
                    <a:pt x="223" y="18"/>
                  </a:lnTo>
                  <a:lnTo>
                    <a:pt x="219" y="48"/>
                  </a:lnTo>
                  <a:cubicBezTo>
                    <a:pt x="228" y="54"/>
                    <a:pt x="236" y="61"/>
                    <a:pt x="242" y="70"/>
                  </a:cubicBezTo>
                  <a:lnTo>
                    <a:pt x="272" y="64"/>
                  </a:lnTo>
                  <a:lnTo>
                    <a:pt x="292" y="110"/>
                  </a:lnTo>
                  <a:lnTo>
                    <a:pt x="268" y="127"/>
                  </a:lnTo>
                  <a:cubicBezTo>
                    <a:pt x="270" y="138"/>
                    <a:pt x="270" y="149"/>
                    <a:pt x="269" y="160"/>
                  </a:cubicBezTo>
                  <a:lnTo>
                    <a:pt x="294" y="177"/>
                  </a:lnTo>
                  <a:lnTo>
                    <a:pt x="276" y="223"/>
                  </a:lnTo>
                  <a:lnTo>
                    <a:pt x="246" y="219"/>
                  </a:lnTo>
                  <a:cubicBezTo>
                    <a:pt x="240" y="227"/>
                    <a:pt x="232" y="235"/>
                    <a:pt x="224" y="242"/>
                  </a:cubicBezTo>
                  <a:lnTo>
                    <a:pt x="230" y="272"/>
                  </a:lnTo>
                  <a:lnTo>
                    <a:pt x="184" y="292"/>
                  </a:lnTo>
                  <a:lnTo>
                    <a:pt x="166" y="268"/>
                  </a:lnTo>
                  <a:moveTo>
                    <a:pt x="167" y="196"/>
                  </a:moveTo>
                  <a:cubicBezTo>
                    <a:pt x="194" y="184"/>
                    <a:pt x="206" y="153"/>
                    <a:pt x="194" y="126"/>
                  </a:cubicBezTo>
                  <a:cubicBezTo>
                    <a:pt x="182" y="99"/>
                    <a:pt x="150" y="87"/>
                    <a:pt x="123" y="99"/>
                  </a:cubicBezTo>
                  <a:cubicBezTo>
                    <a:pt x="97" y="111"/>
                    <a:pt x="84" y="142"/>
                    <a:pt x="96" y="169"/>
                  </a:cubicBezTo>
                  <a:cubicBezTo>
                    <a:pt x="108" y="196"/>
                    <a:pt x="140" y="208"/>
                    <a:pt x="167" y="196"/>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0" name="Google Shape;790;p21"/>
            <p:cNvSpPr/>
            <p:nvPr/>
          </p:nvSpPr>
          <p:spPr>
            <a:xfrm>
              <a:off x="163587" y="135917"/>
              <a:ext cx="275130" cy="276951"/>
            </a:xfrm>
            <a:custGeom>
              <a:rect b="b" l="l" r="r" t="t"/>
              <a:pathLst>
                <a:path extrusionOk="0" h="152" w="151">
                  <a:moveTo>
                    <a:pt x="85" y="139"/>
                  </a:moveTo>
                  <a:cubicBezTo>
                    <a:pt x="80" y="140"/>
                    <a:pt x="74" y="140"/>
                    <a:pt x="69" y="139"/>
                  </a:cubicBezTo>
                  <a:lnTo>
                    <a:pt x="60" y="152"/>
                  </a:lnTo>
                  <a:lnTo>
                    <a:pt x="36" y="143"/>
                  </a:lnTo>
                  <a:lnTo>
                    <a:pt x="38" y="128"/>
                  </a:lnTo>
                  <a:cubicBezTo>
                    <a:pt x="34" y="124"/>
                    <a:pt x="30" y="120"/>
                    <a:pt x="26" y="116"/>
                  </a:cubicBezTo>
                  <a:lnTo>
                    <a:pt x="11" y="119"/>
                  </a:lnTo>
                  <a:lnTo>
                    <a:pt x="0" y="96"/>
                  </a:lnTo>
                  <a:lnTo>
                    <a:pt x="13" y="86"/>
                  </a:lnTo>
                  <a:cubicBezTo>
                    <a:pt x="12" y="81"/>
                    <a:pt x="12" y="75"/>
                    <a:pt x="13" y="69"/>
                  </a:cubicBezTo>
                  <a:lnTo>
                    <a:pt x="0" y="61"/>
                  </a:lnTo>
                  <a:lnTo>
                    <a:pt x="9" y="37"/>
                  </a:lnTo>
                  <a:lnTo>
                    <a:pt x="24" y="39"/>
                  </a:lnTo>
                  <a:cubicBezTo>
                    <a:pt x="27" y="35"/>
                    <a:pt x="31" y="30"/>
                    <a:pt x="36" y="27"/>
                  </a:cubicBezTo>
                  <a:lnTo>
                    <a:pt x="33" y="12"/>
                  </a:lnTo>
                  <a:lnTo>
                    <a:pt x="56" y="1"/>
                  </a:lnTo>
                  <a:lnTo>
                    <a:pt x="66" y="14"/>
                  </a:lnTo>
                  <a:cubicBezTo>
                    <a:pt x="71" y="13"/>
                    <a:pt x="77" y="13"/>
                    <a:pt x="82" y="13"/>
                  </a:cubicBezTo>
                  <a:lnTo>
                    <a:pt x="91" y="0"/>
                  </a:lnTo>
                  <a:lnTo>
                    <a:pt x="115" y="10"/>
                  </a:lnTo>
                  <a:lnTo>
                    <a:pt x="113" y="25"/>
                  </a:lnTo>
                  <a:cubicBezTo>
                    <a:pt x="117" y="28"/>
                    <a:pt x="121" y="32"/>
                    <a:pt x="125" y="37"/>
                  </a:cubicBezTo>
                  <a:lnTo>
                    <a:pt x="140" y="34"/>
                  </a:lnTo>
                  <a:lnTo>
                    <a:pt x="151" y="57"/>
                  </a:lnTo>
                  <a:lnTo>
                    <a:pt x="138" y="66"/>
                  </a:lnTo>
                  <a:cubicBezTo>
                    <a:pt x="139" y="72"/>
                    <a:pt x="139" y="78"/>
                    <a:pt x="138" y="83"/>
                  </a:cubicBezTo>
                  <a:lnTo>
                    <a:pt x="151" y="92"/>
                  </a:lnTo>
                  <a:lnTo>
                    <a:pt x="142" y="116"/>
                  </a:lnTo>
                  <a:lnTo>
                    <a:pt x="127" y="114"/>
                  </a:lnTo>
                  <a:cubicBezTo>
                    <a:pt x="124" y="118"/>
                    <a:pt x="120" y="122"/>
                    <a:pt x="115" y="126"/>
                  </a:cubicBezTo>
                  <a:lnTo>
                    <a:pt x="118" y="141"/>
                  </a:lnTo>
                  <a:lnTo>
                    <a:pt x="95" y="151"/>
                  </a:lnTo>
                  <a:lnTo>
                    <a:pt x="85" y="139"/>
                  </a:lnTo>
                  <a:moveTo>
                    <a:pt x="86" y="102"/>
                  </a:moveTo>
                  <a:cubicBezTo>
                    <a:pt x="99" y="96"/>
                    <a:pt x="106" y="79"/>
                    <a:pt x="100" y="66"/>
                  </a:cubicBezTo>
                  <a:cubicBezTo>
                    <a:pt x="93" y="52"/>
                    <a:pt x="77" y="45"/>
                    <a:pt x="63" y="52"/>
                  </a:cubicBezTo>
                  <a:cubicBezTo>
                    <a:pt x="49" y="58"/>
                    <a:pt x="43" y="74"/>
                    <a:pt x="49" y="88"/>
                  </a:cubicBezTo>
                  <a:cubicBezTo>
                    <a:pt x="55" y="102"/>
                    <a:pt x="72" y="108"/>
                    <a:pt x="86" y="102"/>
                  </a:cubicBezTo>
                  <a:close/>
                </a:path>
              </a:pathLst>
            </a:custGeom>
            <a:solidFill>
              <a:schemeClr val="lt2"/>
            </a:solidFill>
            <a:ln>
              <a:noFill/>
            </a:ln>
          </p:spPr>
          <p:txBody>
            <a:bodyPr anchorCtr="1" anchor="ctr" bIns="9700" lIns="90000" spcFirstLastPara="1" rIns="90000" wrap="square" tIns="97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791" name="Google Shape;791;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792" name="Shape 792"/>
        <p:cNvGrpSpPr/>
        <p:nvPr/>
      </p:nvGrpSpPr>
      <p:grpSpPr>
        <a:xfrm>
          <a:off x="0" y="0"/>
          <a:ext cx="0" cy="0"/>
          <a:chOff x="0" y="0"/>
          <a:chExt cx="0" cy="0"/>
        </a:xfrm>
      </p:grpSpPr>
      <p:grpSp>
        <p:nvGrpSpPr>
          <p:cNvPr id="793" name="Google Shape;793;p22"/>
          <p:cNvGrpSpPr/>
          <p:nvPr/>
        </p:nvGrpSpPr>
        <p:grpSpPr>
          <a:xfrm>
            <a:off x="-187189" y="139313"/>
            <a:ext cx="10397451" cy="5226445"/>
            <a:chOff x="-187189" y="139313"/>
            <a:chExt cx="10397451" cy="5226445"/>
          </a:xfrm>
        </p:grpSpPr>
        <p:grpSp>
          <p:nvGrpSpPr>
            <p:cNvPr id="794" name="Google Shape;794;p22"/>
            <p:cNvGrpSpPr/>
            <p:nvPr/>
          </p:nvGrpSpPr>
          <p:grpSpPr>
            <a:xfrm>
              <a:off x="-187189" y="139313"/>
              <a:ext cx="1065901" cy="619495"/>
              <a:chOff x="-192639" y="64613"/>
              <a:chExt cx="1065901" cy="619495"/>
            </a:xfrm>
          </p:grpSpPr>
          <p:sp>
            <p:nvSpPr>
              <p:cNvPr id="795" name="Google Shape;795;p22"/>
              <p:cNvSpPr/>
              <p:nvPr/>
            </p:nvSpPr>
            <p:spPr>
              <a:xfrm>
                <a:off x="-192639" y="64613"/>
                <a:ext cx="1065901" cy="619495"/>
              </a:xfrm>
              <a:custGeom>
                <a:rect b="b" l="l" r="r" t="t"/>
                <a:pathLst>
                  <a:path extrusionOk="0" h="340" w="585">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6" name="Google Shape;796;p22"/>
              <p:cNvSpPr/>
              <p:nvPr/>
            </p:nvSpPr>
            <p:spPr>
              <a:xfrm>
                <a:off x="-188995" y="139317"/>
                <a:ext cx="1060435" cy="3644"/>
              </a:xfrm>
              <a:custGeom>
                <a:rect b="b" l="l" r="r" t="t"/>
                <a:pathLst>
                  <a:path extrusionOk="0" h="2" w="582">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7" name="Google Shape;797;p22"/>
              <p:cNvSpPr/>
              <p:nvPr/>
            </p:nvSpPr>
            <p:spPr>
              <a:xfrm>
                <a:off x="-99714" y="243174"/>
                <a:ext cx="327969" cy="327968"/>
              </a:xfrm>
              <a:custGeom>
                <a:rect b="b" l="l" r="r" t="t"/>
                <a:pathLst>
                  <a:path extrusionOk="0" h="180" w="180">
                    <a:moveTo>
                      <a:pt x="0" y="0"/>
                    </a:moveTo>
                    <a:lnTo>
                      <a:pt x="180" y="0"/>
                    </a:lnTo>
                    <a:lnTo>
                      <a:pt x="180" y="180"/>
                    </a:lnTo>
                    <a:lnTo>
                      <a:pt x="0" y="180"/>
                    </a:lnTo>
                    <a:lnTo>
                      <a:pt x="0" y="0"/>
                    </a:lnTo>
                    <a:close/>
                  </a:path>
                </a:pathLst>
              </a:custGeom>
              <a:solidFill>
                <a:schemeClr val="accent2"/>
              </a:solidFill>
              <a:ln>
                <a:noFill/>
              </a:ln>
            </p:spPr>
            <p:txBody>
              <a:bodyPr anchorCtr="1" anchor="ctr" bIns="19800" lIns="90000" spcFirstLastPara="1" rIns="90000" wrap="square" tIns="19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8" name="Google Shape;798;p22"/>
              <p:cNvSpPr/>
              <p:nvPr/>
            </p:nvSpPr>
            <p:spPr>
              <a:xfrm>
                <a:off x="319358" y="294191"/>
                <a:ext cx="475556" cy="5466"/>
              </a:xfrm>
              <a:custGeom>
                <a:rect b="b" l="l" r="r" t="t"/>
                <a:pathLst>
                  <a:path extrusionOk="0" h="3" w="261">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9" name="Google Shape;799;p22"/>
              <p:cNvSpPr/>
              <p:nvPr/>
            </p:nvSpPr>
            <p:spPr>
              <a:xfrm>
                <a:off x="319358" y="368895"/>
                <a:ext cx="484666" cy="3644"/>
              </a:xfrm>
              <a:custGeom>
                <a:rect b="b" l="l" r="r" t="t"/>
                <a:pathLst>
                  <a:path extrusionOk="0" h="2" w="266">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00" name="Google Shape;800;p22"/>
              <p:cNvSpPr/>
              <p:nvPr/>
            </p:nvSpPr>
            <p:spPr>
              <a:xfrm>
                <a:off x="319358" y="441777"/>
                <a:ext cx="484666" cy="3644"/>
              </a:xfrm>
              <a:custGeom>
                <a:rect b="b" l="l" r="r" t="t"/>
                <a:pathLst>
                  <a:path extrusionOk="0" h="2" w="266">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01" name="Google Shape;801;p22"/>
              <p:cNvSpPr/>
              <p:nvPr/>
            </p:nvSpPr>
            <p:spPr>
              <a:xfrm>
                <a:off x="319358" y="514659"/>
                <a:ext cx="484666" cy="3644"/>
              </a:xfrm>
              <a:custGeom>
                <a:rect b="b" l="l" r="r" t="t"/>
                <a:pathLst>
                  <a:path extrusionOk="0" h="2" w="266">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802" name="Google Shape;802;p22"/>
            <p:cNvGrpSpPr/>
            <p:nvPr/>
          </p:nvGrpSpPr>
          <p:grpSpPr>
            <a:xfrm flipH="1">
              <a:off x="8552194" y="917833"/>
              <a:ext cx="1658068" cy="3498326"/>
              <a:chOff x="-1133549" y="822583"/>
              <a:chExt cx="1658068" cy="3498326"/>
            </a:xfrm>
          </p:grpSpPr>
          <p:sp>
            <p:nvSpPr>
              <p:cNvPr id="803" name="Google Shape;803;p22"/>
              <p:cNvSpPr/>
              <p:nvPr/>
            </p:nvSpPr>
            <p:spPr>
              <a:xfrm>
                <a:off x="-1133549" y="822583"/>
                <a:ext cx="1658068" cy="3498326"/>
              </a:xfrm>
              <a:custGeom>
                <a:rect b="b" l="l" r="r" t="t"/>
                <a:pathLst>
                  <a:path extrusionOk="0" h="1920" w="910">
                    <a:moveTo>
                      <a:pt x="803" y="1"/>
                    </a:moveTo>
                    <a:cubicBezTo>
                      <a:pt x="803" y="1"/>
                      <a:pt x="804" y="1"/>
                      <a:pt x="807" y="2"/>
                    </a:cubicBezTo>
                    <a:cubicBezTo>
                      <a:pt x="809" y="2"/>
                      <a:pt x="813" y="2"/>
                      <a:pt x="817" y="2"/>
                    </a:cubicBezTo>
                    <a:cubicBezTo>
                      <a:pt x="827" y="3"/>
                      <a:pt x="841" y="7"/>
                      <a:pt x="857" y="16"/>
                    </a:cubicBezTo>
                    <a:cubicBezTo>
                      <a:pt x="865" y="21"/>
                      <a:pt x="873" y="27"/>
                      <a:pt x="881" y="36"/>
                    </a:cubicBezTo>
                    <a:cubicBezTo>
                      <a:pt x="888" y="44"/>
                      <a:pt x="897" y="55"/>
                      <a:pt x="902" y="68"/>
                    </a:cubicBezTo>
                    <a:cubicBezTo>
                      <a:pt x="907" y="80"/>
                      <a:pt x="910" y="95"/>
                      <a:pt x="910" y="111"/>
                    </a:cubicBezTo>
                    <a:cubicBezTo>
                      <a:pt x="910" y="126"/>
                      <a:pt x="910" y="143"/>
                      <a:pt x="910" y="161"/>
                    </a:cubicBezTo>
                    <a:cubicBezTo>
                      <a:pt x="910" y="302"/>
                      <a:pt x="910" y="507"/>
                      <a:pt x="910" y="761"/>
                    </a:cubicBezTo>
                    <a:cubicBezTo>
                      <a:pt x="910" y="1014"/>
                      <a:pt x="910" y="1315"/>
                      <a:pt x="910" y="1650"/>
                    </a:cubicBezTo>
                    <a:cubicBezTo>
                      <a:pt x="910" y="1692"/>
                      <a:pt x="910" y="1734"/>
                      <a:pt x="910" y="1777"/>
                    </a:cubicBezTo>
                    <a:lnTo>
                      <a:pt x="910" y="1809"/>
                    </a:lnTo>
                    <a:cubicBezTo>
                      <a:pt x="910" y="1820"/>
                      <a:pt x="909" y="1831"/>
                      <a:pt x="906" y="1842"/>
                    </a:cubicBezTo>
                    <a:cubicBezTo>
                      <a:pt x="903" y="1852"/>
                      <a:pt x="899" y="1862"/>
                      <a:pt x="893" y="1872"/>
                    </a:cubicBezTo>
                    <a:cubicBezTo>
                      <a:pt x="886" y="1881"/>
                      <a:pt x="879" y="1889"/>
                      <a:pt x="870" y="1896"/>
                    </a:cubicBezTo>
                    <a:cubicBezTo>
                      <a:pt x="853" y="1910"/>
                      <a:pt x="831" y="1919"/>
                      <a:pt x="809" y="1920"/>
                    </a:cubicBezTo>
                    <a:cubicBezTo>
                      <a:pt x="787" y="1921"/>
                      <a:pt x="765" y="1920"/>
                      <a:pt x="742" y="1920"/>
                    </a:cubicBezTo>
                    <a:cubicBezTo>
                      <a:pt x="698" y="1920"/>
                      <a:pt x="652" y="1920"/>
                      <a:pt x="607" y="1920"/>
                    </a:cubicBezTo>
                    <a:cubicBezTo>
                      <a:pt x="516" y="1920"/>
                      <a:pt x="423" y="1920"/>
                      <a:pt x="329" y="1920"/>
                    </a:cubicBezTo>
                    <a:cubicBezTo>
                      <a:pt x="282" y="1920"/>
                      <a:pt x="235" y="1920"/>
                      <a:pt x="187" y="1920"/>
                    </a:cubicBezTo>
                    <a:cubicBezTo>
                      <a:pt x="163" y="1920"/>
                      <a:pt x="139" y="1920"/>
                      <a:pt x="115" y="1920"/>
                    </a:cubicBezTo>
                    <a:cubicBezTo>
                      <a:pt x="91" y="1921"/>
                      <a:pt x="66" y="1915"/>
                      <a:pt x="46" y="1901"/>
                    </a:cubicBezTo>
                    <a:cubicBezTo>
                      <a:pt x="26" y="1887"/>
                      <a:pt x="11" y="1866"/>
                      <a:pt x="4" y="1843"/>
                    </a:cubicBezTo>
                    <a:cubicBezTo>
                      <a:pt x="0" y="1831"/>
                      <a:pt x="0" y="1819"/>
                      <a:pt x="0" y="1807"/>
                    </a:cubicBezTo>
                    <a:cubicBezTo>
                      <a:pt x="0" y="1795"/>
                      <a:pt x="0" y="1783"/>
                      <a:pt x="0" y="1771"/>
                    </a:cubicBezTo>
                    <a:cubicBezTo>
                      <a:pt x="0" y="1723"/>
                      <a:pt x="0" y="1676"/>
                      <a:pt x="0" y="1629"/>
                    </a:cubicBezTo>
                    <a:cubicBezTo>
                      <a:pt x="0" y="1535"/>
                      <a:pt x="0" y="1442"/>
                      <a:pt x="0" y="1351"/>
                    </a:cubicBezTo>
                    <a:cubicBezTo>
                      <a:pt x="0" y="1169"/>
                      <a:pt x="0" y="993"/>
                      <a:pt x="0" y="826"/>
                    </a:cubicBezTo>
                    <a:cubicBezTo>
                      <a:pt x="0" y="658"/>
                      <a:pt x="0" y="499"/>
                      <a:pt x="0" y="350"/>
                    </a:cubicBezTo>
                    <a:cubicBezTo>
                      <a:pt x="0" y="276"/>
                      <a:pt x="0" y="204"/>
                      <a:pt x="0" y="135"/>
                    </a:cubicBezTo>
                    <a:cubicBezTo>
                      <a:pt x="0" y="126"/>
                      <a:pt x="0" y="118"/>
                      <a:pt x="0" y="109"/>
                    </a:cubicBezTo>
                    <a:cubicBezTo>
                      <a:pt x="0" y="105"/>
                      <a:pt x="1" y="100"/>
                      <a:pt x="1" y="96"/>
                    </a:cubicBezTo>
                    <a:cubicBezTo>
                      <a:pt x="2" y="92"/>
                      <a:pt x="2" y="88"/>
                      <a:pt x="3" y="83"/>
                    </a:cubicBezTo>
                    <a:cubicBezTo>
                      <a:pt x="7" y="67"/>
                      <a:pt x="15" y="51"/>
                      <a:pt x="25" y="38"/>
                    </a:cubicBezTo>
                    <a:cubicBezTo>
                      <a:pt x="36" y="26"/>
                      <a:pt x="50" y="16"/>
                      <a:pt x="65" y="9"/>
                    </a:cubicBezTo>
                    <a:cubicBezTo>
                      <a:pt x="80" y="2"/>
                      <a:pt x="96" y="0"/>
                      <a:pt x="112" y="0"/>
                    </a:cubicBezTo>
                    <a:cubicBezTo>
                      <a:pt x="144" y="0"/>
                      <a:pt x="175" y="0"/>
                      <a:pt x="205" y="0"/>
                    </a:cubicBezTo>
                    <a:cubicBezTo>
                      <a:pt x="220" y="0"/>
                      <a:pt x="235" y="0"/>
                      <a:pt x="249" y="0"/>
                    </a:cubicBezTo>
                    <a:cubicBezTo>
                      <a:pt x="257" y="0"/>
                      <a:pt x="264" y="0"/>
                      <a:pt x="271" y="0"/>
                    </a:cubicBezTo>
                    <a:cubicBezTo>
                      <a:pt x="278" y="0"/>
                      <a:pt x="286" y="2"/>
                      <a:pt x="292" y="6"/>
                    </a:cubicBezTo>
                    <a:cubicBezTo>
                      <a:pt x="298" y="10"/>
                      <a:pt x="303" y="16"/>
                      <a:pt x="305" y="23"/>
                    </a:cubicBezTo>
                    <a:cubicBezTo>
                      <a:pt x="308" y="30"/>
                      <a:pt x="307" y="37"/>
                      <a:pt x="307" y="44"/>
                    </a:cubicBezTo>
                    <a:cubicBezTo>
                      <a:pt x="307" y="48"/>
                      <a:pt x="307" y="50"/>
                      <a:pt x="307" y="54"/>
                    </a:cubicBezTo>
                    <a:cubicBezTo>
                      <a:pt x="307" y="57"/>
                      <a:pt x="307" y="61"/>
                      <a:pt x="307" y="65"/>
                    </a:cubicBezTo>
                    <a:cubicBezTo>
                      <a:pt x="308" y="71"/>
                      <a:pt x="311" y="77"/>
                      <a:pt x="315" y="82"/>
                    </a:cubicBezTo>
                    <a:cubicBezTo>
                      <a:pt x="320" y="87"/>
                      <a:pt x="325" y="91"/>
                      <a:pt x="332" y="92"/>
                    </a:cubicBezTo>
                    <a:cubicBezTo>
                      <a:pt x="335" y="93"/>
                      <a:pt x="338" y="93"/>
                      <a:pt x="341" y="93"/>
                    </a:cubicBezTo>
                    <a:cubicBezTo>
                      <a:pt x="345" y="93"/>
                      <a:pt x="348" y="93"/>
                      <a:pt x="351" y="93"/>
                    </a:cubicBezTo>
                    <a:cubicBezTo>
                      <a:pt x="364" y="93"/>
                      <a:pt x="377" y="93"/>
                      <a:pt x="389" y="93"/>
                    </a:cubicBezTo>
                    <a:cubicBezTo>
                      <a:pt x="440" y="93"/>
                      <a:pt x="486" y="94"/>
                      <a:pt x="529" y="94"/>
                    </a:cubicBezTo>
                    <a:cubicBezTo>
                      <a:pt x="551" y="94"/>
                      <a:pt x="572" y="94"/>
                      <a:pt x="591" y="94"/>
                    </a:cubicBezTo>
                    <a:cubicBezTo>
                      <a:pt x="596" y="94"/>
                      <a:pt x="601" y="94"/>
                      <a:pt x="606" y="94"/>
                    </a:cubicBezTo>
                    <a:cubicBezTo>
                      <a:pt x="610" y="93"/>
                      <a:pt x="615" y="91"/>
                      <a:pt x="619" y="89"/>
                    </a:cubicBezTo>
                    <a:cubicBezTo>
                      <a:pt x="627" y="84"/>
                      <a:pt x="632" y="76"/>
                      <a:pt x="634" y="68"/>
                    </a:cubicBezTo>
                    <a:cubicBezTo>
                      <a:pt x="635" y="63"/>
                      <a:pt x="634" y="59"/>
                      <a:pt x="634" y="55"/>
                    </a:cubicBezTo>
                    <a:cubicBezTo>
                      <a:pt x="634" y="50"/>
                      <a:pt x="634" y="46"/>
                      <a:pt x="634" y="42"/>
                    </a:cubicBezTo>
                    <a:cubicBezTo>
                      <a:pt x="634" y="38"/>
                      <a:pt x="634" y="34"/>
                      <a:pt x="635" y="29"/>
                    </a:cubicBezTo>
                    <a:cubicBezTo>
                      <a:pt x="636" y="25"/>
                      <a:pt x="637" y="22"/>
                      <a:pt x="639" y="18"/>
                    </a:cubicBezTo>
                    <a:cubicBezTo>
                      <a:pt x="643" y="11"/>
                      <a:pt x="649" y="6"/>
                      <a:pt x="656" y="3"/>
                    </a:cubicBezTo>
                    <a:cubicBezTo>
                      <a:pt x="663" y="0"/>
                      <a:pt x="670" y="1"/>
                      <a:pt x="677" y="1"/>
                    </a:cubicBezTo>
                    <a:cubicBezTo>
                      <a:pt x="704" y="1"/>
                      <a:pt x="727" y="1"/>
                      <a:pt x="746" y="1"/>
                    </a:cubicBezTo>
                    <a:cubicBezTo>
                      <a:pt x="765" y="1"/>
                      <a:pt x="779" y="1"/>
                      <a:pt x="788" y="1"/>
                    </a:cubicBezTo>
                    <a:cubicBezTo>
                      <a:pt x="798" y="1"/>
                      <a:pt x="803" y="1"/>
                      <a:pt x="803" y="1"/>
                    </a:cubicBezTo>
                    <a:cubicBezTo>
                      <a:pt x="803" y="1"/>
                      <a:pt x="798" y="1"/>
                      <a:pt x="788" y="1"/>
                    </a:cubicBezTo>
                    <a:cubicBezTo>
                      <a:pt x="779" y="1"/>
                      <a:pt x="765" y="2"/>
                      <a:pt x="746" y="2"/>
                    </a:cubicBezTo>
                    <a:cubicBezTo>
                      <a:pt x="727" y="2"/>
                      <a:pt x="704" y="2"/>
                      <a:pt x="677" y="2"/>
                    </a:cubicBezTo>
                    <a:cubicBezTo>
                      <a:pt x="670" y="2"/>
                      <a:pt x="663" y="1"/>
                      <a:pt x="656" y="4"/>
                    </a:cubicBezTo>
                    <a:cubicBezTo>
                      <a:pt x="650" y="7"/>
                      <a:pt x="644" y="12"/>
                      <a:pt x="640" y="19"/>
                    </a:cubicBezTo>
                    <a:cubicBezTo>
                      <a:pt x="638" y="22"/>
                      <a:pt x="637" y="26"/>
                      <a:pt x="636" y="30"/>
                    </a:cubicBezTo>
                    <a:cubicBezTo>
                      <a:pt x="635" y="34"/>
                      <a:pt x="636" y="38"/>
                      <a:pt x="636" y="42"/>
                    </a:cubicBezTo>
                    <a:cubicBezTo>
                      <a:pt x="636" y="46"/>
                      <a:pt x="636" y="50"/>
                      <a:pt x="636" y="55"/>
                    </a:cubicBezTo>
                    <a:cubicBezTo>
                      <a:pt x="636" y="59"/>
                      <a:pt x="636" y="63"/>
                      <a:pt x="635" y="68"/>
                    </a:cubicBezTo>
                    <a:cubicBezTo>
                      <a:pt x="633" y="77"/>
                      <a:pt x="627" y="85"/>
                      <a:pt x="619" y="90"/>
                    </a:cubicBezTo>
                    <a:cubicBezTo>
                      <a:pt x="615" y="93"/>
                      <a:pt x="611" y="94"/>
                      <a:pt x="606" y="95"/>
                    </a:cubicBezTo>
                    <a:cubicBezTo>
                      <a:pt x="601" y="95"/>
                      <a:pt x="596" y="95"/>
                      <a:pt x="591" y="95"/>
                    </a:cubicBezTo>
                    <a:cubicBezTo>
                      <a:pt x="571" y="95"/>
                      <a:pt x="551" y="95"/>
                      <a:pt x="529" y="95"/>
                    </a:cubicBezTo>
                    <a:cubicBezTo>
                      <a:pt x="486" y="95"/>
                      <a:pt x="439" y="95"/>
                      <a:pt x="389" y="95"/>
                    </a:cubicBezTo>
                    <a:cubicBezTo>
                      <a:pt x="377" y="95"/>
                      <a:pt x="364" y="95"/>
                      <a:pt x="351" y="95"/>
                    </a:cubicBezTo>
                    <a:cubicBezTo>
                      <a:pt x="348" y="95"/>
                      <a:pt x="344" y="95"/>
                      <a:pt x="341" y="95"/>
                    </a:cubicBezTo>
                    <a:cubicBezTo>
                      <a:pt x="338" y="95"/>
                      <a:pt x="334" y="95"/>
                      <a:pt x="331" y="94"/>
                    </a:cubicBezTo>
                    <a:cubicBezTo>
                      <a:pt x="324" y="92"/>
                      <a:pt x="318" y="89"/>
                      <a:pt x="314" y="83"/>
                    </a:cubicBezTo>
                    <a:cubicBezTo>
                      <a:pt x="309" y="78"/>
                      <a:pt x="306" y="72"/>
                      <a:pt x="305" y="65"/>
                    </a:cubicBezTo>
                    <a:cubicBezTo>
                      <a:pt x="305" y="61"/>
                      <a:pt x="305" y="58"/>
                      <a:pt x="305" y="54"/>
                    </a:cubicBezTo>
                    <a:cubicBezTo>
                      <a:pt x="305" y="51"/>
                      <a:pt x="305" y="47"/>
                      <a:pt x="305" y="44"/>
                    </a:cubicBezTo>
                    <a:cubicBezTo>
                      <a:pt x="305" y="37"/>
                      <a:pt x="306" y="30"/>
                      <a:pt x="303" y="24"/>
                    </a:cubicBezTo>
                    <a:cubicBezTo>
                      <a:pt x="301" y="17"/>
                      <a:pt x="296" y="11"/>
                      <a:pt x="291" y="7"/>
                    </a:cubicBezTo>
                    <a:cubicBezTo>
                      <a:pt x="285" y="3"/>
                      <a:pt x="278" y="2"/>
                      <a:pt x="271" y="2"/>
                    </a:cubicBezTo>
                    <a:lnTo>
                      <a:pt x="249" y="2"/>
                    </a:lnTo>
                    <a:cubicBezTo>
                      <a:pt x="234" y="2"/>
                      <a:pt x="220" y="2"/>
                      <a:pt x="204" y="2"/>
                    </a:cubicBezTo>
                    <a:cubicBezTo>
                      <a:pt x="174" y="2"/>
                      <a:pt x="144" y="2"/>
                      <a:pt x="112" y="2"/>
                    </a:cubicBezTo>
                    <a:cubicBezTo>
                      <a:pt x="96" y="2"/>
                      <a:pt x="80" y="4"/>
                      <a:pt x="65" y="11"/>
                    </a:cubicBezTo>
                    <a:cubicBezTo>
                      <a:pt x="51" y="17"/>
                      <a:pt x="37" y="27"/>
                      <a:pt x="27" y="40"/>
                    </a:cubicBezTo>
                    <a:cubicBezTo>
                      <a:pt x="16" y="52"/>
                      <a:pt x="9" y="67"/>
                      <a:pt x="5" y="84"/>
                    </a:cubicBezTo>
                    <a:cubicBezTo>
                      <a:pt x="4" y="88"/>
                      <a:pt x="4" y="92"/>
                      <a:pt x="3" y="96"/>
                    </a:cubicBezTo>
                    <a:cubicBezTo>
                      <a:pt x="3" y="100"/>
                      <a:pt x="2" y="105"/>
                      <a:pt x="2" y="109"/>
                    </a:cubicBezTo>
                    <a:cubicBezTo>
                      <a:pt x="2" y="117"/>
                      <a:pt x="2" y="126"/>
                      <a:pt x="2" y="135"/>
                    </a:cubicBezTo>
                    <a:cubicBezTo>
                      <a:pt x="2" y="204"/>
                      <a:pt x="2" y="276"/>
                      <a:pt x="2" y="350"/>
                    </a:cubicBezTo>
                    <a:cubicBezTo>
                      <a:pt x="2" y="499"/>
                      <a:pt x="2" y="657"/>
                      <a:pt x="2" y="825"/>
                    </a:cubicBezTo>
                    <a:cubicBezTo>
                      <a:pt x="2" y="992"/>
                      <a:pt x="2" y="1169"/>
                      <a:pt x="2" y="1351"/>
                    </a:cubicBezTo>
                    <a:cubicBezTo>
                      <a:pt x="2" y="1442"/>
                      <a:pt x="2" y="1535"/>
                      <a:pt x="2" y="1629"/>
                    </a:cubicBezTo>
                    <a:cubicBezTo>
                      <a:pt x="2" y="1676"/>
                      <a:pt x="2" y="1723"/>
                      <a:pt x="2" y="1771"/>
                    </a:cubicBezTo>
                    <a:cubicBezTo>
                      <a:pt x="2" y="1783"/>
                      <a:pt x="2" y="1795"/>
                      <a:pt x="2" y="1807"/>
                    </a:cubicBezTo>
                    <a:cubicBezTo>
                      <a:pt x="2" y="1819"/>
                      <a:pt x="3" y="1830"/>
                      <a:pt x="7" y="1842"/>
                    </a:cubicBezTo>
                    <a:cubicBezTo>
                      <a:pt x="13" y="1864"/>
                      <a:pt x="28" y="1885"/>
                      <a:pt x="48" y="1898"/>
                    </a:cubicBezTo>
                    <a:cubicBezTo>
                      <a:pt x="67" y="1912"/>
                      <a:pt x="91" y="1918"/>
                      <a:pt x="115" y="1917"/>
                    </a:cubicBezTo>
                    <a:cubicBezTo>
                      <a:pt x="139" y="1917"/>
                      <a:pt x="163" y="1917"/>
                      <a:pt x="187" y="1917"/>
                    </a:cubicBezTo>
                    <a:cubicBezTo>
                      <a:pt x="234" y="1917"/>
                      <a:pt x="282" y="1917"/>
                      <a:pt x="329" y="1917"/>
                    </a:cubicBezTo>
                    <a:cubicBezTo>
                      <a:pt x="423" y="1917"/>
                      <a:pt x="516" y="1917"/>
                      <a:pt x="607" y="1917"/>
                    </a:cubicBezTo>
                    <a:cubicBezTo>
                      <a:pt x="652" y="1917"/>
                      <a:pt x="697" y="1917"/>
                      <a:pt x="742" y="1917"/>
                    </a:cubicBezTo>
                    <a:cubicBezTo>
                      <a:pt x="764" y="1917"/>
                      <a:pt x="787" y="1918"/>
                      <a:pt x="809" y="1917"/>
                    </a:cubicBezTo>
                    <a:cubicBezTo>
                      <a:pt x="830" y="1916"/>
                      <a:pt x="852" y="1907"/>
                      <a:pt x="868" y="1894"/>
                    </a:cubicBezTo>
                    <a:cubicBezTo>
                      <a:pt x="877" y="1887"/>
                      <a:pt x="884" y="1879"/>
                      <a:pt x="890" y="1870"/>
                    </a:cubicBezTo>
                    <a:cubicBezTo>
                      <a:pt x="896" y="1861"/>
                      <a:pt x="900" y="1851"/>
                      <a:pt x="903" y="1841"/>
                    </a:cubicBezTo>
                    <a:cubicBezTo>
                      <a:pt x="906" y="1830"/>
                      <a:pt x="907" y="1820"/>
                      <a:pt x="907" y="1809"/>
                    </a:cubicBezTo>
                    <a:cubicBezTo>
                      <a:pt x="907" y="1798"/>
                      <a:pt x="907" y="1788"/>
                      <a:pt x="907" y="1777"/>
                    </a:cubicBezTo>
                    <a:cubicBezTo>
                      <a:pt x="907" y="1734"/>
                      <a:pt x="907" y="1692"/>
                      <a:pt x="907" y="1650"/>
                    </a:cubicBezTo>
                    <a:cubicBezTo>
                      <a:pt x="907" y="1315"/>
                      <a:pt x="907" y="1013"/>
                      <a:pt x="908" y="760"/>
                    </a:cubicBezTo>
                    <a:cubicBezTo>
                      <a:pt x="908" y="507"/>
                      <a:pt x="908" y="302"/>
                      <a:pt x="908" y="161"/>
                    </a:cubicBezTo>
                    <a:cubicBezTo>
                      <a:pt x="908" y="143"/>
                      <a:pt x="908" y="126"/>
                      <a:pt x="908" y="110"/>
                    </a:cubicBezTo>
                    <a:cubicBezTo>
                      <a:pt x="908" y="95"/>
                      <a:pt x="906" y="80"/>
                      <a:pt x="901" y="68"/>
                    </a:cubicBezTo>
                    <a:cubicBezTo>
                      <a:pt x="895" y="55"/>
                      <a:pt x="888" y="44"/>
                      <a:pt x="881" y="36"/>
                    </a:cubicBezTo>
                    <a:cubicBezTo>
                      <a:pt x="873" y="28"/>
                      <a:pt x="865" y="21"/>
                      <a:pt x="857" y="16"/>
                    </a:cubicBezTo>
                    <a:cubicBezTo>
                      <a:pt x="841" y="7"/>
                      <a:pt x="826" y="4"/>
                      <a:pt x="817" y="2"/>
                    </a:cubicBezTo>
                    <a:cubicBezTo>
                      <a:pt x="812" y="2"/>
                      <a:pt x="809" y="2"/>
                      <a:pt x="806" y="1"/>
                    </a:cubicBezTo>
                    <a:cubicBezTo>
                      <a:pt x="804" y="1"/>
                      <a:pt x="803" y="1"/>
                      <a:pt x="803" y="1"/>
                    </a:cubicBezTo>
                    <a:close/>
                  </a:path>
                </a:pathLst>
              </a:custGeom>
              <a:solidFill>
                <a:schemeClr val="accent1"/>
              </a:solidFill>
              <a:ln cap="flat" cmpd="sng" w="9525">
                <a:solidFill>
                  <a:schemeClr val="accent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04" name="Google Shape;804;p22"/>
              <p:cNvSpPr/>
              <p:nvPr/>
            </p:nvSpPr>
            <p:spPr>
              <a:xfrm>
                <a:off x="207210" y="1137797"/>
                <a:ext cx="142120" cy="3644"/>
              </a:xfrm>
              <a:custGeom>
                <a:rect b="b" l="l" r="r" t="t"/>
                <a:pathLst>
                  <a:path extrusionOk="0" h="2" w="78">
                    <a:moveTo>
                      <a:pt x="78" y="1"/>
                    </a:moveTo>
                    <a:cubicBezTo>
                      <a:pt x="78" y="1"/>
                      <a:pt x="61" y="2"/>
                      <a:pt x="39" y="2"/>
                    </a:cubicBezTo>
                    <a:cubicBezTo>
                      <a:pt x="18" y="2"/>
                      <a:pt x="0" y="2"/>
                      <a:pt x="0" y="1"/>
                    </a:cubicBezTo>
                    <a:cubicBezTo>
                      <a:pt x="0" y="1"/>
                      <a:pt x="18" y="0"/>
                      <a:pt x="39" y="0"/>
                    </a:cubicBezTo>
                    <a:cubicBezTo>
                      <a:pt x="61" y="0"/>
                      <a:pt x="78" y="0"/>
                      <a:pt x="78"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05" name="Google Shape;805;p22"/>
              <p:cNvSpPr/>
              <p:nvPr/>
            </p:nvSpPr>
            <p:spPr>
              <a:xfrm>
                <a:off x="207210" y="1174238"/>
                <a:ext cx="143942" cy="3644"/>
              </a:xfrm>
              <a:custGeom>
                <a:rect b="b" l="l" r="r" t="t"/>
                <a:pathLst>
                  <a:path extrusionOk="0" h="2" w="79">
                    <a:moveTo>
                      <a:pt x="79" y="1"/>
                    </a:moveTo>
                    <a:cubicBezTo>
                      <a:pt x="79" y="1"/>
                      <a:pt x="61" y="2"/>
                      <a:pt x="39" y="2"/>
                    </a:cubicBezTo>
                    <a:cubicBezTo>
                      <a:pt x="18" y="2"/>
                      <a:pt x="0" y="2"/>
                      <a:pt x="0" y="1"/>
                    </a:cubicBezTo>
                    <a:cubicBezTo>
                      <a:pt x="0" y="1"/>
                      <a:pt x="18" y="0"/>
                      <a:pt x="39" y="0"/>
                    </a:cubicBezTo>
                    <a:cubicBezTo>
                      <a:pt x="61" y="0"/>
                      <a:pt x="79" y="0"/>
                      <a:pt x="79"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06" name="Google Shape;806;p22"/>
              <p:cNvSpPr/>
              <p:nvPr/>
            </p:nvSpPr>
            <p:spPr>
              <a:xfrm>
                <a:off x="207210" y="1210679"/>
                <a:ext cx="143942" cy="3644"/>
              </a:xfrm>
              <a:custGeom>
                <a:rect b="b" l="l" r="r" t="t"/>
                <a:pathLst>
                  <a:path extrusionOk="0" h="2" w="79">
                    <a:moveTo>
                      <a:pt x="79" y="1"/>
                    </a:moveTo>
                    <a:cubicBezTo>
                      <a:pt x="79" y="1"/>
                      <a:pt x="61" y="2"/>
                      <a:pt x="40" y="2"/>
                    </a:cubicBezTo>
                    <a:cubicBezTo>
                      <a:pt x="18" y="2"/>
                      <a:pt x="0" y="2"/>
                      <a:pt x="0" y="1"/>
                    </a:cubicBezTo>
                    <a:cubicBezTo>
                      <a:pt x="0" y="1"/>
                      <a:pt x="18" y="0"/>
                      <a:pt x="40" y="0"/>
                    </a:cubicBezTo>
                    <a:cubicBezTo>
                      <a:pt x="61" y="0"/>
                      <a:pt x="79" y="0"/>
                      <a:pt x="79"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07" name="Google Shape;807;p22"/>
              <p:cNvSpPr/>
              <p:nvPr/>
            </p:nvSpPr>
            <p:spPr>
              <a:xfrm>
                <a:off x="-1009920" y="1443901"/>
                <a:ext cx="1353785" cy="251442"/>
              </a:xfrm>
              <a:custGeom>
                <a:rect b="b" l="l" r="r" t="t"/>
                <a:pathLst>
                  <a:path extrusionOk="0" h="138" w="743">
                    <a:moveTo>
                      <a:pt x="685" y="137"/>
                    </a:moveTo>
                    <a:cubicBezTo>
                      <a:pt x="685" y="137"/>
                      <a:pt x="687" y="136"/>
                      <a:pt x="690" y="136"/>
                    </a:cubicBezTo>
                    <a:cubicBezTo>
                      <a:pt x="693" y="136"/>
                      <a:pt x="697" y="135"/>
                      <a:pt x="702" y="134"/>
                    </a:cubicBezTo>
                    <a:cubicBezTo>
                      <a:pt x="707" y="132"/>
                      <a:pt x="713" y="129"/>
                      <a:pt x="720" y="124"/>
                    </a:cubicBezTo>
                    <a:cubicBezTo>
                      <a:pt x="726" y="120"/>
                      <a:pt x="732" y="113"/>
                      <a:pt x="737" y="103"/>
                    </a:cubicBezTo>
                    <a:cubicBezTo>
                      <a:pt x="739" y="98"/>
                      <a:pt x="741" y="93"/>
                      <a:pt x="741" y="87"/>
                    </a:cubicBezTo>
                    <a:cubicBezTo>
                      <a:pt x="742" y="82"/>
                      <a:pt x="742" y="76"/>
                      <a:pt x="742" y="69"/>
                    </a:cubicBezTo>
                    <a:cubicBezTo>
                      <a:pt x="742" y="63"/>
                      <a:pt x="742" y="56"/>
                      <a:pt x="741" y="49"/>
                    </a:cubicBezTo>
                    <a:cubicBezTo>
                      <a:pt x="740" y="43"/>
                      <a:pt x="737" y="36"/>
                      <a:pt x="733" y="30"/>
                    </a:cubicBezTo>
                    <a:cubicBezTo>
                      <a:pt x="726" y="17"/>
                      <a:pt x="712" y="7"/>
                      <a:pt x="696" y="4"/>
                    </a:cubicBezTo>
                    <a:cubicBezTo>
                      <a:pt x="688" y="2"/>
                      <a:pt x="679" y="3"/>
                      <a:pt x="670" y="3"/>
                    </a:cubicBezTo>
                    <a:cubicBezTo>
                      <a:pt x="661" y="3"/>
                      <a:pt x="652" y="3"/>
                      <a:pt x="643" y="3"/>
                    </a:cubicBezTo>
                    <a:cubicBezTo>
                      <a:pt x="493" y="3"/>
                      <a:pt x="286" y="3"/>
                      <a:pt x="58" y="3"/>
                    </a:cubicBezTo>
                    <a:cubicBezTo>
                      <a:pt x="44" y="3"/>
                      <a:pt x="30" y="9"/>
                      <a:pt x="20" y="18"/>
                    </a:cubicBezTo>
                    <a:cubicBezTo>
                      <a:pt x="10" y="27"/>
                      <a:pt x="4" y="40"/>
                      <a:pt x="3" y="54"/>
                    </a:cubicBezTo>
                    <a:cubicBezTo>
                      <a:pt x="2" y="61"/>
                      <a:pt x="3" y="68"/>
                      <a:pt x="3" y="75"/>
                    </a:cubicBezTo>
                    <a:cubicBezTo>
                      <a:pt x="2" y="82"/>
                      <a:pt x="3" y="88"/>
                      <a:pt x="5" y="95"/>
                    </a:cubicBezTo>
                    <a:cubicBezTo>
                      <a:pt x="8" y="108"/>
                      <a:pt x="17" y="119"/>
                      <a:pt x="28" y="126"/>
                    </a:cubicBezTo>
                    <a:cubicBezTo>
                      <a:pt x="33" y="130"/>
                      <a:pt x="39" y="132"/>
                      <a:pt x="46" y="134"/>
                    </a:cubicBezTo>
                    <a:cubicBezTo>
                      <a:pt x="52" y="135"/>
                      <a:pt x="58" y="135"/>
                      <a:pt x="65" y="135"/>
                    </a:cubicBezTo>
                    <a:cubicBezTo>
                      <a:pt x="78" y="135"/>
                      <a:pt x="91" y="135"/>
                      <a:pt x="104" y="135"/>
                    </a:cubicBezTo>
                    <a:cubicBezTo>
                      <a:pt x="130" y="135"/>
                      <a:pt x="156" y="135"/>
                      <a:pt x="180" y="135"/>
                    </a:cubicBezTo>
                    <a:cubicBezTo>
                      <a:pt x="279" y="135"/>
                      <a:pt x="368" y="135"/>
                      <a:pt x="443" y="136"/>
                    </a:cubicBezTo>
                    <a:cubicBezTo>
                      <a:pt x="518" y="136"/>
                      <a:pt x="579" y="136"/>
                      <a:pt x="620" y="136"/>
                    </a:cubicBezTo>
                    <a:cubicBezTo>
                      <a:pt x="641" y="136"/>
                      <a:pt x="658" y="136"/>
                      <a:pt x="669" y="136"/>
                    </a:cubicBezTo>
                    <a:cubicBezTo>
                      <a:pt x="674" y="136"/>
                      <a:pt x="678" y="136"/>
                      <a:pt x="681" y="136"/>
                    </a:cubicBezTo>
                    <a:cubicBezTo>
                      <a:pt x="684" y="136"/>
                      <a:pt x="685" y="137"/>
                      <a:pt x="685" y="137"/>
                    </a:cubicBezTo>
                    <a:cubicBezTo>
                      <a:pt x="685" y="137"/>
                      <a:pt x="684" y="137"/>
                      <a:pt x="681" y="137"/>
                    </a:cubicBezTo>
                    <a:cubicBezTo>
                      <a:pt x="678" y="137"/>
                      <a:pt x="674" y="137"/>
                      <a:pt x="669" y="137"/>
                    </a:cubicBezTo>
                    <a:cubicBezTo>
                      <a:pt x="657" y="137"/>
                      <a:pt x="641" y="137"/>
                      <a:pt x="620" y="137"/>
                    </a:cubicBezTo>
                    <a:cubicBezTo>
                      <a:pt x="579" y="137"/>
                      <a:pt x="518" y="137"/>
                      <a:pt x="443" y="137"/>
                    </a:cubicBezTo>
                    <a:cubicBezTo>
                      <a:pt x="368" y="138"/>
                      <a:pt x="279" y="138"/>
                      <a:pt x="180" y="138"/>
                    </a:cubicBezTo>
                    <a:cubicBezTo>
                      <a:pt x="156" y="138"/>
                      <a:pt x="130" y="138"/>
                      <a:pt x="104" y="138"/>
                    </a:cubicBezTo>
                    <a:cubicBezTo>
                      <a:pt x="91" y="138"/>
                      <a:pt x="78" y="138"/>
                      <a:pt x="65" y="138"/>
                    </a:cubicBezTo>
                    <a:cubicBezTo>
                      <a:pt x="59" y="138"/>
                      <a:pt x="52" y="138"/>
                      <a:pt x="45" y="136"/>
                    </a:cubicBezTo>
                    <a:cubicBezTo>
                      <a:pt x="38" y="135"/>
                      <a:pt x="32" y="132"/>
                      <a:pt x="26" y="128"/>
                    </a:cubicBezTo>
                    <a:cubicBezTo>
                      <a:pt x="15" y="121"/>
                      <a:pt x="6" y="109"/>
                      <a:pt x="2" y="95"/>
                    </a:cubicBezTo>
                    <a:cubicBezTo>
                      <a:pt x="0" y="89"/>
                      <a:pt x="0" y="81"/>
                      <a:pt x="0" y="75"/>
                    </a:cubicBezTo>
                    <a:cubicBezTo>
                      <a:pt x="0" y="68"/>
                      <a:pt x="0" y="61"/>
                      <a:pt x="0" y="54"/>
                    </a:cubicBezTo>
                    <a:cubicBezTo>
                      <a:pt x="1" y="39"/>
                      <a:pt x="8" y="26"/>
                      <a:pt x="19" y="16"/>
                    </a:cubicBezTo>
                    <a:cubicBezTo>
                      <a:pt x="29" y="6"/>
                      <a:pt x="44" y="0"/>
                      <a:pt x="58" y="0"/>
                    </a:cubicBezTo>
                    <a:cubicBezTo>
                      <a:pt x="286" y="0"/>
                      <a:pt x="493" y="1"/>
                      <a:pt x="643" y="1"/>
                    </a:cubicBezTo>
                    <a:cubicBezTo>
                      <a:pt x="652" y="1"/>
                      <a:pt x="661" y="1"/>
                      <a:pt x="670" y="1"/>
                    </a:cubicBezTo>
                    <a:cubicBezTo>
                      <a:pt x="679" y="1"/>
                      <a:pt x="688" y="0"/>
                      <a:pt x="696" y="2"/>
                    </a:cubicBezTo>
                    <a:cubicBezTo>
                      <a:pt x="713" y="5"/>
                      <a:pt x="727" y="16"/>
                      <a:pt x="735" y="29"/>
                    </a:cubicBezTo>
                    <a:cubicBezTo>
                      <a:pt x="739" y="35"/>
                      <a:pt x="741" y="42"/>
                      <a:pt x="742" y="49"/>
                    </a:cubicBezTo>
                    <a:cubicBezTo>
                      <a:pt x="743" y="56"/>
                      <a:pt x="743" y="63"/>
                      <a:pt x="743" y="69"/>
                    </a:cubicBezTo>
                    <a:cubicBezTo>
                      <a:pt x="743" y="75"/>
                      <a:pt x="743" y="81"/>
                      <a:pt x="742" y="87"/>
                    </a:cubicBezTo>
                    <a:cubicBezTo>
                      <a:pt x="742" y="93"/>
                      <a:pt x="740" y="98"/>
                      <a:pt x="738" y="103"/>
                    </a:cubicBezTo>
                    <a:cubicBezTo>
                      <a:pt x="733" y="113"/>
                      <a:pt x="727" y="120"/>
                      <a:pt x="720" y="125"/>
                    </a:cubicBezTo>
                    <a:cubicBezTo>
                      <a:pt x="714" y="130"/>
                      <a:pt x="708" y="133"/>
                      <a:pt x="702" y="134"/>
                    </a:cubicBezTo>
                    <a:cubicBezTo>
                      <a:pt x="697" y="136"/>
                      <a:pt x="693" y="136"/>
                      <a:pt x="690" y="136"/>
                    </a:cubicBezTo>
                    <a:cubicBezTo>
                      <a:pt x="687" y="136"/>
                      <a:pt x="686" y="136"/>
                      <a:pt x="686" y="136"/>
                    </a:cubicBezTo>
                    <a:lnTo>
                      <a:pt x="685" y="137"/>
                    </a:lnTo>
                    <a:close/>
                  </a:path>
                </a:pathLst>
              </a:custGeom>
              <a:solidFill>
                <a:schemeClr val="dk1"/>
              </a:solidFill>
              <a:ln>
                <a:noFill/>
              </a:ln>
            </p:spPr>
            <p:txBody>
              <a:bodyPr anchorCtr="1" anchor="ctr" bIns="4675" lIns="90000" spcFirstLastPara="1" rIns="90000" wrap="square" tIns="467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08" name="Google Shape;808;p22"/>
              <p:cNvSpPr/>
              <p:nvPr/>
            </p:nvSpPr>
            <p:spPr>
              <a:xfrm>
                <a:off x="-527076" y="2571748"/>
                <a:ext cx="783483" cy="5466"/>
              </a:xfrm>
              <a:custGeom>
                <a:rect b="b" l="l" r="r" t="t"/>
                <a:pathLst>
                  <a:path extrusionOk="0" h="3" w="430">
                    <a:moveTo>
                      <a:pt x="430" y="2"/>
                    </a:moveTo>
                    <a:cubicBezTo>
                      <a:pt x="430" y="2"/>
                      <a:pt x="334" y="3"/>
                      <a:pt x="215" y="3"/>
                    </a:cubicBezTo>
                    <a:cubicBezTo>
                      <a:pt x="96" y="3"/>
                      <a:pt x="0" y="2"/>
                      <a:pt x="0" y="2"/>
                    </a:cubicBezTo>
                    <a:cubicBezTo>
                      <a:pt x="0" y="1"/>
                      <a:pt x="96" y="0"/>
                      <a:pt x="215" y="0"/>
                    </a:cubicBezTo>
                    <a:cubicBezTo>
                      <a:pt x="334" y="0"/>
                      <a:pt x="430" y="1"/>
                      <a:pt x="430"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09" name="Google Shape;809;p22"/>
              <p:cNvSpPr/>
              <p:nvPr/>
            </p:nvSpPr>
            <p:spPr>
              <a:xfrm>
                <a:off x="-527076" y="2999929"/>
                <a:ext cx="792593" cy="5466"/>
              </a:xfrm>
              <a:custGeom>
                <a:rect b="b" l="l" r="r" t="t"/>
                <a:pathLst>
                  <a:path extrusionOk="0" h="3" w="435">
                    <a:moveTo>
                      <a:pt x="435" y="1"/>
                    </a:moveTo>
                    <a:cubicBezTo>
                      <a:pt x="435" y="2"/>
                      <a:pt x="337" y="3"/>
                      <a:pt x="217" y="3"/>
                    </a:cubicBezTo>
                    <a:cubicBezTo>
                      <a:pt x="97" y="3"/>
                      <a:pt x="0" y="2"/>
                      <a:pt x="0" y="1"/>
                    </a:cubicBezTo>
                    <a:cubicBezTo>
                      <a:pt x="0" y="1"/>
                      <a:pt x="96" y="0"/>
                      <a:pt x="217" y="0"/>
                    </a:cubicBezTo>
                    <a:cubicBezTo>
                      <a:pt x="337" y="0"/>
                      <a:pt x="435" y="1"/>
                      <a:pt x="43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10" name="Google Shape;810;p22"/>
              <p:cNvSpPr/>
              <p:nvPr/>
            </p:nvSpPr>
            <p:spPr>
              <a:xfrm>
                <a:off x="-527076" y="3065523"/>
                <a:ext cx="783483" cy="3644"/>
              </a:xfrm>
              <a:custGeom>
                <a:rect b="b" l="l" r="r" t="t"/>
                <a:pathLst>
                  <a:path extrusionOk="0" h="2" w="430">
                    <a:moveTo>
                      <a:pt x="430" y="1"/>
                    </a:moveTo>
                    <a:cubicBezTo>
                      <a:pt x="430" y="2"/>
                      <a:pt x="334" y="2"/>
                      <a:pt x="215" y="2"/>
                    </a:cubicBezTo>
                    <a:cubicBezTo>
                      <a:pt x="96" y="2"/>
                      <a:pt x="0" y="2"/>
                      <a:pt x="0" y="1"/>
                    </a:cubicBezTo>
                    <a:cubicBezTo>
                      <a:pt x="0" y="0"/>
                      <a:pt x="96" y="0"/>
                      <a:pt x="215" y="0"/>
                    </a:cubicBezTo>
                    <a:cubicBezTo>
                      <a:pt x="334" y="0"/>
                      <a:pt x="430" y="0"/>
                      <a:pt x="430"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11" name="Google Shape;811;p22"/>
              <p:cNvSpPr/>
              <p:nvPr/>
            </p:nvSpPr>
            <p:spPr>
              <a:xfrm>
                <a:off x="-527076" y="3491882"/>
                <a:ext cx="792593" cy="5466"/>
              </a:xfrm>
              <a:custGeom>
                <a:rect b="b" l="l" r="r" t="t"/>
                <a:pathLst>
                  <a:path extrusionOk="0" h="3" w="435">
                    <a:moveTo>
                      <a:pt x="435" y="2"/>
                    </a:moveTo>
                    <a:cubicBezTo>
                      <a:pt x="435" y="2"/>
                      <a:pt x="337" y="3"/>
                      <a:pt x="217" y="3"/>
                    </a:cubicBezTo>
                    <a:cubicBezTo>
                      <a:pt x="97" y="3"/>
                      <a:pt x="0" y="2"/>
                      <a:pt x="0" y="2"/>
                    </a:cubicBezTo>
                    <a:cubicBezTo>
                      <a:pt x="0" y="1"/>
                      <a:pt x="96" y="0"/>
                      <a:pt x="217" y="0"/>
                    </a:cubicBezTo>
                    <a:cubicBezTo>
                      <a:pt x="337" y="0"/>
                      <a:pt x="435" y="1"/>
                      <a:pt x="43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12" name="Google Shape;812;p22"/>
              <p:cNvSpPr/>
              <p:nvPr/>
            </p:nvSpPr>
            <p:spPr>
              <a:xfrm>
                <a:off x="-527076" y="3557476"/>
                <a:ext cx="783483" cy="5466"/>
              </a:xfrm>
              <a:custGeom>
                <a:rect b="b" l="l" r="r" t="t"/>
                <a:pathLst>
                  <a:path extrusionOk="0" h="3" w="430">
                    <a:moveTo>
                      <a:pt x="430" y="1"/>
                    </a:moveTo>
                    <a:cubicBezTo>
                      <a:pt x="430" y="2"/>
                      <a:pt x="334" y="3"/>
                      <a:pt x="215" y="3"/>
                    </a:cubicBezTo>
                    <a:cubicBezTo>
                      <a:pt x="96" y="3"/>
                      <a:pt x="0" y="2"/>
                      <a:pt x="0" y="1"/>
                    </a:cubicBezTo>
                    <a:cubicBezTo>
                      <a:pt x="0" y="0"/>
                      <a:pt x="96" y="0"/>
                      <a:pt x="215" y="0"/>
                    </a:cubicBezTo>
                    <a:cubicBezTo>
                      <a:pt x="334" y="0"/>
                      <a:pt x="430" y="0"/>
                      <a:pt x="430"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13" name="Google Shape;813;p22"/>
              <p:cNvSpPr/>
              <p:nvPr/>
            </p:nvSpPr>
            <p:spPr>
              <a:xfrm>
                <a:off x="-527076" y="3982013"/>
                <a:ext cx="792593" cy="3644"/>
              </a:xfrm>
              <a:custGeom>
                <a:rect b="b" l="l" r="r" t="t"/>
                <a:pathLst>
                  <a:path extrusionOk="0" h="2" w="435">
                    <a:moveTo>
                      <a:pt x="435" y="1"/>
                    </a:moveTo>
                    <a:cubicBezTo>
                      <a:pt x="435" y="2"/>
                      <a:pt x="337" y="2"/>
                      <a:pt x="217" y="2"/>
                    </a:cubicBezTo>
                    <a:cubicBezTo>
                      <a:pt x="97" y="2"/>
                      <a:pt x="0" y="2"/>
                      <a:pt x="0" y="1"/>
                    </a:cubicBezTo>
                    <a:cubicBezTo>
                      <a:pt x="0" y="0"/>
                      <a:pt x="96" y="0"/>
                      <a:pt x="217" y="0"/>
                    </a:cubicBezTo>
                    <a:cubicBezTo>
                      <a:pt x="337" y="0"/>
                      <a:pt x="435" y="0"/>
                      <a:pt x="43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14" name="Google Shape;814;p22"/>
              <p:cNvSpPr/>
              <p:nvPr/>
            </p:nvSpPr>
            <p:spPr>
              <a:xfrm>
                <a:off x="-527076" y="4045784"/>
                <a:ext cx="783483" cy="5466"/>
              </a:xfrm>
              <a:custGeom>
                <a:rect b="b" l="l" r="r" t="t"/>
                <a:pathLst>
                  <a:path extrusionOk="0" h="3" w="430">
                    <a:moveTo>
                      <a:pt x="430" y="2"/>
                    </a:moveTo>
                    <a:cubicBezTo>
                      <a:pt x="430" y="2"/>
                      <a:pt x="334" y="3"/>
                      <a:pt x="215" y="3"/>
                    </a:cubicBezTo>
                    <a:cubicBezTo>
                      <a:pt x="96" y="3"/>
                      <a:pt x="0" y="2"/>
                      <a:pt x="0" y="2"/>
                    </a:cubicBezTo>
                    <a:cubicBezTo>
                      <a:pt x="0" y="1"/>
                      <a:pt x="96" y="0"/>
                      <a:pt x="215" y="0"/>
                    </a:cubicBezTo>
                    <a:cubicBezTo>
                      <a:pt x="334" y="0"/>
                      <a:pt x="430" y="1"/>
                      <a:pt x="430"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815" name="Google Shape;815;p22"/>
            <p:cNvGrpSpPr/>
            <p:nvPr/>
          </p:nvGrpSpPr>
          <p:grpSpPr>
            <a:xfrm flipH="1">
              <a:off x="7830526" y="4746263"/>
              <a:ext cx="1065901" cy="619495"/>
              <a:chOff x="-192639" y="64613"/>
              <a:chExt cx="1065901" cy="619495"/>
            </a:xfrm>
          </p:grpSpPr>
          <p:sp>
            <p:nvSpPr>
              <p:cNvPr id="816" name="Google Shape;816;p22"/>
              <p:cNvSpPr/>
              <p:nvPr/>
            </p:nvSpPr>
            <p:spPr>
              <a:xfrm>
                <a:off x="-192639" y="64613"/>
                <a:ext cx="1065901" cy="619495"/>
              </a:xfrm>
              <a:custGeom>
                <a:rect b="b" l="l" r="r" t="t"/>
                <a:pathLst>
                  <a:path extrusionOk="0" h="340" w="585">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17" name="Google Shape;817;p22"/>
              <p:cNvSpPr/>
              <p:nvPr/>
            </p:nvSpPr>
            <p:spPr>
              <a:xfrm>
                <a:off x="-188995" y="139317"/>
                <a:ext cx="1060435" cy="3644"/>
              </a:xfrm>
              <a:custGeom>
                <a:rect b="b" l="l" r="r" t="t"/>
                <a:pathLst>
                  <a:path extrusionOk="0" h="2" w="582">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18" name="Google Shape;818;p22"/>
              <p:cNvSpPr/>
              <p:nvPr/>
            </p:nvSpPr>
            <p:spPr>
              <a:xfrm>
                <a:off x="-99714" y="243174"/>
                <a:ext cx="327969" cy="327968"/>
              </a:xfrm>
              <a:custGeom>
                <a:rect b="b" l="l" r="r" t="t"/>
                <a:pathLst>
                  <a:path extrusionOk="0" h="180" w="180">
                    <a:moveTo>
                      <a:pt x="0" y="0"/>
                    </a:moveTo>
                    <a:lnTo>
                      <a:pt x="180" y="0"/>
                    </a:lnTo>
                    <a:lnTo>
                      <a:pt x="180" y="180"/>
                    </a:lnTo>
                    <a:lnTo>
                      <a:pt x="0" y="180"/>
                    </a:lnTo>
                    <a:lnTo>
                      <a:pt x="0" y="0"/>
                    </a:lnTo>
                    <a:close/>
                  </a:path>
                </a:pathLst>
              </a:custGeom>
              <a:solidFill>
                <a:schemeClr val="accent2"/>
              </a:solidFill>
              <a:ln>
                <a:noFill/>
              </a:ln>
            </p:spPr>
            <p:txBody>
              <a:bodyPr anchorCtr="1" anchor="ctr" bIns="19800" lIns="90000" spcFirstLastPara="1" rIns="90000" wrap="square" tIns="19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19" name="Google Shape;819;p22"/>
              <p:cNvSpPr/>
              <p:nvPr/>
            </p:nvSpPr>
            <p:spPr>
              <a:xfrm>
                <a:off x="319358" y="294191"/>
                <a:ext cx="475556" cy="5466"/>
              </a:xfrm>
              <a:custGeom>
                <a:rect b="b" l="l" r="r" t="t"/>
                <a:pathLst>
                  <a:path extrusionOk="0" h="3" w="261">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20" name="Google Shape;820;p22"/>
              <p:cNvSpPr/>
              <p:nvPr/>
            </p:nvSpPr>
            <p:spPr>
              <a:xfrm>
                <a:off x="319358" y="368895"/>
                <a:ext cx="484666" cy="3644"/>
              </a:xfrm>
              <a:custGeom>
                <a:rect b="b" l="l" r="r" t="t"/>
                <a:pathLst>
                  <a:path extrusionOk="0" h="2" w="266">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21" name="Google Shape;821;p22"/>
              <p:cNvSpPr/>
              <p:nvPr/>
            </p:nvSpPr>
            <p:spPr>
              <a:xfrm>
                <a:off x="319358" y="441777"/>
                <a:ext cx="484666" cy="3644"/>
              </a:xfrm>
              <a:custGeom>
                <a:rect b="b" l="l" r="r" t="t"/>
                <a:pathLst>
                  <a:path extrusionOk="0" h="2" w="266">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22" name="Google Shape;822;p22"/>
              <p:cNvSpPr/>
              <p:nvPr/>
            </p:nvSpPr>
            <p:spPr>
              <a:xfrm>
                <a:off x="319358" y="514659"/>
                <a:ext cx="484666" cy="3644"/>
              </a:xfrm>
              <a:custGeom>
                <a:rect b="b" l="l" r="r" t="t"/>
                <a:pathLst>
                  <a:path extrusionOk="0" h="2" w="266">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823" name="Google Shape;823;p22"/>
          <p:cNvGrpSpPr/>
          <p:nvPr/>
        </p:nvGrpSpPr>
        <p:grpSpPr>
          <a:xfrm>
            <a:off x="-467821" y="4104134"/>
            <a:ext cx="1293604" cy="1903762"/>
            <a:chOff x="-467821" y="4104134"/>
            <a:chExt cx="1293604" cy="1903762"/>
          </a:xfrm>
        </p:grpSpPr>
        <p:grpSp>
          <p:nvGrpSpPr>
            <p:cNvPr id="824" name="Google Shape;824;p22"/>
            <p:cNvGrpSpPr/>
            <p:nvPr/>
          </p:nvGrpSpPr>
          <p:grpSpPr>
            <a:xfrm rot="5400000">
              <a:off x="-243698" y="4938415"/>
              <a:ext cx="1629907" cy="509054"/>
              <a:chOff x="5401930" y="789587"/>
              <a:chExt cx="1629907" cy="509054"/>
            </a:xfrm>
          </p:grpSpPr>
          <p:sp>
            <p:nvSpPr>
              <p:cNvPr id="825" name="Google Shape;825;p22"/>
              <p:cNvSpPr/>
              <p:nvPr/>
            </p:nvSpPr>
            <p:spPr>
              <a:xfrm>
                <a:off x="5401930" y="1244155"/>
                <a:ext cx="54486" cy="54486"/>
              </a:xfrm>
              <a:custGeom>
                <a:rect b="b" l="l" r="r" t="t"/>
                <a:pathLst>
                  <a:path extrusionOk="0" h="35" w="35">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26" name="Google Shape;826;p22"/>
              <p:cNvSpPr/>
              <p:nvPr/>
            </p:nvSpPr>
            <p:spPr>
              <a:xfrm>
                <a:off x="5423724" y="789587"/>
                <a:ext cx="1608112" cy="470135"/>
              </a:xfrm>
              <a:custGeom>
                <a:rect b="b" l="l" r="r" t="t"/>
                <a:pathLst>
                  <a:path extrusionOk="0" h="302" w="1033">
                    <a:moveTo>
                      <a:pt x="6" y="302"/>
                    </a:moveTo>
                    <a:lnTo>
                      <a:pt x="0" y="302"/>
                    </a:lnTo>
                    <a:lnTo>
                      <a:pt x="0" y="96"/>
                    </a:lnTo>
                    <a:cubicBezTo>
                      <a:pt x="0" y="43"/>
                      <a:pt x="43" y="0"/>
                      <a:pt x="95" y="0"/>
                    </a:cubicBezTo>
                    <a:lnTo>
                      <a:pt x="937" y="0"/>
                    </a:lnTo>
                    <a:cubicBezTo>
                      <a:pt x="990" y="0"/>
                      <a:pt x="1033" y="43"/>
                      <a:pt x="1033" y="96"/>
                    </a:cubicBezTo>
                    <a:lnTo>
                      <a:pt x="1033" y="129"/>
                    </a:lnTo>
                    <a:lnTo>
                      <a:pt x="1026" y="129"/>
                    </a:lnTo>
                    <a:lnTo>
                      <a:pt x="1026" y="96"/>
                    </a:lnTo>
                    <a:cubicBezTo>
                      <a:pt x="1026" y="47"/>
                      <a:pt x="986" y="7"/>
                      <a:pt x="937" y="7"/>
                    </a:cubicBezTo>
                    <a:lnTo>
                      <a:pt x="95" y="7"/>
                    </a:lnTo>
                    <a:cubicBezTo>
                      <a:pt x="46" y="7"/>
                      <a:pt x="6" y="47"/>
                      <a:pt x="6" y="96"/>
                    </a:cubicBezTo>
                    <a:lnTo>
                      <a:pt x="6" y="302"/>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
          <p:nvSpPr>
            <p:cNvPr id="827" name="Google Shape;827;p22"/>
            <p:cNvSpPr/>
            <p:nvPr/>
          </p:nvSpPr>
          <p:spPr>
            <a:xfrm flipH="1" rot="-5400000">
              <a:off x="-467821" y="4104134"/>
              <a:ext cx="652200" cy="652200"/>
            </a:xfrm>
            <a:prstGeom prst="roundRect">
              <a:avLst>
                <a:gd fmla="val 3057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828" name="Google Shape;828;p22"/>
          <p:cNvGrpSpPr/>
          <p:nvPr/>
        </p:nvGrpSpPr>
        <p:grpSpPr>
          <a:xfrm>
            <a:off x="-467813" y="-389062"/>
            <a:ext cx="9963094" cy="2257077"/>
            <a:chOff x="-467813" y="-389062"/>
            <a:chExt cx="9963094" cy="2257077"/>
          </a:xfrm>
        </p:grpSpPr>
        <p:sp>
          <p:nvSpPr>
            <p:cNvPr id="829" name="Google Shape;829;p22"/>
            <p:cNvSpPr/>
            <p:nvPr/>
          </p:nvSpPr>
          <p:spPr>
            <a:xfrm>
              <a:off x="-467813" y="917813"/>
              <a:ext cx="807169" cy="807166"/>
            </a:xfrm>
            <a:custGeom>
              <a:rect b="b" l="l" r="r" t="t"/>
              <a:pathLst>
                <a:path extrusionOk="0" h="443" w="443">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830" name="Google Shape;830;p22"/>
            <p:cNvGrpSpPr/>
            <p:nvPr/>
          </p:nvGrpSpPr>
          <p:grpSpPr>
            <a:xfrm>
              <a:off x="431852" y="1589242"/>
              <a:ext cx="278774" cy="278773"/>
              <a:chOff x="2013865" y="139317"/>
              <a:chExt cx="278774" cy="278773"/>
            </a:xfrm>
          </p:grpSpPr>
          <p:sp>
            <p:nvSpPr>
              <p:cNvPr id="831" name="Google Shape;831;p22"/>
              <p:cNvSpPr/>
              <p:nvPr/>
            </p:nvSpPr>
            <p:spPr>
              <a:xfrm>
                <a:off x="2015687" y="139317"/>
                <a:ext cx="275130" cy="276951"/>
              </a:xfrm>
              <a:custGeom>
                <a:rect b="b" l="l" r="r" t="t"/>
                <a:pathLst>
                  <a:path extrusionOk="0" h="152" w="151">
                    <a:moveTo>
                      <a:pt x="85" y="139"/>
                    </a:moveTo>
                    <a:cubicBezTo>
                      <a:pt x="80" y="140"/>
                      <a:pt x="74" y="140"/>
                      <a:pt x="69" y="139"/>
                    </a:cubicBezTo>
                    <a:lnTo>
                      <a:pt x="60" y="152"/>
                    </a:lnTo>
                    <a:lnTo>
                      <a:pt x="36" y="143"/>
                    </a:lnTo>
                    <a:lnTo>
                      <a:pt x="38" y="128"/>
                    </a:lnTo>
                    <a:cubicBezTo>
                      <a:pt x="34" y="124"/>
                      <a:pt x="30" y="120"/>
                      <a:pt x="26" y="116"/>
                    </a:cubicBezTo>
                    <a:lnTo>
                      <a:pt x="11" y="119"/>
                    </a:lnTo>
                    <a:lnTo>
                      <a:pt x="0" y="96"/>
                    </a:lnTo>
                    <a:lnTo>
                      <a:pt x="13" y="86"/>
                    </a:lnTo>
                    <a:cubicBezTo>
                      <a:pt x="12" y="81"/>
                      <a:pt x="12" y="75"/>
                      <a:pt x="13" y="69"/>
                    </a:cubicBezTo>
                    <a:lnTo>
                      <a:pt x="0" y="61"/>
                    </a:lnTo>
                    <a:lnTo>
                      <a:pt x="9" y="37"/>
                    </a:lnTo>
                    <a:lnTo>
                      <a:pt x="24" y="39"/>
                    </a:lnTo>
                    <a:cubicBezTo>
                      <a:pt x="27" y="35"/>
                      <a:pt x="31" y="30"/>
                      <a:pt x="36" y="27"/>
                    </a:cubicBezTo>
                    <a:lnTo>
                      <a:pt x="33" y="12"/>
                    </a:lnTo>
                    <a:lnTo>
                      <a:pt x="56" y="1"/>
                    </a:lnTo>
                    <a:lnTo>
                      <a:pt x="66" y="14"/>
                    </a:lnTo>
                    <a:cubicBezTo>
                      <a:pt x="71" y="13"/>
                      <a:pt x="77" y="13"/>
                      <a:pt x="82" y="13"/>
                    </a:cubicBezTo>
                    <a:lnTo>
                      <a:pt x="91" y="0"/>
                    </a:lnTo>
                    <a:lnTo>
                      <a:pt x="115" y="10"/>
                    </a:lnTo>
                    <a:lnTo>
                      <a:pt x="113" y="25"/>
                    </a:lnTo>
                    <a:cubicBezTo>
                      <a:pt x="117" y="28"/>
                      <a:pt x="121" y="32"/>
                      <a:pt x="125" y="37"/>
                    </a:cubicBezTo>
                    <a:lnTo>
                      <a:pt x="140" y="34"/>
                    </a:lnTo>
                    <a:lnTo>
                      <a:pt x="151" y="57"/>
                    </a:lnTo>
                    <a:lnTo>
                      <a:pt x="138" y="66"/>
                    </a:lnTo>
                    <a:cubicBezTo>
                      <a:pt x="139" y="72"/>
                      <a:pt x="139" y="78"/>
                      <a:pt x="138" y="83"/>
                    </a:cubicBezTo>
                    <a:lnTo>
                      <a:pt x="151" y="92"/>
                    </a:lnTo>
                    <a:lnTo>
                      <a:pt x="142" y="116"/>
                    </a:lnTo>
                    <a:lnTo>
                      <a:pt x="127" y="114"/>
                    </a:lnTo>
                    <a:cubicBezTo>
                      <a:pt x="124" y="118"/>
                      <a:pt x="120" y="122"/>
                      <a:pt x="115" y="126"/>
                    </a:cubicBezTo>
                    <a:lnTo>
                      <a:pt x="118" y="141"/>
                    </a:lnTo>
                    <a:lnTo>
                      <a:pt x="95" y="151"/>
                    </a:lnTo>
                    <a:lnTo>
                      <a:pt x="85" y="139"/>
                    </a:lnTo>
                    <a:moveTo>
                      <a:pt x="86" y="102"/>
                    </a:moveTo>
                    <a:cubicBezTo>
                      <a:pt x="99" y="96"/>
                      <a:pt x="106" y="79"/>
                      <a:pt x="100" y="66"/>
                    </a:cubicBezTo>
                    <a:cubicBezTo>
                      <a:pt x="93" y="52"/>
                      <a:pt x="77" y="45"/>
                      <a:pt x="63" y="52"/>
                    </a:cubicBezTo>
                    <a:cubicBezTo>
                      <a:pt x="49" y="58"/>
                      <a:pt x="43" y="74"/>
                      <a:pt x="49" y="88"/>
                    </a:cubicBezTo>
                    <a:cubicBezTo>
                      <a:pt x="55" y="102"/>
                      <a:pt x="72" y="108"/>
                      <a:pt x="86" y="102"/>
                    </a:cubicBezTo>
                    <a:close/>
                  </a:path>
                </a:pathLst>
              </a:custGeom>
              <a:solidFill>
                <a:schemeClr val="lt2"/>
              </a:solidFill>
              <a:ln>
                <a:noFill/>
              </a:ln>
            </p:spPr>
            <p:txBody>
              <a:bodyPr anchorCtr="1" anchor="ctr" bIns="9700" lIns="90000" spcFirstLastPara="1" rIns="90000" wrap="square" tIns="97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32" name="Google Shape;832;p22"/>
              <p:cNvSpPr/>
              <p:nvPr/>
            </p:nvSpPr>
            <p:spPr>
              <a:xfrm>
                <a:off x="2099501" y="226775"/>
                <a:ext cx="102035" cy="103857"/>
              </a:xfrm>
              <a:custGeom>
                <a:rect b="b" l="l" r="r" t="t"/>
                <a:pathLst>
                  <a:path extrusionOk="0" h="57" w="56">
                    <a:moveTo>
                      <a:pt x="40" y="54"/>
                    </a:moveTo>
                    <a:cubicBezTo>
                      <a:pt x="40" y="54"/>
                      <a:pt x="38" y="55"/>
                      <a:pt x="33" y="56"/>
                    </a:cubicBezTo>
                    <a:cubicBezTo>
                      <a:pt x="29" y="57"/>
                      <a:pt x="22" y="57"/>
                      <a:pt x="15" y="53"/>
                    </a:cubicBezTo>
                    <a:cubicBezTo>
                      <a:pt x="11" y="52"/>
                      <a:pt x="8" y="49"/>
                      <a:pt x="5" y="45"/>
                    </a:cubicBezTo>
                    <a:cubicBezTo>
                      <a:pt x="2" y="41"/>
                      <a:pt x="0" y="36"/>
                      <a:pt x="0" y="31"/>
                    </a:cubicBezTo>
                    <a:cubicBezTo>
                      <a:pt x="0" y="28"/>
                      <a:pt x="0" y="25"/>
                      <a:pt x="1" y="23"/>
                    </a:cubicBezTo>
                    <a:cubicBezTo>
                      <a:pt x="1" y="20"/>
                      <a:pt x="2" y="17"/>
                      <a:pt x="4" y="15"/>
                    </a:cubicBezTo>
                    <a:cubicBezTo>
                      <a:pt x="7" y="10"/>
                      <a:pt x="11" y="5"/>
                      <a:pt x="17" y="3"/>
                    </a:cubicBezTo>
                    <a:cubicBezTo>
                      <a:pt x="22" y="0"/>
                      <a:pt x="29" y="0"/>
                      <a:pt x="34" y="1"/>
                    </a:cubicBezTo>
                    <a:cubicBezTo>
                      <a:pt x="37" y="2"/>
                      <a:pt x="40" y="3"/>
                      <a:pt x="42" y="4"/>
                    </a:cubicBezTo>
                    <a:cubicBezTo>
                      <a:pt x="45" y="5"/>
                      <a:pt x="47" y="7"/>
                      <a:pt x="49" y="9"/>
                    </a:cubicBezTo>
                    <a:cubicBezTo>
                      <a:pt x="53" y="13"/>
                      <a:pt x="55" y="18"/>
                      <a:pt x="56" y="22"/>
                    </a:cubicBezTo>
                    <a:cubicBezTo>
                      <a:pt x="57" y="27"/>
                      <a:pt x="57" y="31"/>
                      <a:pt x="56" y="35"/>
                    </a:cubicBezTo>
                    <a:cubicBezTo>
                      <a:pt x="54" y="43"/>
                      <a:pt x="49" y="48"/>
                      <a:pt x="46" y="51"/>
                    </a:cubicBezTo>
                    <a:cubicBezTo>
                      <a:pt x="42" y="53"/>
                      <a:pt x="40" y="54"/>
                      <a:pt x="40" y="54"/>
                    </a:cubicBezTo>
                    <a:cubicBezTo>
                      <a:pt x="39" y="54"/>
                      <a:pt x="42" y="53"/>
                      <a:pt x="45" y="50"/>
                    </a:cubicBezTo>
                    <a:cubicBezTo>
                      <a:pt x="48" y="48"/>
                      <a:pt x="53" y="43"/>
                      <a:pt x="55" y="35"/>
                    </a:cubicBezTo>
                    <a:cubicBezTo>
                      <a:pt x="55" y="31"/>
                      <a:pt x="56" y="27"/>
                      <a:pt x="55" y="23"/>
                    </a:cubicBezTo>
                    <a:cubicBezTo>
                      <a:pt x="53" y="18"/>
                      <a:pt x="51" y="14"/>
                      <a:pt x="48" y="10"/>
                    </a:cubicBezTo>
                    <a:cubicBezTo>
                      <a:pt x="46" y="8"/>
                      <a:pt x="44" y="7"/>
                      <a:pt x="42" y="6"/>
                    </a:cubicBezTo>
                    <a:cubicBezTo>
                      <a:pt x="39" y="4"/>
                      <a:pt x="37" y="3"/>
                      <a:pt x="34" y="3"/>
                    </a:cubicBezTo>
                    <a:cubicBezTo>
                      <a:pt x="29" y="1"/>
                      <a:pt x="23" y="2"/>
                      <a:pt x="17" y="4"/>
                    </a:cubicBezTo>
                    <a:cubicBezTo>
                      <a:pt x="12" y="7"/>
                      <a:pt x="8" y="11"/>
                      <a:pt x="5" y="16"/>
                    </a:cubicBezTo>
                    <a:cubicBezTo>
                      <a:pt x="4" y="18"/>
                      <a:pt x="3" y="20"/>
                      <a:pt x="2" y="23"/>
                    </a:cubicBezTo>
                    <a:cubicBezTo>
                      <a:pt x="2" y="26"/>
                      <a:pt x="1" y="28"/>
                      <a:pt x="2" y="31"/>
                    </a:cubicBezTo>
                    <a:cubicBezTo>
                      <a:pt x="2" y="36"/>
                      <a:pt x="4" y="40"/>
                      <a:pt x="6" y="44"/>
                    </a:cubicBezTo>
                    <a:cubicBezTo>
                      <a:pt x="9" y="48"/>
                      <a:pt x="12" y="51"/>
                      <a:pt x="15" y="53"/>
                    </a:cubicBezTo>
                    <a:cubicBezTo>
                      <a:pt x="22" y="56"/>
                      <a:pt x="29" y="56"/>
                      <a:pt x="33" y="56"/>
                    </a:cubicBezTo>
                    <a:cubicBezTo>
                      <a:pt x="37" y="55"/>
                      <a:pt x="40" y="54"/>
                      <a:pt x="40" y="54"/>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33" name="Google Shape;833;p22"/>
              <p:cNvSpPr/>
              <p:nvPr/>
            </p:nvSpPr>
            <p:spPr>
              <a:xfrm>
                <a:off x="2013865" y="139317"/>
                <a:ext cx="278774" cy="278773"/>
              </a:xfrm>
              <a:custGeom>
                <a:rect b="b" l="l" r="r" t="t"/>
                <a:pathLst>
                  <a:path extrusionOk="0" h="153" w="153">
                    <a:moveTo>
                      <a:pt x="86" y="139"/>
                    </a:moveTo>
                    <a:cubicBezTo>
                      <a:pt x="86" y="139"/>
                      <a:pt x="87" y="139"/>
                      <a:pt x="87" y="140"/>
                    </a:cubicBezTo>
                    <a:lnTo>
                      <a:pt x="89" y="142"/>
                    </a:lnTo>
                    <a:cubicBezTo>
                      <a:pt x="90" y="144"/>
                      <a:pt x="93" y="147"/>
                      <a:pt x="96" y="151"/>
                    </a:cubicBezTo>
                    <a:lnTo>
                      <a:pt x="96" y="151"/>
                    </a:lnTo>
                    <a:cubicBezTo>
                      <a:pt x="102" y="148"/>
                      <a:pt x="109" y="145"/>
                      <a:pt x="119" y="141"/>
                    </a:cubicBezTo>
                    <a:lnTo>
                      <a:pt x="119" y="141"/>
                    </a:lnTo>
                    <a:cubicBezTo>
                      <a:pt x="118" y="136"/>
                      <a:pt x="117" y="131"/>
                      <a:pt x="116" y="126"/>
                    </a:cubicBezTo>
                    <a:lnTo>
                      <a:pt x="116" y="125"/>
                    </a:lnTo>
                    <a:lnTo>
                      <a:pt x="116" y="125"/>
                    </a:lnTo>
                    <a:cubicBezTo>
                      <a:pt x="120" y="122"/>
                      <a:pt x="124" y="118"/>
                      <a:pt x="127" y="113"/>
                    </a:cubicBezTo>
                    <a:lnTo>
                      <a:pt x="128" y="113"/>
                    </a:lnTo>
                    <a:lnTo>
                      <a:pt x="128" y="113"/>
                    </a:lnTo>
                    <a:cubicBezTo>
                      <a:pt x="133" y="114"/>
                      <a:pt x="138" y="114"/>
                      <a:pt x="143" y="115"/>
                    </a:cubicBezTo>
                    <a:lnTo>
                      <a:pt x="143" y="116"/>
                    </a:lnTo>
                    <a:cubicBezTo>
                      <a:pt x="146" y="108"/>
                      <a:pt x="149" y="100"/>
                      <a:pt x="152" y="92"/>
                    </a:cubicBezTo>
                    <a:lnTo>
                      <a:pt x="152" y="92"/>
                    </a:lnTo>
                    <a:cubicBezTo>
                      <a:pt x="148" y="90"/>
                      <a:pt x="144" y="87"/>
                      <a:pt x="139" y="84"/>
                    </a:cubicBezTo>
                    <a:lnTo>
                      <a:pt x="139" y="83"/>
                    </a:lnTo>
                    <a:lnTo>
                      <a:pt x="139" y="83"/>
                    </a:lnTo>
                    <a:cubicBezTo>
                      <a:pt x="139" y="78"/>
                      <a:pt x="139" y="72"/>
                      <a:pt x="138" y="67"/>
                    </a:cubicBezTo>
                    <a:lnTo>
                      <a:pt x="138" y="66"/>
                    </a:lnTo>
                    <a:lnTo>
                      <a:pt x="139" y="66"/>
                    </a:lnTo>
                    <a:cubicBezTo>
                      <a:pt x="143" y="63"/>
                      <a:pt x="147" y="60"/>
                      <a:pt x="151" y="57"/>
                    </a:cubicBezTo>
                    <a:lnTo>
                      <a:pt x="151" y="57"/>
                    </a:lnTo>
                    <a:cubicBezTo>
                      <a:pt x="148" y="50"/>
                      <a:pt x="144" y="42"/>
                      <a:pt x="141" y="34"/>
                    </a:cubicBezTo>
                    <a:lnTo>
                      <a:pt x="141" y="34"/>
                    </a:lnTo>
                    <a:cubicBezTo>
                      <a:pt x="137" y="35"/>
                      <a:pt x="131" y="36"/>
                      <a:pt x="126" y="37"/>
                    </a:cubicBezTo>
                    <a:lnTo>
                      <a:pt x="126" y="37"/>
                    </a:lnTo>
                    <a:lnTo>
                      <a:pt x="125" y="37"/>
                    </a:lnTo>
                    <a:cubicBezTo>
                      <a:pt x="122" y="33"/>
                      <a:pt x="118" y="29"/>
                      <a:pt x="113" y="26"/>
                    </a:cubicBezTo>
                    <a:lnTo>
                      <a:pt x="113" y="26"/>
                    </a:lnTo>
                    <a:lnTo>
                      <a:pt x="113" y="25"/>
                    </a:lnTo>
                    <a:cubicBezTo>
                      <a:pt x="114" y="20"/>
                      <a:pt x="115" y="15"/>
                      <a:pt x="115" y="10"/>
                    </a:cubicBezTo>
                    <a:lnTo>
                      <a:pt x="116" y="11"/>
                    </a:lnTo>
                    <a:cubicBezTo>
                      <a:pt x="108" y="8"/>
                      <a:pt x="100" y="4"/>
                      <a:pt x="92" y="1"/>
                    </a:cubicBezTo>
                    <a:lnTo>
                      <a:pt x="93" y="1"/>
                    </a:lnTo>
                    <a:cubicBezTo>
                      <a:pt x="90" y="5"/>
                      <a:pt x="87" y="9"/>
                      <a:pt x="84" y="14"/>
                    </a:cubicBezTo>
                    <a:lnTo>
                      <a:pt x="84" y="14"/>
                    </a:lnTo>
                    <a:lnTo>
                      <a:pt x="83" y="14"/>
                    </a:lnTo>
                    <a:cubicBezTo>
                      <a:pt x="78" y="14"/>
                      <a:pt x="72" y="14"/>
                      <a:pt x="67" y="15"/>
                    </a:cubicBezTo>
                    <a:lnTo>
                      <a:pt x="67" y="15"/>
                    </a:lnTo>
                    <a:cubicBezTo>
                      <a:pt x="66" y="14"/>
                      <a:pt x="68" y="15"/>
                      <a:pt x="66" y="14"/>
                    </a:cubicBezTo>
                    <a:lnTo>
                      <a:pt x="66" y="14"/>
                    </a:lnTo>
                    <a:lnTo>
                      <a:pt x="66" y="14"/>
                    </a:lnTo>
                    <a:lnTo>
                      <a:pt x="66" y="14"/>
                    </a:lnTo>
                    <a:lnTo>
                      <a:pt x="65" y="14"/>
                    </a:lnTo>
                    <a:lnTo>
                      <a:pt x="65" y="13"/>
                    </a:lnTo>
                    <a:lnTo>
                      <a:pt x="64" y="11"/>
                    </a:lnTo>
                    <a:lnTo>
                      <a:pt x="61" y="8"/>
                    </a:lnTo>
                    <a:cubicBezTo>
                      <a:pt x="60" y="6"/>
                      <a:pt x="58" y="4"/>
                      <a:pt x="57" y="2"/>
                    </a:cubicBezTo>
                    <a:lnTo>
                      <a:pt x="58" y="2"/>
                    </a:lnTo>
                    <a:cubicBezTo>
                      <a:pt x="50" y="6"/>
                      <a:pt x="42" y="9"/>
                      <a:pt x="34" y="13"/>
                    </a:cubicBezTo>
                    <a:lnTo>
                      <a:pt x="35" y="12"/>
                    </a:lnTo>
                    <a:cubicBezTo>
                      <a:pt x="36" y="17"/>
                      <a:pt x="37" y="22"/>
                      <a:pt x="38" y="27"/>
                    </a:cubicBezTo>
                    <a:lnTo>
                      <a:pt x="38" y="27"/>
                    </a:lnTo>
                    <a:lnTo>
                      <a:pt x="37" y="28"/>
                    </a:lnTo>
                    <a:cubicBezTo>
                      <a:pt x="33" y="31"/>
                      <a:pt x="29" y="35"/>
                      <a:pt x="26" y="40"/>
                    </a:cubicBezTo>
                    <a:lnTo>
                      <a:pt x="26" y="40"/>
                    </a:lnTo>
                    <a:lnTo>
                      <a:pt x="25" y="40"/>
                    </a:lnTo>
                    <a:cubicBezTo>
                      <a:pt x="20" y="39"/>
                      <a:pt x="15" y="39"/>
                      <a:pt x="10" y="38"/>
                    </a:cubicBezTo>
                    <a:lnTo>
                      <a:pt x="11" y="37"/>
                    </a:lnTo>
                    <a:cubicBezTo>
                      <a:pt x="8" y="46"/>
                      <a:pt x="4" y="53"/>
                      <a:pt x="1" y="61"/>
                    </a:cubicBezTo>
                    <a:lnTo>
                      <a:pt x="1" y="60"/>
                    </a:lnTo>
                    <a:cubicBezTo>
                      <a:pt x="6" y="63"/>
                      <a:pt x="10" y="66"/>
                      <a:pt x="14" y="69"/>
                    </a:cubicBezTo>
                    <a:lnTo>
                      <a:pt x="14" y="69"/>
                    </a:lnTo>
                    <a:lnTo>
                      <a:pt x="14" y="70"/>
                    </a:lnTo>
                    <a:cubicBezTo>
                      <a:pt x="14" y="75"/>
                      <a:pt x="14" y="81"/>
                      <a:pt x="15" y="86"/>
                    </a:cubicBezTo>
                    <a:lnTo>
                      <a:pt x="15" y="87"/>
                    </a:lnTo>
                    <a:lnTo>
                      <a:pt x="14" y="87"/>
                    </a:lnTo>
                    <a:cubicBezTo>
                      <a:pt x="10" y="90"/>
                      <a:pt x="6" y="93"/>
                      <a:pt x="2" y="96"/>
                    </a:cubicBezTo>
                    <a:lnTo>
                      <a:pt x="2" y="96"/>
                    </a:lnTo>
                    <a:cubicBezTo>
                      <a:pt x="6" y="104"/>
                      <a:pt x="9" y="112"/>
                      <a:pt x="13" y="119"/>
                    </a:cubicBezTo>
                    <a:lnTo>
                      <a:pt x="12" y="119"/>
                    </a:lnTo>
                    <a:cubicBezTo>
                      <a:pt x="17" y="118"/>
                      <a:pt x="22" y="117"/>
                      <a:pt x="27" y="116"/>
                    </a:cubicBezTo>
                    <a:lnTo>
                      <a:pt x="27" y="116"/>
                    </a:lnTo>
                    <a:lnTo>
                      <a:pt x="28" y="116"/>
                    </a:lnTo>
                    <a:cubicBezTo>
                      <a:pt x="31" y="121"/>
                      <a:pt x="35" y="124"/>
                      <a:pt x="40" y="127"/>
                    </a:cubicBezTo>
                    <a:lnTo>
                      <a:pt x="40" y="128"/>
                    </a:lnTo>
                    <a:lnTo>
                      <a:pt x="40" y="128"/>
                    </a:lnTo>
                    <a:cubicBezTo>
                      <a:pt x="39" y="134"/>
                      <a:pt x="38" y="139"/>
                      <a:pt x="38" y="143"/>
                    </a:cubicBezTo>
                    <a:lnTo>
                      <a:pt x="37" y="143"/>
                    </a:lnTo>
                    <a:cubicBezTo>
                      <a:pt x="47" y="146"/>
                      <a:pt x="55" y="150"/>
                      <a:pt x="61" y="152"/>
                    </a:cubicBezTo>
                    <a:lnTo>
                      <a:pt x="61" y="152"/>
                    </a:lnTo>
                    <a:cubicBezTo>
                      <a:pt x="64" y="147"/>
                      <a:pt x="67" y="143"/>
                      <a:pt x="70" y="139"/>
                    </a:cubicBezTo>
                    <a:lnTo>
                      <a:pt x="70" y="139"/>
                    </a:lnTo>
                    <a:lnTo>
                      <a:pt x="70" y="139"/>
                    </a:lnTo>
                    <a:cubicBezTo>
                      <a:pt x="75" y="140"/>
                      <a:pt x="80" y="140"/>
                      <a:pt x="82" y="140"/>
                    </a:cubicBezTo>
                    <a:lnTo>
                      <a:pt x="85" y="139"/>
                    </a:lnTo>
                    <a:cubicBezTo>
                      <a:pt x="86" y="139"/>
                      <a:pt x="87" y="139"/>
                      <a:pt x="87" y="139"/>
                    </a:cubicBezTo>
                    <a:cubicBezTo>
                      <a:pt x="87" y="139"/>
                      <a:pt x="85" y="138"/>
                      <a:pt x="85" y="139"/>
                    </a:cubicBezTo>
                    <a:cubicBezTo>
                      <a:pt x="84" y="140"/>
                      <a:pt x="84" y="140"/>
                      <a:pt x="82" y="140"/>
                    </a:cubicBezTo>
                    <a:cubicBezTo>
                      <a:pt x="80" y="140"/>
                      <a:pt x="75" y="140"/>
                      <a:pt x="70" y="140"/>
                    </a:cubicBezTo>
                    <a:lnTo>
                      <a:pt x="70" y="140"/>
                    </a:lnTo>
                    <a:cubicBezTo>
                      <a:pt x="68" y="143"/>
                      <a:pt x="65" y="148"/>
                      <a:pt x="61" y="153"/>
                    </a:cubicBezTo>
                    <a:lnTo>
                      <a:pt x="61" y="153"/>
                    </a:lnTo>
                    <a:lnTo>
                      <a:pt x="61" y="153"/>
                    </a:lnTo>
                    <a:cubicBezTo>
                      <a:pt x="54" y="150"/>
                      <a:pt x="46" y="147"/>
                      <a:pt x="37" y="144"/>
                    </a:cubicBezTo>
                    <a:lnTo>
                      <a:pt x="37" y="144"/>
                    </a:lnTo>
                    <a:lnTo>
                      <a:pt x="37" y="143"/>
                    </a:lnTo>
                    <a:cubicBezTo>
                      <a:pt x="37" y="138"/>
                      <a:pt x="38" y="133"/>
                      <a:pt x="39" y="128"/>
                    </a:cubicBezTo>
                    <a:lnTo>
                      <a:pt x="39" y="128"/>
                    </a:lnTo>
                    <a:cubicBezTo>
                      <a:pt x="35" y="125"/>
                      <a:pt x="31" y="121"/>
                      <a:pt x="27" y="117"/>
                    </a:cubicBezTo>
                    <a:lnTo>
                      <a:pt x="27" y="117"/>
                    </a:lnTo>
                    <a:cubicBezTo>
                      <a:pt x="23" y="118"/>
                      <a:pt x="17" y="119"/>
                      <a:pt x="12" y="120"/>
                    </a:cubicBezTo>
                    <a:lnTo>
                      <a:pt x="12" y="120"/>
                    </a:lnTo>
                    <a:lnTo>
                      <a:pt x="11" y="120"/>
                    </a:lnTo>
                    <a:cubicBezTo>
                      <a:pt x="8" y="112"/>
                      <a:pt x="5" y="104"/>
                      <a:pt x="1" y="96"/>
                    </a:cubicBezTo>
                    <a:lnTo>
                      <a:pt x="1" y="96"/>
                    </a:lnTo>
                    <a:lnTo>
                      <a:pt x="1" y="95"/>
                    </a:lnTo>
                    <a:cubicBezTo>
                      <a:pt x="5" y="92"/>
                      <a:pt x="9" y="89"/>
                      <a:pt x="14" y="86"/>
                    </a:cubicBezTo>
                    <a:lnTo>
                      <a:pt x="13" y="87"/>
                    </a:lnTo>
                    <a:cubicBezTo>
                      <a:pt x="12" y="81"/>
                      <a:pt x="12" y="76"/>
                      <a:pt x="13" y="70"/>
                    </a:cubicBezTo>
                    <a:lnTo>
                      <a:pt x="13" y="70"/>
                    </a:lnTo>
                    <a:cubicBezTo>
                      <a:pt x="9" y="68"/>
                      <a:pt x="5" y="65"/>
                      <a:pt x="0" y="62"/>
                    </a:cubicBezTo>
                    <a:lnTo>
                      <a:pt x="0" y="61"/>
                    </a:lnTo>
                    <a:lnTo>
                      <a:pt x="0" y="61"/>
                    </a:lnTo>
                    <a:cubicBezTo>
                      <a:pt x="3" y="53"/>
                      <a:pt x="6" y="45"/>
                      <a:pt x="9" y="37"/>
                    </a:cubicBezTo>
                    <a:lnTo>
                      <a:pt x="10" y="36"/>
                    </a:lnTo>
                    <a:lnTo>
                      <a:pt x="10" y="36"/>
                    </a:lnTo>
                    <a:cubicBezTo>
                      <a:pt x="15" y="37"/>
                      <a:pt x="20" y="38"/>
                      <a:pt x="25" y="39"/>
                    </a:cubicBezTo>
                    <a:lnTo>
                      <a:pt x="25" y="39"/>
                    </a:lnTo>
                    <a:cubicBezTo>
                      <a:pt x="28" y="34"/>
                      <a:pt x="32" y="30"/>
                      <a:pt x="36" y="27"/>
                    </a:cubicBezTo>
                    <a:lnTo>
                      <a:pt x="36" y="27"/>
                    </a:lnTo>
                    <a:cubicBezTo>
                      <a:pt x="35" y="22"/>
                      <a:pt x="34" y="17"/>
                      <a:pt x="33" y="12"/>
                    </a:cubicBezTo>
                    <a:lnTo>
                      <a:pt x="33" y="12"/>
                    </a:lnTo>
                    <a:lnTo>
                      <a:pt x="34" y="11"/>
                    </a:lnTo>
                    <a:cubicBezTo>
                      <a:pt x="41" y="8"/>
                      <a:pt x="49" y="4"/>
                      <a:pt x="57" y="1"/>
                    </a:cubicBezTo>
                    <a:lnTo>
                      <a:pt x="58" y="1"/>
                    </a:lnTo>
                    <a:lnTo>
                      <a:pt x="58" y="1"/>
                    </a:lnTo>
                    <a:lnTo>
                      <a:pt x="63" y="7"/>
                    </a:lnTo>
                    <a:lnTo>
                      <a:pt x="65" y="11"/>
                    </a:lnTo>
                    <a:lnTo>
                      <a:pt x="66" y="12"/>
                    </a:lnTo>
                    <a:lnTo>
                      <a:pt x="67" y="13"/>
                    </a:lnTo>
                    <a:lnTo>
                      <a:pt x="67" y="13"/>
                    </a:lnTo>
                    <a:lnTo>
                      <a:pt x="67" y="13"/>
                    </a:lnTo>
                    <a:lnTo>
                      <a:pt x="67" y="14"/>
                    </a:lnTo>
                    <a:lnTo>
                      <a:pt x="67" y="14"/>
                    </a:lnTo>
                    <a:cubicBezTo>
                      <a:pt x="66" y="13"/>
                      <a:pt x="67" y="14"/>
                      <a:pt x="67" y="13"/>
                    </a:cubicBezTo>
                    <a:lnTo>
                      <a:pt x="67" y="13"/>
                    </a:lnTo>
                    <a:cubicBezTo>
                      <a:pt x="72" y="12"/>
                      <a:pt x="78" y="12"/>
                      <a:pt x="84" y="13"/>
                    </a:cubicBezTo>
                    <a:lnTo>
                      <a:pt x="83" y="13"/>
                    </a:lnTo>
                    <a:cubicBezTo>
                      <a:pt x="86" y="9"/>
                      <a:pt x="89" y="4"/>
                      <a:pt x="91" y="0"/>
                    </a:cubicBezTo>
                    <a:lnTo>
                      <a:pt x="92" y="0"/>
                    </a:lnTo>
                    <a:lnTo>
                      <a:pt x="92" y="0"/>
                    </a:lnTo>
                    <a:cubicBezTo>
                      <a:pt x="101" y="3"/>
                      <a:pt x="109" y="6"/>
                      <a:pt x="116" y="9"/>
                    </a:cubicBezTo>
                    <a:lnTo>
                      <a:pt x="117" y="10"/>
                    </a:lnTo>
                    <a:lnTo>
                      <a:pt x="117" y="10"/>
                    </a:lnTo>
                    <a:cubicBezTo>
                      <a:pt x="116" y="15"/>
                      <a:pt x="115" y="21"/>
                      <a:pt x="115" y="25"/>
                    </a:cubicBezTo>
                    <a:lnTo>
                      <a:pt x="114" y="25"/>
                    </a:lnTo>
                    <a:cubicBezTo>
                      <a:pt x="119" y="28"/>
                      <a:pt x="123" y="32"/>
                      <a:pt x="127" y="36"/>
                    </a:cubicBezTo>
                    <a:lnTo>
                      <a:pt x="126" y="36"/>
                    </a:lnTo>
                    <a:cubicBezTo>
                      <a:pt x="131" y="35"/>
                      <a:pt x="136" y="34"/>
                      <a:pt x="141" y="33"/>
                    </a:cubicBezTo>
                    <a:lnTo>
                      <a:pt x="142" y="33"/>
                    </a:lnTo>
                    <a:lnTo>
                      <a:pt x="142" y="34"/>
                    </a:lnTo>
                    <a:cubicBezTo>
                      <a:pt x="146" y="42"/>
                      <a:pt x="149" y="50"/>
                      <a:pt x="152" y="57"/>
                    </a:cubicBezTo>
                    <a:lnTo>
                      <a:pt x="153" y="58"/>
                    </a:lnTo>
                    <a:lnTo>
                      <a:pt x="152" y="58"/>
                    </a:lnTo>
                    <a:cubicBezTo>
                      <a:pt x="148" y="61"/>
                      <a:pt x="144" y="64"/>
                      <a:pt x="140" y="67"/>
                    </a:cubicBezTo>
                    <a:lnTo>
                      <a:pt x="140" y="67"/>
                    </a:lnTo>
                    <a:cubicBezTo>
                      <a:pt x="141" y="72"/>
                      <a:pt x="141" y="78"/>
                      <a:pt x="140" y="84"/>
                    </a:cubicBezTo>
                    <a:lnTo>
                      <a:pt x="140" y="83"/>
                    </a:lnTo>
                    <a:cubicBezTo>
                      <a:pt x="145" y="86"/>
                      <a:pt x="149" y="89"/>
                      <a:pt x="153" y="92"/>
                    </a:cubicBezTo>
                    <a:lnTo>
                      <a:pt x="153" y="92"/>
                    </a:lnTo>
                    <a:lnTo>
                      <a:pt x="153" y="92"/>
                    </a:lnTo>
                    <a:cubicBezTo>
                      <a:pt x="150" y="101"/>
                      <a:pt x="147" y="109"/>
                      <a:pt x="144" y="116"/>
                    </a:cubicBezTo>
                    <a:lnTo>
                      <a:pt x="144" y="117"/>
                    </a:lnTo>
                    <a:lnTo>
                      <a:pt x="143" y="117"/>
                    </a:lnTo>
                    <a:cubicBezTo>
                      <a:pt x="138" y="116"/>
                      <a:pt x="133" y="115"/>
                      <a:pt x="128" y="114"/>
                    </a:cubicBezTo>
                    <a:lnTo>
                      <a:pt x="128" y="114"/>
                    </a:lnTo>
                    <a:cubicBezTo>
                      <a:pt x="125" y="119"/>
                      <a:pt x="121" y="123"/>
                      <a:pt x="117" y="126"/>
                    </a:cubicBezTo>
                    <a:lnTo>
                      <a:pt x="117" y="126"/>
                    </a:lnTo>
                    <a:cubicBezTo>
                      <a:pt x="118" y="132"/>
                      <a:pt x="119" y="137"/>
                      <a:pt x="120" y="141"/>
                    </a:cubicBezTo>
                    <a:lnTo>
                      <a:pt x="120" y="142"/>
                    </a:lnTo>
                    <a:lnTo>
                      <a:pt x="120" y="142"/>
                    </a:lnTo>
                    <a:cubicBezTo>
                      <a:pt x="110" y="146"/>
                      <a:pt x="102" y="149"/>
                      <a:pt x="96" y="152"/>
                    </a:cubicBezTo>
                    <a:lnTo>
                      <a:pt x="96" y="152"/>
                    </a:lnTo>
                    <a:cubicBezTo>
                      <a:pt x="93" y="148"/>
                      <a:pt x="90" y="145"/>
                      <a:pt x="89" y="143"/>
                    </a:cubicBezTo>
                    <a:lnTo>
                      <a:pt x="87" y="140"/>
                    </a:lnTo>
                    <a:lnTo>
                      <a:pt x="87" y="139"/>
                    </a:lnTo>
                    <a:lnTo>
                      <a:pt x="86" y="139"/>
                    </a:lnTo>
                    <a:close/>
                  </a:path>
                </a:pathLst>
              </a:custGeom>
              <a:solidFill>
                <a:schemeClr val="dk1"/>
              </a:solidFill>
              <a:ln>
                <a:noFill/>
              </a:ln>
            </p:spPr>
            <p:txBody>
              <a:bodyPr anchorCtr="1" anchor="ctr" bIns="10075" lIns="90000" spcFirstLastPara="1" rIns="90000" wrap="square" tIns="100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834" name="Google Shape;834;p22"/>
            <p:cNvSpPr/>
            <p:nvPr/>
          </p:nvSpPr>
          <p:spPr>
            <a:xfrm>
              <a:off x="8688112" y="-389062"/>
              <a:ext cx="807169" cy="807166"/>
            </a:xfrm>
            <a:custGeom>
              <a:rect b="b" l="l" r="r" t="t"/>
              <a:pathLst>
                <a:path extrusionOk="0" h="443" w="443">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835" name="Google Shape;835;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000"/>
              <a:buFont typeface="Roboto Medium"/>
              <a:buNone/>
              <a:defRPr sz="3000">
                <a:solidFill>
                  <a:schemeClr val="dk1"/>
                </a:solidFill>
                <a:latin typeface="Roboto Medium"/>
                <a:ea typeface="Roboto Medium"/>
                <a:cs typeface="Roboto Medium"/>
                <a:sym typeface="Roboto Medium"/>
              </a:defRPr>
            </a:lvl1pPr>
            <a:lvl2pPr lvl="1" rtl="0" algn="ctr">
              <a:spcBef>
                <a:spcPts val="0"/>
              </a:spcBef>
              <a:spcAft>
                <a:spcPts val="0"/>
              </a:spcAft>
              <a:buClr>
                <a:schemeClr val="dk1"/>
              </a:buClr>
              <a:buSzPts val="3000"/>
              <a:buFont typeface="Roboto Medium"/>
              <a:buNone/>
              <a:defRPr sz="3000">
                <a:solidFill>
                  <a:schemeClr val="dk1"/>
                </a:solidFill>
                <a:latin typeface="Roboto Medium"/>
                <a:ea typeface="Roboto Medium"/>
                <a:cs typeface="Roboto Medium"/>
                <a:sym typeface="Roboto Medium"/>
              </a:defRPr>
            </a:lvl2pPr>
            <a:lvl3pPr lvl="2" rtl="0" algn="ctr">
              <a:spcBef>
                <a:spcPts val="0"/>
              </a:spcBef>
              <a:spcAft>
                <a:spcPts val="0"/>
              </a:spcAft>
              <a:buClr>
                <a:schemeClr val="dk1"/>
              </a:buClr>
              <a:buSzPts val="3000"/>
              <a:buFont typeface="Roboto Medium"/>
              <a:buNone/>
              <a:defRPr sz="3000">
                <a:solidFill>
                  <a:schemeClr val="dk1"/>
                </a:solidFill>
                <a:latin typeface="Roboto Medium"/>
                <a:ea typeface="Roboto Medium"/>
                <a:cs typeface="Roboto Medium"/>
                <a:sym typeface="Roboto Medium"/>
              </a:defRPr>
            </a:lvl3pPr>
            <a:lvl4pPr lvl="3" rtl="0" algn="ctr">
              <a:spcBef>
                <a:spcPts val="0"/>
              </a:spcBef>
              <a:spcAft>
                <a:spcPts val="0"/>
              </a:spcAft>
              <a:buClr>
                <a:schemeClr val="dk1"/>
              </a:buClr>
              <a:buSzPts val="3000"/>
              <a:buFont typeface="Roboto Medium"/>
              <a:buNone/>
              <a:defRPr sz="3000">
                <a:solidFill>
                  <a:schemeClr val="dk1"/>
                </a:solidFill>
                <a:latin typeface="Roboto Medium"/>
                <a:ea typeface="Roboto Medium"/>
                <a:cs typeface="Roboto Medium"/>
                <a:sym typeface="Roboto Medium"/>
              </a:defRPr>
            </a:lvl4pPr>
            <a:lvl5pPr lvl="4" rtl="0" algn="ctr">
              <a:spcBef>
                <a:spcPts val="0"/>
              </a:spcBef>
              <a:spcAft>
                <a:spcPts val="0"/>
              </a:spcAft>
              <a:buClr>
                <a:schemeClr val="dk1"/>
              </a:buClr>
              <a:buSzPts val="3000"/>
              <a:buFont typeface="Roboto Medium"/>
              <a:buNone/>
              <a:defRPr sz="3000">
                <a:solidFill>
                  <a:schemeClr val="dk1"/>
                </a:solidFill>
                <a:latin typeface="Roboto Medium"/>
                <a:ea typeface="Roboto Medium"/>
                <a:cs typeface="Roboto Medium"/>
                <a:sym typeface="Roboto Medium"/>
              </a:defRPr>
            </a:lvl5pPr>
            <a:lvl6pPr lvl="5" rtl="0" algn="ctr">
              <a:spcBef>
                <a:spcPts val="0"/>
              </a:spcBef>
              <a:spcAft>
                <a:spcPts val="0"/>
              </a:spcAft>
              <a:buClr>
                <a:schemeClr val="dk1"/>
              </a:buClr>
              <a:buSzPts val="3000"/>
              <a:buFont typeface="Roboto Medium"/>
              <a:buNone/>
              <a:defRPr sz="3000">
                <a:solidFill>
                  <a:schemeClr val="dk1"/>
                </a:solidFill>
                <a:latin typeface="Roboto Medium"/>
                <a:ea typeface="Roboto Medium"/>
                <a:cs typeface="Roboto Medium"/>
                <a:sym typeface="Roboto Medium"/>
              </a:defRPr>
            </a:lvl6pPr>
            <a:lvl7pPr lvl="6" rtl="0" algn="ctr">
              <a:spcBef>
                <a:spcPts val="0"/>
              </a:spcBef>
              <a:spcAft>
                <a:spcPts val="0"/>
              </a:spcAft>
              <a:buClr>
                <a:schemeClr val="dk1"/>
              </a:buClr>
              <a:buSzPts val="3000"/>
              <a:buFont typeface="Roboto Medium"/>
              <a:buNone/>
              <a:defRPr sz="3000">
                <a:solidFill>
                  <a:schemeClr val="dk1"/>
                </a:solidFill>
                <a:latin typeface="Roboto Medium"/>
                <a:ea typeface="Roboto Medium"/>
                <a:cs typeface="Roboto Medium"/>
                <a:sym typeface="Roboto Medium"/>
              </a:defRPr>
            </a:lvl7pPr>
            <a:lvl8pPr lvl="7" rtl="0" algn="ctr">
              <a:spcBef>
                <a:spcPts val="0"/>
              </a:spcBef>
              <a:spcAft>
                <a:spcPts val="0"/>
              </a:spcAft>
              <a:buClr>
                <a:schemeClr val="dk1"/>
              </a:buClr>
              <a:buSzPts val="3000"/>
              <a:buFont typeface="Roboto Medium"/>
              <a:buNone/>
              <a:defRPr sz="3000">
                <a:solidFill>
                  <a:schemeClr val="dk1"/>
                </a:solidFill>
                <a:latin typeface="Roboto Medium"/>
                <a:ea typeface="Roboto Medium"/>
                <a:cs typeface="Roboto Medium"/>
                <a:sym typeface="Roboto Medium"/>
              </a:defRPr>
            </a:lvl8pPr>
            <a:lvl9pPr lvl="8" rtl="0" algn="ctr">
              <a:spcBef>
                <a:spcPts val="0"/>
              </a:spcBef>
              <a:spcAft>
                <a:spcPts val="0"/>
              </a:spcAft>
              <a:buClr>
                <a:schemeClr val="dk1"/>
              </a:buClr>
              <a:buSzPts val="3000"/>
              <a:buFont typeface="Roboto Medium"/>
              <a:buNone/>
              <a:defRPr sz="3000">
                <a:solidFill>
                  <a:schemeClr val="dk1"/>
                </a:solidFill>
                <a:latin typeface="Roboto Medium"/>
                <a:ea typeface="Roboto Medium"/>
                <a:cs typeface="Roboto Medium"/>
                <a:sym typeface="Roboto Medium"/>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indent="-304800" lvl="1" marL="914400" rtl="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indent="-304800" lvl="2" marL="1371600" rtl="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indent="-304800" lvl="3" marL="1828800" rtl="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indent="-304800" lvl="4" marL="2286000" rtl="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indent="-304800" lvl="5" marL="2743200" rtl="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indent="-304800" lvl="6" marL="3200400" rtl="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indent="-304800" lvl="7" marL="3657600" rtl="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indent="-304800" lvl="8" marL="4114800" rtl="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Roboto"/>
                <a:ea typeface="Roboto"/>
                <a:cs typeface="Roboto"/>
                <a:sym typeface="Roboto"/>
              </a:defRPr>
            </a:lvl1pPr>
            <a:lvl2pPr lvl="1" algn="r">
              <a:buNone/>
              <a:defRPr sz="1300">
                <a:solidFill>
                  <a:schemeClr val="dk1"/>
                </a:solidFill>
                <a:latin typeface="Roboto"/>
                <a:ea typeface="Roboto"/>
                <a:cs typeface="Roboto"/>
                <a:sym typeface="Roboto"/>
              </a:defRPr>
            </a:lvl2pPr>
            <a:lvl3pPr lvl="2" algn="r">
              <a:buNone/>
              <a:defRPr sz="1300">
                <a:solidFill>
                  <a:schemeClr val="dk1"/>
                </a:solidFill>
                <a:latin typeface="Roboto"/>
                <a:ea typeface="Roboto"/>
                <a:cs typeface="Roboto"/>
                <a:sym typeface="Roboto"/>
              </a:defRPr>
            </a:lvl3pPr>
            <a:lvl4pPr lvl="3" algn="r">
              <a:buNone/>
              <a:defRPr sz="1300">
                <a:solidFill>
                  <a:schemeClr val="dk1"/>
                </a:solidFill>
                <a:latin typeface="Roboto"/>
                <a:ea typeface="Roboto"/>
                <a:cs typeface="Roboto"/>
                <a:sym typeface="Roboto"/>
              </a:defRPr>
            </a:lvl4pPr>
            <a:lvl5pPr lvl="4" algn="r">
              <a:buNone/>
              <a:defRPr sz="1300">
                <a:solidFill>
                  <a:schemeClr val="dk1"/>
                </a:solidFill>
                <a:latin typeface="Roboto"/>
                <a:ea typeface="Roboto"/>
                <a:cs typeface="Roboto"/>
                <a:sym typeface="Roboto"/>
              </a:defRPr>
            </a:lvl5pPr>
            <a:lvl6pPr lvl="5" algn="r">
              <a:buNone/>
              <a:defRPr sz="1300">
                <a:solidFill>
                  <a:schemeClr val="dk1"/>
                </a:solidFill>
                <a:latin typeface="Roboto"/>
                <a:ea typeface="Roboto"/>
                <a:cs typeface="Roboto"/>
                <a:sym typeface="Roboto"/>
              </a:defRPr>
            </a:lvl6pPr>
            <a:lvl7pPr lvl="6" algn="r">
              <a:buNone/>
              <a:defRPr sz="1300">
                <a:solidFill>
                  <a:schemeClr val="dk1"/>
                </a:solidFill>
                <a:latin typeface="Roboto"/>
                <a:ea typeface="Roboto"/>
                <a:cs typeface="Roboto"/>
                <a:sym typeface="Roboto"/>
              </a:defRPr>
            </a:lvl7pPr>
            <a:lvl8pPr lvl="7" algn="r">
              <a:buNone/>
              <a:defRPr sz="1300">
                <a:solidFill>
                  <a:schemeClr val="dk1"/>
                </a:solidFill>
                <a:latin typeface="Roboto"/>
                <a:ea typeface="Roboto"/>
                <a:cs typeface="Roboto"/>
                <a:sym typeface="Roboto"/>
              </a:defRPr>
            </a:lvl8pPr>
            <a:lvl9pPr lvl="8" algn="r">
              <a:buNone/>
              <a:defRPr sz="13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hyperlink" Target="http://drive.google.com/file/d/1wFupWMHlwBQa2eBjit6JT9NkapRBu2ip/view" TargetMode="Externa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23"/>
          <p:cNvSpPr txBox="1"/>
          <p:nvPr>
            <p:ph type="ctrTitle"/>
          </p:nvPr>
        </p:nvSpPr>
        <p:spPr>
          <a:xfrm>
            <a:off x="3192725" y="823075"/>
            <a:ext cx="5238000" cy="221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000"/>
              <a:t>ICT302 FT02</a:t>
            </a:r>
            <a:endParaRPr b="0" sz="3000">
              <a:latin typeface="Roboto Medium"/>
              <a:ea typeface="Roboto Medium"/>
              <a:cs typeface="Roboto Medium"/>
              <a:sym typeface="Roboto Medium"/>
            </a:endParaRPr>
          </a:p>
          <a:p>
            <a:pPr indent="0" lvl="0" marL="0" rtl="0" algn="ctr">
              <a:spcBef>
                <a:spcPts val="0"/>
              </a:spcBef>
              <a:spcAft>
                <a:spcPts val="0"/>
              </a:spcAft>
              <a:buNone/>
            </a:pPr>
            <a:r>
              <a:rPr lang="en" sz="3000"/>
              <a:t>Secure QR Code Development</a:t>
            </a:r>
            <a:endParaRPr b="0" sz="3000">
              <a:solidFill>
                <a:srgbClr val="212529"/>
              </a:solidFill>
              <a:latin typeface="Roboto Medium"/>
              <a:ea typeface="Roboto Medium"/>
              <a:cs typeface="Roboto Medium"/>
              <a:sym typeface="Roboto Medium"/>
            </a:endParaRPr>
          </a:p>
          <a:p>
            <a:pPr indent="0" lvl="0" marL="0" rtl="0" algn="ctr">
              <a:spcBef>
                <a:spcPts val="0"/>
              </a:spcBef>
              <a:spcAft>
                <a:spcPts val="0"/>
              </a:spcAft>
              <a:buNone/>
            </a:pPr>
            <a:r>
              <a:rPr lang="en" sz="3000">
                <a:solidFill>
                  <a:schemeClr val="dk2"/>
                </a:solidFill>
              </a:rPr>
              <a:t>VAFPQR</a:t>
            </a:r>
            <a:endParaRPr b="0" sz="3000">
              <a:solidFill>
                <a:schemeClr val="dk2"/>
              </a:solidFill>
              <a:latin typeface="Roboto Medium"/>
              <a:ea typeface="Roboto Medium"/>
              <a:cs typeface="Roboto Medium"/>
              <a:sym typeface="Roboto Medium"/>
            </a:endParaRPr>
          </a:p>
        </p:txBody>
      </p:sp>
      <p:sp>
        <p:nvSpPr>
          <p:cNvPr id="841" name="Google Shape;841;p23"/>
          <p:cNvSpPr txBox="1"/>
          <p:nvPr>
            <p:ph idx="1" type="subTitle"/>
          </p:nvPr>
        </p:nvSpPr>
        <p:spPr>
          <a:xfrm>
            <a:off x="3192725" y="3036475"/>
            <a:ext cx="5238000" cy="1838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Patricia Orenza | 35075567</a:t>
            </a:r>
            <a:endParaRPr/>
          </a:p>
          <a:p>
            <a:pPr indent="0" lvl="0" marL="0" rtl="0" algn="ctr">
              <a:spcBef>
                <a:spcPts val="0"/>
              </a:spcBef>
              <a:spcAft>
                <a:spcPts val="0"/>
              </a:spcAft>
              <a:buNone/>
            </a:pPr>
            <a:r>
              <a:rPr lang="en"/>
              <a:t>Lim Yu Jun Felixia | 35544256 </a:t>
            </a:r>
            <a:endParaRPr/>
          </a:p>
          <a:p>
            <a:pPr indent="0" lvl="0" marL="0" rtl="0" algn="ctr">
              <a:spcBef>
                <a:spcPts val="0"/>
              </a:spcBef>
              <a:spcAft>
                <a:spcPts val="0"/>
              </a:spcAft>
              <a:buNone/>
            </a:pPr>
            <a:r>
              <a:rPr lang="en"/>
              <a:t>Roy Hojin Yoo | 34845454</a:t>
            </a:r>
            <a:endParaRPr sz="1200">
              <a:solidFill>
                <a:srgbClr val="000000"/>
              </a:solidFill>
              <a:latin typeface="Arial"/>
              <a:ea typeface="Arial"/>
              <a:cs typeface="Arial"/>
              <a:sym typeface="Arial"/>
            </a:endParaRPr>
          </a:p>
          <a:p>
            <a:pPr indent="0" lvl="0" marL="0" rtl="0" algn="ctr">
              <a:spcBef>
                <a:spcPts val="0"/>
              </a:spcBef>
              <a:spcAft>
                <a:spcPts val="0"/>
              </a:spcAft>
              <a:buNone/>
            </a:pPr>
            <a:r>
              <a:rPr lang="en"/>
              <a:t>Alvin Yeow | 35475756</a:t>
            </a:r>
            <a:endParaRPr/>
          </a:p>
          <a:p>
            <a:pPr indent="0" lvl="0" marL="0" rtl="0" algn="ctr">
              <a:spcBef>
                <a:spcPts val="0"/>
              </a:spcBef>
              <a:spcAft>
                <a:spcPts val="0"/>
              </a:spcAft>
              <a:buNone/>
            </a:pPr>
            <a:r>
              <a:rPr lang="en"/>
              <a:t>Vanessa Tan | 35235647</a:t>
            </a:r>
            <a:br>
              <a:rPr lang="en"/>
            </a:br>
            <a:r>
              <a:rPr lang="en"/>
              <a:t>Gu Qiyu | 35139306</a:t>
            </a:r>
            <a:endParaRPr/>
          </a:p>
        </p:txBody>
      </p:sp>
      <p:grpSp>
        <p:nvGrpSpPr>
          <p:cNvPr id="842" name="Google Shape;842;p23"/>
          <p:cNvGrpSpPr/>
          <p:nvPr/>
        </p:nvGrpSpPr>
        <p:grpSpPr>
          <a:xfrm>
            <a:off x="488808" y="370717"/>
            <a:ext cx="3232319" cy="5109021"/>
            <a:chOff x="488808" y="370717"/>
            <a:chExt cx="3232319" cy="5109021"/>
          </a:xfrm>
        </p:grpSpPr>
        <p:sp>
          <p:nvSpPr>
            <p:cNvPr id="843" name="Google Shape;843;p23"/>
            <p:cNvSpPr/>
            <p:nvPr/>
          </p:nvSpPr>
          <p:spPr>
            <a:xfrm>
              <a:off x="1047185" y="771567"/>
              <a:ext cx="1656246" cy="3496504"/>
            </a:xfrm>
            <a:custGeom>
              <a:rect b="b" l="l" r="r" t="t"/>
              <a:pathLst>
                <a:path extrusionOk="0" h="1919" w="909">
                  <a:moveTo>
                    <a:pt x="746" y="0"/>
                  </a:moveTo>
                  <a:cubicBezTo>
                    <a:pt x="727" y="0"/>
                    <a:pt x="704" y="0"/>
                    <a:pt x="677" y="0"/>
                  </a:cubicBezTo>
                  <a:cubicBezTo>
                    <a:pt x="670" y="0"/>
                    <a:pt x="663" y="0"/>
                    <a:pt x="656" y="2"/>
                  </a:cubicBezTo>
                  <a:cubicBezTo>
                    <a:pt x="649" y="5"/>
                    <a:pt x="643" y="10"/>
                    <a:pt x="639" y="17"/>
                  </a:cubicBezTo>
                  <a:cubicBezTo>
                    <a:pt x="638" y="20"/>
                    <a:pt x="636" y="24"/>
                    <a:pt x="636" y="28"/>
                  </a:cubicBezTo>
                  <a:cubicBezTo>
                    <a:pt x="635" y="32"/>
                    <a:pt x="635" y="36"/>
                    <a:pt x="635" y="40"/>
                  </a:cubicBezTo>
                  <a:cubicBezTo>
                    <a:pt x="635" y="45"/>
                    <a:pt x="635" y="49"/>
                    <a:pt x="635" y="53"/>
                  </a:cubicBezTo>
                  <a:cubicBezTo>
                    <a:pt x="635" y="57"/>
                    <a:pt x="635" y="62"/>
                    <a:pt x="634" y="66"/>
                  </a:cubicBezTo>
                  <a:cubicBezTo>
                    <a:pt x="632" y="75"/>
                    <a:pt x="627" y="84"/>
                    <a:pt x="619" y="89"/>
                  </a:cubicBezTo>
                  <a:cubicBezTo>
                    <a:pt x="615" y="91"/>
                    <a:pt x="610" y="93"/>
                    <a:pt x="605" y="93"/>
                  </a:cubicBezTo>
                  <a:cubicBezTo>
                    <a:pt x="600" y="94"/>
                    <a:pt x="596" y="93"/>
                    <a:pt x="591" y="94"/>
                  </a:cubicBezTo>
                  <a:cubicBezTo>
                    <a:pt x="571" y="94"/>
                    <a:pt x="550" y="94"/>
                    <a:pt x="529" y="94"/>
                  </a:cubicBezTo>
                  <a:cubicBezTo>
                    <a:pt x="485" y="94"/>
                    <a:pt x="439" y="94"/>
                    <a:pt x="388" y="94"/>
                  </a:cubicBezTo>
                  <a:cubicBezTo>
                    <a:pt x="375" y="94"/>
                    <a:pt x="363" y="94"/>
                    <a:pt x="350" y="94"/>
                  </a:cubicBezTo>
                  <a:cubicBezTo>
                    <a:pt x="346" y="94"/>
                    <a:pt x="343" y="94"/>
                    <a:pt x="340" y="94"/>
                  </a:cubicBezTo>
                  <a:cubicBezTo>
                    <a:pt x="337" y="94"/>
                    <a:pt x="333" y="93"/>
                    <a:pt x="330" y="93"/>
                  </a:cubicBezTo>
                  <a:cubicBezTo>
                    <a:pt x="323" y="91"/>
                    <a:pt x="317" y="87"/>
                    <a:pt x="313" y="82"/>
                  </a:cubicBezTo>
                  <a:cubicBezTo>
                    <a:pt x="308" y="77"/>
                    <a:pt x="305" y="70"/>
                    <a:pt x="304" y="63"/>
                  </a:cubicBezTo>
                  <a:cubicBezTo>
                    <a:pt x="304" y="60"/>
                    <a:pt x="304" y="56"/>
                    <a:pt x="304" y="53"/>
                  </a:cubicBezTo>
                  <a:lnTo>
                    <a:pt x="304" y="42"/>
                  </a:lnTo>
                  <a:cubicBezTo>
                    <a:pt x="304" y="35"/>
                    <a:pt x="304" y="28"/>
                    <a:pt x="302" y="22"/>
                  </a:cubicBezTo>
                  <a:cubicBezTo>
                    <a:pt x="299" y="16"/>
                    <a:pt x="295" y="10"/>
                    <a:pt x="289" y="6"/>
                  </a:cubicBezTo>
                  <a:cubicBezTo>
                    <a:pt x="284" y="2"/>
                    <a:pt x="277" y="0"/>
                    <a:pt x="269" y="0"/>
                  </a:cubicBezTo>
                  <a:lnTo>
                    <a:pt x="248" y="0"/>
                  </a:lnTo>
                  <a:cubicBezTo>
                    <a:pt x="233" y="0"/>
                    <a:pt x="218" y="0"/>
                    <a:pt x="203" y="0"/>
                  </a:cubicBezTo>
                  <a:cubicBezTo>
                    <a:pt x="173" y="0"/>
                    <a:pt x="142" y="0"/>
                    <a:pt x="110" y="0"/>
                  </a:cubicBezTo>
                  <a:cubicBezTo>
                    <a:pt x="94" y="0"/>
                    <a:pt x="78" y="3"/>
                    <a:pt x="64" y="9"/>
                  </a:cubicBezTo>
                  <a:cubicBezTo>
                    <a:pt x="49" y="16"/>
                    <a:pt x="35" y="26"/>
                    <a:pt x="25" y="38"/>
                  </a:cubicBezTo>
                  <a:cubicBezTo>
                    <a:pt x="14" y="51"/>
                    <a:pt x="7" y="66"/>
                    <a:pt x="3" y="82"/>
                  </a:cubicBezTo>
                  <a:cubicBezTo>
                    <a:pt x="2" y="86"/>
                    <a:pt x="2" y="91"/>
                    <a:pt x="1" y="95"/>
                  </a:cubicBezTo>
                  <a:cubicBezTo>
                    <a:pt x="1" y="98"/>
                    <a:pt x="0" y="102"/>
                    <a:pt x="0" y="105"/>
                  </a:cubicBezTo>
                  <a:lnTo>
                    <a:pt x="0" y="798"/>
                  </a:lnTo>
                  <a:cubicBezTo>
                    <a:pt x="0" y="807"/>
                    <a:pt x="0" y="816"/>
                    <a:pt x="0" y="825"/>
                  </a:cubicBezTo>
                  <a:cubicBezTo>
                    <a:pt x="0" y="853"/>
                    <a:pt x="0" y="882"/>
                    <a:pt x="0" y="910"/>
                  </a:cubicBezTo>
                  <a:lnTo>
                    <a:pt x="0" y="1810"/>
                  </a:lnTo>
                  <a:cubicBezTo>
                    <a:pt x="0" y="1821"/>
                    <a:pt x="1" y="1833"/>
                    <a:pt x="5" y="1844"/>
                  </a:cubicBezTo>
                  <a:cubicBezTo>
                    <a:pt x="11" y="1866"/>
                    <a:pt x="26" y="1887"/>
                    <a:pt x="46" y="1900"/>
                  </a:cubicBezTo>
                  <a:cubicBezTo>
                    <a:pt x="65" y="1914"/>
                    <a:pt x="89" y="1920"/>
                    <a:pt x="113" y="1919"/>
                  </a:cubicBezTo>
                  <a:cubicBezTo>
                    <a:pt x="137" y="1919"/>
                    <a:pt x="161" y="1919"/>
                    <a:pt x="185" y="1919"/>
                  </a:cubicBezTo>
                  <a:cubicBezTo>
                    <a:pt x="233" y="1919"/>
                    <a:pt x="281" y="1919"/>
                    <a:pt x="328" y="1919"/>
                  </a:cubicBezTo>
                  <a:cubicBezTo>
                    <a:pt x="422" y="1919"/>
                    <a:pt x="515" y="1919"/>
                    <a:pt x="606" y="1919"/>
                  </a:cubicBezTo>
                  <a:cubicBezTo>
                    <a:pt x="652" y="1919"/>
                    <a:pt x="697" y="1919"/>
                    <a:pt x="742" y="1919"/>
                  </a:cubicBezTo>
                  <a:cubicBezTo>
                    <a:pt x="764" y="1919"/>
                    <a:pt x="787" y="1920"/>
                    <a:pt x="809" y="1919"/>
                  </a:cubicBezTo>
                  <a:cubicBezTo>
                    <a:pt x="831" y="1918"/>
                    <a:pt x="852" y="1909"/>
                    <a:pt x="869" y="1896"/>
                  </a:cubicBezTo>
                  <a:cubicBezTo>
                    <a:pt x="877" y="1889"/>
                    <a:pt x="884" y="1881"/>
                    <a:pt x="890" y="1872"/>
                  </a:cubicBezTo>
                  <a:cubicBezTo>
                    <a:pt x="896" y="1863"/>
                    <a:pt x="900" y="1853"/>
                    <a:pt x="903" y="1843"/>
                  </a:cubicBezTo>
                  <a:cubicBezTo>
                    <a:pt x="907" y="1832"/>
                    <a:pt x="907" y="1822"/>
                    <a:pt x="907" y="1811"/>
                  </a:cubicBezTo>
                  <a:cubicBezTo>
                    <a:pt x="907" y="1800"/>
                    <a:pt x="907" y="1789"/>
                    <a:pt x="907" y="1779"/>
                  </a:cubicBezTo>
                  <a:cubicBezTo>
                    <a:pt x="907" y="1736"/>
                    <a:pt x="907" y="1693"/>
                    <a:pt x="907" y="1651"/>
                  </a:cubicBezTo>
                  <a:cubicBezTo>
                    <a:pt x="908" y="1316"/>
                    <a:pt x="908" y="1014"/>
                    <a:pt x="908" y="760"/>
                  </a:cubicBezTo>
                  <a:cubicBezTo>
                    <a:pt x="908" y="507"/>
                    <a:pt x="908" y="301"/>
                    <a:pt x="909" y="159"/>
                  </a:cubicBezTo>
                  <a:cubicBezTo>
                    <a:pt x="909" y="142"/>
                    <a:pt x="909" y="125"/>
                    <a:pt x="909" y="109"/>
                  </a:cubicBezTo>
                  <a:cubicBezTo>
                    <a:pt x="909" y="93"/>
                    <a:pt x="906" y="79"/>
                    <a:pt x="901" y="66"/>
                  </a:cubicBezTo>
                  <a:cubicBezTo>
                    <a:pt x="896" y="54"/>
                    <a:pt x="889" y="43"/>
                    <a:pt x="881" y="35"/>
                  </a:cubicBezTo>
                  <a:cubicBezTo>
                    <a:pt x="873" y="26"/>
                    <a:pt x="865" y="20"/>
                    <a:pt x="857" y="15"/>
                  </a:cubicBezTo>
                  <a:cubicBezTo>
                    <a:pt x="841" y="5"/>
                    <a:pt x="826" y="2"/>
                    <a:pt x="817" y="1"/>
                  </a:cubicBezTo>
                  <a:cubicBezTo>
                    <a:pt x="812" y="0"/>
                    <a:pt x="809" y="0"/>
                    <a:pt x="806" y="0"/>
                  </a:cubicBezTo>
                  <a:cubicBezTo>
                    <a:pt x="804" y="0"/>
                    <a:pt x="803" y="0"/>
                    <a:pt x="803" y="0"/>
                  </a:cubicBezTo>
                  <a:cubicBezTo>
                    <a:pt x="803" y="0"/>
                    <a:pt x="798" y="0"/>
                    <a:pt x="788" y="0"/>
                  </a:cubicBezTo>
                  <a:cubicBezTo>
                    <a:pt x="779" y="0"/>
                    <a:pt x="764" y="0"/>
                    <a:pt x="746" y="0"/>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44" name="Google Shape;844;p23"/>
            <p:cNvSpPr/>
            <p:nvPr/>
          </p:nvSpPr>
          <p:spPr>
            <a:xfrm>
              <a:off x="1046626" y="769745"/>
              <a:ext cx="1658068" cy="3498326"/>
            </a:xfrm>
            <a:custGeom>
              <a:rect b="b" l="l" r="r" t="t"/>
              <a:pathLst>
                <a:path extrusionOk="0" h="1920" w="910">
                  <a:moveTo>
                    <a:pt x="803" y="1"/>
                  </a:moveTo>
                  <a:cubicBezTo>
                    <a:pt x="803" y="1"/>
                    <a:pt x="804" y="1"/>
                    <a:pt x="807" y="2"/>
                  </a:cubicBezTo>
                  <a:cubicBezTo>
                    <a:pt x="809" y="2"/>
                    <a:pt x="813" y="2"/>
                    <a:pt x="817" y="2"/>
                  </a:cubicBezTo>
                  <a:cubicBezTo>
                    <a:pt x="827" y="3"/>
                    <a:pt x="841" y="7"/>
                    <a:pt x="857" y="16"/>
                  </a:cubicBezTo>
                  <a:cubicBezTo>
                    <a:pt x="865" y="21"/>
                    <a:pt x="873" y="27"/>
                    <a:pt x="881" y="36"/>
                  </a:cubicBezTo>
                  <a:cubicBezTo>
                    <a:pt x="888" y="44"/>
                    <a:pt x="897" y="55"/>
                    <a:pt x="902" y="68"/>
                  </a:cubicBezTo>
                  <a:cubicBezTo>
                    <a:pt x="907" y="80"/>
                    <a:pt x="910" y="95"/>
                    <a:pt x="910" y="111"/>
                  </a:cubicBezTo>
                  <a:cubicBezTo>
                    <a:pt x="910" y="126"/>
                    <a:pt x="910" y="143"/>
                    <a:pt x="910" y="161"/>
                  </a:cubicBezTo>
                  <a:cubicBezTo>
                    <a:pt x="910" y="302"/>
                    <a:pt x="910" y="507"/>
                    <a:pt x="910" y="761"/>
                  </a:cubicBezTo>
                  <a:cubicBezTo>
                    <a:pt x="910" y="1014"/>
                    <a:pt x="910" y="1315"/>
                    <a:pt x="910" y="1650"/>
                  </a:cubicBezTo>
                  <a:cubicBezTo>
                    <a:pt x="910" y="1692"/>
                    <a:pt x="910" y="1734"/>
                    <a:pt x="910" y="1777"/>
                  </a:cubicBezTo>
                  <a:lnTo>
                    <a:pt x="910" y="1809"/>
                  </a:lnTo>
                  <a:cubicBezTo>
                    <a:pt x="910" y="1820"/>
                    <a:pt x="909" y="1831"/>
                    <a:pt x="906" y="1842"/>
                  </a:cubicBezTo>
                  <a:cubicBezTo>
                    <a:pt x="903" y="1852"/>
                    <a:pt x="899" y="1862"/>
                    <a:pt x="893" y="1872"/>
                  </a:cubicBezTo>
                  <a:cubicBezTo>
                    <a:pt x="886" y="1881"/>
                    <a:pt x="879" y="1889"/>
                    <a:pt x="870" y="1896"/>
                  </a:cubicBezTo>
                  <a:cubicBezTo>
                    <a:pt x="853" y="1910"/>
                    <a:pt x="831" y="1919"/>
                    <a:pt x="809" y="1920"/>
                  </a:cubicBezTo>
                  <a:cubicBezTo>
                    <a:pt x="787" y="1921"/>
                    <a:pt x="765" y="1920"/>
                    <a:pt x="742" y="1920"/>
                  </a:cubicBezTo>
                  <a:cubicBezTo>
                    <a:pt x="698" y="1920"/>
                    <a:pt x="652" y="1920"/>
                    <a:pt x="607" y="1920"/>
                  </a:cubicBezTo>
                  <a:cubicBezTo>
                    <a:pt x="516" y="1920"/>
                    <a:pt x="423" y="1920"/>
                    <a:pt x="329" y="1920"/>
                  </a:cubicBezTo>
                  <a:cubicBezTo>
                    <a:pt x="282" y="1920"/>
                    <a:pt x="235" y="1920"/>
                    <a:pt x="187" y="1920"/>
                  </a:cubicBezTo>
                  <a:cubicBezTo>
                    <a:pt x="163" y="1920"/>
                    <a:pt x="139" y="1920"/>
                    <a:pt x="115" y="1920"/>
                  </a:cubicBezTo>
                  <a:cubicBezTo>
                    <a:pt x="91" y="1921"/>
                    <a:pt x="66" y="1915"/>
                    <a:pt x="46" y="1901"/>
                  </a:cubicBezTo>
                  <a:cubicBezTo>
                    <a:pt x="26" y="1887"/>
                    <a:pt x="11" y="1866"/>
                    <a:pt x="4" y="1843"/>
                  </a:cubicBezTo>
                  <a:cubicBezTo>
                    <a:pt x="0" y="1831"/>
                    <a:pt x="0" y="1819"/>
                    <a:pt x="0" y="1807"/>
                  </a:cubicBezTo>
                  <a:cubicBezTo>
                    <a:pt x="0" y="1795"/>
                    <a:pt x="0" y="1783"/>
                    <a:pt x="0" y="1771"/>
                  </a:cubicBezTo>
                  <a:cubicBezTo>
                    <a:pt x="0" y="1723"/>
                    <a:pt x="0" y="1676"/>
                    <a:pt x="0" y="1629"/>
                  </a:cubicBezTo>
                  <a:cubicBezTo>
                    <a:pt x="0" y="1535"/>
                    <a:pt x="0" y="1442"/>
                    <a:pt x="0" y="1351"/>
                  </a:cubicBezTo>
                  <a:cubicBezTo>
                    <a:pt x="0" y="1169"/>
                    <a:pt x="0" y="993"/>
                    <a:pt x="0" y="826"/>
                  </a:cubicBezTo>
                  <a:cubicBezTo>
                    <a:pt x="0" y="658"/>
                    <a:pt x="0" y="499"/>
                    <a:pt x="0" y="350"/>
                  </a:cubicBezTo>
                  <a:cubicBezTo>
                    <a:pt x="0" y="276"/>
                    <a:pt x="0" y="204"/>
                    <a:pt x="0" y="135"/>
                  </a:cubicBezTo>
                  <a:cubicBezTo>
                    <a:pt x="0" y="126"/>
                    <a:pt x="0" y="118"/>
                    <a:pt x="0" y="109"/>
                  </a:cubicBezTo>
                  <a:cubicBezTo>
                    <a:pt x="0" y="105"/>
                    <a:pt x="1" y="100"/>
                    <a:pt x="1" y="96"/>
                  </a:cubicBezTo>
                  <a:cubicBezTo>
                    <a:pt x="2" y="92"/>
                    <a:pt x="2" y="88"/>
                    <a:pt x="3" y="83"/>
                  </a:cubicBezTo>
                  <a:cubicBezTo>
                    <a:pt x="7" y="67"/>
                    <a:pt x="15" y="51"/>
                    <a:pt x="25" y="38"/>
                  </a:cubicBezTo>
                  <a:cubicBezTo>
                    <a:pt x="36" y="26"/>
                    <a:pt x="50" y="16"/>
                    <a:pt x="65" y="9"/>
                  </a:cubicBezTo>
                  <a:cubicBezTo>
                    <a:pt x="80" y="2"/>
                    <a:pt x="96" y="0"/>
                    <a:pt x="112" y="0"/>
                  </a:cubicBezTo>
                  <a:cubicBezTo>
                    <a:pt x="144" y="0"/>
                    <a:pt x="175" y="0"/>
                    <a:pt x="205" y="0"/>
                  </a:cubicBezTo>
                  <a:cubicBezTo>
                    <a:pt x="220" y="0"/>
                    <a:pt x="235" y="0"/>
                    <a:pt x="249" y="0"/>
                  </a:cubicBezTo>
                  <a:cubicBezTo>
                    <a:pt x="257" y="0"/>
                    <a:pt x="264" y="0"/>
                    <a:pt x="271" y="0"/>
                  </a:cubicBezTo>
                  <a:cubicBezTo>
                    <a:pt x="278" y="0"/>
                    <a:pt x="286" y="2"/>
                    <a:pt x="292" y="6"/>
                  </a:cubicBezTo>
                  <a:cubicBezTo>
                    <a:pt x="298" y="10"/>
                    <a:pt x="303" y="16"/>
                    <a:pt x="305" y="23"/>
                  </a:cubicBezTo>
                  <a:cubicBezTo>
                    <a:pt x="308" y="30"/>
                    <a:pt x="307" y="37"/>
                    <a:pt x="307" y="44"/>
                  </a:cubicBezTo>
                  <a:cubicBezTo>
                    <a:pt x="307" y="48"/>
                    <a:pt x="307" y="50"/>
                    <a:pt x="307" y="54"/>
                  </a:cubicBezTo>
                  <a:cubicBezTo>
                    <a:pt x="307" y="57"/>
                    <a:pt x="307" y="61"/>
                    <a:pt x="307" y="65"/>
                  </a:cubicBezTo>
                  <a:cubicBezTo>
                    <a:pt x="308" y="71"/>
                    <a:pt x="311" y="77"/>
                    <a:pt x="315" y="82"/>
                  </a:cubicBezTo>
                  <a:cubicBezTo>
                    <a:pt x="320" y="87"/>
                    <a:pt x="325" y="91"/>
                    <a:pt x="332" y="92"/>
                  </a:cubicBezTo>
                  <a:cubicBezTo>
                    <a:pt x="335" y="93"/>
                    <a:pt x="338" y="93"/>
                    <a:pt x="341" y="93"/>
                  </a:cubicBezTo>
                  <a:cubicBezTo>
                    <a:pt x="345" y="93"/>
                    <a:pt x="348" y="93"/>
                    <a:pt x="351" y="93"/>
                  </a:cubicBezTo>
                  <a:cubicBezTo>
                    <a:pt x="364" y="93"/>
                    <a:pt x="377" y="93"/>
                    <a:pt x="389" y="93"/>
                  </a:cubicBezTo>
                  <a:cubicBezTo>
                    <a:pt x="440" y="93"/>
                    <a:pt x="486" y="94"/>
                    <a:pt x="529" y="94"/>
                  </a:cubicBezTo>
                  <a:cubicBezTo>
                    <a:pt x="551" y="94"/>
                    <a:pt x="572" y="94"/>
                    <a:pt x="591" y="94"/>
                  </a:cubicBezTo>
                  <a:cubicBezTo>
                    <a:pt x="596" y="94"/>
                    <a:pt x="601" y="94"/>
                    <a:pt x="606" y="94"/>
                  </a:cubicBezTo>
                  <a:cubicBezTo>
                    <a:pt x="610" y="93"/>
                    <a:pt x="615" y="91"/>
                    <a:pt x="619" y="89"/>
                  </a:cubicBezTo>
                  <a:cubicBezTo>
                    <a:pt x="627" y="84"/>
                    <a:pt x="632" y="76"/>
                    <a:pt x="634" y="68"/>
                  </a:cubicBezTo>
                  <a:cubicBezTo>
                    <a:pt x="635" y="63"/>
                    <a:pt x="634" y="59"/>
                    <a:pt x="634" y="55"/>
                  </a:cubicBezTo>
                  <a:cubicBezTo>
                    <a:pt x="634" y="50"/>
                    <a:pt x="634" y="46"/>
                    <a:pt x="634" y="42"/>
                  </a:cubicBezTo>
                  <a:cubicBezTo>
                    <a:pt x="634" y="38"/>
                    <a:pt x="634" y="34"/>
                    <a:pt x="635" y="29"/>
                  </a:cubicBezTo>
                  <a:cubicBezTo>
                    <a:pt x="636" y="25"/>
                    <a:pt x="637" y="22"/>
                    <a:pt x="639" y="18"/>
                  </a:cubicBezTo>
                  <a:cubicBezTo>
                    <a:pt x="643" y="11"/>
                    <a:pt x="649" y="6"/>
                    <a:pt x="656" y="3"/>
                  </a:cubicBezTo>
                  <a:cubicBezTo>
                    <a:pt x="663" y="0"/>
                    <a:pt x="670" y="1"/>
                    <a:pt x="677" y="1"/>
                  </a:cubicBezTo>
                  <a:cubicBezTo>
                    <a:pt x="704" y="1"/>
                    <a:pt x="727" y="1"/>
                    <a:pt x="746" y="1"/>
                  </a:cubicBezTo>
                  <a:cubicBezTo>
                    <a:pt x="765" y="1"/>
                    <a:pt x="779" y="1"/>
                    <a:pt x="788" y="1"/>
                  </a:cubicBezTo>
                  <a:cubicBezTo>
                    <a:pt x="798" y="1"/>
                    <a:pt x="803" y="1"/>
                    <a:pt x="803" y="1"/>
                  </a:cubicBezTo>
                  <a:cubicBezTo>
                    <a:pt x="803" y="1"/>
                    <a:pt x="798" y="1"/>
                    <a:pt x="788" y="1"/>
                  </a:cubicBezTo>
                  <a:cubicBezTo>
                    <a:pt x="779" y="1"/>
                    <a:pt x="765" y="2"/>
                    <a:pt x="746" y="2"/>
                  </a:cubicBezTo>
                  <a:cubicBezTo>
                    <a:pt x="727" y="2"/>
                    <a:pt x="704" y="2"/>
                    <a:pt x="677" y="2"/>
                  </a:cubicBezTo>
                  <a:cubicBezTo>
                    <a:pt x="670" y="2"/>
                    <a:pt x="663" y="1"/>
                    <a:pt x="656" y="4"/>
                  </a:cubicBezTo>
                  <a:cubicBezTo>
                    <a:pt x="650" y="7"/>
                    <a:pt x="644" y="12"/>
                    <a:pt x="640" y="19"/>
                  </a:cubicBezTo>
                  <a:cubicBezTo>
                    <a:pt x="638" y="22"/>
                    <a:pt x="637" y="26"/>
                    <a:pt x="636" y="30"/>
                  </a:cubicBezTo>
                  <a:cubicBezTo>
                    <a:pt x="635" y="34"/>
                    <a:pt x="636" y="38"/>
                    <a:pt x="636" y="42"/>
                  </a:cubicBezTo>
                  <a:cubicBezTo>
                    <a:pt x="636" y="46"/>
                    <a:pt x="636" y="50"/>
                    <a:pt x="636" y="55"/>
                  </a:cubicBezTo>
                  <a:cubicBezTo>
                    <a:pt x="636" y="59"/>
                    <a:pt x="636" y="63"/>
                    <a:pt x="635" y="68"/>
                  </a:cubicBezTo>
                  <a:cubicBezTo>
                    <a:pt x="633" y="77"/>
                    <a:pt x="627" y="85"/>
                    <a:pt x="619" y="90"/>
                  </a:cubicBezTo>
                  <a:cubicBezTo>
                    <a:pt x="615" y="93"/>
                    <a:pt x="611" y="94"/>
                    <a:pt x="606" y="95"/>
                  </a:cubicBezTo>
                  <a:cubicBezTo>
                    <a:pt x="601" y="95"/>
                    <a:pt x="596" y="95"/>
                    <a:pt x="591" y="95"/>
                  </a:cubicBezTo>
                  <a:cubicBezTo>
                    <a:pt x="571" y="95"/>
                    <a:pt x="551" y="95"/>
                    <a:pt x="529" y="95"/>
                  </a:cubicBezTo>
                  <a:cubicBezTo>
                    <a:pt x="486" y="95"/>
                    <a:pt x="439" y="95"/>
                    <a:pt x="389" y="95"/>
                  </a:cubicBezTo>
                  <a:cubicBezTo>
                    <a:pt x="377" y="95"/>
                    <a:pt x="364" y="95"/>
                    <a:pt x="351" y="95"/>
                  </a:cubicBezTo>
                  <a:cubicBezTo>
                    <a:pt x="348" y="95"/>
                    <a:pt x="344" y="95"/>
                    <a:pt x="341" y="95"/>
                  </a:cubicBezTo>
                  <a:cubicBezTo>
                    <a:pt x="338" y="95"/>
                    <a:pt x="334" y="95"/>
                    <a:pt x="331" y="94"/>
                  </a:cubicBezTo>
                  <a:cubicBezTo>
                    <a:pt x="324" y="92"/>
                    <a:pt x="318" y="89"/>
                    <a:pt x="314" y="83"/>
                  </a:cubicBezTo>
                  <a:cubicBezTo>
                    <a:pt x="309" y="78"/>
                    <a:pt x="306" y="72"/>
                    <a:pt x="305" y="65"/>
                  </a:cubicBezTo>
                  <a:cubicBezTo>
                    <a:pt x="305" y="61"/>
                    <a:pt x="305" y="58"/>
                    <a:pt x="305" y="54"/>
                  </a:cubicBezTo>
                  <a:cubicBezTo>
                    <a:pt x="305" y="51"/>
                    <a:pt x="305" y="47"/>
                    <a:pt x="305" y="44"/>
                  </a:cubicBezTo>
                  <a:cubicBezTo>
                    <a:pt x="305" y="37"/>
                    <a:pt x="306" y="30"/>
                    <a:pt x="303" y="24"/>
                  </a:cubicBezTo>
                  <a:cubicBezTo>
                    <a:pt x="301" y="17"/>
                    <a:pt x="296" y="11"/>
                    <a:pt x="291" y="7"/>
                  </a:cubicBezTo>
                  <a:cubicBezTo>
                    <a:pt x="285" y="3"/>
                    <a:pt x="278" y="2"/>
                    <a:pt x="271" y="2"/>
                  </a:cubicBezTo>
                  <a:lnTo>
                    <a:pt x="249" y="2"/>
                  </a:lnTo>
                  <a:cubicBezTo>
                    <a:pt x="234" y="2"/>
                    <a:pt x="220" y="2"/>
                    <a:pt x="204" y="2"/>
                  </a:cubicBezTo>
                  <a:cubicBezTo>
                    <a:pt x="174" y="2"/>
                    <a:pt x="144" y="2"/>
                    <a:pt x="112" y="2"/>
                  </a:cubicBezTo>
                  <a:cubicBezTo>
                    <a:pt x="96" y="2"/>
                    <a:pt x="80" y="4"/>
                    <a:pt x="65" y="11"/>
                  </a:cubicBezTo>
                  <a:cubicBezTo>
                    <a:pt x="51" y="17"/>
                    <a:pt x="37" y="27"/>
                    <a:pt x="27" y="40"/>
                  </a:cubicBezTo>
                  <a:cubicBezTo>
                    <a:pt x="16" y="52"/>
                    <a:pt x="9" y="67"/>
                    <a:pt x="5" y="84"/>
                  </a:cubicBezTo>
                  <a:cubicBezTo>
                    <a:pt x="4" y="88"/>
                    <a:pt x="4" y="92"/>
                    <a:pt x="3" y="96"/>
                  </a:cubicBezTo>
                  <a:cubicBezTo>
                    <a:pt x="3" y="100"/>
                    <a:pt x="2" y="105"/>
                    <a:pt x="2" y="109"/>
                  </a:cubicBezTo>
                  <a:cubicBezTo>
                    <a:pt x="2" y="117"/>
                    <a:pt x="2" y="126"/>
                    <a:pt x="2" y="135"/>
                  </a:cubicBezTo>
                  <a:cubicBezTo>
                    <a:pt x="2" y="204"/>
                    <a:pt x="2" y="276"/>
                    <a:pt x="2" y="350"/>
                  </a:cubicBezTo>
                  <a:cubicBezTo>
                    <a:pt x="2" y="499"/>
                    <a:pt x="2" y="657"/>
                    <a:pt x="2" y="825"/>
                  </a:cubicBezTo>
                  <a:cubicBezTo>
                    <a:pt x="2" y="992"/>
                    <a:pt x="2" y="1169"/>
                    <a:pt x="2" y="1351"/>
                  </a:cubicBezTo>
                  <a:cubicBezTo>
                    <a:pt x="2" y="1442"/>
                    <a:pt x="2" y="1535"/>
                    <a:pt x="2" y="1629"/>
                  </a:cubicBezTo>
                  <a:cubicBezTo>
                    <a:pt x="2" y="1676"/>
                    <a:pt x="2" y="1723"/>
                    <a:pt x="2" y="1771"/>
                  </a:cubicBezTo>
                  <a:cubicBezTo>
                    <a:pt x="2" y="1783"/>
                    <a:pt x="2" y="1795"/>
                    <a:pt x="2" y="1807"/>
                  </a:cubicBezTo>
                  <a:cubicBezTo>
                    <a:pt x="2" y="1819"/>
                    <a:pt x="3" y="1830"/>
                    <a:pt x="7" y="1842"/>
                  </a:cubicBezTo>
                  <a:cubicBezTo>
                    <a:pt x="13" y="1864"/>
                    <a:pt x="28" y="1885"/>
                    <a:pt x="48" y="1898"/>
                  </a:cubicBezTo>
                  <a:cubicBezTo>
                    <a:pt x="67" y="1912"/>
                    <a:pt x="91" y="1918"/>
                    <a:pt x="115" y="1917"/>
                  </a:cubicBezTo>
                  <a:cubicBezTo>
                    <a:pt x="139" y="1917"/>
                    <a:pt x="163" y="1917"/>
                    <a:pt x="187" y="1917"/>
                  </a:cubicBezTo>
                  <a:cubicBezTo>
                    <a:pt x="234" y="1917"/>
                    <a:pt x="282" y="1917"/>
                    <a:pt x="329" y="1917"/>
                  </a:cubicBezTo>
                  <a:cubicBezTo>
                    <a:pt x="423" y="1917"/>
                    <a:pt x="516" y="1917"/>
                    <a:pt x="607" y="1917"/>
                  </a:cubicBezTo>
                  <a:cubicBezTo>
                    <a:pt x="652" y="1917"/>
                    <a:pt x="697" y="1917"/>
                    <a:pt x="742" y="1917"/>
                  </a:cubicBezTo>
                  <a:cubicBezTo>
                    <a:pt x="764" y="1917"/>
                    <a:pt x="787" y="1918"/>
                    <a:pt x="809" y="1917"/>
                  </a:cubicBezTo>
                  <a:cubicBezTo>
                    <a:pt x="830" y="1916"/>
                    <a:pt x="852" y="1907"/>
                    <a:pt x="868" y="1894"/>
                  </a:cubicBezTo>
                  <a:cubicBezTo>
                    <a:pt x="877" y="1887"/>
                    <a:pt x="884" y="1879"/>
                    <a:pt x="890" y="1870"/>
                  </a:cubicBezTo>
                  <a:cubicBezTo>
                    <a:pt x="896" y="1861"/>
                    <a:pt x="900" y="1851"/>
                    <a:pt x="903" y="1841"/>
                  </a:cubicBezTo>
                  <a:cubicBezTo>
                    <a:pt x="906" y="1830"/>
                    <a:pt x="907" y="1820"/>
                    <a:pt x="907" y="1809"/>
                  </a:cubicBezTo>
                  <a:cubicBezTo>
                    <a:pt x="907" y="1798"/>
                    <a:pt x="907" y="1788"/>
                    <a:pt x="907" y="1777"/>
                  </a:cubicBezTo>
                  <a:cubicBezTo>
                    <a:pt x="907" y="1734"/>
                    <a:pt x="907" y="1692"/>
                    <a:pt x="907" y="1650"/>
                  </a:cubicBezTo>
                  <a:cubicBezTo>
                    <a:pt x="907" y="1315"/>
                    <a:pt x="907" y="1013"/>
                    <a:pt x="908" y="760"/>
                  </a:cubicBezTo>
                  <a:cubicBezTo>
                    <a:pt x="908" y="507"/>
                    <a:pt x="908" y="302"/>
                    <a:pt x="908" y="161"/>
                  </a:cubicBezTo>
                  <a:cubicBezTo>
                    <a:pt x="908" y="143"/>
                    <a:pt x="908" y="126"/>
                    <a:pt x="908" y="110"/>
                  </a:cubicBezTo>
                  <a:cubicBezTo>
                    <a:pt x="908" y="95"/>
                    <a:pt x="906" y="80"/>
                    <a:pt x="901" y="68"/>
                  </a:cubicBezTo>
                  <a:cubicBezTo>
                    <a:pt x="895" y="55"/>
                    <a:pt x="888" y="44"/>
                    <a:pt x="881" y="36"/>
                  </a:cubicBezTo>
                  <a:cubicBezTo>
                    <a:pt x="873" y="28"/>
                    <a:pt x="865" y="21"/>
                    <a:pt x="857" y="16"/>
                  </a:cubicBezTo>
                  <a:cubicBezTo>
                    <a:pt x="841" y="7"/>
                    <a:pt x="826" y="4"/>
                    <a:pt x="817" y="2"/>
                  </a:cubicBezTo>
                  <a:cubicBezTo>
                    <a:pt x="812" y="2"/>
                    <a:pt x="809" y="2"/>
                    <a:pt x="806" y="1"/>
                  </a:cubicBezTo>
                  <a:cubicBezTo>
                    <a:pt x="804" y="1"/>
                    <a:pt x="803" y="1"/>
                    <a:pt x="803" y="1"/>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45" name="Google Shape;845;p23"/>
            <p:cNvSpPr/>
            <p:nvPr/>
          </p:nvSpPr>
          <p:spPr>
            <a:xfrm>
              <a:off x="2387385" y="1084959"/>
              <a:ext cx="142120" cy="3644"/>
            </a:xfrm>
            <a:custGeom>
              <a:rect b="b" l="l" r="r" t="t"/>
              <a:pathLst>
                <a:path extrusionOk="0" h="2" w="78">
                  <a:moveTo>
                    <a:pt x="78" y="1"/>
                  </a:moveTo>
                  <a:cubicBezTo>
                    <a:pt x="78" y="1"/>
                    <a:pt x="61" y="2"/>
                    <a:pt x="39" y="2"/>
                  </a:cubicBezTo>
                  <a:cubicBezTo>
                    <a:pt x="18" y="2"/>
                    <a:pt x="0" y="2"/>
                    <a:pt x="0" y="1"/>
                  </a:cubicBezTo>
                  <a:cubicBezTo>
                    <a:pt x="0" y="1"/>
                    <a:pt x="18" y="0"/>
                    <a:pt x="39" y="0"/>
                  </a:cubicBezTo>
                  <a:cubicBezTo>
                    <a:pt x="61" y="0"/>
                    <a:pt x="78" y="0"/>
                    <a:pt x="78"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46" name="Google Shape;846;p23"/>
            <p:cNvSpPr/>
            <p:nvPr/>
          </p:nvSpPr>
          <p:spPr>
            <a:xfrm>
              <a:off x="2387385" y="1121400"/>
              <a:ext cx="143942" cy="3644"/>
            </a:xfrm>
            <a:custGeom>
              <a:rect b="b" l="l" r="r" t="t"/>
              <a:pathLst>
                <a:path extrusionOk="0" h="2" w="79">
                  <a:moveTo>
                    <a:pt x="79" y="1"/>
                  </a:moveTo>
                  <a:cubicBezTo>
                    <a:pt x="79" y="1"/>
                    <a:pt x="61" y="2"/>
                    <a:pt x="39" y="2"/>
                  </a:cubicBezTo>
                  <a:cubicBezTo>
                    <a:pt x="18" y="2"/>
                    <a:pt x="0" y="2"/>
                    <a:pt x="0" y="1"/>
                  </a:cubicBezTo>
                  <a:cubicBezTo>
                    <a:pt x="0" y="1"/>
                    <a:pt x="18" y="0"/>
                    <a:pt x="39" y="0"/>
                  </a:cubicBezTo>
                  <a:cubicBezTo>
                    <a:pt x="61" y="0"/>
                    <a:pt x="79" y="0"/>
                    <a:pt x="79"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47" name="Google Shape;847;p23"/>
            <p:cNvSpPr/>
            <p:nvPr/>
          </p:nvSpPr>
          <p:spPr>
            <a:xfrm>
              <a:off x="2387385" y="1157841"/>
              <a:ext cx="143942" cy="3644"/>
            </a:xfrm>
            <a:custGeom>
              <a:rect b="b" l="l" r="r" t="t"/>
              <a:pathLst>
                <a:path extrusionOk="0" h="2" w="79">
                  <a:moveTo>
                    <a:pt x="79" y="1"/>
                  </a:moveTo>
                  <a:cubicBezTo>
                    <a:pt x="79" y="1"/>
                    <a:pt x="61" y="2"/>
                    <a:pt x="40" y="2"/>
                  </a:cubicBezTo>
                  <a:cubicBezTo>
                    <a:pt x="18" y="2"/>
                    <a:pt x="0" y="2"/>
                    <a:pt x="0" y="1"/>
                  </a:cubicBezTo>
                  <a:cubicBezTo>
                    <a:pt x="0" y="1"/>
                    <a:pt x="18" y="0"/>
                    <a:pt x="40" y="0"/>
                  </a:cubicBezTo>
                  <a:cubicBezTo>
                    <a:pt x="61" y="0"/>
                    <a:pt x="79" y="0"/>
                    <a:pt x="79"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48" name="Google Shape;848;p23"/>
            <p:cNvSpPr/>
            <p:nvPr/>
          </p:nvSpPr>
          <p:spPr>
            <a:xfrm>
              <a:off x="1228561" y="1081315"/>
              <a:ext cx="116611" cy="120255"/>
            </a:xfrm>
            <a:custGeom>
              <a:rect b="b" l="l" r="r" t="t"/>
              <a:pathLst>
                <a:path extrusionOk="0" h="66" w="64">
                  <a:moveTo>
                    <a:pt x="1" y="66"/>
                  </a:moveTo>
                  <a:lnTo>
                    <a:pt x="2" y="66"/>
                  </a:lnTo>
                  <a:cubicBezTo>
                    <a:pt x="4" y="66"/>
                    <a:pt x="5" y="65"/>
                    <a:pt x="7" y="65"/>
                  </a:cubicBezTo>
                  <a:cubicBezTo>
                    <a:pt x="11" y="65"/>
                    <a:pt x="17" y="65"/>
                    <a:pt x="24" y="65"/>
                  </a:cubicBezTo>
                  <a:lnTo>
                    <a:pt x="23" y="65"/>
                  </a:lnTo>
                  <a:cubicBezTo>
                    <a:pt x="23" y="62"/>
                    <a:pt x="23" y="58"/>
                    <a:pt x="23" y="53"/>
                  </a:cubicBezTo>
                  <a:cubicBezTo>
                    <a:pt x="23" y="51"/>
                    <a:pt x="23" y="49"/>
                    <a:pt x="23" y="46"/>
                  </a:cubicBezTo>
                  <a:cubicBezTo>
                    <a:pt x="23" y="44"/>
                    <a:pt x="26" y="41"/>
                    <a:pt x="29" y="41"/>
                  </a:cubicBezTo>
                  <a:cubicBezTo>
                    <a:pt x="31" y="41"/>
                    <a:pt x="34" y="41"/>
                    <a:pt x="37" y="41"/>
                  </a:cubicBezTo>
                  <a:cubicBezTo>
                    <a:pt x="40" y="42"/>
                    <a:pt x="42" y="44"/>
                    <a:pt x="42" y="48"/>
                  </a:cubicBezTo>
                  <a:cubicBezTo>
                    <a:pt x="42" y="53"/>
                    <a:pt x="42" y="59"/>
                    <a:pt x="42" y="65"/>
                  </a:cubicBezTo>
                  <a:lnTo>
                    <a:pt x="42" y="65"/>
                  </a:lnTo>
                  <a:cubicBezTo>
                    <a:pt x="48" y="65"/>
                    <a:pt x="55" y="64"/>
                    <a:pt x="63" y="64"/>
                  </a:cubicBezTo>
                  <a:lnTo>
                    <a:pt x="62" y="65"/>
                  </a:lnTo>
                  <a:cubicBezTo>
                    <a:pt x="62" y="57"/>
                    <a:pt x="62" y="48"/>
                    <a:pt x="62" y="39"/>
                  </a:cubicBezTo>
                  <a:cubicBezTo>
                    <a:pt x="62" y="37"/>
                    <a:pt x="62" y="34"/>
                    <a:pt x="62" y="32"/>
                  </a:cubicBezTo>
                  <a:cubicBezTo>
                    <a:pt x="62" y="30"/>
                    <a:pt x="60" y="29"/>
                    <a:pt x="59" y="27"/>
                  </a:cubicBezTo>
                  <a:cubicBezTo>
                    <a:pt x="56" y="24"/>
                    <a:pt x="52" y="21"/>
                    <a:pt x="49" y="18"/>
                  </a:cubicBezTo>
                  <a:cubicBezTo>
                    <a:pt x="46" y="15"/>
                    <a:pt x="43" y="12"/>
                    <a:pt x="41" y="9"/>
                  </a:cubicBezTo>
                  <a:cubicBezTo>
                    <a:pt x="39" y="8"/>
                    <a:pt x="38" y="6"/>
                    <a:pt x="36" y="5"/>
                  </a:cubicBezTo>
                  <a:cubicBezTo>
                    <a:pt x="35" y="4"/>
                    <a:pt x="34" y="2"/>
                    <a:pt x="32" y="2"/>
                  </a:cubicBezTo>
                  <a:cubicBezTo>
                    <a:pt x="30" y="1"/>
                    <a:pt x="28" y="2"/>
                    <a:pt x="27" y="3"/>
                  </a:cubicBezTo>
                  <a:cubicBezTo>
                    <a:pt x="26" y="4"/>
                    <a:pt x="24" y="5"/>
                    <a:pt x="23" y="7"/>
                  </a:cubicBezTo>
                  <a:cubicBezTo>
                    <a:pt x="20" y="9"/>
                    <a:pt x="18" y="12"/>
                    <a:pt x="15" y="14"/>
                  </a:cubicBezTo>
                  <a:cubicBezTo>
                    <a:pt x="11" y="19"/>
                    <a:pt x="6" y="24"/>
                    <a:pt x="2" y="28"/>
                  </a:cubicBezTo>
                  <a:cubicBezTo>
                    <a:pt x="1" y="30"/>
                    <a:pt x="1" y="33"/>
                    <a:pt x="1" y="36"/>
                  </a:cubicBezTo>
                  <a:cubicBezTo>
                    <a:pt x="1" y="38"/>
                    <a:pt x="1" y="41"/>
                    <a:pt x="1" y="43"/>
                  </a:cubicBezTo>
                  <a:cubicBezTo>
                    <a:pt x="1" y="48"/>
                    <a:pt x="1" y="52"/>
                    <a:pt x="1" y="55"/>
                  </a:cubicBezTo>
                  <a:cubicBezTo>
                    <a:pt x="1" y="58"/>
                    <a:pt x="1" y="61"/>
                    <a:pt x="1" y="63"/>
                  </a:cubicBezTo>
                  <a:cubicBezTo>
                    <a:pt x="1" y="65"/>
                    <a:pt x="1" y="66"/>
                    <a:pt x="1" y="66"/>
                  </a:cubicBezTo>
                  <a:cubicBezTo>
                    <a:pt x="1" y="66"/>
                    <a:pt x="1" y="65"/>
                    <a:pt x="1" y="63"/>
                  </a:cubicBezTo>
                  <a:cubicBezTo>
                    <a:pt x="1" y="61"/>
                    <a:pt x="1" y="59"/>
                    <a:pt x="0" y="56"/>
                  </a:cubicBezTo>
                  <a:cubicBezTo>
                    <a:pt x="0" y="52"/>
                    <a:pt x="0" y="48"/>
                    <a:pt x="0" y="44"/>
                  </a:cubicBezTo>
                  <a:cubicBezTo>
                    <a:pt x="0" y="41"/>
                    <a:pt x="0" y="39"/>
                    <a:pt x="0" y="36"/>
                  </a:cubicBezTo>
                  <a:cubicBezTo>
                    <a:pt x="0" y="35"/>
                    <a:pt x="0" y="33"/>
                    <a:pt x="0" y="32"/>
                  </a:cubicBezTo>
                  <a:cubicBezTo>
                    <a:pt x="0" y="30"/>
                    <a:pt x="0" y="29"/>
                    <a:pt x="1" y="28"/>
                  </a:cubicBezTo>
                  <a:cubicBezTo>
                    <a:pt x="5" y="23"/>
                    <a:pt x="10" y="18"/>
                    <a:pt x="15" y="13"/>
                  </a:cubicBezTo>
                  <a:cubicBezTo>
                    <a:pt x="17" y="11"/>
                    <a:pt x="20" y="8"/>
                    <a:pt x="22" y="6"/>
                  </a:cubicBezTo>
                  <a:cubicBezTo>
                    <a:pt x="23" y="4"/>
                    <a:pt x="25" y="3"/>
                    <a:pt x="26" y="2"/>
                  </a:cubicBezTo>
                  <a:cubicBezTo>
                    <a:pt x="28" y="0"/>
                    <a:pt x="30" y="0"/>
                    <a:pt x="32" y="0"/>
                  </a:cubicBezTo>
                  <a:cubicBezTo>
                    <a:pt x="35" y="1"/>
                    <a:pt x="36" y="3"/>
                    <a:pt x="37" y="4"/>
                  </a:cubicBezTo>
                  <a:lnTo>
                    <a:pt x="42" y="8"/>
                  </a:lnTo>
                  <a:cubicBezTo>
                    <a:pt x="45" y="11"/>
                    <a:pt x="48" y="14"/>
                    <a:pt x="51" y="17"/>
                  </a:cubicBezTo>
                  <a:cubicBezTo>
                    <a:pt x="54" y="20"/>
                    <a:pt x="57" y="23"/>
                    <a:pt x="60" y="26"/>
                  </a:cubicBezTo>
                  <a:cubicBezTo>
                    <a:pt x="61" y="27"/>
                    <a:pt x="61" y="28"/>
                    <a:pt x="62" y="29"/>
                  </a:cubicBezTo>
                  <a:cubicBezTo>
                    <a:pt x="63" y="30"/>
                    <a:pt x="63" y="31"/>
                    <a:pt x="63" y="32"/>
                  </a:cubicBezTo>
                  <a:cubicBezTo>
                    <a:pt x="63" y="35"/>
                    <a:pt x="63" y="37"/>
                    <a:pt x="63" y="39"/>
                  </a:cubicBezTo>
                  <a:cubicBezTo>
                    <a:pt x="63" y="48"/>
                    <a:pt x="63" y="57"/>
                    <a:pt x="64" y="65"/>
                  </a:cubicBezTo>
                  <a:lnTo>
                    <a:pt x="64" y="66"/>
                  </a:lnTo>
                  <a:lnTo>
                    <a:pt x="63" y="66"/>
                  </a:lnTo>
                  <a:cubicBezTo>
                    <a:pt x="55" y="66"/>
                    <a:pt x="48" y="66"/>
                    <a:pt x="42" y="66"/>
                  </a:cubicBezTo>
                  <a:lnTo>
                    <a:pt x="41" y="66"/>
                  </a:lnTo>
                  <a:lnTo>
                    <a:pt x="41" y="66"/>
                  </a:lnTo>
                  <a:cubicBezTo>
                    <a:pt x="41" y="59"/>
                    <a:pt x="41" y="54"/>
                    <a:pt x="41" y="48"/>
                  </a:cubicBezTo>
                  <a:cubicBezTo>
                    <a:pt x="41" y="45"/>
                    <a:pt x="39" y="43"/>
                    <a:pt x="36" y="43"/>
                  </a:cubicBezTo>
                  <a:cubicBezTo>
                    <a:pt x="34" y="43"/>
                    <a:pt x="31" y="43"/>
                    <a:pt x="29" y="43"/>
                  </a:cubicBezTo>
                  <a:cubicBezTo>
                    <a:pt x="27" y="43"/>
                    <a:pt x="25" y="45"/>
                    <a:pt x="24" y="47"/>
                  </a:cubicBezTo>
                  <a:cubicBezTo>
                    <a:pt x="24" y="49"/>
                    <a:pt x="24" y="51"/>
                    <a:pt x="24" y="54"/>
                  </a:cubicBezTo>
                  <a:cubicBezTo>
                    <a:pt x="24" y="58"/>
                    <a:pt x="24" y="62"/>
                    <a:pt x="24" y="66"/>
                  </a:cubicBezTo>
                  <a:lnTo>
                    <a:pt x="24" y="66"/>
                  </a:lnTo>
                  <a:lnTo>
                    <a:pt x="24" y="66"/>
                  </a:lnTo>
                  <a:cubicBezTo>
                    <a:pt x="17" y="66"/>
                    <a:pt x="11" y="66"/>
                    <a:pt x="7" y="66"/>
                  </a:cubicBezTo>
                  <a:cubicBezTo>
                    <a:pt x="5" y="66"/>
                    <a:pt x="4" y="66"/>
                    <a:pt x="2" y="66"/>
                  </a:cubicBezTo>
                  <a:cubicBezTo>
                    <a:pt x="1" y="66"/>
                    <a:pt x="1" y="66"/>
                    <a:pt x="1" y="66"/>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49" name="Google Shape;849;p23"/>
            <p:cNvSpPr/>
            <p:nvPr/>
          </p:nvSpPr>
          <p:spPr>
            <a:xfrm>
              <a:off x="1172077" y="1394707"/>
              <a:ext cx="1350141" cy="245976"/>
            </a:xfrm>
            <a:custGeom>
              <a:rect b="b" l="l" r="r" t="t"/>
              <a:pathLst>
                <a:path extrusionOk="0" h="135" w="741">
                  <a:moveTo>
                    <a:pt x="371" y="135"/>
                  </a:moveTo>
                  <a:lnTo>
                    <a:pt x="685" y="135"/>
                  </a:lnTo>
                  <a:cubicBezTo>
                    <a:pt x="716" y="135"/>
                    <a:pt x="741" y="109"/>
                    <a:pt x="741" y="78"/>
                  </a:cubicBezTo>
                  <a:lnTo>
                    <a:pt x="741" y="57"/>
                  </a:lnTo>
                  <a:cubicBezTo>
                    <a:pt x="741" y="25"/>
                    <a:pt x="716" y="0"/>
                    <a:pt x="685" y="0"/>
                  </a:cubicBezTo>
                  <a:lnTo>
                    <a:pt x="57" y="0"/>
                  </a:lnTo>
                  <a:cubicBezTo>
                    <a:pt x="26" y="0"/>
                    <a:pt x="0" y="25"/>
                    <a:pt x="0" y="57"/>
                  </a:cubicBezTo>
                  <a:lnTo>
                    <a:pt x="0" y="78"/>
                  </a:lnTo>
                  <a:cubicBezTo>
                    <a:pt x="0" y="109"/>
                    <a:pt x="26" y="135"/>
                    <a:pt x="57" y="135"/>
                  </a:cubicBezTo>
                  <a:lnTo>
                    <a:pt x="371" y="135"/>
                  </a:lnTo>
                  <a:close/>
                </a:path>
              </a:pathLst>
            </a:custGeom>
            <a:solidFill>
              <a:schemeClr val="lt1"/>
            </a:solidFill>
            <a:ln>
              <a:noFill/>
            </a:ln>
          </p:spPr>
          <p:txBody>
            <a:bodyPr anchorCtr="1" anchor="ctr" bIns="3600" lIns="90000" spcFirstLastPara="1" rIns="90000" wrap="square" tIns="36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0" name="Google Shape;850;p23"/>
            <p:cNvSpPr/>
            <p:nvPr/>
          </p:nvSpPr>
          <p:spPr>
            <a:xfrm>
              <a:off x="1170255" y="1391063"/>
              <a:ext cx="1353785" cy="251442"/>
            </a:xfrm>
            <a:custGeom>
              <a:rect b="b" l="l" r="r" t="t"/>
              <a:pathLst>
                <a:path extrusionOk="0" h="138" w="743">
                  <a:moveTo>
                    <a:pt x="685" y="137"/>
                  </a:moveTo>
                  <a:cubicBezTo>
                    <a:pt x="685" y="137"/>
                    <a:pt x="687" y="136"/>
                    <a:pt x="690" y="136"/>
                  </a:cubicBezTo>
                  <a:cubicBezTo>
                    <a:pt x="693" y="136"/>
                    <a:pt x="697" y="135"/>
                    <a:pt x="702" y="134"/>
                  </a:cubicBezTo>
                  <a:cubicBezTo>
                    <a:pt x="707" y="132"/>
                    <a:pt x="713" y="129"/>
                    <a:pt x="720" y="124"/>
                  </a:cubicBezTo>
                  <a:cubicBezTo>
                    <a:pt x="726" y="120"/>
                    <a:pt x="732" y="113"/>
                    <a:pt x="737" y="103"/>
                  </a:cubicBezTo>
                  <a:cubicBezTo>
                    <a:pt x="739" y="98"/>
                    <a:pt x="741" y="93"/>
                    <a:pt x="741" y="87"/>
                  </a:cubicBezTo>
                  <a:cubicBezTo>
                    <a:pt x="742" y="82"/>
                    <a:pt x="742" y="76"/>
                    <a:pt x="742" y="69"/>
                  </a:cubicBezTo>
                  <a:cubicBezTo>
                    <a:pt x="742" y="63"/>
                    <a:pt x="742" y="56"/>
                    <a:pt x="741" y="49"/>
                  </a:cubicBezTo>
                  <a:cubicBezTo>
                    <a:pt x="740" y="43"/>
                    <a:pt x="737" y="36"/>
                    <a:pt x="733" y="30"/>
                  </a:cubicBezTo>
                  <a:cubicBezTo>
                    <a:pt x="726" y="17"/>
                    <a:pt x="712" y="7"/>
                    <a:pt x="696" y="4"/>
                  </a:cubicBezTo>
                  <a:cubicBezTo>
                    <a:pt x="688" y="2"/>
                    <a:pt x="679" y="3"/>
                    <a:pt x="670" y="3"/>
                  </a:cubicBezTo>
                  <a:cubicBezTo>
                    <a:pt x="661" y="3"/>
                    <a:pt x="652" y="3"/>
                    <a:pt x="643" y="3"/>
                  </a:cubicBezTo>
                  <a:cubicBezTo>
                    <a:pt x="493" y="3"/>
                    <a:pt x="286" y="3"/>
                    <a:pt x="58" y="3"/>
                  </a:cubicBezTo>
                  <a:cubicBezTo>
                    <a:pt x="44" y="3"/>
                    <a:pt x="30" y="9"/>
                    <a:pt x="20" y="18"/>
                  </a:cubicBezTo>
                  <a:cubicBezTo>
                    <a:pt x="10" y="27"/>
                    <a:pt x="4" y="40"/>
                    <a:pt x="3" y="54"/>
                  </a:cubicBezTo>
                  <a:cubicBezTo>
                    <a:pt x="2" y="61"/>
                    <a:pt x="3" y="68"/>
                    <a:pt x="3" y="75"/>
                  </a:cubicBezTo>
                  <a:cubicBezTo>
                    <a:pt x="2" y="82"/>
                    <a:pt x="3" y="88"/>
                    <a:pt x="5" y="95"/>
                  </a:cubicBezTo>
                  <a:cubicBezTo>
                    <a:pt x="8" y="108"/>
                    <a:pt x="17" y="119"/>
                    <a:pt x="28" y="126"/>
                  </a:cubicBezTo>
                  <a:cubicBezTo>
                    <a:pt x="33" y="130"/>
                    <a:pt x="39" y="132"/>
                    <a:pt x="46" y="134"/>
                  </a:cubicBezTo>
                  <a:cubicBezTo>
                    <a:pt x="52" y="135"/>
                    <a:pt x="58" y="135"/>
                    <a:pt x="65" y="135"/>
                  </a:cubicBezTo>
                  <a:cubicBezTo>
                    <a:pt x="78" y="135"/>
                    <a:pt x="91" y="135"/>
                    <a:pt x="104" y="135"/>
                  </a:cubicBezTo>
                  <a:cubicBezTo>
                    <a:pt x="130" y="135"/>
                    <a:pt x="156" y="135"/>
                    <a:pt x="180" y="135"/>
                  </a:cubicBezTo>
                  <a:cubicBezTo>
                    <a:pt x="279" y="135"/>
                    <a:pt x="368" y="135"/>
                    <a:pt x="443" y="136"/>
                  </a:cubicBezTo>
                  <a:cubicBezTo>
                    <a:pt x="518" y="136"/>
                    <a:pt x="579" y="136"/>
                    <a:pt x="620" y="136"/>
                  </a:cubicBezTo>
                  <a:cubicBezTo>
                    <a:pt x="641" y="136"/>
                    <a:pt x="658" y="136"/>
                    <a:pt x="669" y="136"/>
                  </a:cubicBezTo>
                  <a:cubicBezTo>
                    <a:pt x="674" y="136"/>
                    <a:pt x="678" y="136"/>
                    <a:pt x="681" y="136"/>
                  </a:cubicBezTo>
                  <a:cubicBezTo>
                    <a:pt x="684" y="136"/>
                    <a:pt x="685" y="137"/>
                    <a:pt x="685" y="137"/>
                  </a:cubicBezTo>
                  <a:cubicBezTo>
                    <a:pt x="685" y="137"/>
                    <a:pt x="684" y="137"/>
                    <a:pt x="681" y="137"/>
                  </a:cubicBezTo>
                  <a:cubicBezTo>
                    <a:pt x="678" y="137"/>
                    <a:pt x="674" y="137"/>
                    <a:pt x="669" y="137"/>
                  </a:cubicBezTo>
                  <a:cubicBezTo>
                    <a:pt x="657" y="137"/>
                    <a:pt x="641" y="137"/>
                    <a:pt x="620" y="137"/>
                  </a:cubicBezTo>
                  <a:cubicBezTo>
                    <a:pt x="579" y="137"/>
                    <a:pt x="518" y="137"/>
                    <a:pt x="443" y="137"/>
                  </a:cubicBezTo>
                  <a:cubicBezTo>
                    <a:pt x="368" y="138"/>
                    <a:pt x="279" y="138"/>
                    <a:pt x="180" y="138"/>
                  </a:cubicBezTo>
                  <a:cubicBezTo>
                    <a:pt x="156" y="138"/>
                    <a:pt x="130" y="138"/>
                    <a:pt x="104" y="138"/>
                  </a:cubicBezTo>
                  <a:cubicBezTo>
                    <a:pt x="91" y="138"/>
                    <a:pt x="78" y="138"/>
                    <a:pt x="65" y="138"/>
                  </a:cubicBezTo>
                  <a:cubicBezTo>
                    <a:pt x="59" y="138"/>
                    <a:pt x="52" y="138"/>
                    <a:pt x="45" y="136"/>
                  </a:cubicBezTo>
                  <a:cubicBezTo>
                    <a:pt x="38" y="135"/>
                    <a:pt x="32" y="132"/>
                    <a:pt x="26" y="128"/>
                  </a:cubicBezTo>
                  <a:cubicBezTo>
                    <a:pt x="15" y="121"/>
                    <a:pt x="6" y="109"/>
                    <a:pt x="2" y="95"/>
                  </a:cubicBezTo>
                  <a:cubicBezTo>
                    <a:pt x="0" y="89"/>
                    <a:pt x="0" y="81"/>
                    <a:pt x="0" y="75"/>
                  </a:cubicBezTo>
                  <a:cubicBezTo>
                    <a:pt x="0" y="68"/>
                    <a:pt x="0" y="61"/>
                    <a:pt x="0" y="54"/>
                  </a:cubicBezTo>
                  <a:cubicBezTo>
                    <a:pt x="1" y="39"/>
                    <a:pt x="8" y="26"/>
                    <a:pt x="19" y="16"/>
                  </a:cubicBezTo>
                  <a:cubicBezTo>
                    <a:pt x="29" y="6"/>
                    <a:pt x="44" y="0"/>
                    <a:pt x="58" y="0"/>
                  </a:cubicBezTo>
                  <a:cubicBezTo>
                    <a:pt x="286" y="0"/>
                    <a:pt x="493" y="1"/>
                    <a:pt x="643" y="1"/>
                  </a:cubicBezTo>
                  <a:cubicBezTo>
                    <a:pt x="652" y="1"/>
                    <a:pt x="661" y="1"/>
                    <a:pt x="670" y="1"/>
                  </a:cubicBezTo>
                  <a:cubicBezTo>
                    <a:pt x="679" y="1"/>
                    <a:pt x="688" y="0"/>
                    <a:pt x="696" y="2"/>
                  </a:cubicBezTo>
                  <a:cubicBezTo>
                    <a:pt x="713" y="5"/>
                    <a:pt x="727" y="16"/>
                    <a:pt x="735" y="29"/>
                  </a:cubicBezTo>
                  <a:cubicBezTo>
                    <a:pt x="739" y="35"/>
                    <a:pt x="741" y="42"/>
                    <a:pt x="742" y="49"/>
                  </a:cubicBezTo>
                  <a:cubicBezTo>
                    <a:pt x="743" y="56"/>
                    <a:pt x="743" y="63"/>
                    <a:pt x="743" y="69"/>
                  </a:cubicBezTo>
                  <a:cubicBezTo>
                    <a:pt x="743" y="75"/>
                    <a:pt x="743" y="81"/>
                    <a:pt x="742" y="87"/>
                  </a:cubicBezTo>
                  <a:cubicBezTo>
                    <a:pt x="742" y="93"/>
                    <a:pt x="740" y="98"/>
                    <a:pt x="738" y="103"/>
                  </a:cubicBezTo>
                  <a:cubicBezTo>
                    <a:pt x="733" y="113"/>
                    <a:pt x="727" y="120"/>
                    <a:pt x="720" y="125"/>
                  </a:cubicBezTo>
                  <a:cubicBezTo>
                    <a:pt x="714" y="130"/>
                    <a:pt x="708" y="133"/>
                    <a:pt x="702" y="134"/>
                  </a:cubicBezTo>
                  <a:cubicBezTo>
                    <a:pt x="697" y="136"/>
                    <a:pt x="693" y="136"/>
                    <a:pt x="690" y="136"/>
                  </a:cubicBezTo>
                  <a:cubicBezTo>
                    <a:pt x="687" y="136"/>
                    <a:pt x="686" y="136"/>
                    <a:pt x="686" y="136"/>
                  </a:cubicBezTo>
                  <a:lnTo>
                    <a:pt x="685" y="137"/>
                  </a:lnTo>
                  <a:close/>
                </a:path>
              </a:pathLst>
            </a:custGeom>
            <a:solidFill>
              <a:schemeClr val="dk1"/>
            </a:solidFill>
            <a:ln>
              <a:noFill/>
            </a:ln>
          </p:spPr>
          <p:txBody>
            <a:bodyPr anchorCtr="1" anchor="ctr" bIns="4675" lIns="90000" spcFirstLastPara="1" rIns="90000" wrap="square" tIns="467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51" name="Google Shape;851;p23"/>
            <p:cNvSpPr/>
            <p:nvPr/>
          </p:nvSpPr>
          <p:spPr>
            <a:xfrm>
              <a:off x="2349122" y="1465767"/>
              <a:ext cx="91103" cy="91102"/>
            </a:xfrm>
            <a:custGeom>
              <a:rect b="b" l="l" r="r" t="t"/>
              <a:pathLst>
                <a:path extrusionOk="0" h="50" w="50">
                  <a:moveTo>
                    <a:pt x="50" y="25"/>
                  </a:moveTo>
                  <a:cubicBezTo>
                    <a:pt x="50" y="25"/>
                    <a:pt x="50" y="23"/>
                    <a:pt x="49" y="19"/>
                  </a:cubicBezTo>
                  <a:cubicBezTo>
                    <a:pt x="48" y="16"/>
                    <a:pt x="45" y="10"/>
                    <a:pt x="40" y="6"/>
                  </a:cubicBezTo>
                  <a:cubicBezTo>
                    <a:pt x="34" y="2"/>
                    <a:pt x="26" y="0"/>
                    <a:pt x="18" y="3"/>
                  </a:cubicBezTo>
                  <a:cubicBezTo>
                    <a:pt x="9" y="6"/>
                    <a:pt x="2" y="15"/>
                    <a:pt x="3" y="25"/>
                  </a:cubicBezTo>
                  <a:cubicBezTo>
                    <a:pt x="2" y="35"/>
                    <a:pt x="10" y="44"/>
                    <a:pt x="18" y="47"/>
                  </a:cubicBezTo>
                  <a:cubicBezTo>
                    <a:pt x="26" y="50"/>
                    <a:pt x="34" y="48"/>
                    <a:pt x="40" y="44"/>
                  </a:cubicBezTo>
                  <a:cubicBezTo>
                    <a:pt x="45" y="40"/>
                    <a:pt x="48" y="34"/>
                    <a:pt x="49" y="31"/>
                  </a:cubicBezTo>
                  <a:cubicBezTo>
                    <a:pt x="50" y="27"/>
                    <a:pt x="50" y="25"/>
                    <a:pt x="50" y="25"/>
                  </a:cubicBezTo>
                  <a:cubicBezTo>
                    <a:pt x="50" y="25"/>
                    <a:pt x="50" y="26"/>
                    <a:pt x="50" y="27"/>
                  </a:cubicBezTo>
                  <a:cubicBezTo>
                    <a:pt x="50" y="28"/>
                    <a:pt x="50" y="29"/>
                    <a:pt x="50" y="31"/>
                  </a:cubicBezTo>
                  <a:cubicBezTo>
                    <a:pt x="49" y="35"/>
                    <a:pt x="47" y="41"/>
                    <a:pt x="41" y="45"/>
                  </a:cubicBezTo>
                  <a:cubicBezTo>
                    <a:pt x="35" y="50"/>
                    <a:pt x="26" y="52"/>
                    <a:pt x="17" y="49"/>
                  </a:cubicBezTo>
                  <a:cubicBezTo>
                    <a:pt x="8" y="46"/>
                    <a:pt x="0" y="36"/>
                    <a:pt x="0" y="25"/>
                  </a:cubicBezTo>
                  <a:cubicBezTo>
                    <a:pt x="0" y="14"/>
                    <a:pt x="8" y="4"/>
                    <a:pt x="17" y="1"/>
                  </a:cubicBezTo>
                  <a:cubicBezTo>
                    <a:pt x="26" y="-2"/>
                    <a:pt x="35" y="0"/>
                    <a:pt x="41" y="5"/>
                  </a:cubicBezTo>
                  <a:cubicBezTo>
                    <a:pt x="47" y="9"/>
                    <a:pt x="49" y="15"/>
                    <a:pt x="50" y="19"/>
                  </a:cubicBezTo>
                  <a:cubicBezTo>
                    <a:pt x="50" y="21"/>
                    <a:pt x="50" y="22"/>
                    <a:pt x="50" y="23"/>
                  </a:cubicBezTo>
                  <a:cubicBezTo>
                    <a:pt x="50" y="24"/>
                    <a:pt x="50" y="25"/>
                    <a:pt x="50" y="25"/>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52" name="Google Shape;852;p23"/>
            <p:cNvSpPr/>
            <p:nvPr/>
          </p:nvSpPr>
          <p:spPr>
            <a:xfrm>
              <a:off x="2425648" y="1544115"/>
              <a:ext cx="38263" cy="43729"/>
            </a:xfrm>
            <a:custGeom>
              <a:rect b="b" l="l" r="r" t="t"/>
              <a:pathLst>
                <a:path extrusionOk="0" h="24" w="21">
                  <a:moveTo>
                    <a:pt x="21" y="24"/>
                  </a:moveTo>
                  <a:cubicBezTo>
                    <a:pt x="21" y="25"/>
                    <a:pt x="15" y="20"/>
                    <a:pt x="9" y="13"/>
                  </a:cubicBezTo>
                  <a:cubicBezTo>
                    <a:pt x="3" y="7"/>
                    <a:pt x="-1" y="1"/>
                    <a:pt x="0" y="0"/>
                  </a:cubicBezTo>
                  <a:cubicBezTo>
                    <a:pt x="0" y="0"/>
                    <a:pt x="5" y="5"/>
                    <a:pt x="11" y="11"/>
                  </a:cubicBezTo>
                  <a:cubicBezTo>
                    <a:pt x="18" y="18"/>
                    <a:pt x="22" y="24"/>
                    <a:pt x="21" y="24"/>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53" name="Google Shape;853;p23"/>
            <p:cNvSpPr/>
            <p:nvPr/>
          </p:nvSpPr>
          <p:spPr>
            <a:xfrm>
              <a:off x="1330596" y="1485810"/>
              <a:ext cx="56484" cy="69238"/>
            </a:xfrm>
            <a:custGeom>
              <a:rect b="b" l="l" r="r" t="t"/>
              <a:pathLst>
                <a:path extrusionOk="0" h="38" w="31">
                  <a:moveTo>
                    <a:pt x="13" y="4"/>
                  </a:moveTo>
                  <a:lnTo>
                    <a:pt x="0" y="4"/>
                  </a:lnTo>
                  <a:lnTo>
                    <a:pt x="0" y="0"/>
                  </a:lnTo>
                  <a:lnTo>
                    <a:pt x="31" y="0"/>
                  </a:lnTo>
                  <a:lnTo>
                    <a:pt x="31" y="4"/>
                  </a:lnTo>
                  <a:lnTo>
                    <a:pt x="17" y="4"/>
                  </a:lnTo>
                  <a:lnTo>
                    <a:pt x="17" y="38"/>
                  </a:lnTo>
                  <a:lnTo>
                    <a:pt x="13" y="38"/>
                  </a:lnTo>
                  <a:lnTo>
                    <a:pt x="13" y="4"/>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4" name="Google Shape;854;p23"/>
            <p:cNvSpPr/>
            <p:nvPr/>
          </p:nvSpPr>
          <p:spPr>
            <a:xfrm>
              <a:off x="1385257" y="1502208"/>
              <a:ext cx="51017" cy="52839"/>
            </a:xfrm>
            <a:custGeom>
              <a:rect b="b" l="l" r="r" t="t"/>
              <a:pathLst>
                <a:path extrusionOk="0" h="29" w="28">
                  <a:moveTo>
                    <a:pt x="28" y="16"/>
                  </a:moveTo>
                  <a:lnTo>
                    <a:pt x="4" y="16"/>
                  </a:lnTo>
                  <a:cubicBezTo>
                    <a:pt x="5" y="22"/>
                    <a:pt x="9" y="26"/>
                    <a:pt x="15" y="26"/>
                  </a:cubicBezTo>
                  <a:cubicBezTo>
                    <a:pt x="19" y="26"/>
                    <a:pt x="22" y="25"/>
                    <a:pt x="24" y="22"/>
                  </a:cubicBezTo>
                  <a:lnTo>
                    <a:pt x="26" y="25"/>
                  </a:lnTo>
                  <a:cubicBezTo>
                    <a:pt x="23" y="28"/>
                    <a:pt x="20" y="29"/>
                    <a:pt x="15" y="29"/>
                  </a:cubicBezTo>
                  <a:cubicBezTo>
                    <a:pt x="6" y="29"/>
                    <a:pt x="0" y="23"/>
                    <a:pt x="0" y="15"/>
                  </a:cubicBezTo>
                  <a:cubicBezTo>
                    <a:pt x="0" y="6"/>
                    <a:pt x="6" y="0"/>
                    <a:pt x="14" y="0"/>
                  </a:cubicBezTo>
                  <a:cubicBezTo>
                    <a:pt x="22" y="0"/>
                    <a:pt x="28" y="6"/>
                    <a:pt x="28" y="15"/>
                  </a:cubicBezTo>
                  <a:lnTo>
                    <a:pt x="28" y="16"/>
                  </a:lnTo>
                  <a:moveTo>
                    <a:pt x="4" y="13"/>
                  </a:moveTo>
                  <a:lnTo>
                    <a:pt x="24" y="13"/>
                  </a:lnTo>
                  <a:cubicBezTo>
                    <a:pt x="24" y="8"/>
                    <a:pt x="19" y="4"/>
                    <a:pt x="14" y="4"/>
                  </a:cubicBezTo>
                  <a:cubicBezTo>
                    <a:pt x="8" y="4"/>
                    <a:pt x="5" y="8"/>
                    <a:pt x="4" y="13"/>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5" name="Google Shape;855;p23"/>
            <p:cNvSpPr/>
            <p:nvPr/>
          </p:nvSpPr>
          <p:spPr>
            <a:xfrm>
              <a:off x="1439919" y="1504030"/>
              <a:ext cx="49195" cy="51017"/>
            </a:xfrm>
            <a:custGeom>
              <a:rect b="b" l="l" r="r" t="t"/>
              <a:pathLst>
                <a:path extrusionOk="0" h="28" w="27">
                  <a:moveTo>
                    <a:pt x="23" y="28"/>
                  </a:moveTo>
                  <a:lnTo>
                    <a:pt x="14" y="16"/>
                  </a:lnTo>
                  <a:lnTo>
                    <a:pt x="5" y="28"/>
                  </a:lnTo>
                  <a:lnTo>
                    <a:pt x="0" y="28"/>
                  </a:lnTo>
                  <a:lnTo>
                    <a:pt x="12" y="13"/>
                  </a:lnTo>
                  <a:lnTo>
                    <a:pt x="1" y="0"/>
                  </a:lnTo>
                  <a:lnTo>
                    <a:pt x="5" y="0"/>
                  </a:lnTo>
                  <a:lnTo>
                    <a:pt x="14" y="11"/>
                  </a:lnTo>
                  <a:lnTo>
                    <a:pt x="22" y="0"/>
                  </a:lnTo>
                  <a:lnTo>
                    <a:pt x="26" y="0"/>
                  </a:lnTo>
                  <a:lnTo>
                    <a:pt x="16" y="13"/>
                  </a:lnTo>
                  <a:lnTo>
                    <a:pt x="27" y="28"/>
                  </a:lnTo>
                  <a:lnTo>
                    <a:pt x="23" y="28"/>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6" name="Google Shape;856;p23"/>
            <p:cNvSpPr/>
            <p:nvPr/>
          </p:nvSpPr>
          <p:spPr>
            <a:xfrm>
              <a:off x="1492758" y="1491276"/>
              <a:ext cx="34619" cy="63772"/>
            </a:xfrm>
            <a:custGeom>
              <a:rect b="b" l="l" r="r" t="t"/>
              <a:pathLst>
                <a:path extrusionOk="0" h="35" w="19">
                  <a:moveTo>
                    <a:pt x="19" y="33"/>
                  </a:moveTo>
                  <a:cubicBezTo>
                    <a:pt x="18" y="35"/>
                    <a:pt x="16" y="35"/>
                    <a:pt x="13" y="35"/>
                  </a:cubicBezTo>
                  <a:cubicBezTo>
                    <a:pt x="8" y="35"/>
                    <a:pt x="5" y="32"/>
                    <a:pt x="5" y="27"/>
                  </a:cubicBezTo>
                  <a:lnTo>
                    <a:pt x="5" y="10"/>
                  </a:lnTo>
                  <a:lnTo>
                    <a:pt x="0" y="10"/>
                  </a:lnTo>
                  <a:lnTo>
                    <a:pt x="0" y="7"/>
                  </a:lnTo>
                  <a:lnTo>
                    <a:pt x="5" y="7"/>
                  </a:lnTo>
                  <a:lnTo>
                    <a:pt x="5" y="0"/>
                  </a:lnTo>
                  <a:lnTo>
                    <a:pt x="9" y="0"/>
                  </a:lnTo>
                  <a:lnTo>
                    <a:pt x="9" y="7"/>
                  </a:lnTo>
                  <a:lnTo>
                    <a:pt x="18" y="7"/>
                  </a:lnTo>
                  <a:lnTo>
                    <a:pt x="18" y="10"/>
                  </a:lnTo>
                  <a:lnTo>
                    <a:pt x="9" y="10"/>
                  </a:lnTo>
                  <a:lnTo>
                    <a:pt x="9" y="27"/>
                  </a:lnTo>
                  <a:cubicBezTo>
                    <a:pt x="9" y="30"/>
                    <a:pt x="11" y="32"/>
                    <a:pt x="14" y="32"/>
                  </a:cubicBezTo>
                  <a:cubicBezTo>
                    <a:pt x="15" y="32"/>
                    <a:pt x="17" y="32"/>
                    <a:pt x="18" y="31"/>
                  </a:cubicBezTo>
                  <a:lnTo>
                    <a:pt x="19" y="33"/>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7" name="Google Shape;857;p23"/>
            <p:cNvSpPr/>
            <p:nvPr/>
          </p:nvSpPr>
          <p:spPr>
            <a:xfrm>
              <a:off x="1651277" y="1872084"/>
              <a:ext cx="442759" cy="3644"/>
            </a:xfrm>
            <a:custGeom>
              <a:rect b="b" l="l" r="r" t="t"/>
              <a:pathLst>
                <a:path extrusionOk="0" h="2" w="243">
                  <a:moveTo>
                    <a:pt x="243" y="1"/>
                  </a:moveTo>
                  <a:cubicBezTo>
                    <a:pt x="243" y="2"/>
                    <a:pt x="189" y="2"/>
                    <a:pt x="122" y="2"/>
                  </a:cubicBezTo>
                  <a:cubicBezTo>
                    <a:pt x="55" y="2"/>
                    <a:pt x="0" y="2"/>
                    <a:pt x="0" y="1"/>
                  </a:cubicBezTo>
                  <a:cubicBezTo>
                    <a:pt x="0" y="0"/>
                    <a:pt x="55" y="0"/>
                    <a:pt x="122" y="0"/>
                  </a:cubicBezTo>
                  <a:cubicBezTo>
                    <a:pt x="189" y="0"/>
                    <a:pt x="243" y="0"/>
                    <a:pt x="243"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8" name="Google Shape;858;p23"/>
            <p:cNvSpPr/>
            <p:nvPr/>
          </p:nvSpPr>
          <p:spPr>
            <a:xfrm>
              <a:off x="1653099" y="1961364"/>
              <a:ext cx="792593" cy="5466"/>
            </a:xfrm>
            <a:custGeom>
              <a:rect b="b" l="l" r="r" t="t"/>
              <a:pathLst>
                <a:path extrusionOk="0" h="3" w="435">
                  <a:moveTo>
                    <a:pt x="435" y="2"/>
                  </a:moveTo>
                  <a:cubicBezTo>
                    <a:pt x="435" y="3"/>
                    <a:pt x="337" y="3"/>
                    <a:pt x="217" y="3"/>
                  </a:cubicBezTo>
                  <a:cubicBezTo>
                    <a:pt x="97" y="3"/>
                    <a:pt x="0" y="2"/>
                    <a:pt x="0" y="2"/>
                  </a:cubicBezTo>
                  <a:cubicBezTo>
                    <a:pt x="0" y="1"/>
                    <a:pt x="96" y="0"/>
                    <a:pt x="217" y="0"/>
                  </a:cubicBezTo>
                  <a:cubicBezTo>
                    <a:pt x="337" y="0"/>
                    <a:pt x="435" y="1"/>
                    <a:pt x="43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59" name="Google Shape;859;p23"/>
            <p:cNvSpPr/>
            <p:nvPr/>
          </p:nvSpPr>
          <p:spPr>
            <a:xfrm>
              <a:off x="1653099" y="2026958"/>
              <a:ext cx="783483" cy="5466"/>
            </a:xfrm>
            <a:custGeom>
              <a:rect b="b" l="l" r="r" t="t"/>
              <a:pathLst>
                <a:path extrusionOk="0" h="3" w="430">
                  <a:moveTo>
                    <a:pt x="430" y="1"/>
                  </a:moveTo>
                  <a:cubicBezTo>
                    <a:pt x="430" y="2"/>
                    <a:pt x="334" y="3"/>
                    <a:pt x="215" y="3"/>
                  </a:cubicBezTo>
                  <a:cubicBezTo>
                    <a:pt x="96" y="3"/>
                    <a:pt x="0" y="2"/>
                    <a:pt x="0" y="1"/>
                  </a:cubicBezTo>
                  <a:cubicBezTo>
                    <a:pt x="0" y="1"/>
                    <a:pt x="96" y="0"/>
                    <a:pt x="215" y="0"/>
                  </a:cubicBezTo>
                  <a:cubicBezTo>
                    <a:pt x="334" y="0"/>
                    <a:pt x="430" y="1"/>
                    <a:pt x="430"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60" name="Google Shape;860;p23"/>
            <p:cNvSpPr/>
            <p:nvPr/>
          </p:nvSpPr>
          <p:spPr>
            <a:xfrm>
              <a:off x="1653099" y="2088907"/>
              <a:ext cx="462801" cy="5466"/>
            </a:xfrm>
            <a:custGeom>
              <a:rect b="b" l="l" r="r" t="t"/>
              <a:pathLst>
                <a:path extrusionOk="0" h="3" w="254">
                  <a:moveTo>
                    <a:pt x="254" y="1"/>
                  </a:moveTo>
                  <a:cubicBezTo>
                    <a:pt x="254" y="2"/>
                    <a:pt x="197" y="3"/>
                    <a:pt x="127" y="3"/>
                  </a:cubicBezTo>
                  <a:cubicBezTo>
                    <a:pt x="56" y="3"/>
                    <a:pt x="0" y="2"/>
                    <a:pt x="0" y="1"/>
                  </a:cubicBezTo>
                  <a:cubicBezTo>
                    <a:pt x="0" y="0"/>
                    <a:pt x="56" y="0"/>
                    <a:pt x="127" y="0"/>
                  </a:cubicBezTo>
                  <a:cubicBezTo>
                    <a:pt x="197" y="0"/>
                    <a:pt x="254" y="0"/>
                    <a:pt x="25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61" name="Google Shape;861;p23"/>
            <p:cNvSpPr/>
            <p:nvPr/>
          </p:nvSpPr>
          <p:spPr>
            <a:xfrm>
              <a:off x="1651277" y="2364037"/>
              <a:ext cx="442759" cy="5466"/>
            </a:xfrm>
            <a:custGeom>
              <a:rect b="b" l="l" r="r" t="t"/>
              <a:pathLst>
                <a:path extrusionOk="0" h="3" w="243">
                  <a:moveTo>
                    <a:pt x="243" y="1"/>
                  </a:moveTo>
                  <a:cubicBezTo>
                    <a:pt x="243" y="2"/>
                    <a:pt x="189" y="3"/>
                    <a:pt x="122" y="3"/>
                  </a:cubicBezTo>
                  <a:cubicBezTo>
                    <a:pt x="55" y="3"/>
                    <a:pt x="0" y="2"/>
                    <a:pt x="0" y="1"/>
                  </a:cubicBezTo>
                  <a:cubicBezTo>
                    <a:pt x="0" y="1"/>
                    <a:pt x="55" y="0"/>
                    <a:pt x="122" y="0"/>
                  </a:cubicBezTo>
                  <a:cubicBezTo>
                    <a:pt x="189" y="0"/>
                    <a:pt x="243" y="1"/>
                    <a:pt x="243" y="1"/>
                  </a:cubicBezTo>
                  <a:close/>
                </a:path>
              </a:pathLst>
            </a:custGeom>
            <a:solidFill>
              <a:srgbClr val="E8505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62" name="Google Shape;862;p23"/>
            <p:cNvSpPr/>
            <p:nvPr/>
          </p:nvSpPr>
          <p:spPr>
            <a:xfrm>
              <a:off x="1653099" y="2455139"/>
              <a:ext cx="792593" cy="3644"/>
            </a:xfrm>
            <a:custGeom>
              <a:rect b="b" l="l" r="r" t="t"/>
              <a:pathLst>
                <a:path extrusionOk="0" h="2" w="435">
                  <a:moveTo>
                    <a:pt x="435" y="1"/>
                  </a:moveTo>
                  <a:cubicBezTo>
                    <a:pt x="435" y="2"/>
                    <a:pt x="337" y="2"/>
                    <a:pt x="217" y="2"/>
                  </a:cubicBezTo>
                  <a:cubicBezTo>
                    <a:pt x="97" y="2"/>
                    <a:pt x="0" y="2"/>
                    <a:pt x="0" y="1"/>
                  </a:cubicBezTo>
                  <a:cubicBezTo>
                    <a:pt x="0" y="0"/>
                    <a:pt x="96" y="0"/>
                    <a:pt x="217" y="0"/>
                  </a:cubicBezTo>
                  <a:cubicBezTo>
                    <a:pt x="337" y="0"/>
                    <a:pt x="435" y="0"/>
                    <a:pt x="43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63" name="Google Shape;863;p23"/>
            <p:cNvSpPr/>
            <p:nvPr/>
          </p:nvSpPr>
          <p:spPr>
            <a:xfrm>
              <a:off x="1653099" y="2518911"/>
              <a:ext cx="783483" cy="5466"/>
            </a:xfrm>
            <a:custGeom>
              <a:rect b="b" l="l" r="r" t="t"/>
              <a:pathLst>
                <a:path extrusionOk="0" h="3" w="430">
                  <a:moveTo>
                    <a:pt x="430" y="2"/>
                  </a:moveTo>
                  <a:cubicBezTo>
                    <a:pt x="430" y="2"/>
                    <a:pt x="334" y="3"/>
                    <a:pt x="215" y="3"/>
                  </a:cubicBezTo>
                  <a:cubicBezTo>
                    <a:pt x="96" y="3"/>
                    <a:pt x="0" y="2"/>
                    <a:pt x="0" y="2"/>
                  </a:cubicBezTo>
                  <a:cubicBezTo>
                    <a:pt x="0" y="1"/>
                    <a:pt x="96" y="0"/>
                    <a:pt x="215" y="0"/>
                  </a:cubicBezTo>
                  <a:cubicBezTo>
                    <a:pt x="334" y="0"/>
                    <a:pt x="430" y="1"/>
                    <a:pt x="430"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64" name="Google Shape;864;p23"/>
            <p:cNvSpPr/>
            <p:nvPr/>
          </p:nvSpPr>
          <p:spPr>
            <a:xfrm>
              <a:off x="1653099" y="2580860"/>
              <a:ext cx="462801" cy="5466"/>
            </a:xfrm>
            <a:custGeom>
              <a:rect b="b" l="l" r="r" t="t"/>
              <a:pathLst>
                <a:path extrusionOk="0" h="3" w="254">
                  <a:moveTo>
                    <a:pt x="254" y="1"/>
                  </a:moveTo>
                  <a:cubicBezTo>
                    <a:pt x="254" y="2"/>
                    <a:pt x="197" y="3"/>
                    <a:pt x="127" y="3"/>
                  </a:cubicBezTo>
                  <a:cubicBezTo>
                    <a:pt x="56" y="3"/>
                    <a:pt x="0" y="2"/>
                    <a:pt x="0" y="1"/>
                  </a:cubicBezTo>
                  <a:cubicBezTo>
                    <a:pt x="0" y="1"/>
                    <a:pt x="56" y="0"/>
                    <a:pt x="127" y="0"/>
                  </a:cubicBezTo>
                  <a:cubicBezTo>
                    <a:pt x="197" y="0"/>
                    <a:pt x="254" y="1"/>
                    <a:pt x="254" y="1"/>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65" name="Google Shape;865;p23"/>
            <p:cNvSpPr/>
            <p:nvPr/>
          </p:nvSpPr>
          <p:spPr>
            <a:xfrm>
              <a:off x="1651277" y="2855989"/>
              <a:ext cx="442759" cy="5466"/>
            </a:xfrm>
            <a:custGeom>
              <a:rect b="b" l="l" r="r" t="t"/>
              <a:pathLst>
                <a:path extrusionOk="0" h="3" w="243">
                  <a:moveTo>
                    <a:pt x="243" y="2"/>
                  </a:moveTo>
                  <a:cubicBezTo>
                    <a:pt x="243" y="2"/>
                    <a:pt x="189" y="3"/>
                    <a:pt x="122" y="3"/>
                  </a:cubicBezTo>
                  <a:cubicBezTo>
                    <a:pt x="55" y="3"/>
                    <a:pt x="0" y="2"/>
                    <a:pt x="0" y="2"/>
                  </a:cubicBezTo>
                  <a:cubicBezTo>
                    <a:pt x="0" y="1"/>
                    <a:pt x="55" y="0"/>
                    <a:pt x="122" y="0"/>
                  </a:cubicBezTo>
                  <a:cubicBezTo>
                    <a:pt x="189" y="0"/>
                    <a:pt x="243" y="1"/>
                    <a:pt x="243" y="2"/>
                  </a:cubicBezTo>
                  <a:close/>
                </a:path>
              </a:pathLst>
            </a:custGeom>
            <a:solidFill>
              <a:srgbClr val="E8505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66" name="Google Shape;866;p23"/>
            <p:cNvSpPr/>
            <p:nvPr/>
          </p:nvSpPr>
          <p:spPr>
            <a:xfrm>
              <a:off x="1653099" y="2947092"/>
              <a:ext cx="792593" cy="5466"/>
            </a:xfrm>
            <a:custGeom>
              <a:rect b="b" l="l" r="r" t="t"/>
              <a:pathLst>
                <a:path extrusionOk="0" h="3" w="435">
                  <a:moveTo>
                    <a:pt x="435" y="1"/>
                  </a:moveTo>
                  <a:cubicBezTo>
                    <a:pt x="435" y="2"/>
                    <a:pt x="337" y="3"/>
                    <a:pt x="217" y="3"/>
                  </a:cubicBezTo>
                  <a:cubicBezTo>
                    <a:pt x="97" y="3"/>
                    <a:pt x="0" y="2"/>
                    <a:pt x="0" y="1"/>
                  </a:cubicBezTo>
                  <a:cubicBezTo>
                    <a:pt x="0" y="1"/>
                    <a:pt x="96" y="0"/>
                    <a:pt x="217" y="0"/>
                  </a:cubicBezTo>
                  <a:cubicBezTo>
                    <a:pt x="337" y="0"/>
                    <a:pt x="435" y="1"/>
                    <a:pt x="43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67" name="Google Shape;867;p23"/>
            <p:cNvSpPr/>
            <p:nvPr/>
          </p:nvSpPr>
          <p:spPr>
            <a:xfrm>
              <a:off x="1653099" y="3012685"/>
              <a:ext cx="783483" cy="3644"/>
            </a:xfrm>
            <a:custGeom>
              <a:rect b="b" l="l" r="r" t="t"/>
              <a:pathLst>
                <a:path extrusionOk="0" h="2" w="430">
                  <a:moveTo>
                    <a:pt x="430" y="1"/>
                  </a:moveTo>
                  <a:cubicBezTo>
                    <a:pt x="430" y="2"/>
                    <a:pt x="334" y="2"/>
                    <a:pt x="215" y="2"/>
                  </a:cubicBezTo>
                  <a:cubicBezTo>
                    <a:pt x="96" y="2"/>
                    <a:pt x="0" y="2"/>
                    <a:pt x="0" y="1"/>
                  </a:cubicBezTo>
                  <a:cubicBezTo>
                    <a:pt x="0" y="0"/>
                    <a:pt x="96" y="0"/>
                    <a:pt x="215" y="0"/>
                  </a:cubicBezTo>
                  <a:cubicBezTo>
                    <a:pt x="334" y="0"/>
                    <a:pt x="430" y="0"/>
                    <a:pt x="430"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68" name="Google Shape;868;p23"/>
            <p:cNvSpPr/>
            <p:nvPr/>
          </p:nvSpPr>
          <p:spPr>
            <a:xfrm>
              <a:off x="1653099" y="3072813"/>
              <a:ext cx="462801" cy="5466"/>
            </a:xfrm>
            <a:custGeom>
              <a:rect b="b" l="l" r="r" t="t"/>
              <a:pathLst>
                <a:path extrusionOk="0" h="3" w="254">
                  <a:moveTo>
                    <a:pt x="254" y="2"/>
                  </a:moveTo>
                  <a:cubicBezTo>
                    <a:pt x="254" y="3"/>
                    <a:pt x="197" y="3"/>
                    <a:pt x="127" y="3"/>
                  </a:cubicBezTo>
                  <a:cubicBezTo>
                    <a:pt x="56" y="3"/>
                    <a:pt x="0" y="2"/>
                    <a:pt x="0" y="2"/>
                  </a:cubicBezTo>
                  <a:cubicBezTo>
                    <a:pt x="0" y="1"/>
                    <a:pt x="56" y="0"/>
                    <a:pt x="127" y="0"/>
                  </a:cubicBezTo>
                  <a:cubicBezTo>
                    <a:pt x="197" y="0"/>
                    <a:pt x="254" y="1"/>
                    <a:pt x="254" y="2"/>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69" name="Google Shape;869;p23"/>
            <p:cNvSpPr/>
            <p:nvPr/>
          </p:nvSpPr>
          <p:spPr>
            <a:xfrm>
              <a:off x="1651277" y="3349764"/>
              <a:ext cx="442759" cy="3644"/>
            </a:xfrm>
            <a:custGeom>
              <a:rect b="b" l="l" r="r" t="t"/>
              <a:pathLst>
                <a:path extrusionOk="0" h="2" w="243">
                  <a:moveTo>
                    <a:pt x="243" y="1"/>
                  </a:moveTo>
                  <a:cubicBezTo>
                    <a:pt x="243" y="2"/>
                    <a:pt x="189" y="2"/>
                    <a:pt x="122" y="2"/>
                  </a:cubicBezTo>
                  <a:cubicBezTo>
                    <a:pt x="55" y="2"/>
                    <a:pt x="0" y="2"/>
                    <a:pt x="0" y="1"/>
                  </a:cubicBezTo>
                  <a:cubicBezTo>
                    <a:pt x="0" y="0"/>
                    <a:pt x="55" y="0"/>
                    <a:pt x="122" y="0"/>
                  </a:cubicBezTo>
                  <a:cubicBezTo>
                    <a:pt x="189" y="0"/>
                    <a:pt x="243" y="0"/>
                    <a:pt x="243" y="1"/>
                  </a:cubicBezTo>
                  <a:close/>
                </a:path>
              </a:pathLst>
            </a:custGeom>
            <a:solidFill>
              <a:srgbClr val="E8505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70" name="Google Shape;870;p23"/>
            <p:cNvSpPr/>
            <p:nvPr/>
          </p:nvSpPr>
          <p:spPr>
            <a:xfrm>
              <a:off x="1653099" y="3439045"/>
              <a:ext cx="792593" cy="5466"/>
            </a:xfrm>
            <a:custGeom>
              <a:rect b="b" l="l" r="r" t="t"/>
              <a:pathLst>
                <a:path extrusionOk="0" h="3" w="435">
                  <a:moveTo>
                    <a:pt x="435" y="2"/>
                  </a:moveTo>
                  <a:cubicBezTo>
                    <a:pt x="435" y="2"/>
                    <a:pt x="337" y="3"/>
                    <a:pt x="217" y="3"/>
                  </a:cubicBezTo>
                  <a:cubicBezTo>
                    <a:pt x="97" y="3"/>
                    <a:pt x="0" y="2"/>
                    <a:pt x="0" y="2"/>
                  </a:cubicBezTo>
                  <a:cubicBezTo>
                    <a:pt x="0" y="1"/>
                    <a:pt x="96" y="0"/>
                    <a:pt x="217" y="0"/>
                  </a:cubicBezTo>
                  <a:cubicBezTo>
                    <a:pt x="337" y="0"/>
                    <a:pt x="435" y="1"/>
                    <a:pt x="435"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71" name="Google Shape;871;p23"/>
            <p:cNvSpPr/>
            <p:nvPr/>
          </p:nvSpPr>
          <p:spPr>
            <a:xfrm>
              <a:off x="1653099" y="3504638"/>
              <a:ext cx="783483" cy="5466"/>
            </a:xfrm>
            <a:custGeom>
              <a:rect b="b" l="l" r="r" t="t"/>
              <a:pathLst>
                <a:path extrusionOk="0" h="3" w="430">
                  <a:moveTo>
                    <a:pt x="430" y="1"/>
                  </a:moveTo>
                  <a:cubicBezTo>
                    <a:pt x="430" y="2"/>
                    <a:pt x="334" y="3"/>
                    <a:pt x="215" y="3"/>
                  </a:cubicBezTo>
                  <a:cubicBezTo>
                    <a:pt x="96" y="3"/>
                    <a:pt x="0" y="2"/>
                    <a:pt x="0" y="1"/>
                  </a:cubicBezTo>
                  <a:cubicBezTo>
                    <a:pt x="0" y="0"/>
                    <a:pt x="96" y="0"/>
                    <a:pt x="215" y="0"/>
                  </a:cubicBezTo>
                  <a:cubicBezTo>
                    <a:pt x="334" y="0"/>
                    <a:pt x="430" y="0"/>
                    <a:pt x="430"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72" name="Google Shape;872;p23"/>
            <p:cNvSpPr/>
            <p:nvPr/>
          </p:nvSpPr>
          <p:spPr>
            <a:xfrm>
              <a:off x="1653099" y="3566588"/>
              <a:ext cx="462801" cy="3644"/>
            </a:xfrm>
            <a:custGeom>
              <a:rect b="b" l="l" r="r" t="t"/>
              <a:pathLst>
                <a:path extrusionOk="0" h="2" w="254">
                  <a:moveTo>
                    <a:pt x="254" y="1"/>
                  </a:moveTo>
                  <a:cubicBezTo>
                    <a:pt x="254" y="2"/>
                    <a:pt x="197" y="2"/>
                    <a:pt x="127" y="2"/>
                  </a:cubicBezTo>
                  <a:cubicBezTo>
                    <a:pt x="56" y="2"/>
                    <a:pt x="0" y="2"/>
                    <a:pt x="0" y="1"/>
                  </a:cubicBezTo>
                  <a:cubicBezTo>
                    <a:pt x="0" y="0"/>
                    <a:pt x="56" y="0"/>
                    <a:pt x="127" y="0"/>
                  </a:cubicBezTo>
                  <a:cubicBezTo>
                    <a:pt x="197" y="0"/>
                    <a:pt x="254" y="0"/>
                    <a:pt x="254" y="1"/>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73" name="Google Shape;873;p23"/>
            <p:cNvSpPr/>
            <p:nvPr/>
          </p:nvSpPr>
          <p:spPr>
            <a:xfrm>
              <a:off x="1651277" y="3838073"/>
              <a:ext cx="442759" cy="5466"/>
            </a:xfrm>
            <a:custGeom>
              <a:rect b="b" l="l" r="r" t="t"/>
              <a:pathLst>
                <a:path extrusionOk="0" h="3" w="243">
                  <a:moveTo>
                    <a:pt x="243" y="1"/>
                  </a:moveTo>
                  <a:cubicBezTo>
                    <a:pt x="243" y="2"/>
                    <a:pt x="189" y="3"/>
                    <a:pt x="122" y="3"/>
                  </a:cubicBezTo>
                  <a:cubicBezTo>
                    <a:pt x="55" y="3"/>
                    <a:pt x="0" y="2"/>
                    <a:pt x="0" y="1"/>
                  </a:cubicBezTo>
                  <a:cubicBezTo>
                    <a:pt x="0" y="1"/>
                    <a:pt x="55" y="0"/>
                    <a:pt x="122" y="0"/>
                  </a:cubicBezTo>
                  <a:cubicBezTo>
                    <a:pt x="189" y="0"/>
                    <a:pt x="243" y="1"/>
                    <a:pt x="243"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74" name="Google Shape;874;p23"/>
            <p:cNvSpPr/>
            <p:nvPr/>
          </p:nvSpPr>
          <p:spPr>
            <a:xfrm>
              <a:off x="1653099" y="3929175"/>
              <a:ext cx="792593" cy="3644"/>
            </a:xfrm>
            <a:custGeom>
              <a:rect b="b" l="l" r="r" t="t"/>
              <a:pathLst>
                <a:path extrusionOk="0" h="2" w="435">
                  <a:moveTo>
                    <a:pt x="435" y="1"/>
                  </a:moveTo>
                  <a:cubicBezTo>
                    <a:pt x="435" y="2"/>
                    <a:pt x="337" y="2"/>
                    <a:pt x="217" y="2"/>
                  </a:cubicBezTo>
                  <a:cubicBezTo>
                    <a:pt x="97" y="2"/>
                    <a:pt x="0" y="2"/>
                    <a:pt x="0" y="1"/>
                  </a:cubicBezTo>
                  <a:cubicBezTo>
                    <a:pt x="0" y="0"/>
                    <a:pt x="96" y="0"/>
                    <a:pt x="217" y="0"/>
                  </a:cubicBezTo>
                  <a:cubicBezTo>
                    <a:pt x="337" y="0"/>
                    <a:pt x="435" y="0"/>
                    <a:pt x="435"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75" name="Google Shape;875;p23"/>
            <p:cNvSpPr/>
            <p:nvPr/>
          </p:nvSpPr>
          <p:spPr>
            <a:xfrm>
              <a:off x="1653099" y="3992947"/>
              <a:ext cx="783483" cy="5466"/>
            </a:xfrm>
            <a:custGeom>
              <a:rect b="b" l="l" r="r" t="t"/>
              <a:pathLst>
                <a:path extrusionOk="0" h="3" w="430">
                  <a:moveTo>
                    <a:pt x="430" y="2"/>
                  </a:moveTo>
                  <a:cubicBezTo>
                    <a:pt x="430" y="2"/>
                    <a:pt x="334" y="3"/>
                    <a:pt x="215" y="3"/>
                  </a:cubicBezTo>
                  <a:cubicBezTo>
                    <a:pt x="96" y="3"/>
                    <a:pt x="0" y="2"/>
                    <a:pt x="0" y="2"/>
                  </a:cubicBezTo>
                  <a:cubicBezTo>
                    <a:pt x="0" y="1"/>
                    <a:pt x="96" y="0"/>
                    <a:pt x="215" y="0"/>
                  </a:cubicBezTo>
                  <a:cubicBezTo>
                    <a:pt x="334" y="0"/>
                    <a:pt x="430" y="1"/>
                    <a:pt x="430"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76" name="Google Shape;876;p23"/>
            <p:cNvSpPr/>
            <p:nvPr/>
          </p:nvSpPr>
          <p:spPr>
            <a:xfrm>
              <a:off x="1653099" y="4054897"/>
              <a:ext cx="462801" cy="5466"/>
            </a:xfrm>
            <a:custGeom>
              <a:rect b="b" l="l" r="r" t="t"/>
              <a:pathLst>
                <a:path extrusionOk="0" h="3" w="254">
                  <a:moveTo>
                    <a:pt x="254" y="1"/>
                  </a:moveTo>
                  <a:cubicBezTo>
                    <a:pt x="254" y="2"/>
                    <a:pt x="197" y="3"/>
                    <a:pt x="127" y="3"/>
                  </a:cubicBezTo>
                  <a:cubicBezTo>
                    <a:pt x="56" y="3"/>
                    <a:pt x="0" y="2"/>
                    <a:pt x="0" y="1"/>
                  </a:cubicBezTo>
                  <a:cubicBezTo>
                    <a:pt x="0" y="1"/>
                    <a:pt x="56" y="0"/>
                    <a:pt x="127" y="0"/>
                  </a:cubicBezTo>
                  <a:cubicBezTo>
                    <a:pt x="197" y="0"/>
                    <a:pt x="254" y="1"/>
                    <a:pt x="254"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77" name="Google Shape;877;p23"/>
            <p:cNvSpPr/>
            <p:nvPr/>
          </p:nvSpPr>
          <p:spPr>
            <a:xfrm>
              <a:off x="1177544" y="1870262"/>
              <a:ext cx="360766" cy="273307"/>
            </a:xfrm>
            <a:custGeom>
              <a:rect b="b" l="l" r="r" t="t"/>
              <a:pathLst>
                <a:path extrusionOk="0" h="150" w="198">
                  <a:moveTo>
                    <a:pt x="0" y="148"/>
                  </a:moveTo>
                  <a:lnTo>
                    <a:pt x="1" y="0"/>
                  </a:lnTo>
                  <a:lnTo>
                    <a:pt x="198" y="1"/>
                  </a:lnTo>
                  <a:lnTo>
                    <a:pt x="198" y="150"/>
                  </a:lnTo>
                  <a:lnTo>
                    <a:pt x="0" y="148"/>
                  </a:lnTo>
                  <a:close/>
                </a:path>
              </a:pathLst>
            </a:custGeom>
            <a:solidFill>
              <a:schemeClr val="accent2"/>
            </a:solidFill>
            <a:ln>
              <a:noFill/>
            </a:ln>
          </p:spPr>
          <p:txBody>
            <a:bodyPr anchorCtr="1" anchor="ctr" bIns="9000" lIns="90000" spcFirstLastPara="1" rIns="90000" wrap="square" tIns="9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78" name="Google Shape;878;p23"/>
            <p:cNvSpPr/>
            <p:nvPr/>
          </p:nvSpPr>
          <p:spPr>
            <a:xfrm>
              <a:off x="1177544" y="2356748"/>
              <a:ext cx="360766" cy="271485"/>
            </a:xfrm>
            <a:custGeom>
              <a:rect b="b" l="l" r="r" t="t"/>
              <a:pathLst>
                <a:path extrusionOk="0" h="149" w="198">
                  <a:moveTo>
                    <a:pt x="0" y="148"/>
                  </a:moveTo>
                  <a:lnTo>
                    <a:pt x="1" y="0"/>
                  </a:lnTo>
                  <a:lnTo>
                    <a:pt x="198" y="1"/>
                  </a:lnTo>
                  <a:lnTo>
                    <a:pt x="198" y="149"/>
                  </a:lnTo>
                  <a:lnTo>
                    <a:pt x="0" y="148"/>
                  </a:lnTo>
                  <a:close/>
                </a:path>
              </a:pathLst>
            </a:custGeom>
            <a:solidFill>
              <a:schemeClr val="accent2"/>
            </a:solidFill>
            <a:ln>
              <a:noFill/>
            </a:ln>
          </p:spPr>
          <p:txBody>
            <a:bodyPr anchorCtr="1" anchor="ctr" bIns="8625" lIns="90000" spcFirstLastPara="1" rIns="90000" wrap="square" tIns="86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79" name="Google Shape;879;p23"/>
            <p:cNvSpPr/>
            <p:nvPr/>
          </p:nvSpPr>
          <p:spPr>
            <a:xfrm>
              <a:off x="1177544" y="2843235"/>
              <a:ext cx="360766" cy="271485"/>
            </a:xfrm>
            <a:custGeom>
              <a:rect b="b" l="l" r="r" t="t"/>
              <a:pathLst>
                <a:path extrusionOk="0" h="149" w="198">
                  <a:moveTo>
                    <a:pt x="0" y="148"/>
                  </a:moveTo>
                  <a:lnTo>
                    <a:pt x="1" y="0"/>
                  </a:lnTo>
                  <a:lnTo>
                    <a:pt x="198" y="1"/>
                  </a:lnTo>
                  <a:lnTo>
                    <a:pt x="198" y="149"/>
                  </a:lnTo>
                  <a:lnTo>
                    <a:pt x="0" y="148"/>
                  </a:lnTo>
                  <a:close/>
                </a:path>
              </a:pathLst>
            </a:custGeom>
            <a:solidFill>
              <a:schemeClr val="accent2"/>
            </a:solidFill>
            <a:ln>
              <a:noFill/>
            </a:ln>
          </p:spPr>
          <p:txBody>
            <a:bodyPr anchorCtr="1" anchor="ctr" bIns="8625" lIns="90000" spcFirstLastPara="1" rIns="90000" wrap="square" tIns="86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80" name="Google Shape;880;p23"/>
            <p:cNvSpPr/>
            <p:nvPr/>
          </p:nvSpPr>
          <p:spPr>
            <a:xfrm>
              <a:off x="1177544" y="3329722"/>
              <a:ext cx="360766" cy="271485"/>
            </a:xfrm>
            <a:custGeom>
              <a:rect b="b" l="l" r="r" t="t"/>
              <a:pathLst>
                <a:path extrusionOk="0" h="149" w="198">
                  <a:moveTo>
                    <a:pt x="0" y="148"/>
                  </a:moveTo>
                  <a:lnTo>
                    <a:pt x="1" y="0"/>
                  </a:lnTo>
                  <a:lnTo>
                    <a:pt x="198" y="1"/>
                  </a:lnTo>
                  <a:lnTo>
                    <a:pt x="198" y="149"/>
                  </a:lnTo>
                  <a:lnTo>
                    <a:pt x="0" y="148"/>
                  </a:lnTo>
                  <a:close/>
                </a:path>
              </a:pathLst>
            </a:custGeom>
            <a:solidFill>
              <a:schemeClr val="accent2"/>
            </a:solidFill>
            <a:ln>
              <a:noFill/>
            </a:ln>
          </p:spPr>
          <p:txBody>
            <a:bodyPr anchorCtr="1" anchor="ctr" bIns="8625" lIns="90000" spcFirstLastPara="1" rIns="90000" wrap="square" tIns="86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81" name="Google Shape;881;p23"/>
            <p:cNvSpPr/>
            <p:nvPr/>
          </p:nvSpPr>
          <p:spPr>
            <a:xfrm>
              <a:off x="1177544" y="3812564"/>
              <a:ext cx="360766" cy="273307"/>
            </a:xfrm>
            <a:custGeom>
              <a:rect b="b" l="l" r="r" t="t"/>
              <a:pathLst>
                <a:path extrusionOk="0" h="150" w="198">
                  <a:moveTo>
                    <a:pt x="0" y="149"/>
                  </a:moveTo>
                  <a:lnTo>
                    <a:pt x="1" y="0"/>
                  </a:lnTo>
                  <a:lnTo>
                    <a:pt x="198" y="1"/>
                  </a:lnTo>
                  <a:lnTo>
                    <a:pt x="198" y="150"/>
                  </a:lnTo>
                  <a:lnTo>
                    <a:pt x="0" y="149"/>
                  </a:lnTo>
                  <a:close/>
                </a:path>
              </a:pathLst>
            </a:custGeom>
            <a:solidFill>
              <a:schemeClr val="accent2"/>
            </a:solidFill>
            <a:ln>
              <a:noFill/>
            </a:ln>
          </p:spPr>
          <p:txBody>
            <a:bodyPr anchorCtr="1" anchor="ctr" bIns="9000" lIns="90000" spcFirstLastPara="1" rIns="90000" wrap="square" tIns="9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882" name="Google Shape;882;p23"/>
            <p:cNvGrpSpPr/>
            <p:nvPr/>
          </p:nvGrpSpPr>
          <p:grpSpPr>
            <a:xfrm>
              <a:off x="488808" y="2271112"/>
              <a:ext cx="521107" cy="335256"/>
              <a:chOff x="488808" y="2271112"/>
              <a:chExt cx="521107" cy="335256"/>
            </a:xfrm>
          </p:grpSpPr>
          <p:sp>
            <p:nvSpPr>
              <p:cNvPr id="883" name="Google Shape;883;p23"/>
              <p:cNvSpPr/>
              <p:nvPr/>
            </p:nvSpPr>
            <p:spPr>
              <a:xfrm>
                <a:off x="488808" y="2271112"/>
                <a:ext cx="61950" cy="67416"/>
              </a:xfrm>
              <a:custGeom>
                <a:rect b="b" l="l" r="r" t="t"/>
                <a:pathLst>
                  <a:path extrusionOk="0" h="37" w="34">
                    <a:moveTo>
                      <a:pt x="0" y="19"/>
                    </a:moveTo>
                    <a:cubicBezTo>
                      <a:pt x="0" y="9"/>
                      <a:pt x="7" y="0"/>
                      <a:pt x="17" y="0"/>
                    </a:cubicBezTo>
                    <a:cubicBezTo>
                      <a:pt x="26" y="0"/>
                      <a:pt x="34" y="9"/>
                      <a:pt x="34" y="19"/>
                    </a:cubicBezTo>
                    <a:cubicBezTo>
                      <a:pt x="34" y="29"/>
                      <a:pt x="26" y="37"/>
                      <a:pt x="17" y="37"/>
                    </a:cubicBezTo>
                    <a:cubicBezTo>
                      <a:pt x="7" y="37"/>
                      <a:pt x="0" y="29"/>
                      <a:pt x="0" y="19"/>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84" name="Google Shape;884;p23"/>
              <p:cNvSpPr/>
              <p:nvPr/>
            </p:nvSpPr>
            <p:spPr>
              <a:xfrm>
                <a:off x="519783" y="2298443"/>
                <a:ext cx="490132" cy="307926"/>
              </a:xfrm>
              <a:custGeom>
                <a:rect b="b" l="l" r="r" t="t"/>
                <a:pathLst>
                  <a:path extrusionOk="0" h="169" w="269">
                    <a:moveTo>
                      <a:pt x="0" y="0"/>
                    </a:moveTo>
                    <a:lnTo>
                      <a:pt x="58" y="0"/>
                    </a:lnTo>
                    <a:cubicBezTo>
                      <a:pt x="111" y="0"/>
                      <a:pt x="154" y="46"/>
                      <a:pt x="154" y="102"/>
                    </a:cubicBezTo>
                    <a:cubicBezTo>
                      <a:pt x="154" y="139"/>
                      <a:pt x="156" y="162"/>
                      <a:pt x="187" y="162"/>
                    </a:cubicBezTo>
                    <a:lnTo>
                      <a:pt x="269" y="162"/>
                    </a:lnTo>
                    <a:lnTo>
                      <a:pt x="269" y="169"/>
                    </a:lnTo>
                    <a:lnTo>
                      <a:pt x="187" y="169"/>
                    </a:lnTo>
                    <a:cubicBezTo>
                      <a:pt x="148" y="169"/>
                      <a:pt x="148" y="134"/>
                      <a:pt x="148" y="102"/>
                    </a:cubicBezTo>
                    <a:cubicBezTo>
                      <a:pt x="148" y="50"/>
                      <a:pt x="108" y="7"/>
                      <a:pt x="58" y="7"/>
                    </a:cubicBezTo>
                    <a:lnTo>
                      <a:pt x="0" y="7"/>
                    </a:lnTo>
                    <a:lnTo>
                      <a:pt x="0" y="0"/>
                    </a:lnTo>
                    <a:close/>
                  </a:path>
                </a:pathLst>
              </a:custGeom>
              <a:solidFill>
                <a:schemeClr val="dk1"/>
              </a:solidFill>
              <a:ln>
                <a:noFill/>
              </a:ln>
            </p:spPr>
            <p:txBody>
              <a:bodyPr anchorCtr="1" anchor="ctr" bIns="15825" lIns="90000" spcFirstLastPara="1" rIns="90000" wrap="square" tIns="158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
          <p:nvSpPr>
            <p:cNvPr id="885" name="Google Shape;885;p23"/>
            <p:cNvSpPr/>
            <p:nvPr/>
          </p:nvSpPr>
          <p:spPr>
            <a:xfrm>
              <a:off x="3265614" y="4040320"/>
              <a:ext cx="455513" cy="455511"/>
            </a:xfrm>
            <a:custGeom>
              <a:rect b="b" l="l" r="r" t="t"/>
              <a:pathLst>
                <a:path extrusionOk="0" h="250" w="250">
                  <a:moveTo>
                    <a:pt x="125" y="250"/>
                  </a:moveTo>
                  <a:lnTo>
                    <a:pt x="174" y="250"/>
                  </a:lnTo>
                  <a:cubicBezTo>
                    <a:pt x="216" y="250"/>
                    <a:pt x="250" y="216"/>
                    <a:pt x="250" y="174"/>
                  </a:cubicBezTo>
                  <a:lnTo>
                    <a:pt x="250" y="76"/>
                  </a:lnTo>
                  <a:cubicBezTo>
                    <a:pt x="250" y="34"/>
                    <a:pt x="216" y="0"/>
                    <a:pt x="174" y="0"/>
                  </a:cubicBezTo>
                  <a:lnTo>
                    <a:pt x="76" y="0"/>
                  </a:lnTo>
                  <a:cubicBezTo>
                    <a:pt x="34" y="0"/>
                    <a:pt x="0" y="34"/>
                    <a:pt x="0" y="76"/>
                  </a:cubicBezTo>
                  <a:lnTo>
                    <a:pt x="0" y="174"/>
                  </a:lnTo>
                  <a:cubicBezTo>
                    <a:pt x="0" y="216"/>
                    <a:pt x="34" y="250"/>
                    <a:pt x="76" y="250"/>
                  </a:cubicBezTo>
                  <a:lnTo>
                    <a:pt x="125" y="250"/>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86" name="Google Shape;886;p23"/>
            <p:cNvSpPr/>
            <p:nvPr/>
          </p:nvSpPr>
          <p:spPr>
            <a:xfrm>
              <a:off x="3409905" y="4177323"/>
              <a:ext cx="160341" cy="176738"/>
            </a:xfrm>
            <a:custGeom>
              <a:rect b="b" l="l" r="r" t="t"/>
              <a:pathLst>
                <a:path extrusionOk="0" h="97" w="88">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887" name="Google Shape;887;p23"/>
            <p:cNvGrpSpPr/>
            <p:nvPr/>
          </p:nvGrpSpPr>
          <p:grpSpPr>
            <a:xfrm>
              <a:off x="2445691" y="4222525"/>
              <a:ext cx="747041" cy="300637"/>
              <a:chOff x="2445691" y="4222525"/>
              <a:chExt cx="747041" cy="300637"/>
            </a:xfrm>
          </p:grpSpPr>
          <p:sp>
            <p:nvSpPr>
              <p:cNvPr id="888" name="Google Shape;888;p23"/>
              <p:cNvSpPr/>
              <p:nvPr/>
            </p:nvSpPr>
            <p:spPr>
              <a:xfrm>
                <a:off x="3128960" y="4222525"/>
                <a:ext cx="63772" cy="63772"/>
              </a:xfrm>
              <a:custGeom>
                <a:rect b="b" l="l" r="r" t="t"/>
                <a:pathLst>
                  <a:path extrusionOk="0" h="35" w="35">
                    <a:moveTo>
                      <a:pt x="17" y="0"/>
                    </a:moveTo>
                    <a:cubicBezTo>
                      <a:pt x="27" y="0"/>
                      <a:pt x="35" y="7"/>
                      <a:pt x="35" y="17"/>
                    </a:cubicBezTo>
                    <a:cubicBezTo>
                      <a:pt x="35" y="26"/>
                      <a:pt x="26" y="35"/>
                      <a:pt x="17" y="35"/>
                    </a:cubicBezTo>
                    <a:cubicBezTo>
                      <a:pt x="7" y="35"/>
                      <a:pt x="0" y="26"/>
                      <a:pt x="0" y="17"/>
                    </a:cubicBezTo>
                    <a:cubicBezTo>
                      <a:pt x="0" y="7"/>
                      <a:pt x="8" y="0"/>
                      <a:pt x="17" y="0"/>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89" name="Google Shape;889;p23"/>
              <p:cNvSpPr/>
              <p:nvPr/>
            </p:nvSpPr>
            <p:spPr>
              <a:xfrm>
                <a:off x="2445691" y="4251678"/>
                <a:ext cx="723355" cy="271485"/>
              </a:xfrm>
              <a:custGeom>
                <a:rect b="b" l="l" r="r" t="t"/>
                <a:pathLst>
                  <a:path extrusionOk="0" h="149" w="397">
                    <a:moveTo>
                      <a:pt x="397" y="0"/>
                    </a:moveTo>
                    <a:lnTo>
                      <a:pt x="397" y="97"/>
                    </a:lnTo>
                    <a:cubicBezTo>
                      <a:pt x="397" y="125"/>
                      <a:pt x="374" y="149"/>
                      <a:pt x="345" y="149"/>
                    </a:cubicBezTo>
                    <a:lnTo>
                      <a:pt x="51" y="149"/>
                    </a:lnTo>
                    <a:cubicBezTo>
                      <a:pt x="23" y="149"/>
                      <a:pt x="0" y="125"/>
                      <a:pt x="0" y="97"/>
                    </a:cubicBezTo>
                    <a:lnTo>
                      <a:pt x="0" y="12"/>
                    </a:lnTo>
                    <a:lnTo>
                      <a:pt x="6" y="12"/>
                    </a:lnTo>
                    <a:lnTo>
                      <a:pt x="6" y="97"/>
                    </a:lnTo>
                    <a:cubicBezTo>
                      <a:pt x="6" y="122"/>
                      <a:pt x="27" y="142"/>
                      <a:pt x="51" y="142"/>
                    </a:cubicBezTo>
                    <a:lnTo>
                      <a:pt x="345" y="142"/>
                    </a:lnTo>
                    <a:cubicBezTo>
                      <a:pt x="370" y="142"/>
                      <a:pt x="390" y="122"/>
                      <a:pt x="390" y="97"/>
                    </a:cubicBezTo>
                    <a:lnTo>
                      <a:pt x="390" y="0"/>
                    </a:lnTo>
                    <a:lnTo>
                      <a:pt x="397" y="0"/>
                    </a:lnTo>
                    <a:close/>
                  </a:path>
                </a:pathLst>
              </a:custGeom>
              <a:solidFill>
                <a:schemeClr val="dk1"/>
              </a:solidFill>
              <a:ln>
                <a:noFill/>
              </a:ln>
            </p:spPr>
            <p:txBody>
              <a:bodyPr anchorCtr="1" anchor="ctr" bIns="8625" lIns="90000" spcFirstLastPara="1" rIns="90000" wrap="square" tIns="86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
          <p:nvSpPr>
            <p:cNvPr id="890" name="Google Shape;890;p23"/>
            <p:cNvSpPr/>
            <p:nvPr/>
          </p:nvSpPr>
          <p:spPr>
            <a:xfrm>
              <a:off x="927923" y="2178188"/>
              <a:ext cx="245977" cy="377163"/>
            </a:xfrm>
            <a:custGeom>
              <a:rect b="b" l="l" r="r" t="t"/>
              <a:pathLst>
                <a:path extrusionOk="0" h="207" w="135">
                  <a:moveTo>
                    <a:pt x="116" y="129"/>
                  </a:moveTo>
                  <a:lnTo>
                    <a:pt x="120" y="114"/>
                  </a:lnTo>
                  <a:cubicBezTo>
                    <a:pt x="122" y="104"/>
                    <a:pt x="122" y="93"/>
                    <a:pt x="119" y="83"/>
                  </a:cubicBezTo>
                  <a:lnTo>
                    <a:pt x="103" y="30"/>
                  </a:lnTo>
                  <a:cubicBezTo>
                    <a:pt x="102" y="25"/>
                    <a:pt x="98" y="21"/>
                    <a:pt x="94" y="18"/>
                  </a:cubicBezTo>
                  <a:cubicBezTo>
                    <a:pt x="82" y="11"/>
                    <a:pt x="58" y="-2"/>
                    <a:pt x="56" y="0"/>
                  </a:cubicBezTo>
                  <a:cubicBezTo>
                    <a:pt x="41" y="12"/>
                    <a:pt x="74" y="33"/>
                    <a:pt x="74" y="33"/>
                  </a:cubicBezTo>
                  <a:cubicBezTo>
                    <a:pt x="74" y="33"/>
                    <a:pt x="87" y="47"/>
                    <a:pt x="77" y="58"/>
                  </a:cubicBezTo>
                  <a:cubicBezTo>
                    <a:pt x="65" y="70"/>
                    <a:pt x="44" y="44"/>
                    <a:pt x="44" y="44"/>
                  </a:cubicBezTo>
                  <a:cubicBezTo>
                    <a:pt x="44" y="44"/>
                    <a:pt x="45" y="41"/>
                    <a:pt x="46" y="41"/>
                  </a:cubicBezTo>
                  <a:cubicBezTo>
                    <a:pt x="46" y="42"/>
                    <a:pt x="57" y="50"/>
                    <a:pt x="66" y="50"/>
                  </a:cubicBezTo>
                  <a:lnTo>
                    <a:pt x="66" y="33"/>
                  </a:lnTo>
                  <a:lnTo>
                    <a:pt x="47" y="21"/>
                  </a:lnTo>
                  <a:cubicBezTo>
                    <a:pt x="43" y="18"/>
                    <a:pt x="38" y="17"/>
                    <a:pt x="33" y="18"/>
                  </a:cubicBezTo>
                  <a:lnTo>
                    <a:pt x="26" y="20"/>
                  </a:lnTo>
                  <a:cubicBezTo>
                    <a:pt x="22" y="21"/>
                    <a:pt x="18" y="23"/>
                    <a:pt x="15" y="27"/>
                  </a:cubicBezTo>
                  <a:lnTo>
                    <a:pt x="9" y="37"/>
                  </a:lnTo>
                  <a:lnTo>
                    <a:pt x="6" y="40"/>
                  </a:lnTo>
                  <a:cubicBezTo>
                    <a:pt x="4" y="44"/>
                    <a:pt x="3" y="48"/>
                    <a:pt x="5" y="52"/>
                  </a:cubicBezTo>
                  <a:lnTo>
                    <a:pt x="8" y="59"/>
                  </a:lnTo>
                  <a:lnTo>
                    <a:pt x="4" y="65"/>
                  </a:lnTo>
                  <a:cubicBezTo>
                    <a:pt x="0" y="70"/>
                    <a:pt x="-1" y="77"/>
                    <a:pt x="2" y="82"/>
                  </a:cubicBezTo>
                  <a:lnTo>
                    <a:pt x="34" y="127"/>
                  </a:lnTo>
                  <a:lnTo>
                    <a:pt x="83" y="207"/>
                  </a:lnTo>
                  <a:lnTo>
                    <a:pt x="135" y="150"/>
                  </a:lnTo>
                  <a:lnTo>
                    <a:pt x="116" y="129"/>
                  </a:lnTo>
                  <a:close/>
                </a:path>
              </a:pathLst>
            </a:custGeom>
            <a:solidFill>
              <a:srgbClr val="B97E69"/>
            </a:solidFill>
            <a:ln>
              <a:noFill/>
            </a:ln>
          </p:spPr>
          <p:txBody>
            <a:bodyPr anchorCtr="1" anchor="ctr" bIns="29500" lIns="90000" spcFirstLastPara="1" rIns="90000" wrap="square" tIns="295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91" name="Google Shape;891;p23"/>
            <p:cNvSpPr/>
            <p:nvPr/>
          </p:nvSpPr>
          <p:spPr>
            <a:xfrm>
              <a:off x="940677" y="2280222"/>
              <a:ext cx="12754" cy="47373"/>
            </a:xfrm>
            <a:custGeom>
              <a:rect b="b" l="l" r="r" t="t"/>
              <a:pathLst>
                <a:path extrusionOk="0" h="26" w="7">
                  <a:moveTo>
                    <a:pt x="7" y="26"/>
                  </a:moveTo>
                  <a:cubicBezTo>
                    <a:pt x="7" y="26"/>
                    <a:pt x="6" y="25"/>
                    <a:pt x="5" y="23"/>
                  </a:cubicBezTo>
                  <a:cubicBezTo>
                    <a:pt x="5" y="21"/>
                    <a:pt x="5" y="17"/>
                    <a:pt x="7" y="14"/>
                  </a:cubicBezTo>
                  <a:lnTo>
                    <a:pt x="7" y="14"/>
                  </a:lnTo>
                  <a:lnTo>
                    <a:pt x="7" y="14"/>
                  </a:lnTo>
                  <a:lnTo>
                    <a:pt x="7" y="13"/>
                  </a:lnTo>
                  <a:cubicBezTo>
                    <a:pt x="3" y="5"/>
                    <a:pt x="0" y="0"/>
                    <a:pt x="0" y="0"/>
                  </a:cubicBezTo>
                  <a:cubicBezTo>
                    <a:pt x="-1" y="0"/>
                    <a:pt x="2" y="6"/>
                    <a:pt x="5" y="13"/>
                  </a:cubicBezTo>
                  <a:lnTo>
                    <a:pt x="6" y="14"/>
                  </a:lnTo>
                  <a:lnTo>
                    <a:pt x="6" y="14"/>
                  </a:lnTo>
                  <a:cubicBezTo>
                    <a:pt x="4" y="17"/>
                    <a:pt x="4" y="21"/>
                    <a:pt x="5" y="23"/>
                  </a:cubicBezTo>
                  <a:cubicBezTo>
                    <a:pt x="6" y="25"/>
                    <a:pt x="7" y="26"/>
                    <a:pt x="7" y="26"/>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92" name="Google Shape;892;p23"/>
            <p:cNvSpPr/>
            <p:nvPr/>
          </p:nvSpPr>
          <p:spPr>
            <a:xfrm>
              <a:off x="957075" y="2220095"/>
              <a:ext cx="38263" cy="107501"/>
            </a:xfrm>
            <a:custGeom>
              <a:rect b="b" l="l" r="r" t="t"/>
              <a:pathLst>
                <a:path extrusionOk="0" h="59" w="21">
                  <a:moveTo>
                    <a:pt x="2" y="0"/>
                  </a:moveTo>
                  <a:cubicBezTo>
                    <a:pt x="2" y="0"/>
                    <a:pt x="0" y="4"/>
                    <a:pt x="1" y="9"/>
                  </a:cubicBezTo>
                  <a:cubicBezTo>
                    <a:pt x="2" y="15"/>
                    <a:pt x="5" y="23"/>
                    <a:pt x="10" y="30"/>
                  </a:cubicBezTo>
                  <a:cubicBezTo>
                    <a:pt x="11" y="32"/>
                    <a:pt x="12" y="34"/>
                    <a:pt x="13" y="36"/>
                  </a:cubicBezTo>
                  <a:cubicBezTo>
                    <a:pt x="14" y="39"/>
                    <a:pt x="14" y="41"/>
                    <a:pt x="13" y="43"/>
                  </a:cubicBezTo>
                  <a:cubicBezTo>
                    <a:pt x="13" y="47"/>
                    <a:pt x="13" y="50"/>
                    <a:pt x="15" y="53"/>
                  </a:cubicBezTo>
                  <a:cubicBezTo>
                    <a:pt x="17" y="58"/>
                    <a:pt x="21" y="59"/>
                    <a:pt x="21" y="59"/>
                  </a:cubicBezTo>
                  <a:cubicBezTo>
                    <a:pt x="21" y="59"/>
                    <a:pt x="17" y="59"/>
                    <a:pt x="13" y="53"/>
                  </a:cubicBezTo>
                  <a:cubicBezTo>
                    <a:pt x="12" y="51"/>
                    <a:pt x="11" y="46"/>
                    <a:pt x="12" y="43"/>
                  </a:cubicBezTo>
                  <a:cubicBezTo>
                    <a:pt x="12" y="41"/>
                    <a:pt x="11" y="39"/>
                    <a:pt x="11" y="37"/>
                  </a:cubicBezTo>
                  <a:cubicBezTo>
                    <a:pt x="10" y="35"/>
                    <a:pt x="9" y="33"/>
                    <a:pt x="8" y="31"/>
                  </a:cubicBezTo>
                  <a:cubicBezTo>
                    <a:pt x="4" y="23"/>
                    <a:pt x="1" y="16"/>
                    <a:pt x="0" y="10"/>
                  </a:cubicBezTo>
                  <a:cubicBezTo>
                    <a:pt x="-1" y="3"/>
                    <a:pt x="2" y="0"/>
                    <a:pt x="2" y="0"/>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93" name="Google Shape;893;p23"/>
            <p:cNvSpPr/>
            <p:nvPr/>
          </p:nvSpPr>
          <p:spPr>
            <a:xfrm>
              <a:off x="997160" y="2231027"/>
              <a:ext cx="12754" cy="25509"/>
            </a:xfrm>
            <a:custGeom>
              <a:rect b="b" l="l" r="r" t="t"/>
              <a:pathLst>
                <a:path extrusionOk="0" h="14" w="7">
                  <a:moveTo>
                    <a:pt x="6" y="14"/>
                  </a:moveTo>
                  <a:cubicBezTo>
                    <a:pt x="6" y="14"/>
                    <a:pt x="6" y="10"/>
                    <a:pt x="4" y="7"/>
                  </a:cubicBezTo>
                  <a:cubicBezTo>
                    <a:pt x="2" y="3"/>
                    <a:pt x="-1" y="0"/>
                    <a:pt x="0" y="0"/>
                  </a:cubicBezTo>
                  <a:cubicBezTo>
                    <a:pt x="0" y="-1"/>
                    <a:pt x="3" y="2"/>
                    <a:pt x="5" y="6"/>
                  </a:cubicBezTo>
                  <a:cubicBezTo>
                    <a:pt x="8" y="10"/>
                    <a:pt x="7" y="14"/>
                    <a:pt x="6" y="14"/>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94" name="Google Shape;894;p23"/>
            <p:cNvSpPr/>
            <p:nvPr/>
          </p:nvSpPr>
          <p:spPr>
            <a:xfrm>
              <a:off x="1026313" y="2398656"/>
              <a:ext cx="371699" cy="553902"/>
            </a:xfrm>
            <a:custGeom>
              <a:rect b="b" l="l" r="r" t="t"/>
              <a:pathLst>
                <a:path extrusionOk="0" h="304" w="204">
                  <a:moveTo>
                    <a:pt x="80" y="279"/>
                  </a:moveTo>
                  <a:lnTo>
                    <a:pt x="100" y="304"/>
                  </a:lnTo>
                  <a:lnTo>
                    <a:pt x="204" y="179"/>
                  </a:lnTo>
                  <a:lnTo>
                    <a:pt x="68" y="0"/>
                  </a:lnTo>
                  <a:lnTo>
                    <a:pt x="0" y="53"/>
                  </a:lnTo>
                  <a:lnTo>
                    <a:pt x="80" y="279"/>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95" name="Google Shape;895;p23"/>
            <p:cNvSpPr/>
            <p:nvPr/>
          </p:nvSpPr>
          <p:spPr>
            <a:xfrm>
              <a:off x="2013865" y="5100752"/>
              <a:ext cx="215002" cy="375341"/>
            </a:xfrm>
            <a:custGeom>
              <a:rect b="b" l="l" r="r" t="t"/>
              <a:pathLst>
                <a:path extrusionOk="0" h="206" w="118">
                  <a:moveTo>
                    <a:pt x="0" y="3"/>
                  </a:moveTo>
                  <a:lnTo>
                    <a:pt x="8" y="206"/>
                  </a:lnTo>
                  <a:lnTo>
                    <a:pt x="118" y="203"/>
                  </a:lnTo>
                  <a:lnTo>
                    <a:pt x="110" y="0"/>
                  </a:lnTo>
                  <a:lnTo>
                    <a:pt x="0" y="3"/>
                  </a:lnTo>
                  <a:close/>
                </a:path>
              </a:pathLst>
            </a:custGeom>
            <a:solidFill>
              <a:schemeClr val="dk2"/>
            </a:solidFill>
            <a:ln>
              <a:noFill/>
            </a:ln>
          </p:spPr>
          <p:txBody>
            <a:bodyPr anchorCtr="1" anchor="ctr" bIns="29150" lIns="90000" spcFirstLastPara="1" rIns="90000" wrap="square" tIns="291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96" name="Google Shape;896;p23"/>
            <p:cNvSpPr/>
            <p:nvPr/>
          </p:nvSpPr>
          <p:spPr>
            <a:xfrm>
              <a:off x="2104968" y="5098930"/>
              <a:ext cx="21865" cy="360765"/>
            </a:xfrm>
            <a:custGeom>
              <a:rect b="b" l="l" r="r" t="t"/>
              <a:pathLst>
                <a:path extrusionOk="0" h="198" w="12">
                  <a:moveTo>
                    <a:pt x="12" y="198"/>
                  </a:moveTo>
                  <a:cubicBezTo>
                    <a:pt x="13" y="198"/>
                    <a:pt x="11" y="153"/>
                    <a:pt x="8" y="99"/>
                  </a:cubicBezTo>
                  <a:cubicBezTo>
                    <a:pt x="5" y="44"/>
                    <a:pt x="2" y="0"/>
                    <a:pt x="1" y="0"/>
                  </a:cubicBezTo>
                  <a:cubicBezTo>
                    <a:pt x="0" y="0"/>
                    <a:pt x="2" y="44"/>
                    <a:pt x="5" y="99"/>
                  </a:cubicBezTo>
                  <a:cubicBezTo>
                    <a:pt x="8" y="154"/>
                    <a:pt x="11" y="198"/>
                    <a:pt x="12" y="198"/>
                  </a:cubicBezTo>
                  <a:close/>
                </a:path>
              </a:pathLst>
            </a:custGeom>
            <a:solidFill>
              <a:schemeClr val="dk1"/>
            </a:solidFill>
            <a:ln>
              <a:noFill/>
            </a:ln>
          </p:spPr>
          <p:txBody>
            <a:bodyPr anchorCtr="1" anchor="ctr" bIns="26275" lIns="90000" spcFirstLastPara="1" rIns="90000" wrap="square" tIns="2627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97" name="Google Shape;897;p23"/>
            <p:cNvSpPr/>
            <p:nvPr/>
          </p:nvSpPr>
          <p:spPr>
            <a:xfrm>
              <a:off x="2028441" y="5445119"/>
              <a:ext cx="200426" cy="30975"/>
            </a:xfrm>
            <a:custGeom>
              <a:rect b="b" l="l" r="r" t="t"/>
              <a:pathLst>
                <a:path extrusionOk="0" h="17" w="110">
                  <a:moveTo>
                    <a:pt x="0" y="3"/>
                  </a:moveTo>
                  <a:lnTo>
                    <a:pt x="109" y="0"/>
                  </a:lnTo>
                  <a:lnTo>
                    <a:pt x="110" y="14"/>
                  </a:lnTo>
                  <a:lnTo>
                    <a:pt x="0" y="17"/>
                  </a:lnTo>
                  <a:lnTo>
                    <a:pt x="0" y="3"/>
                  </a:ln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98" name="Google Shape;898;p23"/>
            <p:cNvSpPr/>
            <p:nvPr/>
          </p:nvSpPr>
          <p:spPr>
            <a:xfrm>
              <a:off x="2026619" y="5297533"/>
              <a:ext cx="196782" cy="69238"/>
            </a:xfrm>
            <a:custGeom>
              <a:rect b="b" l="l" r="r" t="t"/>
              <a:pathLst>
                <a:path extrusionOk="0" h="38" w="108">
                  <a:moveTo>
                    <a:pt x="108" y="30"/>
                  </a:moveTo>
                  <a:cubicBezTo>
                    <a:pt x="108" y="30"/>
                    <a:pt x="107" y="29"/>
                    <a:pt x="105" y="26"/>
                  </a:cubicBezTo>
                  <a:cubicBezTo>
                    <a:pt x="103" y="23"/>
                    <a:pt x="100" y="20"/>
                    <a:pt x="95" y="16"/>
                  </a:cubicBezTo>
                  <a:cubicBezTo>
                    <a:pt x="90" y="12"/>
                    <a:pt x="84" y="8"/>
                    <a:pt x="77" y="5"/>
                  </a:cubicBezTo>
                  <a:cubicBezTo>
                    <a:pt x="69" y="2"/>
                    <a:pt x="60" y="0"/>
                    <a:pt x="51" y="0"/>
                  </a:cubicBezTo>
                  <a:cubicBezTo>
                    <a:pt x="32" y="1"/>
                    <a:pt x="17" y="11"/>
                    <a:pt x="9" y="21"/>
                  </a:cubicBezTo>
                  <a:cubicBezTo>
                    <a:pt x="5" y="25"/>
                    <a:pt x="3" y="30"/>
                    <a:pt x="2" y="33"/>
                  </a:cubicBezTo>
                  <a:cubicBezTo>
                    <a:pt x="0" y="36"/>
                    <a:pt x="0" y="38"/>
                    <a:pt x="0" y="38"/>
                  </a:cubicBezTo>
                  <a:cubicBezTo>
                    <a:pt x="1" y="38"/>
                    <a:pt x="3" y="31"/>
                    <a:pt x="11" y="22"/>
                  </a:cubicBezTo>
                  <a:cubicBezTo>
                    <a:pt x="19" y="13"/>
                    <a:pt x="33" y="4"/>
                    <a:pt x="51" y="4"/>
                  </a:cubicBezTo>
                  <a:cubicBezTo>
                    <a:pt x="69" y="3"/>
                    <a:pt x="84" y="11"/>
                    <a:pt x="94" y="18"/>
                  </a:cubicBezTo>
                  <a:cubicBezTo>
                    <a:pt x="103" y="25"/>
                    <a:pt x="108" y="31"/>
                    <a:pt x="108" y="30"/>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99" name="Google Shape;899;p23"/>
            <p:cNvSpPr/>
            <p:nvPr/>
          </p:nvSpPr>
          <p:spPr>
            <a:xfrm>
              <a:off x="2017509" y="5206430"/>
              <a:ext cx="202248" cy="43729"/>
            </a:xfrm>
            <a:custGeom>
              <a:rect b="b" l="l" r="r" t="t"/>
              <a:pathLst>
                <a:path extrusionOk="0" h="24" w="111">
                  <a:moveTo>
                    <a:pt x="110" y="0"/>
                  </a:moveTo>
                  <a:lnTo>
                    <a:pt x="111" y="22"/>
                  </a:lnTo>
                  <a:lnTo>
                    <a:pt x="1" y="24"/>
                  </a:lnTo>
                  <a:lnTo>
                    <a:pt x="0" y="7"/>
                  </a:lnTo>
                  <a:lnTo>
                    <a:pt x="110" y="0"/>
                  </a:lnTo>
                  <a:close/>
                </a:path>
              </a:pathLst>
            </a:custGeom>
            <a:solidFill>
              <a:srgbClr val="000000">
                <a:alpha val="29800"/>
              </a:srgbClr>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00" name="Google Shape;900;p23"/>
            <p:cNvSpPr/>
            <p:nvPr/>
          </p:nvSpPr>
          <p:spPr>
            <a:xfrm>
              <a:off x="1326952" y="5126260"/>
              <a:ext cx="435471" cy="353477"/>
            </a:xfrm>
            <a:custGeom>
              <a:rect b="b" l="l" r="r" t="t"/>
              <a:pathLst>
                <a:path extrusionOk="0" h="194" w="239">
                  <a:moveTo>
                    <a:pt x="119" y="1"/>
                  </a:moveTo>
                  <a:lnTo>
                    <a:pt x="124" y="124"/>
                  </a:lnTo>
                  <a:cubicBezTo>
                    <a:pt x="124" y="124"/>
                    <a:pt x="1" y="171"/>
                    <a:pt x="0" y="194"/>
                  </a:cubicBezTo>
                  <a:lnTo>
                    <a:pt x="239" y="192"/>
                  </a:lnTo>
                  <a:lnTo>
                    <a:pt x="239" y="0"/>
                  </a:lnTo>
                  <a:lnTo>
                    <a:pt x="119" y="1"/>
                  </a:lnTo>
                  <a:close/>
                </a:path>
              </a:pathLst>
            </a:custGeom>
            <a:solidFill>
              <a:schemeClr val="dk2"/>
            </a:solidFill>
            <a:ln>
              <a:noFill/>
            </a:ln>
          </p:spPr>
          <p:txBody>
            <a:bodyPr anchorCtr="1" anchor="ctr" bIns="24825" lIns="90000" spcFirstLastPara="1" rIns="90000" wrap="square" tIns="248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01" name="Google Shape;901;p23"/>
            <p:cNvSpPr/>
            <p:nvPr/>
          </p:nvSpPr>
          <p:spPr>
            <a:xfrm>
              <a:off x="1662209" y="5332152"/>
              <a:ext cx="36441" cy="34619"/>
            </a:xfrm>
            <a:custGeom>
              <a:rect b="b" l="l" r="r" t="t"/>
              <a:pathLst>
                <a:path extrusionOk="0" h="19" w="20">
                  <a:moveTo>
                    <a:pt x="13" y="1"/>
                  </a:moveTo>
                  <a:cubicBezTo>
                    <a:pt x="18" y="2"/>
                    <a:pt x="21" y="7"/>
                    <a:pt x="20" y="12"/>
                  </a:cubicBezTo>
                  <a:cubicBezTo>
                    <a:pt x="19" y="17"/>
                    <a:pt x="13" y="20"/>
                    <a:pt x="9" y="19"/>
                  </a:cubicBezTo>
                  <a:cubicBezTo>
                    <a:pt x="4" y="18"/>
                    <a:pt x="-1" y="11"/>
                    <a:pt x="1" y="7"/>
                  </a:cubicBezTo>
                  <a:cubicBezTo>
                    <a:pt x="2" y="2"/>
                    <a:pt x="10" y="-1"/>
                    <a:pt x="14" y="1"/>
                  </a:cubicBezTo>
                  <a:lnTo>
                    <a:pt x="13" y="1"/>
                  </a:ln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02" name="Google Shape;902;p23"/>
            <p:cNvSpPr/>
            <p:nvPr/>
          </p:nvSpPr>
          <p:spPr>
            <a:xfrm>
              <a:off x="1323308" y="5441475"/>
              <a:ext cx="439115" cy="38263"/>
            </a:xfrm>
            <a:custGeom>
              <a:rect b="b" l="l" r="r" t="t"/>
              <a:pathLst>
                <a:path extrusionOk="0" h="21" w="241">
                  <a:moveTo>
                    <a:pt x="241" y="19"/>
                  </a:moveTo>
                  <a:lnTo>
                    <a:pt x="241" y="0"/>
                  </a:lnTo>
                  <a:lnTo>
                    <a:pt x="9" y="9"/>
                  </a:lnTo>
                  <a:cubicBezTo>
                    <a:pt x="9" y="9"/>
                    <a:pt x="-1" y="14"/>
                    <a:pt x="0" y="21"/>
                  </a:cubicBezTo>
                  <a:lnTo>
                    <a:pt x="241" y="19"/>
                  </a:ln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03" name="Google Shape;903;p23"/>
            <p:cNvSpPr/>
            <p:nvPr/>
          </p:nvSpPr>
          <p:spPr>
            <a:xfrm>
              <a:off x="1549242" y="5352194"/>
              <a:ext cx="40085" cy="27331"/>
            </a:xfrm>
            <a:custGeom>
              <a:rect b="b" l="l" r="r" t="t"/>
              <a:pathLst>
                <a:path extrusionOk="0" h="15" w="22">
                  <a:moveTo>
                    <a:pt x="0" y="1"/>
                  </a:moveTo>
                  <a:cubicBezTo>
                    <a:pt x="0" y="2"/>
                    <a:pt x="6" y="3"/>
                    <a:pt x="12" y="7"/>
                  </a:cubicBezTo>
                  <a:cubicBezTo>
                    <a:pt x="18" y="10"/>
                    <a:pt x="21" y="15"/>
                    <a:pt x="22" y="15"/>
                  </a:cubicBezTo>
                  <a:cubicBezTo>
                    <a:pt x="23" y="15"/>
                    <a:pt x="21" y="8"/>
                    <a:pt x="14" y="3"/>
                  </a:cubicBezTo>
                  <a:cubicBezTo>
                    <a:pt x="7" y="-1"/>
                    <a:pt x="0" y="0"/>
                    <a:pt x="0"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04" name="Google Shape;904;p23"/>
            <p:cNvSpPr/>
            <p:nvPr/>
          </p:nvSpPr>
          <p:spPr>
            <a:xfrm>
              <a:off x="1503691" y="5372237"/>
              <a:ext cx="29153" cy="34619"/>
            </a:xfrm>
            <a:custGeom>
              <a:rect b="b" l="l" r="r" t="t"/>
              <a:pathLst>
                <a:path extrusionOk="0" h="19" w="16">
                  <a:moveTo>
                    <a:pt x="0" y="1"/>
                  </a:moveTo>
                  <a:cubicBezTo>
                    <a:pt x="0" y="2"/>
                    <a:pt x="5" y="4"/>
                    <a:pt x="9" y="9"/>
                  </a:cubicBezTo>
                  <a:cubicBezTo>
                    <a:pt x="13" y="14"/>
                    <a:pt x="14" y="19"/>
                    <a:pt x="15" y="19"/>
                  </a:cubicBezTo>
                  <a:cubicBezTo>
                    <a:pt x="16" y="19"/>
                    <a:pt x="17" y="12"/>
                    <a:pt x="12" y="6"/>
                  </a:cubicBezTo>
                  <a:cubicBezTo>
                    <a:pt x="7" y="0"/>
                    <a:pt x="0" y="0"/>
                    <a:pt x="0"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05" name="Google Shape;905;p23"/>
            <p:cNvSpPr/>
            <p:nvPr/>
          </p:nvSpPr>
          <p:spPr>
            <a:xfrm>
              <a:off x="1459961" y="5392279"/>
              <a:ext cx="20043" cy="36441"/>
            </a:xfrm>
            <a:custGeom>
              <a:rect b="b" l="l" r="r" t="t"/>
              <a:pathLst>
                <a:path extrusionOk="0" h="20" w="11">
                  <a:moveTo>
                    <a:pt x="10" y="20"/>
                  </a:moveTo>
                  <a:cubicBezTo>
                    <a:pt x="11" y="21"/>
                    <a:pt x="12" y="14"/>
                    <a:pt x="9" y="8"/>
                  </a:cubicBezTo>
                  <a:cubicBezTo>
                    <a:pt x="5" y="1"/>
                    <a:pt x="1" y="-1"/>
                    <a:pt x="0" y="0"/>
                  </a:cubicBezTo>
                  <a:cubicBezTo>
                    <a:pt x="0" y="1"/>
                    <a:pt x="3" y="5"/>
                    <a:pt x="6" y="10"/>
                  </a:cubicBezTo>
                  <a:cubicBezTo>
                    <a:pt x="8" y="15"/>
                    <a:pt x="9" y="20"/>
                    <a:pt x="10" y="20"/>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06" name="Google Shape;906;p23"/>
            <p:cNvSpPr/>
            <p:nvPr/>
          </p:nvSpPr>
          <p:spPr>
            <a:xfrm>
              <a:off x="1552886" y="5293889"/>
              <a:ext cx="45551" cy="10932"/>
            </a:xfrm>
            <a:custGeom>
              <a:rect b="b" l="l" r="r" t="t"/>
              <a:pathLst>
                <a:path extrusionOk="0" h="6" w="25">
                  <a:moveTo>
                    <a:pt x="0" y="5"/>
                  </a:moveTo>
                  <a:cubicBezTo>
                    <a:pt x="1" y="6"/>
                    <a:pt x="6" y="4"/>
                    <a:pt x="13" y="5"/>
                  </a:cubicBezTo>
                  <a:cubicBezTo>
                    <a:pt x="19" y="5"/>
                    <a:pt x="25" y="7"/>
                    <a:pt x="25" y="6"/>
                  </a:cubicBezTo>
                  <a:cubicBezTo>
                    <a:pt x="26" y="5"/>
                    <a:pt x="21" y="1"/>
                    <a:pt x="13" y="0"/>
                  </a:cubicBezTo>
                  <a:cubicBezTo>
                    <a:pt x="5" y="0"/>
                    <a:pt x="0" y="4"/>
                    <a:pt x="0" y="5"/>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07" name="Google Shape;907;p23"/>
            <p:cNvSpPr/>
            <p:nvPr/>
          </p:nvSpPr>
          <p:spPr>
            <a:xfrm>
              <a:off x="1545598" y="5219185"/>
              <a:ext cx="65594" cy="36441"/>
            </a:xfrm>
            <a:custGeom>
              <a:rect b="b" l="l" r="r" t="t"/>
              <a:pathLst>
                <a:path extrusionOk="0" h="20" w="36">
                  <a:moveTo>
                    <a:pt x="0" y="19"/>
                  </a:moveTo>
                  <a:cubicBezTo>
                    <a:pt x="0" y="20"/>
                    <a:pt x="4" y="20"/>
                    <a:pt x="12" y="19"/>
                  </a:cubicBezTo>
                  <a:cubicBezTo>
                    <a:pt x="15" y="18"/>
                    <a:pt x="20" y="17"/>
                    <a:pt x="24" y="15"/>
                  </a:cubicBezTo>
                  <a:cubicBezTo>
                    <a:pt x="27" y="14"/>
                    <a:pt x="29" y="13"/>
                    <a:pt x="31" y="11"/>
                  </a:cubicBezTo>
                  <a:cubicBezTo>
                    <a:pt x="32" y="11"/>
                    <a:pt x="34" y="10"/>
                    <a:pt x="35" y="9"/>
                  </a:cubicBezTo>
                  <a:cubicBezTo>
                    <a:pt x="36" y="7"/>
                    <a:pt x="37" y="4"/>
                    <a:pt x="35" y="2"/>
                  </a:cubicBezTo>
                  <a:cubicBezTo>
                    <a:pt x="34" y="0"/>
                    <a:pt x="32" y="0"/>
                    <a:pt x="30" y="0"/>
                  </a:cubicBezTo>
                  <a:cubicBezTo>
                    <a:pt x="29" y="0"/>
                    <a:pt x="27" y="0"/>
                    <a:pt x="26" y="0"/>
                  </a:cubicBezTo>
                  <a:cubicBezTo>
                    <a:pt x="23" y="1"/>
                    <a:pt x="21" y="2"/>
                    <a:pt x="18" y="3"/>
                  </a:cubicBezTo>
                  <a:cubicBezTo>
                    <a:pt x="14" y="5"/>
                    <a:pt x="10" y="8"/>
                    <a:pt x="7" y="10"/>
                  </a:cubicBezTo>
                  <a:cubicBezTo>
                    <a:pt x="2" y="16"/>
                    <a:pt x="0" y="20"/>
                    <a:pt x="0" y="20"/>
                  </a:cubicBezTo>
                  <a:cubicBezTo>
                    <a:pt x="1" y="21"/>
                    <a:pt x="3" y="17"/>
                    <a:pt x="9" y="13"/>
                  </a:cubicBezTo>
                  <a:cubicBezTo>
                    <a:pt x="12" y="10"/>
                    <a:pt x="16" y="8"/>
                    <a:pt x="20" y="6"/>
                  </a:cubicBezTo>
                  <a:cubicBezTo>
                    <a:pt x="22" y="6"/>
                    <a:pt x="24" y="5"/>
                    <a:pt x="27" y="4"/>
                  </a:cubicBezTo>
                  <a:cubicBezTo>
                    <a:pt x="29" y="4"/>
                    <a:pt x="31" y="4"/>
                    <a:pt x="32" y="5"/>
                  </a:cubicBezTo>
                  <a:lnTo>
                    <a:pt x="32" y="6"/>
                  </a:lnTo>
                  <a:cubicBezTo>
                    <a:pt x="31" y="7"/>
                    <a:pt x="30" y="7"/>
                    <a:pt x="29" y="8"/>
                  </a:cubicBezTo>
                  <a:cubicBezTo>
                    <a:pt x="27" y="9"/>
                    <a:pt x="25" y="11"/>
                    <a:pt x="23" y="12"/>
                  </a:cubicBezTo>
                  <a:cubicBezTo>
                    <a:pt x="19" y="14"/>
                    <a:pt x="15" y="15"/>
                    <a:pt x="11" y="16"/>
                  </a:cubicBezTo>
                  <a:cubicBezTo>
                    <a:pt x="4" y="18"/>
                    <a:pt x="0" y="19"/>
                    <a:pt x="0" y="19"/>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08" name="Google Shape;908;p23"/>
            <p:cNvSpPr/>
            <p:nvPr/>
          </p:nvSpPr>
          <p:spPr>
            <a:xfrm>
              <a:off x="1518267" y="5188210"/>
              <a:ext cx="34619" cy="69238"/>
            </a:xfrm>
            <a:custGeom>
              <a:rect b="b" l="l" r="r" t="t"/>
              <a:pathLst>
                <a:path extrusionOk="0" h="38" w="19">
                  <a:moveTo>
                    <a:pt x="16" y="38"/>
                  </a:moveTo>
                  <a:cubicBezTo>
                    <a:pt x="17" y="38"/>
                    <a:pt x="19" y="34"/>
                    <a:pt x="19" y="26"/>
                  </a:cubicBezTo>
                  <a:cubicBezTo>
                    <a:pt x="20" y="22"/>
                    <a:pt x="19" y="18"/>
                    <a:pt x="18" y="13"/>
                  </a:cubicBezTo>
                  <a:cubicBezTo>
                    <a:pt x="17" y="11"/>
                    <a:pt x="16" y="8"/>
                    <a:pt x="14" y="6"/>
                  </a:cubicBezTo>
                  <a:cubicBezTo>
                    <a:pt x="13" y="3"/>
                    <a:pt x="11" y="0"/>
                    <a:pt x="7" y="0"/>
                  </a:cubicBezTo>
                  <a:cubicBezTo>
                    <a:pt x="4" y="0"/>
                    <a:pt x="2" y="1"/>
                    <a:pt x="2" y="3"/>
                  </a:cubicBezTo>
                  <a:cubicBezTo>
                    <a:pt x="1" y="5"/>
                    <a:pt x="1" y="6"/>
                    <a:pt x="0" y="8"/>
                  </a:cubicBezTo>
                  <a:cubicBezTo>
                    <a:pt x="0" y="10"/>
                    <a:pt x="0" y="13"/>
                    <a:pt x="0" y="16"/>
                  </a:cubicBezTo>
                  <a:cubicBezTo>
                    <a:pt x="1" y="21"/>
                    <a:pt x="3" y="25"/>
                    <a:pt x="6" y="28"/>
                  </a:cubicBezTo>
                  <a:cubicBezTo>
                    <a:pt x="10" y="34"/>
                    <a:pt x="15" y="36"/>
                    <a:pt x="15" y="35"/>
                  </a:cubicBezTo>
                  <a:cubicBezTo>
                    <a:pt x="16" y="35"/>
                    <a:pt x="12" y="32"/>
                    <a:pt x="8" y="27"/>
                  </a:cubicBezTo>
                  <a:cubicBezTo>
                    <a:pt x="6" y="24"/>
                    <a:pt x="5" y="20"/>
                    <a:pt x="4" y="15"/>
                  </a:cubicBezTo>
                  <a:cubicBezTo>
                    <a:pt x="4" y="13"/>
                    <a:pt x="4" y="11"/>
                    <a:pt x="4" y="8"/>
                  </a:cubicBezTo>
                  <a:cubicBezTo>
                    <a:pt x="5" y="6"/>
                    <a:pt x="6" y="4"/>
                    <a:pt x="7" y="4"/>
                  </a:cubicBezTo>
                  <a:cubicBezTo>
                    <a:pt x="8" y="4"/>
                    <a:pt x="10" y="6"/>
                    <a:pt x="11" y="8"/>
                  </a:cubicBezTo>
                  <a:cubicBezTo>
                    <a:pt x="12" y="10"/>
                    <a:pt x="13" y="12"/>
                    <a:pt x="14" y="14"/>
                  </a:cubicBezTo>
                  <a:cubicBezTo>
                    <a:pt x="16" y="19"/>
                    <a:pt x="16" y="23"/>
                    <a:pt x="16" y="26"/>
                  </a:cubicBezTo>
                  <a:cubicBezTo>
                    <a:pt x="17" y="33"/>
                    <a:pt x="16" y="38"/>
                    <a:pt x="16" y="38"/>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09" name="Google Shape;909;p23"/>
            <p:cNvSpPr/>
            <p:nvPr/>
          </p:nvSpPr>
          <p:spPr>
            <a:xfrm>
              <a:off x="1551064" y="5261092"/>
              <a:ext cx="211358" cy="49195"/>
            </a:xfrm>
            <a:custGeom>
              <a:rect b="b" l="l" r="r" t="t"/>
              <a:pathLst>
                <a:path extrusionOk="0" h="27" w="116">
                  <a:moveTo>
                    <a:pt x="116" y="0"/>
                  </a:moveTo>
                  <a:lnTo>
                    <a:pt x="116" y="27"/>
                  </a:lnTo>
                  <a:lnTo>
                    <a:pt x="0" y="27"/>
                  </a:lnTo>
                  <a:lnTo>
                    <a:pt x="0" y="2"/>
                  </a:lnTo>
                  <a:lnTo>
                    <a:pt x="116" y="0"/>
                  </a:lnTo>
                  <a:close/>
                </a:path>
              </a:pathLst>
            </a:custGeom>
            <a:solidFill>
              <a:srgbClr val="000000">
                <a:alpha val="29800"/>
              </a:srgbClr>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10" name="Google Shape;910;p23"/>
            <p:cNvSpPr/>
            <p:nvPr/>
          </p:nvSpPr>
          <p:spPr>
            <a:xfrm>
              <a:off x="2401962" y="1483988"/>
              <a:ext cx="273308" cy="428181"/>
            </a:xfrm>
            <a:custGeom>
              <a:rect b="b" l="l" r="r" t="t"/>
              <a:pathLst>
                <a:path extrusionOk="0" h="235" w="150">
                  <a:moveTo>
                    <a:pt x="36" y="20"/>
                  </a:moveTo>
                  <a:lnTo>
                    <a:pt x="54" y="86"/>
                  </a:lnTo>
                  <a:cubicBezTo>
                    <a:pt x="54" y="86"/>
                    <a:pt x="60" y="123"/>
                    <a:pt x="43" y="123"/>
                  </a:cubicBezTo>
                  <a:cubicBezTo>
                    <a:pt x="28" y="123"/>
                    <a:pt x="26" y="103"/>
                    <a:pt x="26" y="103"/>
                  </a:cubicBezTo>
                  <a:cubicBezTo>
                    <a:pt x="26" y="103"/>
                    <a:pt x="34" y="63"/>
                    <a:pt x="14" y="65"/>
                  </a:cubicBezTo>
                  <a:cubicBezTo>
                    <a:pt x="11" y="65"/>
                    <a:pt x="4" y="93"/>
                    <a:pt x="1" y="107"/>
                  </a:cubicBezTo>
                  <a:cubicBezTo>
                    <a:pt x="-1" y="112"/>
                    <a:pt x="0" y="118"/>
                    <a:pt x="3" y="122"/>
                  </a:cubicBezTo>
                  <a:lnTo>
                    <a:pt x="31" y="173"/>
                  </a:lnTo>
                  <a:cubicBezTo>
                    <a:pt x="36" y="182"/>
                    <a:pt x="44" y="190"/>
                    <a:pt x="54" y="195"/>
                  </a:cubicBezTo>
                  <a:lnTo>
                    <a:pt x="68" y="204"/>
                  </a:lnTo>
                  <a:lnTo>
                    <a:pt x="70" y="234"/>
                  </a:lnTo>
                  <a:lnTo>
                    <a:pt x="150" y="235"/>
                  </a:lnTo>
                  <a:lnTo>
                    <a:pt x="125" y="141"/>
                  </a:lnTo>
                  <a:lnTo>
                    <a:pt x="115" y="84"/>
                  </a:lnTo>
                  <a:cubicBezTo>
                    <a:pt x="112" y="78"/>
                    <a:pt x="107" y="74"/>
                    <a:pt x="101" y="73"/>
                  </a:cubicBezTo>
                  <a:lnTo>
                    <a:pt x="93" y="72"/>
                  </a:lnTo>
                  <a:lnTo>
                    <a:pt x="91" y="65"/>
                  </a:lnTo>
                  <a:cubicBezTo>
                    <a:pt x="89" y="61"/>
                    <a:pt x="85" y="58"/>
                    <a:pt x="80" y="57"/>
                  </a:cubicBezTo>
                  <a:lnTo>
                    <a:pt x="76" y="57"/>
                  </a:lnTo>
                  <a:lnTo>
                    <a:pt x="69" y="40"/>
                  </a:lnTo>
                  <a:cubicBezTo>
                    <a:pt x="67" y="35"/>
                    <a:pt x="51" y="0"/>
                    <a:pt x="45" y="0"/>
                  </a:cubicBezTo>
                  <a:cubicBezTo>
                    <a:pt x="45" y="0"/>
                    <a:pt x="32" y="3"/>
                    <a:pt x="37" y="20"/>
                  </a:cubicBezTo>
                  <a:lnTo>
                    <a:pt x="36" y="20"/>
                  </a:lnTo>
                  <a:close/>
                </a:path>
              </a:pathLst>
            </a:custGeom>
            <a:solidFill>
              <a:srgbClr val="B97E69"/>
            </a:solidFill>
            <a:ln>
              <a:noFill/>
            </a:ln>
          </p:spPr>
          <p:txBody>
            <a:bodyPr anchorCtr="1" anchor="ctr" bIns="39600" lIns="90000" spcFirstLastPara="1" rIns="90000" wrap="square" tIns="396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1" name="Google Shape;911;p23"/>
            <p:cNvSpPr/>
            <p:nvPr/>
          </p:nvSpPr>
          <p:spPr>
            <a:xfrm>
              <a:off x="2536794" y="1582378"/>
              <a:ext cx="36441" cy="83814"/>
            </a:xfrm>
            <a:custGeom>
              <a:rect b="b" l="l" r="r" t="t"/>
              <a:pathLst>
                <a:path extrusionOk="0" h="46" w="20">
                  <a:moveTo>
                    <a:pt x="20" y="46"/>
                  </a:moveTo>
                  <a:cubicBezTo>
                    <a:pt x="20" y="46"/>
                    <a:pt x="20" y="43"/>
                    <a:pt x="18" y="39"/>
                  </a:cubicBezTo>
                  <a:cubicBezTo>
                    <a:pt x="17" y="34"/>
                    <a:pt x="13" y="29"/>
                    <a:pt x="7" y="25"/>
                  </a:cubicBezTo>
                  <a:cubicBezTo>
                    <a:pt x="4" y="18"/>
                    <a:pt x="2" y="12"/>
                    <a:pt x="1" y="7"/>
                  </a:cubicBezTo>
                  <a:cubicBezTo>
                    <a:pt x="0" y="3"/>
                    <a:pt x="0" y="0"/>
                    <a:pt x="0" y="0"/>
                  </a:cubicBezTo>
                  <a:cubicBezTo>
                    <a:pt x="1" y="0"/>
                    <a:pt x="1" y="3"/>
                    <a:pt x="2" y="7"/>
                  </a:cubicBezTo>
                  <a:cubicBezTo>
                    <a:pt x="3" y="12"/>
                    <a:pt x="5" y="18"/>
                    <a:pt x="8" y="24"/>
                  </a:cubicBezTo>
                  <a:cubicBezTo>
                    <a:pt x="10" y="25"/>
                    <a:pt x="11" y="26"/>
                    <a:pt x="12" y="27"/>
                  </a:cubicBezTo>
                  <a:cubicBezTo>
                    <a:pt x="14" y="28"/>
                    <a:pt x="15" y="30"/>
                    <a:pt x="16" y="31"/>
                  </a:cubicBezTo>
                  <a:cubicBezTo>
                    <a:pt x="17" y="34"/>
                    <a:pt x="18" y="35"/>
                    <a:pt x="19" y="38"/>
                  </a:cubicBezTo>
                  <a:cubicBezTo>
                    <a:pt x="19" y="40"/>
                    <a:pt x="20" y="43"/>
                    <a:pt x="20" y="44"/>
                  </a:cubicBezTo>
                  <a:cubicBezTo>
                    <a:pt x="20" y="45"/>
                    <a:pt x="20" y="46"/>
                    <a:pt x="20" y="46"/>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2" name="Google Shape;912;p23"/>
            <p:cNvSpPr/>
            <p:nvPr/>
          </p:nvSpPr>
          <p:spPr>
            <a:xfrm>
              <a:off x="2567768" y="1609709"/>
              <a:ext cx="27331" cy="43729"/>
            </a:xfrm>
            <a:custGeom>
              <a:rect b="b" l="l" r="r" t="t"/>
              <a:pathLst>
                <a:path extrusionOk="0" h="24" w="15">
                  <a:moveTo>
                    <a:pt x="15" y="24"/>
                  </a:moveTo>
                  <a:cubicBezTo>
                    <a:pt x="15" y="24"/>
                    <a:pt x="15" y="23"/>
                    <a:pt x="14" y="21"/>
                  </a:cubicBezTo>
                  <a:cubicBezTo>
                    <a:pt x="13" y="19"/>
                    <a:pt x="10" y="16"/>
                    <a:pt x="6" y="16"/>
                  </a:cubicBezTo>
                  <a:lnTo>
                    <a:pt x="6" y="16"/>
                  </a:lnTo>
                  <a:lnTo>
                    <a:pt x="6" y="15"/>
                  </a:lnTo>
                  <a:lnTo>
                    <a:pt x="5" y="14"/>
                  </a:lnTo>
                  <a:cubicBezTo>
                    <a:pt x="3" y="6"/>
                    <a:pt x="0" y="0"/>
                    <a:pt x="1" y="0"/>
                  </a:cubicBezTo>
                  <a:cubicBezTo>
                    <a:pt x="1" y="-1"/>
                    <a:pt x="4" y="6"/>
                    <a:pt x="7" y="14"/>
                  </a:cubicBezTo>
                  <a:lnTo>
                    <a:pt x="7" y="15"/>
                  </a:lnTo>
                  <a:lnTo>
                    <a:pt x="6" y="14"/>
                  </a:lnTo>
                  <a:cubicBezTo>
                    <a:pt x="11" y="15"/>
                    <a:pt x="14" y="18"/>
                    <a:pt x="15" y="20"/>
                  </a:cubicBezTo>
                  <a:cubicBezTo>
                    <a:pt x="16" y="23"/>
                    <a:pt x="15" y="24"/>
                    <a:pt x="15" y="24"/>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3" name="Google Shape;913;p23"/>
            <p:cNvSpPr/>
            <p:nvPr/>
          </p:nvSpPr>
          <p:spPr>
            <a:xfrm>
              <a:off x="1636700" y="1616997"/>
              <a:ext cx="362588" cy="623139"/>
            </a:xfrm>
            <a:custGeom>
              <a:rect b="b" l="l" r="r" t="t"/>
              <a:pathLst>
                <a:path extrusionOk="0" h="342" w="199">
                  <a:moveTo>
                    <a:pt x="54" y="342"/>
                  </a:moveTo>
                  <a:lnTo>
                    <a:pt x="199" y="340"/>
                  </a:lnTo>
                  <a:lnTo>
                    <a:pt x="183" y="216"/>
                  </a:lnTo>
                  <a:cubicBezTo>
                    <a:pt x="183" y="216"/>
                    <a:pt x="192" y="214"/>
                    <a:pt x="193" y="160"/>
                  </a:cubicBezTo>
                  <a:cubicBezTo>
                    <a:pt x="193" y="106"/>
                    <a:pt x="197" y="15"/>
                    <a:pt x="197" y="15"/>
                  </a:cubicBezTo>
                  <a:lnTo>
                    <a:pt x="197" y="15"/>
                  </a:lnTo>
                  <a:cubicBezTo>
                    <a:pt x="134" y="-12"/>
                    <a:pt x="62" y="-3"/>
                    <a:pt x="8" y="38"/>
                  </a:cubicBezTo>
                  <a:lnTo>
                    <a:pt x="0" y="44"/>
                  </a:lnTo>
                  <a:lnTo>
                    <a:pt x="54" y="342"/>
                  </a:lnTo>
                  <a:close/>
                </a:path>
              </a:pathLst>
            </a:custGeom>
            <a:solidFill>
              <a:srgbClr val="B97E69"/>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4" name="Google Shape;914;p23"/>
            <p:cNvSpPr/>
            <p:nvPr/>
          </p:nvSpPr>
          <p:spPr>
            <a:xfrm>
              <a:off x="1602081" y="1815600"/>
              <a:ext cx="69238" cy="102035"/>
            </a:xfrm>
            <a:custGeom>
              <a:rect b="b" l="l" r="r" t="t"/>
              <a:pathLst>
                <a:path extrusionOk="0" h="56" w="38">
                  <a:moveTo>
                    <a:pt x="36" y="2"/>
                  </a:moveTo>
                  <a:cubicBezTo>
                    <a:pt x="35" y="1"/>
                    <a:pt x="-2" y="-9"/>
                    <a:pt x="0" y="28"/>
                  </a:cubicBezTo>
                  <a:cubicBezTo>
                    <a:pt x="1" y="64"/>
                    <a:pt x="38" y="56"/>
                    <a:pt x="38" y="55"/>
                  </a:cubicBezTo>
                  <a:cubicBezTo>
                    <a:pt x="38" y="54"/>
                    <a:pt x="36" y="2"/>
                    <a:pt x="36" y="2"/>
                  </a:cubicBezTo>
                  <a:close/>
                </a:path>
              </a:pathLst>
            </a:custGeom>
            <a:solidFill>
              <a:srgbClr val="B97E69"/>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5" name="Google Shape;915;p23"/>
            <p:cNvSpPr/>
            <p:nvPr/>
          </p:nvSpPr>
          <p:spPr>
            <a:xfrm>
              <a:off x="1973780" y="1802846"/>
              <a:ext cx="69238" cy="103857"/>
            </a:xfrm>
            <a:custGeom>
              <a:rect b="b" l="l" r="r" t="t"/>
              <a:pathLst>
                <a:path extrusionOk="0" h="57" w="38">
                  <a:moveTo>
                    <a:pt x="5" y="1"/>
                  </a:moveTo>
                  <a:cubicBezTo>
                    <a:pt x="6" y="1"/>
                    <a:pt x="39" y="-8"/>
                    <a:pt x="38" y="29"/>
                  </a:cubicBezTo>
                  <a:cubicBezTo>
                    <a:pt x="37" y="65"/>
                    <a:pt x="0" y="57"/>
                    <a:pt x="0" y="56"/>
                  </a:cubicBezTo>
                  <a:cubicBezTo>
                    <a:pt x="0" y="55"/>
                    <a:pt x="5" y="1"/>
                    <a:pt x="5" y="1"/>
                  </a:cubicBezTo>
                  <a:close/>
                </a:path>
              </a:pathLst>
            </a:custGeom>
            <a:solidFill>
              <a:srgbClr val="B97E69"/>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6" name="Google Shape;916;p23"/>
            <p:cNvSpPr/>
            <p:nvPr/>
          </p:nvSpPr>
          <p:spPr>
            <a:xfrm>
              <a:off x="1645811" y="1607887"/>
              <a:ext cx="362588" cy="481020"/>
            </a:xfrm>
            <a:custGeom>
              <a:rect b="b" l="l" r="r" t="t"/>
              <a:pathLst>
                <a:path extrusionOk="0" h="264" w="199">
                  <a:moveTo>
                    <a:pt x="0" y="112"/>
                  </a:moveTo>
                  <a:cubicBezTo>
                    <a:pt x="6" y="143"/>
                    <a:pt x="5" y="159"/>
                    <a:pt x="10" y="179"/>
                  </a:cubicBezTo>
                  <a:cubicBezTo>
                    <a:pt x="18" y="212"/>
                    <a:pt x="34" y="236"/>
                    <a:pt x="64" y="253"/>
                  </a:cubicBezTo>
                  <a:cubicBezTo>
                    <a:pt x="93" y="269"/>
                    <a:pt x="133" y="269"/>
                    <a:pt x="158" y="247"/>
                  </a:cubicBezTo>
                  <a:cubicBezTo>
                    <a:pt x="175" y="232"/>
                    <a:pt x="187" y="214"/>
                    <a:pt x="190" y="191"/>
                  </a:cubicBezTo>
                  <a:cubicBezTo>
                    <a:pt x="192" y="168"/>
                    <a:pt x="196" y="127"/>
                    <a:pt x="196" y="104"/>
                  </a:cubicBezTo>
                  <a:cubicBezTo>
                    <a:pt x="196" y="61"/>
                    <a:pt x="199" y="21"/>
                    <a:pt x="199" y="21"/>
                  </a:cubicBezTo>
                  <a:lnTo>
                    <a:pt x="79" y="0"/>
                  </a:lnTo>
                  <a:lnTo>
                    <a:pt x="10" y="40"/>
                  </a:lnTo>
                  <a:lnTo>
                    <a:pt x="0" y="112"/>
                  </a:ln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17" name="Google Shape;917;p23"/>
            <p:cNvSpPr/>
            <p:nvPr/>
          </p:nvSpPr>
          <p:spPr>
            <a:xfrm>
              <a:off x="1797041" y="2094374"/>
              <a:ext cx="74704" cy="12754"/>
            </a:xfrm>
            <a:custGeom>
              <a:rect b="b" l="l" r="r" t="t"/>
              <a:pathLst>
                <a:path extrusionOk="0" h="7" w="41">
                  <a:moveTo>
                    <a:pt x="41" y="5"/>
                  </a:moveTo>
                  <a:cubicBezTo>
                    <a:pt x="42" y="6"/>
                    <a:pt x="32" y="8"/>
                    <a:pt x="20" y="7"/>
                  </a:cubicBezTo>
                  <a:cubicBezTo>
                    <a:pt x="8" y="5"/>
                    <a:pt x="0" y="1"/>
                    <a:pt x="0" y="0"/>
                  </a:cubicBezTo>
                  <a:cubicBezTo>
                    <a:pt x="0" y="-1"/>
                    <a:pt x="9" y="2"/>
                    <a:pt x="21" y="3"/>
                  </a:cubicBezTo>
                  <a:cubicBezTo>
                    <a:pt x="32" y="5"/>
                    <a:pt x="41" y="4"/>
                    <a:pt x="41" y="5"/>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18" name="Google Shape;918;p23"/>
            <p:cNvSpPr/>
            <p:nvPr/>
          </p:nvSpPr>
          <p:spPr>
            <a:xfrm>
              <a:off x="1627590" y="1514963"/>
              <a:ext cx="413606" cy="391740"/>
            </a:xfrm>
            <a:custGeom>
              <a:rect b="b" l="l" r="r" t="t"/>
              <a:pathLst>
                <a:path extrusionOk="0" h="215" w="227">
                  <a:moveTo>
                    <a:pt x="16" y="215"/>
                  </a:moveTo>
                  <a:cubicBezTo>
                    <a:pt x="13" y="183"/>
                    <a:pt x="10" y="147"/>
                    <a:pt x="5" y="114"/>
                  </a:cubicBezTo>
                  <a:cubicBezTo>
                    <a:pt x="4" y="101"/>
                    <a:pt x="-1" y="83"/>
                    <a:pt x="0" y="71"/>
                  </a:cubicBezTo>
                  <a:cubicBezTo>
                    <a:pt x="1" y="58"/>
                    <a:pt x="3" y="45"/>
                    <a:pt x="8" y="34"/>
                  </a:cubicBezTo>
                  <a:cubicBezTo>
                    <a:pt x="15" y="19"/>
                    <a:pt x="29" y="9"/>
                    <a:pt x="45" y="5"/>
                  </a:cubicBezTo>
                  <a:cubicBezTo>
                    <a:pt x="60" y="2"/>
                    <a:pt x="77" y="7"/>
                    <a:pt x="89" y="17"/>
                  </a:cubicBezTo>
                  <a:cubicBezTo>
                    <a:pt x="98" y="4"/>
                    <a:pt x="115" y="-3"/>
                    <a:pt x="131" y="1"/>
                  </a:cubicBezTo>
                  <a:cubicBezTo>
                    <a:pt x="146" y="5"/>
                    <a:pt x="158" y="18"/>
                    <a:pt x="160" y="34"/>
                  </a:cubicBezTo>
                  <a:cubicBezTo>
                    <a:pt x="169" y="26"/>
                    <a:pt x="183" y="24"/>
                    <a:pt x="193" y="30"/>
                  </a:cubicBezTo>
                  <a:cubicBezTo>
                    <a:pt x="203" y="36"/>
                    <a:pt x="208" y="50"/>
                    <a:pt x="205" y="61"/>
                  </a:cubicBezTo>
                  <a:cubicBezTo>
                    <a:pt x="214" y="62"/>
                    <a:pt x="222" y="68"/>
                    <a:pt x="225" y="76"/>
                  </a:cubicBezTo>
                  <a:cubicBezTo>
                    <a:pt x="229" y="84"/>
                    <a:pt x="228" y="94"/>
                    <a:pt x="223" y="101"/>
                  </a:cubicBezTo>
                  <a:cubicBezTo>
                    <a:pt x="217" y="110"/>
                    <a:pt x="207" y="115"/>
                    <a:pt x="201" y="123"/>
                  </a:cubicBezTo>
                  <a:cubicBezTo>
                    <a:pt x="194" y="132"/>
                    <a:pt x="194" y="146"/>
                    <a:pt x="199" y="156"/>
                  </a:cubicBezTo>
                  <a:lnTo>
                    <a:pt x="16" y="215"/>
                  </a:lnTo>
                  <a:close/>
                </a:path>
              </a:pathLst>
            </a:custGeom>
            <a:solidFill>
              <a:srgbClr val="263238"/>
            </a:solidFill>
            <a:ln>
              <a:noFill/>
            </a:ln>
          </p:spPr>
          <p:txBody>
            <a:bodyPr anchorCtr="1" anchor="ctr" bIns="32400" lIns="90000" spcFirstLastPara="1" rIns="90000" wrap="square" tIns="324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19" name="Google Shape;919;p23"/>
            <p:cNvSpPr/>
            <p:nvPr/>
          </p:nvSpPr>
          <p:spPr>
            <a:xfrm>
              <a:off x="1676786" y="1675303"/>
              <a:ext cx="284240" cy="72882"/>
            </a:xfrm>
            <a:custGeom>
              <a:rect b="b" l="l" r="r" t="t"/>
              <a:pathLst>
                <a:path extrusionOk="0" h="40" w="156">
                  <a:moveTo>
                    <a:pt x="156" y="13"/>
                  </a:moveTo>
                  <a:cubicBezTo>
                    <a:pt x="156" y="13"/>
                    <a:pt x="156" y="14"/>
                    <a:pt x="155" y="16"/>
                  </a:cubicBezTo>
                  <a:cubicBezTo>
                    <a:pt x="154" y="18"/>
                    <a:pt x="151" y="21"/>
                    <a:pt x="148" y="24"/>
                  </a:cubicBezTo>
                  <a:cubicBezTo>
                    <a:pt x="144" y="27"/>
                    <a:pt x="139" y="29"/>
                    <a:pt x="132" y="29"/>
                  </a:cubicBezTo>
                  <a:cubicBezTo>
                    <a:pt x="126" y="29"/>
                    <a:pt x="118" y="26"/>
                    <a:pt x="113" y="20"/>
                  </a:cubicBezTo>
                  <a:lnTo>
                    <a:pt x="115" y="19"/>
                  </a:lnTo>
                  <a:cubicBezTo>
                    <a:pt x="114" y="27"/>
                    <a:pt x="108" y="34"/>
                    <a:pt x="99" y="38"/>
                  </a:cubicBezTo>
                  <a:cubicBezTo>
                    <a:pt x="91" y="41"/>
                    <a:pt x="80" y="40"/>
                    <a:pt x="72" y="34"/>
                  </a:cubicBezTo>
                  <a:cubicBezTo>
                    <a:pt x="65" y="29"/>
                    <a:pt x="60" y="22"/>
                    <a:pt x="57" y="14"/>
                  </a:cubicBezTo>
                  <a:lnTo>
                    <a:pt x="60" y="15"/>
                  </a:lnTo>
                  <a:cubicBezTo>
                    <a:pt x="53" y="24"/>
                    <a:pt x="42" y="29"/>
                    <a:pt x="33" y="30"/>
                  </a:cubicBezTo>
                  <a:cubicBezTo>
                    <a:pt x="23" y="30"/>
                    <a:pt x="15" y="25"/>
                    <a:pt x="10" y="20"/>
                  </a:cubicBezTo>
                  <a:cubicBezTo>
                    <a:pt x="5" y="15"/>
                    <a:pt x="2" y="10"/>
                    <a:pt x="1" y="6"/>
                  </a:cubicBezTo>
                  <a:cubicBezTo>
                    <a:pt x="0" y="2"/>
                    <a:pt x="1" y="0"/>
                    <a:pt x="1" y="0"/>
                  </a:cubicBezTo>
                  <a:cubicBezTo>
                    <a:pt x="1" y="0"/>
                    <a:pt x="1" y="2"/>
                    <a:pt x="2" y="6"/>
                  </a:cubicBezTo>
                  <a:cubicBezTo>
                    <a:pt x="4" y="9"/>
                    <a:pt x="6" y="14"/>
                    <a:pt x="11" y="19"/>
                  </a:cubicBezTo>
                  <a:cubicBezTo>
                    <a:pt x="16" y="23"/>
                    <a:pt x="23" y="27"/>
                    <a:pt x="32" y="27"/>
                  </a:cubicBezTo>
                  <a:cubicBezTo>
                    <a:pt x="41" y="26"/>
                    <a:pt x="51" y="22"/>
                    <a:pt x="57" y="13"/>
                  </a:cubicBezTo>
                  <a:lnTo>
                    <a:pt x="59" y="10"/>
                  </a:lnTo>
                  <a:lnTo>
                    <a:pt x="60" y="13"/>
                  </a:lnTo>
                  <a:cubicBezTo>
                    <a:pt x="63" y="20"/>
                    <a:pt x="67" y="27"/>
                    <a:pt x="74" y="31"/>
                  </a:cubicBezTo>
                  <a:cubicBezTo>
                    <a:pt x="81" y="37"/>
                    <a:pt x="91" y="38"/>
                    <a:pt x="98" y="35"/>
                  </a:cubicBezTo>
                  <a:cubicBezTo>
                    <a:pt x="106" y="32"/>
                    <a:pt x="111" y="26"/>
                    <a:pt x="113" y="19"/>
                  </a:cubicBezTo>
                  <a:lnTo>
                    <a:pt x="113" y="16"/>
                  </a:lnTo>
                  <a:lnTo>
                    <a:pt x="115" y="18"/>
                  </a:lnTo>
                  <a:cubicBezTo>
                    <a:pt x="120" y="24"/>
                    <a:pt x="126" y="26"/>
                    <a:pt x="132" y="27"/>
                  </a:cubicBezTo>
                  <a:cubicBezTo>
                    <a:pt x="138" y="27"/>
                    <a:pt x="143" y="25"/>
                    <a:pt x="147" y="23"/>
                  </a:cubicBezTo>
                  <a:cubicBezTo>
                    <a:pt x="154" y="18"/>
                    <a:pt x="156" y="12"/>
                    <a:pt x="156" y="13"/>
                  </a:cubicBezTo>
                  <a:close/>
                </a:path>
              </a:pathLst>
            </a:custGeom>
            <a:solidFill>
              <a:srgbClr val="455A6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20" name="Google Shape;920;p23"/>
            <p:cNvSpPr/>
            <p:nvPr/>
          </p:nvSpPr>
          <p:spPr>
            <a:xfrm>
              <a:off x="1798863" y="1575090"/>
              <a:ext cx="162163" cy="96568"/>
            </a:xfrm>
            <a:custGeom>
              <a:rect b="b" l="l" r="r" t="t"/>
              <a:pathLst>
                <a:path extrusionOk="0" h="53" w="89">
                  <a:moveTo>
                    <a:pt x="89" y="53"/>
                  </a:moveTo>
                  <a:cubicBezTo>
                    <a:pt x="88" y="53"/>
                    <a:pt x="89" y="47"/>
                    <a:pt x="84" y="40"/>
                  </a:cubicBezTo>
                  <a:cubicBezTo>
                    <a:pt x="81" y="36"/>
                    <a:pt x="77" y="33"/>
                    <a:pt x="71" y="31"/>
                  </a:cubicBezTo>
                  <a:cubicBezTo>
                    <a:pt x="65" y="30"/>
                    <a:pt x="58" y="31"/>
                    <a:pt x="53" y="35"/>
                  </a:cubicBezTo>
                  <a:lnTo>
                    <a:pt x="50" y="37"/>
                  </a:lnTo>
                  <a:lnTo>
                    <a:pt x="50" y="33"/>
                  </a:lnTo>
                  <a:cubicBezTo>
                    <a:pt x="50" y="30"/>
                    <a:pt x="50" y="26"/>
                    <a:pt x="49" y="23"/>
                  </a:cubicBezTo>
                  <a:cubicBezTo>
                    <a:pt x="46" y="15"/>
                    <a:pt x="41" y="8"/>
                    <a:pt x="34" y="5"/>
                  </a:cubicBezTo>
                  <a:cubicBezTo>
                    <a:pt x="28" y="2"/>
                    <a:pt x="21" y="2"/>
                    <a:pt x="15" y="4"/>
                  </a:cubicBezTo>
                  <a:cubicBezTo>
                    <a:pt x="4" y="7"/>
                    <a:pt x="0" y="13"/>
                    <a:pt x="0" y="13"/>
                  </a:cubicBezTo>
                  <a:cubicBezTo>
                    <a:pt x="0" y="12"/>
                    <a:pt x="0" y="11"/>
                    <a:pt x="3" y="8"/>
                  </a:cubicBezTo>
                  <a:cubicBezTo>
                    <a:pt x="5" y="6"/>
                    <a:pt x="9" y="3"/>
                    <a:pt x="15" y="1"/>
                  </a:cubicBezTo>
                  <a:cubicBezTo>
                    <a:pt x="20" y="0"/>
                    <a:pt x="28" y="-1"/>
                    <a:pt x="35" y="3"/>
                  </a:cubicBezTo>
                  <a:cubicBezTo>
                    <a:pt x="43" y="6"/>
                    <a:pt x="49" y="13"/>
                    <a:pt x="52" y="22"/>
                  </a:cubicBezTo>
                  <a:cubicBezTo>
                    <a:pt x="53" y="26"/>
                    <a:pt x="54" y="30"/>
                    <a:pt x="53" y="34"/>
                  </a:cubicBezTo>
                  <a:lnTo>
                    <a:pt x="51" y="32"/>
                  </a:lnTo>
                  <a:cubicBezTo>
                    <a:pt x="57" y="27"/>
                    <a:pt x="65" y="27"/>
                    <a:pt x="72" y="28"/>
                  </a:cubicBezTo>
                  <a:cubicBezTo>
                    <a:pt x="78" y="30"/>
                    <a:pt x="83" y="34"/>
                    <a:pt x="85" y="39"/>
                  </a:cubicBezTo>
                  <a:cubicBezTo>
                    <a:pt x="88" y="43"/>
                    <a:pt x="89" y="47"/>
                    <a:pt x="89" y="49"/>
                  </a:cubicBezTo>
                  <a:cubicBezTo>
                    <a:pt x="89" y="52"/>
                    <a:pt x="89" y="53"/>
                    <a:pt x="89" y="53"/>
                  </a:cubicBezTo>
                  <a:close/>
                </a:path>
              </a:pathLst>
            </a:custGeom>
            <a:solidFill>
              <a:srgbClr val="455A6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21" name="Google Shape;921;p23"/>
            <p:cNvSpPr/>
            <p:nvPr/>
          </p:nvSpPr>
          <p:spPr>
            <a:xfrm>
              <a:off x="1793397" y="1622463"/>
              <a:ext cx="30975" cy="51017"/>
            </a:xfrm>
            <a:custGeom>
              <a:rect b="b" l="l" r="r" t="t"/>
              <a:pathLst>
                <a:path extrusionOk="0" h="28" w="17">
                  <a:moveTo>
                    <a:pt x="15" y="28"/>
                  </a:moveTo>
                  <a:cubicBezTo>
                    <a:pt x="15" y="28"/>
                    <a:pt x="15" y="26"/>
                    <a:pt x="15" y="23"/>
                  </a:cubicBezTo>
                  <a:cubicBezTo>
                    <a:pt x="15" y="20"/>
                    <a:pt x="14" y="16"/>
                    <a:pt x="11" y="12"/>
                  </a:cubicBezTo>
                  <a:cubicBezTo>
                    <a:pt x="9" y="8"/>
                    <a:pt x="6" y="5"/>
                    <a:pt x="4" y="3"/>
                  </a:cubicBezTo>
                  <a:cubicBezTo>
                    <a:pt x="3" y="1"/>
                    <a:pt x="1" y="2"/>
                    <a:pt x="1" y="2"/>
                  </a:cubicBezTo>
                  <a:cubicBezTo>
                    <a:pt x="0" y="2"/>
                    <a:pt x="0" y="1"/>
                    <a:pt x="1" y="0"/>
                  </a:cubicBezTo>
                  <a:cubicBezTo>
                    <a:pt x="2" y="0"/>
                    <a:pt x="4" y="-1"/>
                    <a:pt x="6" y="1"/>
                  </a:cubicBezTo>
                  <a:cubicBezTo>
                    <a:pt x="8" y="2"/>
                    <a:pt x="9" y="3"/>
                    <a:pt x="10" y="5"/>
                  </a:cubicBezTo>
                  <a:cubicBezTo>
                    <a:pt x="11" y="6"/>
                    <a:pt x="13" y="8"/>
                    <a:pt x="14" y="11"/>
                  </a:cubicBezTo>
                  <a:cubicBezTo>
                    <a:pt x="17" y="15"/>
                    <a:pt x="18" y="20"/>
                    <a:pt x="17" y="23"/>
                  </a:cubicBezTo>
                  <a:cubicBezTo>
                    <a:pt x="17" y="27"/>
                    <a:pt x="16" y="28"/>
                    <a:pt x="15" y="28"/>
                  </a:cubicBezTo>
                  <a:close/>
                </a:path>
              </a:pathLst>
            </a:custGeom>
            <a:solidFill>
              <a:srgbClr val="455A6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22" name="Google Shape;922;p23"/>
            <p:cNvSpPr/>
            <p:nvPr/>
          </p:nvSpPr>
          <p:spPr>
            <a:xfrm>
              <a:off x="1691362" y="1562336"/>
              <a:ext cx="65594" cy="27331"/>
            </a:xfrm>
            <a:custGeom>
              <a:rect b="b" l="l" r="r" t="t"/>
              <a:pathLst>
                <a:path extrusionOk="0" h="15" w="36">
                  <a:moveTo>
                    <a:pt x="0" y="15"/>
                  </a:moveTo>
                  <a:cubicBezTo>
                    <a:pt x="0" y="15"/>
                    <a:pt x="0" y="12"/>
                    <a:pt x="2" y="8"/>
                  </a:cubicBezTo>
                  <a:cubicBezTo>
                    <a:pt x="3" y="6"/>
                    <a:pt x="5" y="4"/>
                    <a:pt x="8" y="2"/>
                  </a:cubicBezTo>
                  <a:cubicBezTo>
                    <a:pt x="10" y="1"/>
                    <a:pt x="14" y="0"/>
                    <a:pt x="17" y="0"/>
                  </a:cubicBezTo>
                  <a:cubicBezTo>
                    <a:pt x="25" y="1"/>
                    <a:pt x="29" y="6"/>
                    <a:pt x="32" y="9"/>
                  </a:cubicBezTo>
                  <a:cubicBezTo>
                    <a:pt x="35" y="13"/>
                    <a:pt x="36" y="15"/>
                    <a:pt x="36" y="15"/>
                  </a:cubicBezTo>
                  <a:cubicBezTo>
                    <a:pt x="35" y="16"/>
                    <a:pt x="33" y="14"/>
                    <a:pt x="30" y="11"/>
                  </a:cubicBezTo>
                  <a:cubicBezTo>
                    <a:pt x="27" y="8"/>
                    <a:pt x="23" y="4"/>
                    <a:pt x="17" y="4"/>
                  </a:cubicBezTo>
                  <a:cubicBezTo>
                    <a:pt x="11" y="3"/>
                    <a:pt x="7" y="6"/>
                    <a:pt x="4" y="9"/>
                  </a:cubicBezTo>
                  <a:cubicBezTo>
                    <a:pt x="2" y="13"/>
                    <a:pt x="0" y="15"/>
                    <a:pt x="0" y="15"/>
                  </a:cubicBezTo>
                  <a:close/>
                </a:path>
              </a:pathLst>
            </a:custGeom>
            <a:solidFill>
              <a:srgbClr val="455A6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23" name="Google Shape;923;p23"/>
            <p:cNvSpPr/>
            <p:nvPr/>
          </p:nvSpPr>
          <p:spPr>
            <a:xfrm>
              <a:off x="1693184" y="1782804"/>
              <a:ext cx="32797" cy="91102"/>
            </a:xfrm>
            <a:custGeom>
              <a:rect b="b" l="l" r="r" t="t"/>
              <a:pathLst>
                <a:path extrusionOk="0" h="50" w="18">
                  <a:moveTo>
                    <a:pt x="18" y="50"/>
                  </a:moveTo>
                  <a:cubicBezTo>
                    <a:pt x="17" y="51"/>
                    <a:pt x="10" y="41"/>
                    <a:pt x="5" y="27"/>
                  </a:cubicBezTo>
                  <a:cubicBezTo>
                    <a:pt x="0" y="12"/>
                    <a:pt x="0" y="0"/>
                    <a:pt x="0" y="0"/>
                  </a:cubicBezTo>
                  <a:cubicBezTo>
                    <a:pt x="1" y="0"/>
                    <a:pt x="3" y="12"/>
                    <a:pt x="8" y="25"/>
                  </a:cubicBezTo>
                  <a:cubicBezTo>
                    <a:pt x="13" y="39"/>
                    <a:pt x="18" y="50"/>
                    <a:pt x="18" y="50"/>
                  </a:cubicBezTo>
                  <a:close/>
                </a:path>
              </a:pathLst>
            </a:custGeom>
            <a:solidFill>
              <a:srgbClr val="455A6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24" name="Google Shape;924;p23"/>
            <p:cNvSpPr/>
            <p:nvPr/>
          </p:nvSpPr>
          <p:spPr>
            <a:xfrm>
              <a:off x="1729625" y="1826533"/>
              <a:ext cx="25509" cy="63772"/>
            </a:xfrm>
            <a:custGeom>
              <a:rect b="b" l="l" r="r" t="t"/>
              <a:pathLst>
                <a:path extrusionOk="0" h="35" w="14">
                  <a:moveTo>
                    <a:pt x="14" y="35"/>
                  </a:moveTo>
                  <a:cubicBezTo>
                    <a:pt x="13" y="35"/>
                    <a:pt x="9" y="28"/>
                    <a:pt x="5" y="18"/>
                  </a:cubicBezTo>
                  <a:cubicBezTo>
                    <a:pt x="1" y="8"/>
                    <a:pt x="0" y="0"/>
                    <a:pt x="0" y="0"/>
                  </a:cubicBezTo>
                  <a:cubicBezTo>
                    <a:pt x="1" y="-1"/>
                    <a:pt x="4" y="7"/>
                    <a:pt x="8" y="17"/>
                  </a:cubicBezTo>
                  <a:cubicBezTo>
                    <a:pt x="12" y="27"/>
                    <a:pt x="15" y="35"/>
                    <a:pt x="14" y="35"/>
                  </a:cubicBezTo>
                  <a:close/>
                </a:path>
              </a:pathLst>
            </a:custGeom>
            <a:solidFill>
              <a:srgbClr val="455A6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25" name="Google Shape;925;p23"/>
            <p:cNvSpPr/>
            <p:nvPr/>
          </p:nvSpPr>
          <p:spPr>
            <a:xfrm>
              <a:off x="1899076" y="1893948"/>
              <a:ext cx="40085" cy="109323"/>
            </a:xfrm>
            <a:custGeom>
              <a:rect b="b" l="l" r="r" t="t"/>
              <a:pathLst>
                <a:path extrusionOk="0" h="60" w="22">
                  <a:moveTo>
                    <a:pt x="22" y="1"/>
                  </a:moveTo>
                  <a:cubicBezTo>
                    <a:pt x="23" y="0"/>
                    <a:pt x="24" y="16"/>
                    <a:pt x="18" y="33"/>
                  </a:cubicBezTo>
                  <a:cubicBezTo>
                    <a:pt x="11" y="50"/>
                    <a:pt x="0" y="61"/>
                    <a:pt x="0" y="60"/>
                  </a:cubicBezTo>
                  <a:cubicBezTo>
                    <a:pt x="-1" y="59"/>
                    <a:pt x="9" y="48"/>
                    <a:pt x="15" y="32"/>
                  </a:cubicBezTo>
                  <a:cubicBezTo>
                    <a:pt x="21" y="15"/>
                    <a:pt x="21" y="0"/>
                    <a:pt x="22" y="0"/>
                  </a:cubicBezTo>
                  <a:lnTo>
                    <a:pt x="22" y="1"/>
                  </a:lnTo>
                  <a:close/>
                </a:path>
              </a:pathLst>
            </a:custGeom>
            <a:solidFill>
              <a:srgbClr val="455A6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26" name="Google Shape;926;p23"/>
            <p:cNvSpPr/>
            <p:nvPr/>
          </p:nvSpPr>
          <p:spPr>
            <a:xfrm>
              <a:off x="1950093" y="1846575"/>
              <a:ext cx="25509" cy="100212"/>
            </a:xfrm>
            <a:custGeom>
              <a:rect b="b" l="l" r="r" t="t"/>
              <a:pathLst>
                <a:path extrusionOk="0" h="55" w="14">
                  <a:moveTo>
                    <a:pt x="10" y="0"/>
                  </a:moveTo>
                  <a:cubicBezTo>
                    <a:pt x="11" y="-1"/>
                    <a:pt x="16" y="12"/>
                    <a:pt x="13" y="29"/>
                  </a:cubicBezTo>
                  <a:cubicBezTo>
                    <a:pt x="10" y="45"/>
                    <a:pt x="1" y="56"/>
                    <a:pt x="0" y="55"/>
                  </a:cubicBezTo>
                  <a:cubicBezTo>
                    <a:pt x="-1" y="55"/>
                    <a:pt x="6" y="44"/>
                    <a:pt x="9" y="28"/>
                  </a:cubicBezTo>
                  <a:cubicBezTo>
                    <a:pt x="12" y="13"/>
                    <a:pt x="9" y="0"/>
                    <a:pt x="10" y="0"/>
                  </a:cubicBezTo>
                  <a:close/>
                </a:path>
              </a:pathLst>
            </a:custGeom>
            <a:solidFill>
              <a:srgbClr val="455A6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27" name="Google Shape;927;p23"/>
            <p:cNvSpPr/>
            <p:nvPr/>
          </p:nvSpPr>
          <p:spPr>
            <a:xfrm>
              <a:off x="1394368" y="3262306"/>
              <a:ext cx="854543" cy="2011538"/>
            </a:xfrm>
            <a:custGeom>
              <a:rect b="b" l="l" r="r" t="t"/>
              <a:pathLst>
                <a:path extrusionOk="0" h="1104" w="469">
                  <a:moveTo>
                    <a:pt x="269" y="239"/>
                  </a:moveTo>
                  <a:lnTo>
                    <a:pt x="304" y="580"/>
                  </a:lnTo>
                  <a:lnTo>
                    <a:pt x="329" y="1094"/>
                  </a:lnTo>
                  <a:lnTo>
                    <a:pt x="465" y="1094"/>
                  </a:lnTo>
                  <a:lnTo>
                    <a:pt x="469" y="0"/>
                  </a:lnTo>
                  <a:lnTo>
                    <a:pt x="80" y="28"/>
                  </a:lnTo>
                  <a:lnTo>
                    <a:pt x="0" y="602"/>
                  </a:lnTo>
                  <a:lnTo>
                    <a:pt x="70" y="1104"/>
                  </a:lnTo>
                  <a:lnTo>
                    <a:pt x="218" y="1104"/>
                  </a:lnTo>
                  <a:lnTo>
                    <a:pt x="184" y="626"/>
                  </a:lnTo>
                  <a:lnTo>
                    <a:pt x="269" y="239"/>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28" name="Google Shape;928;p23"/>
            <p:cNvSpPr/>
            <p:nvPr/>
          </p:nvSpPr>
          <p:spPr>
            <a:xfrm>
              <a:off x="1784287" y="3697775"/>
              <a:ext cx="100213" cy="89280"/>
            </a:xfrm>
            <a:custGeom>
              <a:rect b="b" l="l" r="r" t="t"/>
              <a:pathLst>
                <a:path extrusionOk="0" h="49" w="55">
                  <a:moveTo>
                    <a:pt x="55" y="0"/>
                  </a:moveTo>
                  <a:cubicBezTo>
                    <a:pt x="55" y="0"/>
                    <a:pt x="43" y="12"/>
                    <a:pt x="28" y="26"/>
                  </a:cubicBezTo>
                  <a:cubicBezTo>
                    <a:pt x="13" y="39"/>
                    <a:pt x="0" y="50"/>
                    <a:pt x="0" y="49"/>
                  </a:cubicBezTo>
                  <a:cubicBezTo>
                    <a:pt x="-1" y="49"/>
                    <a:pt x="10" y="37"/>
                    <a:pt x="26" y="23"/>
                  </a:cubicBezTo>
                  <a:cubicBezTo>
                    <a:pt x="40" y="10"/>
                    <a:pt x="54" y="-1"/>
                    <a:pt x="55" y="0"/>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29" name="Google Shape;929;p23"/>
            <p:cNvSpPr/>
            <p:nvPr/>
          </p:nvSpPr>
          <p:spPr>
            <a:xfrm>
              <a:off x="1880855" y="3524681"/>
              <a:ext cx="9110" cy="160340"/>
            </a:xfrm>
            <a:custGeom>
              <a:rect b="b" l="l" r="r" t="t"/>
              <a:pathLst>
                <a:path extrusionOk="0" h="88" w="5">
                  <a:moveTo>
                    <a:pt x="1" y="88"/>
                  </a:moveTo>
                  <a:cubicBezTo>
                    <a:pt x="0" y="88"/>
                    <a:pt x="1" y="68"/>
                    <a:pt x="2" y="44"/>
                  </a:cubicBezTo>
                  <a:cubicBezTo>
                    <a:pt x="3" y="20"/>
                    <a:pt x="4" y="0"/>
                    <a:pt x="4" y="0"/>
                  </a:cubicBezTo>
                  <a:cubicBezTo>
                    <a:pt x="5" y="0"/>
                    <a:pt x="6" y="20"/>
                    <a:pt x="5" y="44"/>
                  </a:cubicBezTo>
                  <a:cubicBezTo>
                    <a:pt x="4" y="68"/>
                    <a:pt x="2" y="88"/>
                    <a:pt x="1" y="88"/>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0" name="Google Shape;930;p23"/>
            <p:cNvSpPr/>
            <p:nvPr/>
          </p:nvSpPr>
          <p:spPr>
            <a:xfrm>
              <a:off x="1964670" y="3442689"/>
              <a:ext cx="233223" cy="225934"/>
            </a:xfrm>
            <a:custGeom>
              <a:rect b="b" l="l" r="r" t="t"/>
              <a:pathLst>
                <a:path extrusionOk="0" h="124" w="128">
                  <a:moveTo>
                    <a:pt x="0" y="6"/>
                  </a:moveTo>
                  <a:cubicBezTo>
                    <a:pt x="0" y="6"/>
                    <a:pt x="1" y="5"/>
                    <a:pt x="2" y="5"/>
                  </a:cubicBezTo>
                  <a:cubicBezTo>
                    <a:pt x="4" y="5"/>
                    <a:pt x="6" y="5"/>
                    <a:pt x="9" y="5"/>
                  </a:cubicBezTo>
                  <a:cubicBezTo>
                    <a:pt x="15" y="5"/>
                    <a:pt x="24" y="4"/>
                    <a:pt x="35" y="4"/>
                  </a:cubicBezTo>
                  <a:cubicBezTo>
                    <a:pt x="57" y="3"/>
                    <a:pt x="89" y="1"/>
                    <a:pt x="127" y="0"/>
                  </a:cubicBezTo>
                  <a:lnTo>
                    <a:pt x="128" y="0"/>
                  </a:lnTo>
                  <a:lnTo>
                    <a:pt x="128" y="1"/>
                  </a:lnTo>
                  <a:cubicBezTo>
                    <a:pt x="128" y="30"/>
                    <a:pt x="128" y="63"/>
                    <a:pt x="128" y="97"/>
                  </a:cubicBezTo>
                  <a:lnTo>
                    <a:pt x="128" y="100"/>
                  </a:lnTo>
                  <a:lnTo>
                    <a:pt x="127" y="100"/>
                  </a:lnTo>
                  <a:cubicBezTo>
                    <a:pt x="107" y="109"/>
                    <a:pt x="86" y="117"/>
                    <a:pt x="68" y="124"/>
                  </a:cubicBezTo>
                  <a:lnTo>
                    <a:pt x="67" y="124"/>
                  </a:lnTo>
                  <a:lnTo>
                    <a:pt x="66" y="124"/>
                  </a:lnTo>
                  <a:cubicBezTo>
                    <a:pt x="47" y="118"/>
                    <a:pt x="30" y="111"/>
                    <a:pt x="13" y="106"/>
                  </a:cubicBezTo>
                  <a:lnTo>
                    <a:pt x="13" y="106"/>
                  </a:lnTo>
                  <a:lnTo>
                    <a:pt x="13" y="105"/>
                  </a:lnTo>
                  <a:cubicBezTo>
                    <a:pt x="9" y="75"/>
                    <a:pt x="5" y="50"/>
                    <a:pt x="3" y="32"/>
                  </a:cubicBezTo>
                  <a:cubicBezTo>
                    <a:pt x="2" y="24"/>
                    <a:pt x="1" y="17"/>
                    <a:pt x="1" y="12"/>
                  </a:cubicBezTo>
                  <a:cubicBezTo>
                    <a:pt x="0" y="8"/>
                    <a:pt x="0" y="5"/>
                    <a:pt x="0" y="6"/>
                  </a:cubicBezTo>
                  <a:lnTo>
                    <a:pt x="0" y="8"/>
                  </a:lnTo>
                  <a:cubicBezTo>
                    <a:pt x="1" y="9"/>
                    <a:pt x="1" y="11"/>
                    <a:pt x="1" y="13"/>
                  </a:cubicBezTo>
                  <a:cubicBezTo>
                    <a:pt x="2" y="18"/>
                    <a:pt x="3" y="25"/>
                    <a:pt x="5" y="33"/>
                  </a:cubicBezTo>
                  <a:cubicBezTo>
                    <a:pt x="7" y="51"/>
                    <a:pt x="11" y="75"/>
                    <a:pt x="15" y="104"/>
                  </a:cubicBezTo>
                  <a:lnTo>
                    <a:pt x="14" y="103"/>
                  </a:lnTo>
                  <a:cubicBezTo>
                    <a:pt x="31" y="109"/>
                    <a:pt x="48" y="115"/>
                    <a:pt x="67" y="121"/>
                  </a:cubicBezTo>
                  <a:lnTo>
                    <a:pt x="66" y="121"/>
                  </a:lnTo>
                  <a:cubicBezTo>
                    <a:pt x="85" y="114"/>
                    <a:pt x="105" y="105"/>
                    <a:pt x="126" y="97"/>
                  </a:cubicBezTo>
                  <a:lnTo>
                    <a:pt x="125" y="99"/>
                  </a:lnTo>
                  <a:lnTo>
                    <a:pt x="125" y="97"/>
                  </a:lnTo>
                  <a:cubicBezTo>
                    <a:pt x="125" y="63"/>
                    <a:pt x="125" y="30"/>
                    <a:pt x="125" y="1"/>
                  </a:cubicBezTo>
                  <a:lnTo>
                    <a:pt x="127" y="3"/>
                  </a:lnTo>
                  <a:cubicBezTo>
                    <a:pt x="90" y="4"/>
                    <a:pt x="58" y="5"/>
                    <a:pt x="36" y="5"/>
                  </a:cubicBezTo>
                  <a:cubicBezTo>
                    <a:pt x="25" y="5"/>
                    <a:pt x="16" y="5"/>
                    <a:pt x="10" y="6"/>
                  </a:cubicBezTo>
                  <a:cubicBezTo>
                    <a:pt x="7" y="6"/>
                    <a:pt x="5" y="6"/>
                    <a:pt x="3" y="6"/>
                  </a:cubicBezTo>
                  <a:cubicBezTo>
                    <a:pt x="1" y="6"/>
                    <a:pt x="0" y="6"/>
                    <a:pt x="0" y="5"/>
                  </a:cubicBezTo>
                  <a:lnTo>
                    <a:pt x="0" y="6"/>
                  </a:ln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1" name="Google Shape;931;p23"/>
            <p:cNvSpPr/>
            <p:nvPr/>
          </p:nvSpPr>
          <p:spPr>
            <a:xfrm>
              <a:off x="1602081" y="3449977"/>
              <a:ext cx="218646" cy="251442"/>
            </a:xfrm>
            <a:custGeom>
              <a:rect b="b" l="l" r="r" t="t"/>
              <a:pathLst>
                <a:path extrusionOk="0" h="138" w="120">
                  <a:moveTo>
                    <a:pt x="3" y="3"/>
                  </a:moveTo>
                  <a:cubicBezTo>
                    <a:pt x="3" y="3"/>
                    <a:pt x="4" y="3"/>
                    <a:pt x="5" y="3"/>
                  </a:cubicBezTo>
                  <a:cubicBezTo>
                    <a:pt x="7" y="3"/>
                    <a:pt x="9" y="3"/>
                    <a:pt x="11" y="3"/>
                  </a:cubicBezTo>
                  <a:cubicBezTo>
                    <a:pt x="17" y="3"/>
                    <a:pt x="25" y="2"/>
                    <a:pt x="35" y="2"/>
                  </a:cubicBezTo>
                  <a:cubicBezTo>
                    <a:pt x="55" y="2"/>
                    <a:pt x="84" y="1"/>
                    <a:pt x="118" y="0"/>
                  </a:cubicBezTo>
                  <a:lnTo>
                    <a:pt x="120" y="0"/>
                  </a:lnTo>
                  <a:lnTo>
                    <a:pt x="120" y="2"/>
                  </a:lnTo>
                  <a:cubicBezTo>
                    <a:pt x="119" y="30"/>
                    <a:pt x="118" y="63"/>
                    <a:pt x="117" y="97"/>
                  </a:cubicBezTo>
                  <a:lnTo>
                    <a:pt x="117" y="98"/>
                  </a:lnTo>
                  <a:lnTo>
                    <a:pt x="116" y="99"/>
                  </a:lnTo>
                  <a:cubicBezTo>
                    <a:pt x="113" y="101"/>
                    <a:pt x="110" y="103"/>
                    <a:pt x="106" y="105"/>
                  </a:cubicBezTo>
                  <a:cubicBezTo>
                    <a:pt x="89" y="116"/>
                    <a:pt x="73" y="127"/>
                    <a:pt x="57" y="137"/>
                  </a:cubicBezTo>
                  <a:lnTo>
                    <a:pt x="56" y="138"/>
                  </a:lnTo>
                  <a:lnTo>
                    <a:pt x="56" y="137"/>
                  </a:lnTo>
                  <a:cubicBezTo>
                    <a:pt x="36" y="125"/>
                    <a:pt x="17" y="114"/>
                    <a:pt x="0" y="103"/>
                  </a:cubicBezTo>
                  <a:lnTo>
                    <a:pt x="0" y="103"/>
                  </a:lnTo>
                  <a:lnTo>
                    <a:pt x="0" y="102"/>
                  </a:lnTo>
                  <a:cubicBezTo>
                    <a:pt x="1" y="72"/>
                    <a:pt x="1" y="48"/>
                    <a:pt x="2" y="30"/>
                  </a:cubicBezTo>
                  <a:cubicBezTo>
                    <a:pt x="2" y="22"/>
                    <a:pt x="3" y="15"/>
                    <a:pt x="3" y="10"/>
                  </a:cubicBezTo>
                  <a:cubicBezTo>
                    <a:pt x="3" y="6"/>
                    <a:pt x="3" y="3"/>
                    <a:pt x="3" y="3"/>
                  </a:cubicBezTo>
                  <a:cubicBezTo>
                    <a:pt x="3" y="3"/>
                    <a:pt x="4" y="4"/>
                    <a:pt x="4" y="5"/>
                  </a:cubicBezTo>
                  <a:cubicBezTo>
                    <a:pt x="4" y="7"/>
                    <a:pt x="4" y="8"/>
                    <a:pt x="4" y="11"/>
                  </a:cubicBezTo>
                  <a:cubicBezTo>
                    <a:pt x="4" y="16"/>
                    <a:pt x="4" y="22"/>
                    <a:pt x="3" y="31"/>
                  </a:cubicBezTo>
                  <a:cubicBezTo>
                    <a:pt x="3" y="48"/>
                    <a:pt x="3" y="73"/>
                    <a:pt x="2" y="102"/>
                  </a:cubicBezTo>
                  <a:lnTo>
                    <a:pt x="2" y="101"/>
                  </a:lnTo>
                  <a:cubicBezTo>
                    <a:pt x="19" y="111"/>
                    <a:pt x="37" y="122"/>
                    <a:pt x="57" y="134"/>
                  </a:cubicBezTo>
                  <a:lnTo>
                    <a:pt x="56" y="134"/>
                  </a:lnTo>
                  <a:cubicBezTo>
                    <a:pt x="71" y="124"/>
                    <a:pt x="88" y="113"/>
                    <a:pt x="105" y="102"/>
                  </a:cubicBezTo>
                  <a:lnTo>
                    <a:pt x="114" y="96"/>
                  </a:lnTo>
                  <a:lnTo>
                    <a:pt x="114" y="97"/>
                  </a:lnTo>
                  <a:cubicBezTo>
                    <a:pt x="115" y="62"/>
                    <a:pt x="116" y="30"/>
                    <a:pt x="117" y="1"/>
                  </a:cubicBezTo>
                  <a:lnTo>
                    <a:pt x="119" y="3"/>
                  </a:lnTo>
                  <a:cubicBezTo>
                    <a:pt x="85" y="3"/>
                    <a:pt x="56" y="3"/>
                    <a:pt x="36" y="4"/>
                  </a:cubicBezTo>
                  <a:cubicBezTo>
                    <a:pt x="26" y="4"/>
                    <a:pt x="18" y="4"/>
                    <a:pt x="12" y="4"/>
                  </a:cubicBezTo>
                  <a:cubicBezTo>
                    <a:pt x="9" y="4"/>
                    <a:pt x="7" y="4"/>
                    <a:pt x="6" y="3"/>
                  </a:cubicBezTo>
                  <a:cubicBezTo>
                    <a:pt x="4" y="3"/>
                    <a:pt x="3" y="3"/>
                    <a:pt x="3" y="3"/>
                  </a:cubicBezTo>
                  <a:close/>
                </a:path>
              </a:pathLst>
            </a:custGeom>
            <a:solidFill>
              <a:schemeClr val="dk1"/>
            </a:solidFill>
            <a:ln>
              <a:noFill/>
            </a:ln>
          </p:spPr>
          <p:txBody>
            <a:bodyPr anchorCtr="1" anchor="ctr" bIns="4675" lIns="90000" spcFirstLastPara="1" rIns="90000" wrap="square" tIns="46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2" name="Google Shape;932;p23"/>
            <p:cNvSpPr/>
            <p:nvPr/>
          </p:nvSpPr>
          <p:spPr>
            <a:xfrm>
              <a:off x="1946449" y="3706885"/>
              <a:ext cx="225935" cy="30975"/>
            </a:xfrm>
            <a:custGeom>
              <a:rect b="b" l="l" r="r" t="t"/>
              <a:pathLst>
                <a:path extrusionOk="0" h="17" w="124">
                  <a:moveTo>
                    <a:pt x="124" y="17"/>
                  </a:moveTo>
                  <a:cubicBezTo>
                    <a:pt x="124" y="17"/>
                    <a:pt x="116" y="17"/>
                    <a:pt x="105" y="16"/>
                  </a:cubicBezTo>
                  <a:cubicBezTo>
                    <a:pt x="93" y="15"/>
                    <a:pt x="79" y="14"/>
                    <a:pt x="61" y="12"/>
                  </a:cubicBezTo>
                  <a:cubicBezTo>
                    <a:pt x="44" y="9"/>
                    <a:pt x="29" y="7"/>
                    <a:pt x="18" y="5"/>
                  </a:cubicBezTo>
                  <a:cubicBezTo>
                    <a:pt x="6" y="3"/>
                    <a:pt x="0" y="1"/>
                    <a:pt x="0" y="1"/>
                  </a:cubicBezTo>
                  <a:cubicBezTo>
                    <a:pt x="0" y="0"/>
                    <a:pt x="7" y="1"/>
                    <a:pt x="18" y="2"/>
                  </a:cubicBezTo>
                  <a:cubicBezTo>
                    <a:pt x="30" y="4"/>
                    <a:pt x="45" y="6"/>
                    <a:pt x="62" y="8"/>
                  </a:cubicBezTo>
                  <a:cubicBezTo>
                    <a:pt x="78" y="10"/>
                    <a:pt x="93" y="12"/>
                    <a:pt x="106" y="14"/>
                  </a:cubicBezTo>
                  <a:cubicBezTo>
                    <a:pt x="117" y="15"/>
                    <a:pt x="124" y="16"/>
                    <a:pt x="124" y="1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3" name="Google Shape;933;p23"/>
            <p:cNvSpPr/>
            <p:nvPr/>
          </p:nvSpPr>
          <p:spPr>
            <a:xfrm>
              <a:off x="1997466" y="4295407"/>
              <a:ext cx="169451" cy="151230"/>
            </a:xfrm>
            <a:custGeom>
              <a:rect b="b" l="l" r="r" t="t"/>
              <a:pathLst>
                <a:path extrusionOk="0" h="83" w="93">
                  <a:moveTo>
                    <a:pt x="93" y="74"/>
                  </a:moveTo>
                  <a:cubicBezTo>
                    <a:pt x="93" y="74"/>
                    <a:pt x="92" y="76"/>
                    <a:pt x="89" y="78"/>
                  </a:cubicBezTo>
                  <a:cubicBezTo>
                    <a:pt x="87" y="81"/>
                    <a:pt x="82" y="83"/>
                    <a:pt x="76" y="83"/>
                  </a:cubicBezTo>
                  <a:cubicBezTo>
                    <a:pt x="69" y="83"/>
                    <a:pt x="62" y="80"/>
                    <a:pt x="55" y="75"/>
                  </a:cubicBezTo>
                  <a:cubicBezTo>
                    <a:pt x="49" y="70"/>
                    <a:pt x="43" y="64"/>
                    <a:pt x="37" y="57"/>
                  </a:cubicBezTo>
                  <a:cubicBezTo>
                    <a:pt x="25" y="43"/>
                    <a:pt x="15" y="29"/>
                    <a:pt x="9" y="18"/>
                  </a:cubicBezTo>
                  <a:cubicBezTo>
                    <a:pt x="3" y="8"/>
                    <a:pt x="0" y="1"/>
                    <a:pt x="1" y="0"/>
                  </a:cubicBezTo>
                  <a:cubicBezTo>
                    <a:pt x="1" y="0"/>
                    <a:pt x="4" y="7"/>
                    <a:pt x="11" y="17"/>
                  </a:cubicBezTo>
                  <a:cubicBezTo>
                    <a:pt x="17" y="27"/>
                    <a:pt x="27" y="41"/>
                    <a:pt x="39" y="55"/>
                  </a:cubicBezTo>
                  <a:cubicBezTo>
                    <a:pt x="45" y="62"/>
                    <a:pt x="51" y="68"/>
                    <a:pt x="57" y="73"/>
                  </a:cubicBezTo>
                  <a:cubicBezTo>
                    <a:pt x="63" y="78"/>
                    <a:pt x="70" y="81"/>
                    <a:pt x="76" y="81"/>
                  </a:cubicBezTo>
                  <a:cubicBezTo>
                    <a:pt x="81" y="81"/>
                    <a:pt x="86" y="79"/>
                    <a:pt x="89" y="77"/>
                  </a:cubicBezTo>
                  <a:cubicBezTo>
                    <a:pt x="91" y="76"/>
                    <a:pt x="92" y="74"/>
                    <a:pt x="93" y="74"/>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4" name="Google Shape;934;p23"/>
            <p:cNvSpPr/>
            <p:nvPr/>
          </p:nvSpPr>
          <p:spPr>
            <a:xfrm>
              <a:off x="1521911" y="4384687"/>
              <a:ext cx="156697" cy="100212"/>
            </a:xfrm>
            <a:custGeom>
              <a:rect b="b" l="l" r="r" t="t"/>
              <a:pathLst>
                <a:path extrusionOk="0" h="55" w="86">
                  <a:moveTo>
                    <a:pt x="86" y="37"/>
                  </a:moveTo>
                  <a:cubicBezTo>
                    <a:pt x="86" y="37"/>
                    <a:pt x="86" y="39"/>
                    <a:pt x="84" y="41"/>
                  </a:cubicBezTo>
                  <a:cubicBezTo>
                    <a:pt x="82" y="44"/>
                    <a:pt x="79" y="47"/>
                    <a:pt x="75" y="50"/>
                  </a:cubicBezTo>
                  <a:cubicBezTo>
                    <a:pt x="70" y="53"/>
                    <a:pt x="63" y="55"/>
                    <a:pt x="56" y="55"/>
                  </a:cubicBezTo>
                  <a:cubicBezTo>
                    <a:pt x="49" y="55"/>
                    <a:pt x="41" y="53"/>
                    <a:pt x="34" y="48"/>
                  </a:cubicBezTo>
                  <a:cubicBezTo>
                    <a:pt x="19" y="39"/>
                    <a:pt x="12" y="25"/>
                    <a:pt x="7" y="16"/>
                  </a:cubicBezTo>
                  <a:cubicBezTo>
                    <a:pt x="2" y="6"/>
                    <a:pt x="0" y="0"/>
                    <a:pt x="0" y="0"/>
                  </a:cubicBezTo>
                  <a:cubicBezTo>
                    <a:pt x="0" y="0"/>
                    <a:pt x="3" y="6"/>
                    <a:pt x="9" y="15"/>
                  </a:cubicBezTo>
                  <a:cubicBezTo>
                    <a:pt x="14" y="24"/>
                    <a:pt x="22" y="37"/>
                    <a:pt x="35" y="45"/>
                  </a:cubicBezTo>
                  <a:cubicBezTo>
                    <a:pt x="42" y="50"/>
                    <a:pt x="49" y="52"/>
                    <a:pt x="56" y="52"/>
                  </a:cubicBezTo>
                  <a:cubicBezTo>
                    <a:pt x="63" y="52"/>
                    <a:pt x="69" y="51"/>
                    <a:pt x="73" y="48"/>
                  </a:cubicBezTo>
                  <a:cubicBezTo>
                    <a:pt x="83" y="43"/>
                    <a:pt x="85" y="37"/>
                    <a:pt x="86" y="3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5" name="Google Shape;935;p23"/>
            <p:cNvSpPr/>
            <p:nvPr/>
          </p:nvSpPr>
          <p:spPr>
            <a:xfrm>
              <a:off x="1541954" y="4359178"/>
              <a:ext cx="153052" cy="23687"/>
            </a:xfrm>
            <a:custGeom>
              <a:rect b="b" l="l" r="r" t="t"/>
              <a:pathLst>
                <a:path extrusionOk="0" h="13" w="84">
                  <a:moveTo>
                    <a:pt x="84" y="0"/>
                  </a:moveTo>
                  <a:cubicBezTo>
                    <a:pt x="84" y="0"/>
                    <a:pt x="80" y="3"/>
                    <a:pt x="72" y="6"/>
                  </a:cubicBezTo>
                  <a:cubicBezTo>
                    <a:pt x="65" y="9"/>
                    <a:pt x="54" y="12"/>
                    <a:pt x="42" y="13"/>
                  </a:cubicBezTo>
                  <a:cubicBezTo>
                    <a:pt x="30" y="13"/>
                    <a:pt x="19" y="11"/>
                    <a:pt x="11" y="9"/>
                  </a:cubicBezTo>
                  <a:cubicBezTo>
                    <a:pt x="4" y="6"/>
                    <a:pt x="-1" y="3"/>
                    <a:pt x="0" y="3"/>
                  </a:cubicBezTo>
                  <a:cubicBezTo>
                    <a:pt x="0" y="2"/>
                    <a:pt x="18" y="11"/>
                    <a:pt x="42" y="9"/>
                  </a:cubicBezTo>
                  <a:cubicBezTo>
                    <a:pt x="66" y="9"/>
                    <a:pt x="83" y="-1"/>
                    <a:pt x="84" y="0"/>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6" name="Google Shape;936;p23"/>
            <p:cNvSpPr/>
            <p:nvPr/>
          </p:nvSpPr>
          <p:spPr>
            <a:xfrm>
              <a:off x="2021153" y="1855685"/>
              <a:ext cx="734287" cy="712420"/>
            </a:xfrm>
            <a:custGeom>
              <a:rect b="b" l="l" r="r" t="t"/>
              <a:pathLst>
                <a:path extrusionOk="0" h="391" w="403">
                  <a:moveTo>
                    <a:pt x="262" y="169"/>
                  </a:moveTo>
                  <a:lnTo>
                    <a:pt x="64" y="169"/>
                  </a:lnTo>
                  <a:cubicBezTo>
                    <a:pt x="64" y="169"/>
                    <a:pt x="37" y="154"/>
                    <a:pt x="24" y="157"/>
                  </a:cubicBezTo>
                  <a:cubicBezTo>
                    <a:pt x="11" y="159"/>
                    <a:pt x="0" y="173"/>
                    <a:pt x="0" y="173"/>
                  </a:cubicBezTo>
                  <a:lnTo>
                    <a:pt x="26" y="391"/>
                  </a:lnTo>
                  <a:lnTo>
                    <a:pt x="90" y="343"/>
                  </a:lnTo>
                  <a:lnTo>
                    <a:pt x="328" y="319"/>
                  </a:lnTo>
                  <a:cubicBezTo>
                    <a:pt x="349" y="318"/>
                    <a:pt x="369" y="310"/>
                    <a:pt x="383" y="295"/>
                  </a:cubicBezTo>
                  <a:lnTo>
                    <a:pt x="383" y="295"/>
                  </a:lnTo>
                  <a:cubicBezTo>
                    <a:pt x="398" y="278"/>
                    <a:pt x="406" y="256"/>
                    <a:pt x="403" y="234"/>
                  </a:cubicBezTo>
                  <a:lnTo>
                    <a:pt x="359" y="0"/>
                  </a:lnTo>
                  <a:lnTo>
                    <a:pt x="268" y="2"/>
                  </a:lnTo>
                  <a:lnTo>
                    <a:pt x="265" y="62"/>
                  </a:lnTo>
                  <a:lnTo>
                    <a:pt x="262" y="169"/>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rPr lang="en" sz="1800"/>
                <a:t> </a:t>
              </a:r>
              <a:endParaRPr b="0" sz="1800" strike="noStrike">
                <a:solidFill>
                  <a:srgbClr val="000000"/>
                </a:solidFill>
                <a:latin typeface="Arial"/>
                <a:ea typeface="Arial"/>
                <a:cs typeface="Arial"/>
                <a:sym typeface="Arial"/>
              </a:endParaRPr>
            </a:p>
          </p:txBody>
        </p:sp>
        <p:sp>
          <p:nvSpPr>
            <p:cNvPr id="937" name="Google Shape;937;p23"/>
            <p:cNvSpPr/>
            <p:nvPr/>
          </p:nvSpPr>
          <p:spPr>
            <a:xfrm>
              <a:off x="1162967" y="2263824"/>
              <a:ext cx="368055" cy="714242"/>
            </a:xfrm>
            <a:custGeom>
              <a:rect b="b" l="l" r="r" t="t"/>
              <a:pathLst>
                <a:path extrusionOk="0" h="392" w="202">
                  <a:moveTo>
                    <a:pt x="189" y="0"/>
                  </a:moveTo>
                  <a:cubicBezTo>
                    <a:pt x="189" y="0"/>
                    <a:pt x="157" y="18"/>
                    <a:pt x="141" y="56"/>
                  </a:cubicBezTo>
                  <a:cubicBezTo>
                    <a:pt x="129" y="83"/>
                    <a:pt x="51" y="222"/>
                    <a:pt x="9" y="294"/>
                  </a:cubicBezTo>
                  <a:cubicBezTo>
                    <a:pt x="-6" y="320"/>
                    <a:pt x="-2" y="353"/>
                    <a:pt x="19" y="375"/>
                  </a:cubicBezTo>
                  <a:lnTo>
                    <a:pt x="19" y="375"/>
                  </a:lnTo>
                  <a:cubicBezTo>
                    <a:pt x="44" y="402"/>
                    <a:pt x="74" y="391"/>
                    <a:pt x="111" y="379"/>
                  </a:cubicBezTo>
                  <a:cubicBezTo>
                    <a:pt x="128" y="374"/>
                    <a:pt x="202" y="260"/>
                    <a:pt x="202" y="260"/>
                  </a:cubicBezTo>
                  <a:lnTo>
                    <a:pt x="189"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8" name="Google Shape;938;p23"/>
            <p:cNvSpPr/>
            <p:nvPr/>
          </p:nvSpPr>
          <p:spPr>
            <a:xfrm>
              <a:off x="1487292" y="2156323"/>
              <a:ext cx="767084" cy="1202550"/>
            </a:xfrm>
            <a:custGeom>
              <a:rect b="b" l="l" r="r" t="t"/>
              <a:pathLst>
                <a:path extrusionOk="0" h="660" w="421">
                  <a:moveTo>
                    <a:pt x="45" y="553"/>
                  </a:moveTo>
                  <a:lnTo>
                    <a:pt x="0" y="163"/>
                  </a:lnTo>
                  <a:lnTo>
                    <a:pt x="11" y="59"/>
                  </a:lnTo>
                  <a:lnTo>
                    <a:pt x="126" y="10"/>
                  </a:lnTo>
                  <a:lnTo>
                    <a:pt x="275" y="0"/>
                  </a:lnTo>
                  <a:lnTo>
                    <a:pt x="418" y="16"/>
                  </a:lnTo>
                  <a:lnTo>
                    <a:pt x="384" y="416"/>
                  </a:lnTo>
                  <a:lnTo>
                    <a:pt x="421" y="642"/>
                  </a:lnTo>
                  <a:lnTo>
                    <a:pt x="22" y="660"/>
                  </a:lnTo>
                  <a:lnTo>
                    <a:pt x="45" y="553"/>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9" name="Google Shape;939;p23"/>
            <p:cNvSpPr/>
            <p:nvPr/>
          </p:nvSpPr>
          <p:spPr>
            <a:xfrm>
              <a:off x="1487292" y="2453317"/>
              <a:ext cx="81992" cy="708776"/>
            </a:xfrm>
            <a:custGeom>
              <a:rect b="b" l="l" r="r" t="t"/>
              <a:pathLst>
                <a:path extrusionOk="0" h="389" w="45">
                  <a:moveTo>
                    <a:pt x="45" y="389"/>
                  </a:moveTo>
                  <a:cubicBezTo>
                    <a:pt x="44" y="389"/>
                    <a:pt x="33" y="302"/>
                    <a:pt x="21" y="195"/>
                  </a:cubicBezTo>
                  <a:cubicBezTo>
                    <a:pt x="8" y="87"/>
                    <a:pt x="-1" y="0"/>
                    <a:pt x="0" y="0"/>
                  </a:cubicBezTo>
                  <a:cubicBezTo>
                    <a:pt x="1" y="0"/>
                    <a:pt x="11" y="87"/>
                    <a:pt x="24" y="194"/>
                  </a:cubicBezTo>
                  <a:cubicBezTo>
                    <a:pt x="36" y="301"/>
                    <a:pt x="46" y="389"/>
                    <a:pt x="45" y="389"/>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40" name="Google Shape;940;p23"/>
            <p:cNvSpPr/>
            <p:nvPr/>
          </p:nvSpPr>
          <p:spPr>
            <a:xfrm>
              <a:off x="2185138" y="2345816"/>
              <a:ext cx="58306" cy="624961"/>
            </a:xfrm>
            <a:custGeom>
              <a:rect b="b" l="l" r="r" t="t"/>
              <a:pathLst>
                <a:path extrusionOk="0" h="343" w="32">
                  <a:moveTo>
                    <a:pt x="32" y="0"/>
                  </a:moveTo>
                  <a:cubicBezTo>
                    <a:pt x="32" y="0"/>
                    <a:pt x="32" y="1"/>
                    <a:pt x="32" y="3"/>
                  </a:cubicBezTo>
                  <a:cubicBezTo>
                    <a:pt x="31" y="6"/>
                    <a:pt x="31" y="9"/>
                    <a:pt x="31" y="13"/>
                  </a:cubicBezTo>
                  <a:cubicBezTo>
                    <a:pt x="30" y="22"/>
                    <a:pt x="29" y="35"/>
                    <a:pt x="27" y="50"/>
                  </a:cubicBezTo>
                  <a:cubicBezTo>
                    <a:pt x="24" y="81"/>
                    <a:pt x="20" y="124"/>
                    <a:pt x="15" y="171"/>
                  </a:cubicBezTo>
                  <a:cubicBezTo>
                    <a:pt x="10" y="219"/>
                    <a:pt x="7" y="262"/>
                    <a:pt x="4" y="293"/>
                  </a:cubicBezTo>
                  <a:cubicBezTo>
                    <a:pt x="3" y="308"/>
                    <a:pt x="2" y="320"/>
                    <a:pt x="2" y="330"/>
                  </a:cubicBezTo>
                  <a:cubicBezTo>
                    <a:pt x="1" y="334"/>
                    <a:pt x="1" y="337"/>
                    <a:pt x="1" y="340"/>
                  </a:cubicBezTo>
                  <a:cubicBezTo>
                    <a:pt x="1" y="342"/>
                    <a:pt x="1" y="343"/>
                    <a:pt x="0" y="343"/>
                  </a:cubicBezTo>
                  <a:cubicBezTo>
                    <a:pt x="0" y="343"/>
                    <a:pt x="0" y="342"/>
                    <a:pt x="0" y="340"/>
                  </a:cubicBezTo>
                  <a:cubicBezTo>
                    <a:pt x="0" y="337"/>
                    <a:pt x="0" y="334"/>
                    <a:pt x="0" y="329"/>
                  </a:cubicBezTo>
                  <a:cubicBezTo>
                    <a:pt x="1" y="321"/>
                    <a:pt x="1" y="308"/>
                    <a:pt x="2" y="293"/>
                  </a:cubicBezTo>
                  <a:cubicBezTo>
                    <a:pt x="4" y="261"/>
                    <a:pt x="7" y="218"/>
                    <a:pt x="12" y="171"/>
                  </a:cubicBezTo>
                  <a:cubicBezTo>
                    <a:pt x="16" y="124"/>
                    <a:pt x="21" y="81"/>
                    <a:pt x="25" y="50"/>
                  </a:cubicBezTo>
                  <a:cubicBezTo>
                    <a:pt x="27" y="34"/>
                    <a:pt x="28" y="22"/>
                    <a:pt x="29" y="13"/>
                  </a:cubicBezTo>
                  <a:cubicBezTo>
                    <a:pt x="30" y="9"/>
                    <a:pt x="31" y="6"/>
                    <a:pt x="31" y="3"/>
                  </a:cubicBezTo>
                  <a:cubicBezTo>
                    <a:pt x="31" y="1"/>
                    <a:pt x="32" y="0"/>
                    <a:pt x="32" y="0"/>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41" name="Google Shape;941;p23"/>
            <p:cNvSpPr/>
            <p:nvPr/>
          </p:nvSpPr>
          <p:spPr>
            <a:xfrm>
              <a:off x="1698650" y="3052771"/>
              <a:ext cx="419072" cy="142120"/>
            </a:xfrm>
            <a:custGeom>
              <a:rect b="b" l="l" r="r" t="t"/>
              <a:pathLst>
                <a:path extrusionOk="0" h="78" w="230">
                  <a:moveTo>
                    <a:pt x="230" y="0"/>
                  </a:moveTo>
                  <a:cubicBezTo>
                    <a:pt x="230" y="0"/>
                    <a:pt x="228" y="3"/>
                    <a:pt x="224" y="8"/>
                  </a:cubicBezTo>
                  <a:cubicBezTo>
                    <a:pt x="222" y="10"/>
                    <a:pt x="219" y="13"/>
                    <a:pt x="216" y="16"/>
                  </a:cubicBezTo>
                  <a:cubicBezTo>
                    <a:pt x="212" y="19"/>
                    <a:pt x="209" y="23"/>
                    <a:pt x="204" y="26"/>
                  </a:cubicBezTo>
                  <a:cubicBezTo>
                    <a:pt x="200" y="30"/>
                    <a:pt x="195" y="34"/>
                    <a:pt x="189" y="38"/>
                  </a:cubicBezTo>
                  <a:cubicBezTo>
                    <a:pt x="184" y="42"/>
                    <a:pt x="177" y="45"/>
                    <a:pt x="171" y="49"/>
                  </a:cubicBezTo>
                  <a:cubicBezTo>
                    <a:pt x="158" y="56"/>
                    <a:pt x="142" y="63"/>
                    <a:pt x="125" y="68"/>
                  </a:cubicBezTo>
                  <a:cubicBezTo>
                    <a:pt x="108" y="73"/>
                    <a:pt x="92" y="76"/>
                    <a:pt x="77" y="77"/>
                  </a:cubicBezTo>
                  <a:cubicBezTo>
                    <a:pt x="69" y="78"/>
                    <a:pt x="62" y="78"/>
                    <a:pt x="55" y="78"/>
                  </a:cubicBezTo>
                  <a:cubicBezTo>
                    <a:pt x="48" y="78"/>
                    <a:pt x="42" y="77"/>
                    <a:pt x="36" y="77"/>
                  </a:cubicBezTo>
                  <a:cubicBezTo>
                    <a:pt x="31" y="76"/>
                    <a:pt x="25" y="75"/>
                    <a:pt x="21" y="74"/>
                  </a:cubicBezTo>
                  <a:cubicBezTo>
                    <a:pt x="16" y="73"/>
                    <a:pt x="13" y="72"/>
                    <a:pt x="10" y="71"/>
                  </a:cubicBezTo>
                  <a:cubicBezTo>
                    <a:pt x="3" y="70"/>
                    <a:pt x="0" y="69"/>
                    <a:pt x="0" y="68"/>
                  </a:cubicBezTo>
                  <a:cubicBezTo>
                    <a:pt x="0" y="68"/>
                    <a:pt x="14" y="72"/>
                    <a:pt x="37" y="74"/>
                  </a:cubicBezTo>
                  <a:cubicBezTo>
                    <a:pt x="42" y="75"/>
                    <a:pt x="48" y="75"/>
                    <a:pt x="55" y="75"/>
                  </a:cubicBezTo>
                  <a:cubicBezTo>
                    <a:pt x="62" y="75"/>
                    <a:pt x="69" y="75"/>
                    <a:pt x="76" y="74"/>
                  </a:cubicBezTo>
                  <a:cubicBezTo>
                    <a:pt x="91" y="73"/>
                    <a:pt x="108" y="70"/>
                    <a:pt x="124" y="65"/>
                  </a:cubicBezTo>
                  <a:cubicBezTo>
                    <a:pt x="141" y="60"/>
                    <a:pt x="156" y="54"/>
                    <a:pt x="170" y="47"/>
                  </a:cubicBezTo>
                  <a:cubicBezTo>
                    <a:pt x="176" y="43"/>
                    <a:pt x="182" y="39"/>
                    <a:pt x="188" y="36"/>
                  </a:cubicBezTo>
                  <a:cubicBezTo>
                    <a:pt x="193" y="32"/>
                    <a:pt x="198" y="28"/>
                    <a:pt x="203" y="25"/>
                  </a:cubicBezTo>
                  <a:cubicBezTo>
                    <a:pt x="221" y="10"/>
                    <a:pt x="230" y="-1"/>
                    <a:pt x="230" y="0"/>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42" name="Google Shape;942;p23"/>
            <p:cNvSpPr/>
            <p:nvPr/>
          </p:nvSpPr>
          <p:spPr>
            <a:xfrm>
              <a:off x="2163273" y="2178188"/>
              <a:ext cx="67416" cy="94746"/>
            </a:xfrm>
            <a:custGeom>
              <a:rect b="b" l="l" r="r" t="t"/>
              <a:pathLst>
                <a:path extrusionOk="0" h="52" w="37">
                  <a:moveTo>
                    <a:pt x="0" y="0"/>
                  </a:moveTo>
                  <a:cubicBezTo>
                    <a:pt x="0" y="0"/>
                    <a:pt x="15" y="6"/>
                    <a:pt x="26" y="21"/>
                  </a:cubicBezTo>
                  <a:cubicBezTo>
                    <a:pt x="37" y="36"/>
                    <a:pt x="38" y="52"/>
                    <a:pt x="37" y="52"/>
                  </a:cubicBezTo>
                  <a:cubicBezTo>
                    <a:pt x="36" y="52"/>
                    <a:pt x="34" y="37"/>
                    <a:pt x="23" y="23"/>
                  </a:cubicBezTo>
                  <a:cubicBezTo>
                    <a:pt x="13" y="8"/>
                    <a:pt x="0" y="1"/>
                    <a:pt x="0" y="0"/>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43" name="Google Shape;943;p23"/>
            <p:cNvSpPr/>
            <p:nvPr/>
          </p:nvSpPr>
          <p:spPr>
            <a:xfrm>
              <a:off x="1483648" y="2163611"/>
              <a:ext cx="654117" cy="160340"/>
            </a:xfrm>
            <a:custGeom>
              <a:rect b="b" l="l" r="r" t="t"/>
              <a:pathLst>
                <a:path extrusionOk="0" h="88" w="359">
                  <a:moveTo>
                    <a:pt x="359" y="4"/>
                  </a:moveTo>
                  <a:cubicBezTo>
                    <a:pt x="359" y="4"/>
                    <a:pt x="358" y="3"/>
                    <a:pt x="356" y="2"/>
                  </a:cubicBezTo>
                  <a:cubicBezTo>
                    <a:pt x="354" y="1"/>
                    <a:pt x="350" y="0"/>
                    <a:pt x="345" y="1"/>
                  </a:cubicBezTo>
                  <a:cubicBezTo>
                    <a:pt x="341" y="2"/>
                    <a:pt x="335" y="5"/>
                    <a:pt x="331" y="10"/>
                  </a:cubicBezTo>
                  <a:cubicBezTo>
                    <a:pt x="326" y="15"/>
                    <a:pt x="321" y="21"/>
                    <a:pt x="314" y="27"/>
                  </a:cubicBezTo>
                  <a:cubicBezTo>
                    <a:pt x="307" y="32"/>
                    <a:pt x="298" y="34"/>
                    <a:pt x="288" y="35"/>
                  </a:cubicBezTo>
                  <a:cubicBezTo>
                    <a:pt x="277" y="35"/>
                    <a:pt x="267" y="34"/>
                    <a:pt x="255" y="34"/>
                  </a:cubicBezTo>
                  <a:cubicBezTo>
                    <a:pt x="233" y="33"/>
                    <a:pt x="208" y="34"/>
                    <a:pt x="181" y="36"/>
                  </a:cubicBezTo>
                  <a:cubicBezTo>
                    <a:pt x="129" y="40"/>
                    <a:pt x="83" y="52"/>
                    <a:pt x="51" y="64"/>
                  </a:cubicBezTo>
                  <a:cubicBezTo>
                    <a:pt x="35" y="71"/>
                    <a:pt x="22" y="77"/>
                    <a:pt x="14" y="81"/>
                  </a:cubicBezTo>
                  <a:cubicBezTo>
                    <a:pt x="10" y="83"/>
                    <a:pt x="6" y="85"/>
                    <a:pt x="4" y="86"/>
                  </a:cubicBezTo>
                  <a:cubicBezTo>
                    <a:pt x="2" y="87"/>
                    <a:pt x="0" y="88"/>
                    <a:pt x="0" y="88"/>
                  </a:cubicBezTo>
                  <a:cubicBezTo>
                    <a:pt x="0" y="88"/>
                    <a:pt x="1" y="87"/>
                    <a:pt x="4" y="86"/>
                  </a:cubicBezTo>
                  <a:cubicBezTo>
                    <a:pt x="6" y="85"/>
                    <a:pt x="9" y="83"/>
                    <a:pt x="13" y="81"/>
                  </a:cubicBezTo>
                  <a:cubicBezTo>
                    <a:pt x="22" y="76"/>
                    <a:pt x="34" y="70"/>
                    <a:pt x="50" y="64"/>
                  </a:cubicBezTo>
                  <a:cubicBezTo>
                    <a:pt x="82" y="51"/>
                    <a:pt x="129" y="39"/>
                    <a:pt x="181" y="34"/>
                  </a:cubicBezTo>
                  <a:cubicBezTo>
                    <a:pt x="207" y="32"/>
                    <a:pt x="233" y="32"/>
                    <a:pt x="255" y="33"/>
                  </a:cubicBezTo>
                  <a:cubicBezTo>
                    <a:pt x="267" y="33"/>
                    <a:pt x="277" y="34"/>
                    <a:pt x="287" y="34"/>
                  </a:cubicBezTo>
                  <a:cubicBezTo>
                    <a:pt x="297" y="33"/>
                    <a:pt x="307" y="31"/>
                    <a:pt x="314" y="26"/>
                  </a:cubicBezTo>
                  <a:cubicBezTo>
                    <a:pt x="321" y="21"/>
                    <a:pt x="325" y="14"/>
                    <a:pt x="330" y="10"/>
                  </a:cubicBezTo>
                  <a:cubicBezTo>
                    <a:pt x="335" y="5"/>
                    <a:pt x="340" y="2"/>
                    <a:pt x="345" y="1"/>
                  </a:cubicBezTo>
                  <a:cubicBezTo>
                    <a:pt x="350" y="0"/>
                    <a:pt x="354" y="1"/>
                    <a:pt x="356" y="2"/>
                  </a:cubicBezTo>
                  <a:cubicBezTo>
                    <a:pt x="358" y="3"/>
                    <a:pt x="359" y="4"/>
                    <a:pt x="359" y="4"/>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44" name="Google Shape;944;p23"/>
            <p:cNvSpPr/>
            <p:nvPr/>
          </p:nvSpPr>
          <p:spPr>
            <a:xfrm>
              <a:off x="1498225" y="2313019"/>
              <a:ext cx="721533" cy="118433"/>
            </a:xfrm>
            <a:custGeom>
              <a:rect b="b" l="l" r="r" t="t"/>
              <a:pathLst>
                <a:path extrusionOk="0" h="65" w="396">
                  <a:moveTo>
                    <a:pt x="396" y="2"/>
                  </a:moveTo>
                  <a:cubicBezTo>
                    <a:pt x="396" y="2"/>
                    <a:pt x="395" y="1"/>
                    <a:pt x="392" y="1"/>
                  </a:cubicBezTo>
                  <a:cubicBezTo>
                    <a:pt x="389" y="1"/>
                    <a:pt x="386" y="0"/>
                    <a:pt x="380" y="1"/>
                  </a:cubicBezTo>
                  <a:cubicBezTo>
                    <a:pt x="375" y="1"/>
                    <a:pt x="369" y="3"/>
                    <a:pt x="363" y="5"/>
                  </a:cubicBezTo>
                  <a:cubicBezTo>
                    <a:pt x="356" y="8"/>
                    <a:pt x="349" y="12"/>
                    <a:pt x="341" y="17"/>
                  </a:cubicBezTo>
                  <a:cubicBezTo>
                    <a:pt x="333" y="21"/>
                    <a:pt x="324" y="26"/>
                    <a:pt x="313" y="28"/>
                  </a:cubicBezTo>
                  <a:cubicBezTo>
                    <a:pt x="303" y="31"/>
                    <a:pt x="291" y="33"/>
                    <a:pt x="279" y="34"/>
                  </a:cubicBezTo>
                  <a:cubicBezTo>
                    <a:pt x="255" y="35"/>
                    <a:pt x="228" y="36"/>
                    <a:pt x="201" y="38"/>
                  </a:cubicBezTo>
                  <a:cubicBezTo>
                    <a:pt x="145" y="42"/>
                    <a:pt x="95" y="49"/>
                    <a:pt x="59" y="54"/>
                  </a:cubicBezTo>
                  <a:cubicBezTo>
                    <a:pt x="41" y="57"/>
                    <a:pt x="26" y="60"/>
                    <a:pt x="16" y="62"/>
                  </a:cubicBezTo>
                  <a:cubicBezTo>
                    <a:pt x="11" y="63"/>
                    <a:pt x="7" y="63"/>
                    <a:pt x="4" y="64"/>
                  </a:cubicBezTo>
                  <a:cubicBezTo>
                    <a:pt x="2" y="65"/>
                    <a:pt x="0" y="65"/>
                    <a:pt x="0" y="65"/>
                  </a:cubicBezTo>
                  <a:cubicBezTo>
                    <a:pt x="0" y="65"/>
                    <a:pt x="2" y="64"/>
                    <a:pt x="4" y="64"/>
                  </a:cubicBezTo>
                  <a:cubicBezTo>
                    <a:pt x="7" y="63"/>
                    <a:pt x="11" y="62"/>
                    <a:pt x="16" y="61"/>
                  </a:cubicBezTo>
                  <a:cubicBezTo>
                    <a:pt x="26" y="59"/>
                    <a:pt x="40" y="56"/>
                    <a:pt x="58" y="53"/>
                  </a:cubicBezTo>
                  <a:cubicBezTo>
                    <a:pt x="95" y="47"/>
                    <a:pt x="145" y="40"/>
                    <a:pt x="200" y="36"/>
                  </a:cubicBezTo>
                  <a:cubicBezTo>
                    <a:pt x="228" y="34"/>
                    <a:pt x="255" y="34"/>
                    <a:pt x="279" y="33"/>
                  </a:cubicBezTo>
                  <a:cubicBezTo>
                    <a:pt x="291" y="32"/>
                    <a:pt x="302" y="30"/>
                    <a:pt x="313" y="27"/>
                  </a:cubicBezTo>
                  <a:cubicBezTo>
                    <a:pt x="323" y="24"/>
                    <a:pt x="332" y="20"/>
                    <a:pt x="340" y="16"/>
                  </a:cubicBezTo>
                  <a:cubicBezTo>
                    <a:pt x="348" y="11"/>
                    <a:pt x="355" y="7"/>
                    <a:pt x="362" y="5"/>
                  </a:cubicBezTo>
                  <a:cubicBezTo>
                    <a:pt x="369" y="2"/>
                    <a:pt x="375" y="0"/>
                    <a:pt x="380" y="0"/>
                  </a:cubicBezTo>
                  <a:cubicBezTo>
                    <a:pt x="385" y="0"/>
                    <a:pt x="389" y="0"/>
                    <a:pt x="392" y="1"/>
                  </a:cubicBezTo>
                  <a:cubicBezTo>
                    <a:pt x="395" y="1"/>
                    <a:pt x="396" y="2"/>
                    <a:pt x="396" y="2"/>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45" name="Google Shape;945;p23"/>
            <p:cNvSpPr/>
            <p:nvPr/>
          </p:nvSpPr>
          <p:spPr>
            <a:xfrm>
              <a:off x="1510979" y="2517089"/>
              <a:ext cx="710600" cy="74704"/>
            </a:xfrm>
            <a:custGeom>
              <a:rect b="b" l="l" r="r" t="t"/>
              <a:pathLst>
                <a:path extrusionOk="0" h="41" w="390">
                  <a:moveTo>
                    <a:pt x="390" y="0"/>
                  </a:moveTo>
                  <a:cubicBezTo>
                    <a:pt x="390" y="0"/>
                    <a:pt x="385" y="2"/>
                    <a:pt x="376" y="6"/>
                  </a:cubicBezTo>
                  <a:cubicBezTo>
                    <a:pt x="366" y="10"/>
                    <a:pt x="353" y="14"/>
                    <a:pt x="336" y="19"/>
                  </a:cubicBezTo>
                  <a:cubicBezTo>
                    <a:pt x="301" y="29"/>
                    <a:pt x="252" y="38"/>
                    <a:pt x="198" y="40"/>
                  </a:cubicBezTo>
                  <a:cubicBezTo>
                    <a:pt x="143" y="42"/>
                    <a:pt x="93" y="39"/>
                    <a:pt x="58" y="37"/>
                  </a:cubicBezTo>
                  <a:cubicBezTo>
                    <a:pt x="40" y="35"/>
                    <a:pt x="26" y="34"/>
                    <a:pt x="16" y="33"/>
                  </a:cubicBezTo>
                  <a:cubicBezTo>
                    <a:pt x="11" y="33"/>
                    <a:pt x="7" y="32"/>
                    <a:pt x="4" y="32"/>
                  </a:cubicBezTo>
                  <a:cubicBezTo>
                    <a:pt x="1" y="32"/>
                    <a:pt x="0" y="32"/>
                    <a:pt x="0" y="32"/>
                  </a:cubicBezTo>
                  <a:cubicBezTo>
                    <a:pt x="0" y="32"/>
                    <a:pt x="1" y="32"/>
                    <a:pt x="4" y="32"/>
                  </a:cubicBezTo>
                  <a:cubicBezTo>
                    <a:pt x="7" y="32"/>
                    <a:pt x="11" y="32"/>
                    <a:pt x="16" y="33"/>
                  </a:cubicBezTo>
                  <a:cubicBezTo>
                    <a:pt x="26" y="33"/>
                    <a:pt x="40" y="34"/>
                    <a:pt x="58" y="36"/>
                  </a:cubicBezTo>
                  <a:cubicBezTo>
                    <a:pt x="94" y="38"/>
                    <a:pt x="143" y="41"/>
                    <a:pt x="197" y="39"/>
                  </a:cubicBezTo>
                  <a:cubicBezTo>
                    <a:pt x="252" y="36"/>
                    <a:pt x="301" y="28"/>
                    <a:pt x="335" y="18"/>
                  </a:cubicBezTo>
                  <a:cubicBezTo>
                    <a:pt x="352" y="14"/>
                    <a:pt x="366" y="9"/>
                    <a:pt x="376" y="5"/>
                  </a:cubicBezTo>
                  <a:cubicBezTo>
                    <a:pt x="380" y="4"/>
                    <a:pt x="384" y="2"/>
                    <a:pt x="386" y="1"/>
                  </a:cubicBezTo>
                  <a:cubicBezTo>
                    <a:pt x="389" y="0"/>
                    <a:pt x="390" y="0"/>
                    <a:pt x="390" y="0"/>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46" name="Google Shape;946;p23"/>
            <p:cNvSpPr/>
            <p:nvPr/>
          </p:nvSpPr>
          <p:spPr>
            <a:xfrm>
              <a:off x="1534666" y="2748489"/>
              <a:ext cx="659583" cy="36441"/>
            </a:xfrm>
            <a:custGeom>
              <a:rect b="b" l="l" r="r" t="t"/>
              <a:pathLst>
                <a:path extrusionOk="0" h="20" w="362">
                  <a:moveTo>
                    <a:pt x="362" y="0"/>
                  </a:moveTo>
                  <a:cubicBezTo>
                    <a:pt x="362" y="0"/>
                    <a:pt x="357" y="2"/>
                    <a:pt x="349" y="5"/>
                  </a:cubicBezTo>
                  <a:cubicBezTo>
                    <a:pt x="340" y="8"/>
                    <a:pt x="327" y="11"/>
                    <a:pt x="311" y="15"/>
                  </a:cubicBezTo>
                  <a:cubicBezTo>
                    <a:pt x="294" y="18"/>
                    <a:pt x="275" y="20"/>
                    <a:pt x="253" y="20"/>
                  </a:cubicBezTo>
                  <a:cubicBezTo>
                    <a:pt x="231" y="21"/>
                    <a:pt x="207" y="20"/>
                    <a:pt x="182" y="19"/>
                  </a:cubicBezTo>
                  <a:cubicBezTo>
                    <a:pt x="132" y="16"/>
                    <a:pt x="86" y="12"/>
                    <a:pt x="53" y="13"/>
                  </a:cubicBezTo>
                  <a:cubicBezTo>
                    <a:pt x="37" y="14"/>
                    <a:pt x="23" y="15"/>
                    <a:pt x="14" y="16"/>
                  </a:cubicBezTo>
                  <a:cubicBezTo>
                    <a:pt x="9" y="16"/>
                    <a:pt x="6" y="17"/>
                    <a:pt x="4" y="17"/>
                  </a:cubicBezTo>
                  <a:cubicBezTo>
                    <a:pt x="1" y="17"/>
                    <a:pt x="0" y="17"/>
                    <a:pt x="0" y="17"/>
                  </a:cubicBezTo>
                  <a:cubicBezTo>
                    <a:pt x="0" y="17"/>
                    <a:pt x="20" y="13"/>
                    <a:pt x="53" y="12"/>
                  </a:cubicBezTo>
                  <a:cubicBezTo>
                    <a:pt x="86" y="11"/>
                    <a:pt x="132" y="14"/>
                    <a:pt x="182" y="18"/>
                  </a:cubicBezTo>
                  <a:cubicBezTo>
                    <a:pt x="207" y="19"/>
                    <a:pt x="231" y="20"/>
                    <a:pt x="253" y="19"/>
                  </a:cubicBezTo>
                  <a:cubicBezTo>
                    <a:pt x="275" y="18"/>
                    <a:pt x="294" y="16"/>
                    <a:pt x="311" y="13"/>
                  </a:cubicBezTo>
                  <a:cubicBezTo>
                    <a:pt x="327" y="11"/>
                    <a:pt x="340" y="7"/>
                    <a:pt x="348" y="4"/>
                  </a:cubicBezTo>
                  <a:cubicBezTo>
                    <a:pt x="353" y="3"/>
                    <a:pt x="356" y="2"/>
                    <a:pt x="359" y="1"/>
                  </a:cubicBezTo>
                  <a:cubicBezTo>
                    <a:pt x="361" y="0"/>
                    <a:pt x="362" y="0"/>
                    <a:pt x="362" y="0"/>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47" name="Google Shape;947;p23"/>
            <p:cNvSpPr/>
            <p:nvPr/>
          </p:nvSpPr>
          <p:spPr>
            <a:xfrm>
              <a:off x="1554708" y="2927049"/>
              <a:ext cx="617676" cy="56483"/>
            </a:xfrm>
            <a:custGeom>
              <a:rect b="b" l="l" r="r" t="t"/>
              <a:pathLst>
                <a:path extrusionOk="0" h="31" w="339">
                  <a:moveTo>
                    <a:pt x="339" y="0"/>
                  </a:moveTo>
                  <a:cubicBezTo>
                    <a:pt x="339" y="0"/>
                    <a:pt x="320" y="6"/>
                    <a:pt x="290" y="13"/>
                  </a:cubicBezTo>
                  <a:cubicBezTo>
                    <a:pt x="275" y="16"/>
                    <a:pt x="257" y="20"/>
                    <a:pt x="237" y="23"/>
                  </a:cubicBezTo>
                  <a:cubicBezTo>
                    <a:pt x="216" y="26"/>
                    <a:pt x="194" y="29"/>
                    <a:pt x="170" y="30"/>
                  </a:cubicBezTo>
                  <a:cubicBezTo>
                    <a:pt x="147" y="31"/>
                    <a:pt x="124" y="32"/>
                    <a:pt x="104" y="31"/>
                  </a:cubicBezTo>
                  <a:cubicBezTo>
                    <a:pt x="83" y="30"/>
                    <a:pt x="65" y="29"/>
                    <a:pt x="49" y="27"/>
                  </a:cubicBezTo>
                  <a:cubicBezTo>
                    <a:pt x="18" y="24"/>
                    <a:pt x="0" y="20"/>
                    <a:pt x="0" y="20"/>
                  </a:cubicBezTo>
                  <a:cubicBezTo>
                    <a:pt x="0" y="20"/>
                    <a:pt x="1" y="21"/>
                    <a:pt x="3" y="21"/>
                  </a:cubicBezTo>
                  <a:cubicBezTo>
                    <a:pt x="6" y="21"/>
                    <a:pt x="9" y="22"/>
                    <a:pt x="13" y="22"/>
                  </a:cubicBezTo>
                  <a:cubicBezTo>
                    <a:pt x="21" y="23"/>
                    <a:pt x="34" y="25"/>
                    <a:pt x="49" y="26"/>
                  </a:cubicBezTo>
                  <a:cubicBezTo>
                    <a:pt x="65" y="28"/>
                    <a:pt x="83" y="29"/>
                    <a:pt x="104" y="30"/>
                  </a:cubicBezTo>
                  <a:cubicBezTo>
                    <a:pt x="124" y="30"/>
                    <a:pt x="147" y="30"/>
                    <a:pt x="170" y="29"/>
                  </a:cubicBezTo>
                  <a:cubicBezTo>
                    <a:pt x="194" y="27"/>
                    <a:pt x="216" y="25"/>
                    <a:pt x="237" y="22"/>
                  </a:cubicBezTo>
                  <a:cubicBezTo>
                    <a:pt x="257" y="19"/>
                    <a:pt x="275" y="15"/>
                    <a:pt x="290" y="12"/>
                  </a:cubicBezTo>
                  <a:cubicBezTo>
                    <a:pt x="305" y="8"/>
                    <a:pt x="317" y="6"/>
                    <a:pt x="326" y="3"/>
                  </a:cubicBezTo>
                  <a:cubicBezTo>
                    <a:pt x="330" y="2"/>
                    <a:pt x="333" y="1"/>
                    <a:pt x="335" y="1"/>
                  </a:cubicBezTo>
                  <a:cubicBezTo>
                    <a:pt x="338" y="0"/>
                    <a:pt x="339" y="0"/>
                    <a:pt x="339" y="0"/>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48" name="Google Shape;948;p23"/>
            <p:cNvSpPr/>
            <p:nvPr/>
          </p:nvSpPr>
          <p:spPr>
            <a:xfrm>
              <a:off x="1571107" y="2992643"/>
              <a:ext cx="624964" cy="127543"/>
            </a:xfrm>
            <a:custGeom>
              <a:rect b="b" l="l" r="r" t="t"/>
              <a:pathLst>
                <a:path extrusionOk="0" h="70" w="343">
                  <a:moveTo>
                    <a:pt x="343" y="0"/>
                  </a:moveTo>
                  <a:cubicBezTo>
                    <a:pt x="343" y="0"/>
                    <a:pt x="342" y="0"/>
                    <a:pt x="340" y="1"/>
                  </a:cubicBezTo>
                  <a:cubicBezTo>
                    <a:pt x="337" y="2"/>
                    <a:pt x="334" y="3"/>
                    <a:pt x="330" y="5"/>
                  </a:cubicBezTo>
                  <a:cubicBezTo>
                    <a:pt x="322" y="8"/>
                    <a:pt x="310" y="13"/>
                    <a:pt x="295" y="19"/>
                  </a:cubicBezTo>
                  <a:cubicBezTo>
                    <a:pt x="280" y="26"/>
                    <a:pt x="263" y="34"/>
                    <a:pt x="243" y="42"/>
                  </a:cubicBezTo>
                  <a:cubicBezTo>
                    <a:pt x="224" y="50"/>
                    <a:pt x="201" y="58"/>
                    <a:pt x="177" y="62"/>
                  </a:cubicBezTo>
                  <a:cubicBezTo>
                    <a:pt x="129" y="71"/>
                    <a:pt x="84" y="70"/>
                    <a:pt x="52" y="69"/>
                  </a:cubicBezTo>
                  <a:cubicBezTo>
                    <a:pt x="36" y="68"/>
                    <a:pt x="23" y="67"/>
                    <a:pt x="14" y="67"/>
                  </a:cubicBezTo>
                  <a:cubicBezTo>
                    <a:pt x="10" y="67"/>
                    <a:pt x="6" y="66"/>
                    <a:pt x="4" y="66"/>
                  </a:cubicBezTo>
                  <a:cubicBezTo>
                    <a:pt x="1" y="66"/>
                    <a:pt x="0" y="66"/>
                    <a:pt x="0" y="66"/>
                  </a:cubicBezTo>
                  <a:cubicBezTo>
                    <a:pt x="0" y="66"/>
                    <a:pt x="1" y="66"/>
                    <a:pt x="4" y="66"/>
                  </a:cubicBezTo>
                  <a:cubicBezTo>
                    <a:pt x="6" y="66"/>
                    <a:pt x="10" y="66"/>
                    <a:pt x="14" y="66"/>
                  </a:cubicBezTo>
                  <a:cubicBezTo>
                    <a:pt x="23" y="67"/>
                    <a:pt x="36" y="67"/>
                    <a:pt x="52" y="68"/>
                  </a:cubicBezTo>
                  <a:cubicBezTo>
                    <a:pt x="84" y="69"/>
                    <a:pt x="129" y="70"/>
                    <a:pt x="177" y="61"/>
                  </a:cubicBezTo>
                  <a:cubicBezTo>
                    <a:pt x="201" y="56"/>
                    <a:pt x="223" y="49"/>
                    <a:pt x="243" y="41"/>
                  </a:cubicBezTo>
                  <a:cubicBezTo>
                    <a:pt x="263" y="33"/>
                    <a:pt x="280" y="25"/>
                    <a:pt x="295" y="18"/>
                  </a:cubicBezTo>
                  <a:cubicBezTo>
                    <a:pt x="309" y="12"/>
                    <a:pt x="322" y="7"/>
                    <a:pt x="330" y="4"/>
                  </a:cubicBezTo>
                  <a:cubicBezTo>
                    <a:pt x="339" y="1"/>
                    <a:pt x="343" y="0"/>
                    <a:pt x="343" y="0"/>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49" name="Google Shape;949;p23"/>
            <p:cNvSpPr/>
            <p:nvPr/>
          </p:nvSpPr>
          <p:spPr>
            <a:xfrm>
              <a:off x="1551064" y="3187602"/>
              <a:ext cx="683270" cy="85636"/>
            </a:xfrm>
            <a:custGeom>
              <a:rect b="b" l="l" r="r" t="t"/>
              <a:pathLst>
                <a:path extrusionOk="0" h="47" w="375">
                  <a:moveTo>
                    <a:pt x="375" y="0"/>
                  </a:moveTo>
                  <a:cubicBezTo>
                    <a:pt x="375" y="0"/>
                    <a:pt x="370" y="3"/>
                    <a:pt x="362" y="8"/>
                  </a:cubicBezTo>
                  <a:cubicBezTo>
                    <a:pt x="353" y="13"/>
                    <a:pt x="341" y="19"/>
                    <a:pt x="324" y="25"/>
                  </a:cubicBezTo>
                  <a:cubicBezTo>
                    <a:pt x="292" y="37"/>
                    <a:pt x="244" y="46"/>
                    <a:pt x="191" y="47"/>
                  </a:cubicBezTo>
                  <a:cubicBezTo>
                    <a:pt x="138" y="48"/>
                    <a:pt x="90" y="44"/>
                    <a:pt x="56" y="43"/>
                  </a:cubicBezTo>
                  <a:cubicBezTo>
                    <a:pt x="39" y="42"/>
                    <a:pt x="25" y="41"/>
                    <a:pt x="15" y="41"/>
                  </a:cubicBezTo>
                  <a:cubicBezTo>
                    <a:pt x="10" y="41"/>
                    <a:pt x="7" y="41"/>
                    <a:pt x="4" y="41"/>
                  </a:cubicBezTo>
                  <a:cubicBezTo>
                    <a:pt x="1" y="41"/>
                    <a:pt x="0" y="41"/>
                    <a:pt x="0" y="41"/>
                  </a:cubicBezTo>
                  <a:cubicBezTo>
                    <a:pt x="0" y="41"/>
                    <a:pt x="1" y="41"/>
                    <a:pt x="4" y="41"/>
                  </a:cubicBezTo>
                  <a:cubicBezTo>
                    <a:pt x="7" y="41"/>
                    <a:pt x="10" y="41"/>
                    <a:pt x="15" y="41"/>
                  </a:cubicBezTo>
                  <a:cubicBezTo>
                    <a:pt x="25" y="41"/>
                    <a:pt x="39" y="41"/>
                    <a:pt x="56" y="42"/>
                  </a:cubicBezTo>
                  <a:cubicBezTo>
                    <a:pt x="91" y="43"/>
                    <a:pt x="138" y="47"/>
                    <a:pt x="191" y="46"/>
                  </a:cubicBezTo>
                  <a:cubicBezTo>
                    <a:pt x="244" y="45"/>
                    <a:pt x="292" y="36"/>
                    <a:pt x="324" y="24"/>
                  </a:cubicBezTo>
                  <a:cubicBezTo>
                    <a:pt x="340" y="18"/>
                    <a:pt x="353" y="12"/>
                    <a:pt x="362" y="7"/>
                  </a:cubicBezTo>
                  <a:cubicBezTo>
                    <a:pt x="366" y="5"/>
                    <a:pt x="369" y="3"/>
                    <a:pt x="371" y="2"/>
                  </a:cubicBezTo>
                  <a:cubicBezTo>
                    <a:pt x="373" y="1"/>
                    <a:pt x="375" y="0"/>
                    <a:pt x="375" y="0"/>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50" name="Google Shape;950;p23"/>
            <p:cNvSpPr/>
            <p:nvPr/>
          </p:nvSpPr>
          <p:spPr>
            <a:xfrm>
              <a:off x="2338190" y="2176366"/>
              <a:ext cx="27331" cy="291527"/>
            </a:xfrm>
            <a:custGeom>
              <a:rect b="b" l="l" r="r" t="t"/>
              <a:pathLst>
                <a:path extrusionOk="0" h="160" w="15">
                  <a:moveTo>
                    <a:pt x="3" y="160"/>
                  </a:moveTo>
                  <a:cubicBezTo>
                    <a:pt x="3" y="160"/>
                    <a:pt x="3" y="159"/>
                    <a:pt x="3" y="158"/>
                  </a:cubicBezTo>
                  <a:cubicBezTo>
                    <a:pt x="4" y="157"/>
                    <a:pt x="4" y="156"/>
                    <a:pt x="4" y="154"/>
                  </a:cubicBezTo>
                  <a:cubicBezTo>
                    <a:pt x="6" y="150"/>
                    <a:pt x="7" y="144"/>
                    <a:pt x="8" y="137"/>
                  </a:cubicBezTo>
                  <a:cubicBezTo>
                    <a:pt x="12" y="122"/>
                    <a:pt x="14" y="102"/>
                    <a:pt x="14" y="80"/>
                  </a:cubicBezTo>
                  <a:cubicBezTo>
                    <a:pt x="14" y="57"/>
                    <a:pt x="10" y="37"/>
                    <a:pt x="7" y="23"/>
                  </a:cubicBezTo>
                  <a:cubicBezTo>
                    <a:pt x="5" y="16"/>
                    <a:pt x="3" y="10"/>
                    <a:pt x="2" y="6"/>
                  </a:cubicBezTo>
                  <a:cubicBezTo>
                    <a:pt x="2" y="4"/>
                    <a:pt x="1" y="3"/>
                    <a:pt x="1" y="1"/>
                  </a:cubicBezTo>
                  <a:cubicBezTo>
                    <a:pt x="0" y="0"/>
                    <a:pt x="0" y="0"/>
                    <a:pt x="0" y="0"/>
                  </a:cubicBezTo>
                  <a:cubicBezTo>
                    <a:pt x="0" y="0"/>
                    <a:pt x="1" y="0"/>
                    <a:pt x="1" y="1"/>
                  </a:cubicBezTo>
                  <a:cubicBezTo>
                    <a:pt x="2" y="3"/>
                    <a:pt x="2" y="4"/>
                    <a:pt x="3" y="6"/>
                  </a:cubicBezTo>
                  <a:cubicBezTo>
                    <a:pt x="4" y="10"/>
                    <a:pt x="6" y="15"/>
                    <a:pt x="8" y="23"/>
                  </a:cubicBezTo>
                  <a:cubicBezTo>
                    <a:pt x="11" y="37"/>
                    <a:pt x="14" y="57"/>
                    <a:pt x="15" y="80"/>
                  </a:cubicBezTo>
                  <a:cubicBezTo>
                    <a:pt x="15" y="102"/>
                    <a:pt x="13" y="123"/>
                    <a:pt x="9" y="137"/>
                  </a:cubicBezTo>
                  <a:cubicBezTo>
                    <a:pt x="8" y="144"/>
                    <a:pt x="6" y="150"/>
                    <a:pt x="5" y="154"/>
                  </a:cubicBezTo>
                  <a:cubicBezTo>
                    <a:pt x="4" y="156"/>
                    <a:pt x="4" y="157"/>
                    <a:pt x="3" y="159"/>
                  </a:cubicBezTo>
                  <a:cubicBezTo>
                    <a:pt x="3" y="160"/>
                    <a:pt x="3" y="160"/>
                    <a:pt x="3" y="160"/>
                  </a:cubicBezTo>
                  <a:close/>
                </a:path>
              </a:pathLst>
            </a:custGeom>
            <a:solidFill>
              <a:schemeClr val="lt1"/>
            </a:solidFill>
            <a:ln>
              <a:noFill/>
            </a:ln>
          </p:spPr>
          <p:txBody>
            <a:bodyPr anchorCtr="1" anchor="ctr" bIns="12600" lIns="90000" spcFirstLastPara="1" rIns="90000" wrap="square" tIns="126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51" name="Google Shape;951;p23"/>
            <p:cNvSpPr/>
            <p:nvPr/>
          </p:nvSpPr>
          <p:spPr>
            <a:xfrm>
              <a:off x="2460267" y="2172722"/>
              <a:ext cx="60128" cy="253264"/>
            </a:xfrm>
            <a:custGeom>
              <a:rect b="b" l="l" r="r" t="t"/>
              <a:pathLst>
                <a:path extrusionOk="0" h="139" w="33">
                  <a:moveTo>
                    <a:pt x="32" y="139"/>
                  </a:moveTo>
                  <a:cubicBezTo>
                    <a:pt x="32" y="139"/>
                    <a:pt x="32" y="138"/>
                    <a:pt x="32" y="137"/>
                  </a:cubicBezTo>
                  <a:cubicBezTo>
                    <a:pt x="32" y="136"/>
                    <a:pt x="32" y="135"/>
                    <a:pt x="32" y="133"/>
                  </a:cubicBezTo>
                  <a:cubicBezTo>
                    <a:pt x="32" y="129"/>
                    <a:pt x="32" y="124"/>
                    <a:pt x="32" y="118"/>
                  </a:cubicBezTo>
                  <a:cubicBezTo>
                    <a:pt x="32" y="104"/>
                    <a:pt x="30" y="86"/>
                    <a:pt x="26" y="67"/>
                  </a:cubicBezTo>
                  <a:cubicBezTo>
                    <a:pt x="21" y="47"/>
                    <a:pt x="15" y="30"/>
                    <a:pt x="9" y="18"/>
                  </a:cubicBezTo>
                  <a:cubicBezTo>
                    <a:pt x="7" y="13"/>
                    <a:pt x="4" y="8"/>
                    <a:pt x="3" y="5"/>
                  </a:cubicBezTo>
                  <a:cubicBezTo>
                    <a:pt x="2" y="3"/>
                    <a:pt x="1" y="2"/>
                    <a:pt x="1" y="1"/>
                  </a:cubicBezTo>
                  <a:cubicBezTo>
                    <a:pt x="0" y="0"/>
                    <a:pt x="0" y="0"/>
                    <a:pt x="0" y="0"/>
                  </a:cubicBezTo>
                  <a:lnTo>
                    <a:pt x="1" y="1"/>
                  </a:lnTo>
                  <a:lnTo>
                    <a:pt x="3" y="4"/>
                  </a:lnTo>
                  <a:cubicBezTo>
                    <a:pt x="5" y="8"/>
                    <a:pt x="7" y="12"/>
                    <a:pt x="10" y="18"/>
                  </a:cubicBezTo>
                  <a:cubicBezTo>
                    <a:pt x="16" y="30"/>
                    <a:pt x="22" y="46"/>
                    <a:pt x="27" y="66"/>
                  </a:cubicBezTo>
                  <a:cubicBezTo>
                    <a:pt x="31" y="85"/>
                    <a:pt x="33" y="104"/>
                    <a:pt x="33" y="118"/>
                  </a:cubicBezTo>
                  <a:cubicBezTo>
                    <a:pt x="33" y="124"/>
                    <a:pt x="33" y="129"/>
                    <a:pt x="32" y="133"/>
                  </a:cubicBezTo>
                  <a:lnTo>
                    <a:pt x="32" y="137"/>
                  </a:lnTo>
                  <a:cubicBezTo>
                    <a:pt x="32" y="138"/>
                    <a:pt x="32" y="139"/>
                    <a:pt x="32" y="139"/>
                  </a:cubicBezTo>
                  <a:close/>
                </a:path>
              </a:pathLst>
            </a:custGeom>
            <a:solidFill>
              <a:schemeClr val="lt1"/>
            </a:solidFill>
            <a:ln>
              <a:noFill/>
            </a:ln>
          </p:spPr>
          <p:txBody>
            <a:bodyPr anchorCtr="1" anchor="ctr" bIns="5025" lIns="90000" spcFirstLastPara="1" rIns="90000" wrap="square" tIns="50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52" name="Google Shape;952;p23"/>
            <p:cNvSpPr/>
            <p:nvPr/>
          </p:nvSpPr>
          <p:spPr>
            <a:xfrm>
              <a:off x="2498531" y="2161789"/>
              <a:ext cx="255087" cy="182204"/>
            </a:xfrm>
            <a:custGeom>
              <a:rect b="b" l="l" r="r" t="t"/>
              <a:pathLst>
                <a:path extrusionOk="0" h="100" w="140">
                  <a:moveTo>
                    <a:pt x="140" y="100"/>
                  </a:moveTo>
                  <a:cubicBezTo>
                    <a:pt x="140" y="100"/>
                    <a:pt x="140" y="99"/>
                    <a:pt x="139" y="98"/>
                  </a:cubicBezTo>
                  <a:cubicBezTo>
                    <a:pt x="138" y="97"/>
                    <a:pt x="137" y="96"/>
                    <a:pt x="135" y="95"/>
                  </a:cubicBezTo>
                  <a:cubicBezTo>
                    <a:pt x="133" y="91"/>
                    <a:pt x="128" y="86"/>
                    <a:pt x="123" y="81"/>
                  </a:cubicBezTo>
                  <a:cubicBezTo>
                    <a:pt x="112" y="69"/>
                    <a:pt x="97" y="54"/>
                    <a:pt x="77" y="40"/>
                  </a:cubicBezTo>
                  <a:cubicBezTo>
                    <a:pt x="57" y="26"/>
                    <a:pt x="38" y="16"/>
                    <a:pt x="24" y="10"/>
                  </a:cubicBezTo>
                  <a:cubicBezTo>
                    <a:pt x="17" y="6"/>
                    <a:pt x="11" y="4"/>
                    <a:pt x="7" y="2"/>
                  </a:cubicBezTo>
                  <a:cubicBezTo>
                    <a:pt x="5" y="2"/>
                    <a:pt x="3" y="1"/>
                    <a:pt x="2" y="1"/>
                  </a:cubicBezTo>
                  <a:cubicBezTo>
                    <a:pt x="1" y="0"/>
                    <a:pt x="0" y="0"/>
                    <a:pt x="0" y="0"/>
                  </a:cubicBezTo>
                  <a:cubicBezTo>
                    <a:pt x="0" y="0"/>
                    <a:pt x="1" y="0"/>
                    <a:pt x="2" y="0"/>
                  </a:cubicBezTo>
                  <a:cubicBezTo>
                    <a:pt x="4" y="1"/>
                    <a:pt x="5" y="1"/>
                    <a:pt x="7" y="2"/>
                  </a:cubicBezTo>
                  <a:cubicBezTo>
                    <a:pt x="11" y="3"/>
                    <a:pt x="17" y="6"/>
                    <a:pt x="24" y="9"/>
                  </a:cubicBezTo>
                  <a:cubicBezTo>
                    <a:pt x="39" y="15"/>
                    <a:pt x="58" y="25"/>
                    <a:pt x="78" y="39"/>
                  </a:cubicBezTo>
                  <a:cubicBezTo>
                    <a:pt x="97" y="53"/>
                    <a:pt x="113" y="68"/>
                    <a:pt x="124" y="80"/>
                  </a:cubicBezTo>
                  <a:cubicBezTo>
                    <a:pt x="129" y="86"/>
                    <a:pt x="133" y="91"/>
                    <a:pt x="136" y="94"/>
                  </a:cubicBezTo>
                  <a:cubicBezTo>
                    <a:pt x="137" y="96"/>
                    <a:pt x="138" y="97"/>
                    <a:pt x="139" y="98"/>
                  </a:cubicBezTo>
                  <a:cubicBezTo>
                    <a:pt x="140" y="99"/>
                    <a:pt x="140" y="100"/>
                    <a:pt x="140" y="100"/>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53" name="Google Shape;953;p23"/>
            <p:cNvSpPr/>
            <p:nvPr/>
          </p:nvSpPr>
          <p:spPr>
            <a:xfrm>
              <a:off x="2509463" y="2006915"/>
              <a:ext cx="191316" cy="5466"/>
            </a:xfrm>
            <a:custGeom>
              <a:rect b="b" l="l" r="r" t="t"/>
              <a:pathLst>
                <a:path extrusionOk="0" h="3" w="105">
                  <a:moveTo>
                    <a:pt x="105" y="2"/>
                  </a:moveTo>
                  <a:cubicBezTo>
                    <a:pt x="105" y="2"/>
                    <a:pt x="103" y="2"/>
                    <a:pt x="100" y="2"/>
                  </a:cubicBezTo>
                  <a:cubicBezTo>
                    <a:pt x="97" y="2"/>
                    <a:pt x="93" y="1"/>
                    <a:pt x="89" y="1"/>
                  </a:cubicBezTo>
                  <a:cubicBezTo>
                    <a:pt x="80" y="1"/>
                    <a:pt x="67" y="1"/>
                    <a:pt x="52" y="1"/>
                  </a:cubicBezTo>
                  <a:cubicBezTo>
                    <a:pt x="38" y="2"/>
                    <a:pt x="25" y="2"/>
                    <a:pt x="15" y="3"/>
                  </a:cubicBezTo>
                  <a:cubicBezTo>
                    <a:pt x="11" y="3"/>
                    <a:pt x="8" y="3"/>
                    <a:pt x="4" y="3"/>
                  </a:cubicBezTo>
                  <a:cubicBezTo>
                    <a:pt x="2" y="3"/>
                    <a:pt x="0" y="3"/>
                    <a:pt x="0" y="3"/>
                  </a:cubicBezTo>
                  <a:cubicBezTo>
                    <a:pt x="0" y="3"/>
                    <a:pt x="2" y="3"/>
                    <a:pt x="4" y="3"/>
                  </a:cubicBezTo>
                  <a:cubicBezTo>
                    <a:pt x="7" y="2"/>
                    <a:pt x="11" y="2"/>
                    <a:pt x="15" y="2"/>
                  </a:cubicBezTo>
                  <a:cubicBezTo>
                    <a:pt x="25" y="1"/>
                    <a:pt x="38" y="0"/>
                    <a:pt x="52" y="0"/>
                  </a:cubicBezTo>
                  <a:cubicBezTo>
                    <a:pt x="67" y="0"/>
                    <a:pt x="80" y="0"/>
                    <a:pt x="89" y="1"/>
                  </a:cubicBezTo>
                  <a:cubicBezTo>
                    <a:pt x="94" y="1"/>
                    <a:pt x="98" y="1"/>
                    <a:pt x="100" y="1"/>
                  </a:cubicBezTo>
                  <a:cubicBezTo>
                    <a:pt x="103" y="1"/>
                    <a:pt x="105" y="1"/>
                    <a:pt x="105" y="2"/>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54" name="Google Shape;954;p23"/>
            <p:cNvSpPr/>
            <p:nvPr/>
          </p:nvSpPr>
          <p:spPr>
            <a:xfrm>
              <a:off x="1365215" y="2477004"/>
              <a:ext cx="131188" cy="96568"/>
            </a:xfrm>
            <a:custGeom>
              <a:rect b="b" l="l" r="r" t="t"/>
              <a:pathLst>
                <a:path extrusionOk="0" h="53" w="72">
                  <a:moveTo>
                    <a:pt x="0" y="0"/>
                  </a:moveTo>
                  <a:cubicBezTo>
                    <a:pt x="0" y="0"/>
                    <a:pt x="1" y="1"/>
                    <a:pt x="3" y="3"/>
                  </a:cubicBezTo>
                  <a:cubicBezTo>
                    <a:pt x="4" y="5"/>
                    <a:pt x="6" y="7"/>
                    <a:pt x="9" y="10"/>
                  </a:cubicBezTo>
                  <a:cubicBezTo>
                    <a:pt x="15" y="15"/>
                    <a:pt x="23" y="23"/>
                    <a:pt x="33" y="30"/>
                  </a:cubicBezTo>
                  <a:cubicBezTo>
                    <a:pt x="44" y="37"/>
                    <a:pt x="53" y="42"/>
                    <a:pt x="60" y="46"/>
                  </a:cubicBezTo>
                  <a:cubicBezTo>
                    <a:pt x="63" y="48"/>
                    <a:pt x="66" y="49"/>
                    <a:pt x="69" y="51"/>
                  </a:cubicBezTo>
                  <a:cubicBezTo>
                    <a:pt x="71" y="52"/>
                    <a:pt x="72" y="53"/>
                    <a:pt x="72" y="53"/>
                  </a:cubicBezTo>
                  <a:cubicBezTo>
                    <a:pt x="72" y="53"/>
                    <a:pt x="71" y="52"/>
                    <a:pt x="69" y="51"/>
                  </a:cubicBezTo>
                  <a:cubicBezTo>
                    <a:pt x="67" y="50"/>
                    <a:pt x="64" y="49"/>
                    <a:pt x="60" y="47"/>
                  </a:cubicBezTo>
                  <a:cubicBezTo>
                    <a:pt x="53" y="43"/>
                    <a:pt x="43" y="38"/>
                    <a:pt x="33" y="31"/>
                  </a:cubicBezTo>
                  <a:cubicBezTo>
                    <a:pt x="22" y="24"/>
                    <a:pt x="14" y="16"/>
                    <a:pt x="8" y="10"/>
                  </a:cubicBezTo>
                  <a:cubicBezTo>
                    <a:pt x="6" y="7"/>
                    <a:pt x="4" y="5"/>
                    <a:pt x="2" y="3"/>
                  </a:cubicBezTo>
                  <a:cubicBezTo>
                    <a:pt x="1" y="1"/>
                    <a:pt x="0" y="0"/>
                    <a:pt x="0" y="0"/>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55" name="Google Shape;955;p23"/>
            <p:cNvSpPr/>
            <p:nvPr/>
          </p:nvSpPr>
          <p:spPr>
            <a:xfrm>
              <a:off x="1414410" y="2382257"/>
              <a:ext cx="69238" cy="51017"/>
            </a:xfrm>
            <a:custGeom>
              <a:rect b="b" l="l" r="r" t="t"/>
              <a:pathLst>
                <a:path extrusionOk="0" h="28" w="38">
                  <a:moveTo>
                    <a:pt x="0" y="0"/>
                  </a:moveTo>
                  <a:cubicBezTo>
                    <a:pt x="0" y="0"/>
                    <a:pt x="2" y="3"/>
                    <a:pt x="5" y="6"/>
                  </a:cubicBezTo>
                  <a:cubicBezTo>
                    <a:pt x="8" y="9"/>
                    <a:pt x="13" y="12"/>
                    <a:pt x="18" y="16"/>
                  </a:cubicBezTo>
                  <a:cubicBezTo>
                    <a:pt x="23" y="20"/>
                    <a:pt x="29" y="23"/>
                    <a:pt x="32" y="25"/>
                  </a:cubicBezTo>
                  <a:cubicBezTo>
                    <a:pt x="36" y="27"/>
                    <a:pt x="39" y="28"/>
                    <a:pt x="38" y="28"/>
                  </a:cubicBezTo>
                  <a:cubicBezTo>
                    <a:pt x="38" y="28"/>
                    <a:pt x="28" y="25"/>
                    <a:pt x="17" y="17"/>
                  </a:cubicBezTo>
                  <a:cubicBezTo>
                    <a:pt x="12" y="13"/>
                    <a:pt x="7" y="9"/>
                    <a:pt x="4" y="6"/>
                  </a:cubicBezTo>
                  <a:cubicBezTo>
                    <a:pt x="1" y="3"/>
                    <a:pt x="0" y="0"/>
                    <a:pt x="0" y="0"/>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56" name="Google Shape;956;p23"/>
            <p:cNvSpPr/>
            <p:nvPr/>
          </p:nvSpPr>
          <p:spPr>
            <a:xfrm>
              <a:off x="1301443" y="2595437"/>
              <a:ext cx="196782" cy="189493"/>
            </a:xfrm>
            <a:custGeom>
              <a:rect b="b" l="l" r="r" t="t"/>
              <a:pathLst>
                <a:path extrusionOk="0" h="104" w="108">
                  <a:moveTo>
                    <a:pt x="108" y="104"/>
                  </a:moveTo>
                  <a:lnTo>
                    <a:pt x="107" y="103"/>
                  </a:lnTo>
                  <a:cubicBezTo>
                    <a:pt x="106" y="103"/>
                    <a:pt x="104" y="102"/>
                    <a:pt x="103" y="101"/>
                  </a:cubicBezTo>
                  <a:cubicBezTo>
                    <a:pt x="100" y="100"/>
                    <a:pt x="95" y="97"/>
                    <a:pt x="89" y="93"/>
                  </a:cubicBezTo>
                  <a:cubicBezTo>
                    <a:pt x="77" y="86"/>
                    <a:pt x="62" y="74"/>
                    <a:pt x="47" y="60"/>
                  </a:cubicBezTo>
                  <a:cubicBezTo>
                    <a:pt x="32" y="45"/>
                    <a:pt x="20" y="30"/>
                    <a:pt x="12" y="19"/>
                  </a:cubicBezTo>
                  <a:cubicBezTo>
                    <a:pt x="8" y="13"/>
                    <a:pt x="5" y="8"/>
                    <a:pt x="3" y="5"/>
                  </a:cubicBezTo>
                  <a:cubicBezTo>
                    <a:pt x="2" y="4"/>
                    <a:pt x="2" y="2"/>
                    <a:pt x="1" y="1"/>
                  </a:cubicBezTo>
                  <a:cubicBezTo>
                    <a:pt x="0" y="0"/>
                    <a:pt x="0" y="0"/>
                    <a:pt x="0" y="0"/>
                  </a:cubicBezTo>
                  <a:cubicBezTo>
                    <a:pt x="0" y="0"/>
                    <a:pt x="1" y="0"/>
                    <a:pt x="1" y="1"/>
                  </a:cubicBezTo>
                  <a:cubicBezTo>
                    <a:pt x="2" y="2"/>
                    <a:pt x="3" y="3"/>
                    <a:pt x="4" y="5"/>
                  </a:cubicBezTo>
                  <a:cubicBezTo>
                    <a:pt x="6" y="8"/>
                    <a:pt x="9" y="13"/>
                    <a:pt x="13" y="18"/>
                  </a:cubicBezTo>
                  <a:cubicBezTo>
                    <a:pt x="21" y="30"/>
                    <a:pt x="33" y="44"/>
                    <a:pt x="48" y="59"/>
                  </a:cubicBezTo>
                  <a:cubicBezTo>
                    <a:pt x="63" y="73"/>
                    <a:pt x="78" y="85"/>
                    <a:pt x="90" y="92"/>
                  </a:cubicBezTo>
                  <a:cubicBezTo>
                    <a:pt x="95" y="96"/>
                    <a:pt x="100" y="99"/>
                    <a:pt x="103" y="101"/>
                  </a:cubicBezTo>
                  <a:cubicBezTo>
                    <a:pt x="105" y="102"/>
                    <a:pt x="106" y="102"/>
                    <a:pt x="107" y="103"/>
                  </a:cubicBezTo>
                  <a:cubicBezTo>
                    <a:pt x="108" y="104"/>
                    <a:pt x="108" y="104"/>
                    <a:pt x="108" y="104"/>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57" name="Google Shape;957;p23"/>
            <p:cNvSpPr/>
            <p:nvPr/>
          </p:nvSpPr>
          <p:spPr>
            <a:xfrm>
              <a:off x="1168433" y="2595437"/>
              <a:ext cx="133010" cy="311570"/>
            </a:xfrm>
            <a:custGeom>
              <a:rect b="b" l="l" r="r" t="t"/>
              <a:pathLst>
                <a:path extrusionOk="0" h="171" w="73">
                  <a:moveTo>
                    <a:pt x="2" y="171"/>
                  </a:moveTo>
                  <a:cubicBezTo>
                    <a:pt x="2" y="171"/>
                    <a:pt x="1" y="168"/>
                    <a:pt x="1" y="164"/>
                  </a:cubicBezTo>
                  <a:cubicBezTo>
                    <a:pt x="0" y="159"/>
                    <a:pt x="0" y="152"/>
                    <a:pt x="0" y="143"/>
                  </a:cubicBezTo>
                  <a:cubicBezTo>
                    <a:pt x="1" y="126"/>
                    <a:pt x="7" y="102"/>
                    <a:pt x="22" y="79"/>
                  </a:cubicBezTo>
                  <a:cubicBezTo>
                    <a:pt x="36" y="57"/>
                    <a:pt x="48" y="37"/>
                    <a:pt x="58" y="23"/>
                  </a:cubicBezTo>
                  <a:cubicBezTo>
                    <a:pt x="62" y="16"/>
                    <a:pt x="66" y="10"/>
                    <a:pt x="69" y="6"/>
                  </a:cubicBezTo>
                  <a:cubicBezTo>
                    <a:pt x="72" y="2"/>
                    <a:pt x="73" y="0"/>
                    <a:pt x="73" y="0"/>
                  </a:cubicBezTo>
                  <a:cubicBezTo>
                    <a:pt x="74" y="0"/>
                    <a:pt x="72" y="2"/>
                    <a:pt x="70" y="6"/>
                  </a:cubicBezTo>
                  <a:cubicBezTo>
                    <a:pt x="67" y="11"/>
                    <a:pt x="64" y="17"/>
                    <a:pt x="60" y="24"/>
                  </a:cubicBezTo>
                  <a:cubicBezTo>
                    <a:pt x="51" y="39"/>
                    <a:pt x="38" y="59"/>
                    <a:pt x="24" y="81"/>
                  </a:cubicBezTo>
                  <a:cubicBezTo>
                    <a:pt x="10" y="103"/>
                    <a:pt x="4" y="126"/>
                    <a:pt x="2" y="143"/>
                  </a:cubicBezTo>
                  <a:cubicBezTo>
                    <a:pt x="1" y="160"/>
                    <a:pt x="2" y="171"/>
                    <a:pt x="2" y="171"/>
                  </a:cubicBezTo>
                  <a:close/>
                </a:path>
              </a:pathLst>
            </a:custGeom>
            <a:solidFill>
              <a:schemeClr val="dk1"/>
            </a:solidFill>
            <a:ln>
              <a:noFill/>
            </a:ln>
          </p:spPr>
          <p:txBody>
            <a:bodyPr anchorCtr="1" anchor="ctr" bIns="16550" lIns="90000" spcFirstLastPara="1" rIns="90000" wrap="square" tIns="1655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58" name="Google Shape;958;p23"/>
            <p:cNvSpPr/>
            <p:nvPr/>
          </p:nvSpPr>
          <p:spPr>
            <a:xfrm>
              <a:off x="1195764" y="2772175"/>
              <a:ext cx="182205" cy="182205"/>
            </a:xfrm>
            <a:custGeom>
              <a:rect b="b" l="l" r="r" t="t"/>
              <a:pathLst>
                <a:path extrusionOk="0" h="100" w="100">
                  <a:moveTo>
                    <a:pt x="100" y="100"/>
                  </a:moveTo>
                  <a:cubicBezTo>
                    <a:pt x="100" y="100"/>
                    <a:pt x="91" y="100"/>
                    <a:pt x="78" y="97"/>
                  </a:cubicBezTo>
                  <a:cubicBezTo>
                    <a:pt x="64" y="93"/>
                    <a:pt x="46" y="85"/>
                    <a:pt x="31" y="70"/>
                  </a:cubicBezTo>
                  <a:cubicBezTo>
                    <a:pt x="15" y="54"/>
                    <a:pt x="7" y="36"/>
                    <a:pt x="4" y="23"/>
                  </a:cubicBezTo>
                  <a:cubicBezTo>
                    <a:pt x="0" y="9"/>
                    <a:pt x="0" y="0"/>
                    <a:pt x="0" y="0"/>
                  </a:cubicBezTo>
                  <a:cubicBezTo>
                    <a:pt x="0" y="0"/>
                    <a:pt x="0" y="1"/>
                    <a:pt x="1" y="2"/>
                  </a:cubicBezTo>
                  <a:cubicBezTo>
                    <a:pt x="1" y="3"/>
                    <a:pt x="1" y="4"/>
                    <a:pt x="1" y="6"/>
                  </a:cubicBezTo>
                  <a:cubicBezTo>
                    <a:pt x="2" y="10"/>
                    <a:pt x="3" y="16"/>
                    <a:pt x="5" y="22"/>
                  </a:cubicBezTo>
                  <a:cubicBezTo>
                    <a:pt x="8" y="36"/>
                    <a:pt x="17" y="54"/>
                    <a:pt x="32" y="69"/>
                  </a:cubicBezTo>
                  <a:cubicBezTo>
                    <a:pt x="47" y="84"/>
                    <a:pt x="65" y="92"/>
                    <a:pt x="78" y="96"/>
                  </a:cubicBezTo>
                  <a:cubicBezTo>
                    <a:pt x="85" y="98"/>
                    <a:pt x="90" y="99"/>
                    <a:pt x="94" y="99"/>
                  </a:cubicBezTo>
                  <a:cubicBezTo>
                    <a:pt x="96" y="100"/>
                    <a:pt x="97" y="100"/>
                    <a:pt x="98" y="100"/>
                  </a:cubicBezTo>
                  <a:cubicBezTo>
                    <a:pt x="100" y="100"/>
                    <a:pt x="100" y="100"/>
                    <a:pt x="100" y="100"/>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59" name="Google Shape;959;p23"/>
            <p:cNvSpPr/>
            <p:nvPr/>
          </p:nvSpPr>
          <p:spPr>
            <a:xfrm>
              <a:off x="1110128" y="2551707"/>
              <a:ext cx="149408" cy="187671"/>
            </a:xfrm>
            <a:custGeom>
              <a:rect b="b" l="l" r="r" t="t"/>
              <a:pathLst>
                <a:path extrusionOk="0" h="103" w="82">
                  <a:moveTo>
                    <a:pt x="82" y="0"/>
                  </a:moveTo>
                  <a:cubicBezTo>
                    <a:pt x="82" y="0"/>
                    <a:pt x="82" y="1"/>
                    <a:pt x="81" y="1"/>
                  </a:cubicBezTo>
                  <a:cubicBezTo>
                    <a:pt x="80" y="2"/>
                    <a:pt x="79" y="2"/>
                    <a:pt x="78" y="3"/>
                  </a:cubicBezTo>
                  <a:cubicBezTo>
                    <a:pt x="75" y="5"/>
                    <a:pt x="70" y="8"/>
                    <a:pt x="65" y="11"/>
                  </a:cubicBezTo>
                  <a:cubicBezTo>
                    <a:pt x="55" y="18"/>
                    <a:pt x="43" y="29"/>
                    <a:pt x="31" y="44"/>
                  </a:cubicBezTo>
                  <a:cubicBezTo>
                    <a:pt x="19" y="58"/>
                    <a:pt x="11" y="73"/>
                    <a:pt x="7" y="85"/>
                  </a:cubicBezTo>
                  <a:cubicBezTo>
                    <a:pt x="4" y="90"/>
                    <a:pt x="3" y="95"/>
                    <a:pt x="2" y="98"/>
                  </a:cubicBezTo>
                  <a:cubicBezTo>
                    <a:pt x="1" y="99"/>
                    <a:pt x="1" y="101"/>
                    <a:pt x="0" y="102"/>
                  </a:cubicBezTo>
                  <a:cubicBezTo>
                    <a:pt x="0" y="103"/>
                    <a:pt x="0" y="103"/>
                    <a:pt x="0" y="103"/>
                  </a:cubicBezTo>
                  <a:lnTo>
                    <a:pt x="0" y="102"/>
                  </a:lnTo>
                  <a:cubicBezTo>
                    <a:pt x="1" y="101"/>
                    <a:pt x="1" y="99"/>
                    <a:pt x="1" y="98"/>
                  </a:cubicBezTo>
                  <a:cubicBezTo>
                    <a:pt x="2" y="95"/>
                    <a:pt x="4" y="90"/>
                    <a:pt x="6" y="84"/>
                  </a:cubicBezTo>
                  <a:cubicBezTo>
                    <a:pt x="10" y="73"/>
                    <a:pt x="18" y="58"/>
                    <a:pt x="30" y="43"/>
                  </a:cubicBezTo>
                  <a:cubicBezTo>
                    <a:pt x="42" y="28"/>
                    <a:pt x="55" y="17"/>
                    <a:pt x="65" y="10"/>
                  </a:cubicBezTo>
                  <a:cubicBezTo>
                    <a:pt x="70" y="7"/>
                    <a:pt x="74" y="4"/>
                    <a:pt x="77" y="3"/>
                  </a:cubicBezTo>
                  <a:cubicBezTo>
                    <a:pt x="79" y="2"/>
                    <a:pt x="80" y="1"/>
                    <a:pt x="81" y="1"/>
                  </a:cubicBezTo>
                  <a:cubicBezTo>
                    <a:pt x="82" y="0"/>
                    <a:pt x="82" y="0"/>
                    <a:pt x="82" y="0"/>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60" name="Google Shape;960;p23"/>
            <p:cNvSpPr/>
            <p:nvPr/>
          </p:nvSpPr>
          <p:spPr>
            <a:xfrm>
              <a:off x="1053644" y="2464249"/>
              <a:ext cx="140298" cy="109323"/>
            </a:xfrm>
            <a:custGeom>
              <a:rect b="b" l="l" r="r" t="t"/>
              <a:pathLst>
                <a:path extrusionOk="0" h="60" w="77">
                  <a:moveTo>
                    <a:pt x="77" y="0"/>
                  </a:moveTo>
                  <a:cubicBezTo>
                    <a:pt x="77" y="0"/>
                    <a:pt x="75" y="1"/>
                    <a:pt x="73" y="2"/>
                  </a:cubicBezTo>
                  <a:cubicBezTo>
                    <a:pt x="71" y="2"/>
                    <a:pt x="67" y="4"/>
                    <a:pt x="63" y="5"/>
                  </a:cubicBezTo>
                  <a:cubicBezTo>
                    <a:pt x="55" y="9"/>
                    <a:pt x="43" y="14"/>
                    <a:pt x="33" y="23"/>
                  </a:cubicBezTo>
                  <a:cubicBezTo>
                    <a:pt x="22" y="31"/>
                    <a:pt x="15" y="42"/>
                    <a:pt x="9" y="49"/>
                  </a:cubicBezTo>
                  <a:cubicBezTo>
                    <a:pt x="7" y="52"/>
                    <a:pt x="4" y="55"/>
                    <a:pt x="3" y="57"/>
                  </a:cubicBezTo>
                  <a:cubicBezTo>
                    <a:pt x="1" y="59"/>
                    <a:pt x="1" y="60"/>
                    <a:pt x="0" y="60"/>
                  </a:cubicBezTo>
                  <a:cubicBezTo>
                    <a:pt x="0" y="60"/>
                    <a:pt x="0" y="59"/>
                    <a:pt x="2" y="57"/>
                  </a:cubicBezTo>
                  <a:cubicBezTo>
                    <a:pt x="3" y="55"/>
                    <a:pt x="6" y="52"/>
                    <a:pt x="9" y="48"/>
                  </a:cubicBezTo>
                  <a:cubicBezTo>
                    <a:pt x="14" y="41"/>
                    <a:pt x="22" y="31"/>
                    <a:pt x="33" y="22"/>
                  </a:cubicBezTo>
                  <a:cubicBezTo>
                    <a:pt x="43" y="13"/>
                    <a:pt x="54" y="8"/>
                    <a:pt x="63" y="4"/>
                  </a:cubicBezTo>
                  <a:cubicBezTo>
                    <a:pt x="67" y="3"/>
                    <a:pt x="70" y="1"/>
                    <a:pt x="73" y="1"/>
                  </a:cubicBezTo>
                  <a:cubicBezTo>
                    <a:pt x="75" y="0"/>
                    <a:pt x="77" y="0"/>
                    <a:pt x="77" y="0"/>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61" name="Google Shape;961;p23"/>
            <p:cNvSpPr/>
            <p:nvPr/>
          </p:nvSpPr>
          <p:spPr>
            <a:xfrm>
              <a:off x="2369165" y="370717"/>
              <a:ext cx="535683" cy="533859"/>
            </a:xfrm>
            <a:custGeom>
              <a:rect b="b" l="l" r="r" t="t"/>
              <a:pathLst>
                <a:path extrusionOk="0" h="293" w="294">
                  <a:moveTo>
                    <a:pt x="166" y="268"/>
                  </a:moveTo>
                  <a:cubicBezTo>
                    <a:pt x="156" y="269"/>
                    <a:pt x="145" y="270"/>
                    <a:pt x="134" y="269"/>
                  </a:cubicBezTo>
                  <a:lnTo>
                    <a:pt x="117" y="293"/>
                  </a:lnTo>
                  <a:lnTo>
                    <a:pt x="71" y="276"/>
                  </a:lnTo>
                  <a:lnTo>
                    <a:pt x="75" y="246"/>
                  </a:lnTo>
                  <a:cubicBezTo>
                    <a:pt x="67" y="240"/>
                    <a:pt x="59" y="232"/>
                    <a:pt x="52" y="224"/>
                  </a:cubicBezTo>
                  <a:lnTo>
                    <a:pt x="22" y="229"/>
                  </a:lnTo>
                  <a:lnTo>
                    <a:pt x="2" y="184"/>
                  </a:lnTo>
                  <a:lnTo>
                    <a:pt x="26" y="166"/>
                  </a:lnTo>
                  <a:cubicBezTo>
                    <a:pt x="24" y="155"/>
                    <a:pt x="24" y="144"/>
                    <a:pt x="25" y="134"/>
                  </a:cubicBezTo>
                  <a:lnTo>
                    <a:pt x="0" y="117"/>
                  </a:lnTo>
                  <a:lnTo>
                    <a:pt x="18" y="71"/>
                  </a:lnTo>
                  <a:lnTo>
                    <a:pt x="48" y="75"/>
                  </a:lnTo>
                  <a:cubicBezTo>
                    <a:pt x="54" y="66"/>
                    <a:pt x="62" y="58"/>
                    <a:pt x="70" y="51"/>
                  </a:cubicBezTo>
                  <a:lnTo>
                    <a:pt x="64" y="22"/>
                  </a:lnTo>
                  <a:lnTo>
                    <a:pt x="110" y="2"/>
                  </a:lnTo>
                  <a:lnTo>
                    <a:pt x="128" y="26"/>
                  </a:lnTo>
                  <a:cubicBezTo>
                    <a:pt x="139" y="24"/>
                    <a:pt x="150" y="24"/>
                    <a:pt x="160" y="25"/>
                  </a:cubicBezTo>
                  <a:lnTo>
                    <a:pt x="177" y="0"/>
                  </a:lnTo>
                  <a:lnTo>
                    <a:pt x="223" y="18"/>
                  </a:lnTo>
                  <a:lnTo>
                    <a:pt x="219" y="48"/>
                  </a:lnTo>
                  <a:cubicBezTo>
                    <a:pt x="228" y="54"/>
                    <a:pt x="236" y="61"/>
                    <a:pt x="242" y="70"/>
                  </a:cubicBezTo>
                  <a:lnTo>
                    <a:pt x="272" y="64"/>
                  </a:lnTo>
                  <a:lnTo>
                    <a:pt x="292" y="110"/>
                  </a:lnTo>
                  <a:lnTo>
                    <a:pt x="268" y="127"/>
                  </a:lnTo>
                  <a:cubicBezTo>
                    <a:pt x="270" y="138"/>
                    <a:pt x="270" y="149"/>
                    <a:pt x="269" y="160"/>
                  </a:cubicBezTo>
                  <a:lnTo>
                    <a:pt x="294" y="177"/>
                  </a:lnTo>
                  <a:lnTo>
                    <a:pt x="276" y="223"/>
                  </a:lnTo>
                  <a:lnTo>
                    <a:pt x="246" y="219"/>
                  </a:lnTo>
                  <a:cubicBezTo>
                    <a:pt x="240" y="227"/>
                    <a:pt x="232" y="235"/>
                    <a:pt x="224" y="242"/>
                  </a:cubicBezTo>
                  <a:lnTo>
                    <a:pt x="230" y="272"/>
                  </a:lnTo>
                  <a:lnTo>
                    <a:pt x="184" y="292"/>
                  </a:lnTo>
                  <a:lnTo>
                    <a:pt x="166" y="268"/>
                  </a:lnTo>
                  <a:moveTo>
                    <a:pt x="167" y="196"/>
                  </a:moveTo>
                  <a:cubicBezTo>
                    <a:pt x="194" y="184"/>
                    <a:pt x="206" y="153"/>
                    <a:pt x="194" y="126"/>
                  </a:cubicBezTo>
                  <a:cubicBezTo>
                    <a:pt x="182" y="99"/>
                    <a:pt x="150" y="87"/>
                    <a:pt x="123" y="99"/>
                  </a:cubicBezTo>
                  <a:cubicBezTo>
                    <a:pt x="97" y="111"/>
                    <a:pt x="84" y="142"/>
                    <a:pt x="96" y="169"/>
                  </a:cubicBezTo>
                  <a:cubicBezTo>
                    <a:pt x="108" y="196"/>
                    <a:pt x="140" y="208"/>
                    <a:pt x="167" y="196"/>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962" name="Google Shape;962;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968" name="Google Shape;968;p24"/>
          <p:cNvSpPr txBox="1"/>
          <p:nvPr>
            <p:ph idx="2" type="title"/>
          </p:nvPr>
        </p:nvSpPr>
        <p:spPr>
          <a:xfrm>
            <a:off x="1557275" y="1518560"/>
            <a:ext cx="630900" cy="630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969" name="Google Shape;969;p24"/>
          <p:cNvSpPr txBox="1"/>
          <p:nvPr>
            <p:ph idx="3" type="title"/>
          </p:nvPr>
        </p:nvSpPr>
        <p:spPr>
          <a:xfrm>
            <a:off x="1557275" y="3034705"/>
            <a:ext cx="630900" cy="630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970" name="Google Shape;970;p24"/>
          <p:cNvSpPr txBox="1"/>
          <p:nvPr>
            <p:ph idx="4" type="title"/>
          </p:nvPr>
        </p:nvSpPr>
        <p:spPr>
          <a:xfrm>
            <a:off x="4256550" y="1518560"/>
            <a:ext cx="630900" cy="630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971" name="Google Shape;971;p24"/>
          <p:cNvSpPr txBox="1"/>
          <p:nvPr>
            <p:ph idx="5" type="title"/>
          </p:nvPr>
        </p:nvSpPr>
        <p:spPr>
          <a:xfrm>
            <a:off x="4256550" y="3034705"/>
            <a:ext cx="630900" cy="630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972" name="Google Shape;972;p24"/>
          <p:cNvSpPr txBox="1"/>
          <p:nvPr>
            <p:ph idx="6" type="title"/>
          </p:nvPr>
        </p:nvSpPr>
        <p:spPr>
          <a:xfrm>
            <a:off x="6955825" y="1518560"/>
            <a:ext cx="630900" cy="630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973" name="Google Shape;973;p24"/>
          <p:cNvSpPr txBox="1"/>
          <p:nvPr>
            <p:ph idx="7" type="title"/>
          </p:nvPr>
        </p:nvSpPr>
        <p:spPr>
          <a:xfrm>
            <a:off x="6955825" y="3034705"/>
            <a:ext cx="630900" cy="630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974" name="Google Shape;974;p24"/>
          <p:cNvSpPr txBox="1"/>
          <p:nvPr>
            <p:ph idx="1" type="subTitle"/>
          </p:nvPr>
        </p:nvSpPr>
        <p:spPr>
          <a:xfrm>
            <a:off x="719975" y="2217275"/>
            <a:ext cx="2305500" cy="47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Introduction</a:t>
            </a:r>
            <a:endParaRPr>
              <a:solidFill>
                <a:schemeClr val="dk2"/>
              </a:solidFill>
            </a:endParaRPr>
          </a:p>
        </p:txBody>
      </p:sp>
      <p:sp>
        <p:nvSpPr>
          <p:cNvPr id="975" name="Google Shape;975;p24"/>
          <p:cNvSpPr txBox="1"/>
          <p:nvPr>
            <p:ph idx="8" type="subTitle"/>
          </p:nvPr>
        </p:nvSpPr>
        <p:spPr>
          <a:xfrm>
            <a:off x="3419250" y="2217275"/>
            <a:ext cx="2305500" cy="47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Problem</a:t>
            </a:r>
            <a:endParaRPr>
              <a:solidFill>
                <a:schemeClr val="dk2"/>
              </a:solidFill>
            </a:endParaRPr>
          </a:p>
        </p:txBody>
      </p:sp>
      <p:sp>
        <p:nvSpPr>
          <p:cNvPr id="976" name="Google Shape;976;p24"/>
          <p:cNvSpPr txBox="1"/>
          <p:nvPr>
            <p:ph idx="9" type="subTitle"/>
          </p:nvPr>
        </p:nvSpPr>
        <p:spPr>
          <a:xfrm>
            <a:off x="6118525" y="2217275"/>
            <a:ext cx="2305500" cy="72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Objectives, Solution, Methodology</a:t>
            </a:r>
            <a:endParaRPr>
              <a:solidFill>
                <a:schemeClr val="dk2"/>
              </a:solidFill>
            </a:endParaRPr>
          </a:p>
          <a:p>
            <a:pPr indent="0" lvl="0" marL="0" rtl="0" algn="l">
              <a:spcBef>
                <a:spcPts val="0"/>
              </a:spcBef>
              <a:spcAft>
                <a:spcPts val="0"/>
              </a:spcAft>
              <a:buNone/>
            </a:pPr>
            <a:r>
              <a:t/>
            </a:r>
            <a:endParaRPr/>
          </a:p>
        </p:txBody>
      </p:sp>
      <p:sp>
        <p:nvSpPr>
          <p:cNvPr id="977" name="Google Shape;977;p24"/>
          <p:cNvSpPr txBox="1"/>
          <p:nvPr>
            <p:ph idx="13" type="subTitle"/>
          </p:nvPr>
        </p:nvSpPr>
        <p:spPr>
          <a:xfrm>
            <a:off x="719975" y="3726950"/>
            <a:ext cx="2305500" cy="72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Team Process &amp; Timeline</a:t>
            </a:r>
            <a:endParaRPr>
              <a:solidFill>
                <a:schemeClr val="dk2"/>
              </a:solidFill>
            </a:endParaRPr>
          </a:p>
          <a:p>
            <a:pPr indent="0" lvl="0" marL="0" rtl="0" algn="ctr">
              <a:spcBef>
                <a:spcPts val="0"/>
              </a:spcBef>
              <a:spcAft>
                <a:spcPts val="0"/>
              </a:spcAft>
              <a:buNone/>
            </a:pPr>
            <a:r>
              <a:t/>
            </a:r>
            <a:endParaRPr/>
          </a:p>
        </p:txBody>
      </p:sp>
      <p:sp>
        <p:nvSpPr>
          <p:cNvPr id="978" name="Google Shape;978;p24"/>
          <p:cNvSpPr txBox="1"/>
          <p:nvPr>
            <p:ph idx="14" type="subTitle"/>
          </p:nvPr>
        </p:nvSpPr>
        <p:spPr>
          <a:xfrm>
            <a:off x="3419250" y="3726950"/>
            <a:ext cx="2305500" cy="630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Promo Video</a:t>
            </a:r>
            <a:endParaRPr/>
          </a:p>
        </p:txBody>
      </p:sp>
      <p:sp>
        <p:nvSpPr>
          <p:cNvPr id="979" name="Google Shape;979;p24"/>
          <p:cNvSpPr txBox="1"/>
          <p:nvPr>
            <p:ph idx="15" type="subTitle"/>
          </p:nvPr>
        </p:nvSpPr>
        <p:spPr>
          <a:xfrm>
            <a:off x="6118525" y="3726950"/>
            <a:ext cx="2478600" cy="103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Additional Features, </a:t>
            </a:r>
            <a:br>
              <a:rPr lang="en"/>
            </a:br>
            <a:r>
              <a:rPr lang="en"/>
              <a:t>Future Developments</a:t>
            </a:r>
            <a:endParaRPr/>
          </a:p>
        </p:txBody>
      </p:sp>
      <p:sp>
        <p:nvSpPr>
          <p:cNvPr id="980" name="Google Shape;980;p24"/>
          <p:cNvSpPr txBox="1"/>
          <p:nvPr>
            <p:ph idx="12" type="sldNum"/>
          </p:nvPr>
        </p:nvSpPr>
        <p:spPr>
          <a:xfrm>
            <a:off x="8597134" y="474990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25"/>
          <p:cNvSpPr txBox="1"/>
          <p:nvPr>
            <p:ph type="title"/>
          </p:nvPr>
        </p:nvSpPr>
        <p:spPr>
          <a:xfrm>
            <a:off x="3989375" y="2571975"/>
            <a:ext cx="4383600" cy="841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Introduction</a:t>
            </a:r>
            <a:endParaRPr/>
          </a:p>
        </p:txBody>
      </p:sp>
      <p:sp>
        <p:nvSpPr>
          <p:cNvPr id="986" name="Google Shape;986;p25"/>
          <p:cNvSpPr txBox="1"/>
          <p:nvPr>
            <p:ph idx="2" type="title"/>
          </p:nvPr>
        </p:nvSpPr>
        <p:spPr>
          <a:xfrm>
            <a:off x="5642675" y="1454775"/>
            <a:ext cx="1077000" cy="96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grpSp>
        <p:nvGrpSpPr>
          <p:cNvPr id="987" name="Google Shape;987;p25"/>
          <p:cNvGrpSpPr/>
          <p:nvPr/>
        </p:nvGrpSpPr>
        <p:grpSpPr>
          <a:xfrm>
            <a:off x="956297" y="764691"/>
            <a:ext cx="2571666" cy="3614127"/>
            <a:chOff x="1210622" y="-170354"/>
            <a:chExt cx="2319742" cy="3260082"/>
          </a:xfrm>
        </p:grpSpPr>
        <p:grpSp>
          <p:nvGrpSpPr>
            <p:cNvPr id="988" name="Google Shape;988;p25"/>
            <p:cNvGrpSpPr/>
            <p:nvPr/>
          </p:nvGrpSpPr>
          <p:grpSpPr>
            <a:xfrm>
              <a:off x="1681651" y="398058"/>
              <a:ext cx="1848713" cy="2691670"/>
              <a:chOff x="1938738" y="663771"/>
              <a:chExt cx="1848713" cy="2691670"/>
            </a:xfrm>
          </p:grpSpPr>
          <p:grpSp>
            <p:nvGrpSpPr>
              <p:cNvPr id="989" name="Google Shape;989;p25"/>
              <p:cNvGrpSpPr/>
              <p:nvPr/>
            </p:nvGrpSpPr>
            <p:grpSpPr>
              <a:xfrm>
                <a:off x="1938738" y="663771"/>
                <a:ext cx="1848713" cy="2691670"/>
                <a:chOff x="1753188" y="663783"/>
                <a:chExt cx="1848713" cy="2691670"/>
              </a:xfrm>
            </p:grpSpPr>
            <p:sp>
              <p:nvSpPr>
                <p:cNvPr id="990" name="Google Shape;990;p25"/>
                <p:cNvSpPr/>
                <p:nvPr/>
              </p:nvSpPr>
              <p:spPr>
                <a:xfrm>
                  <a:off x="2524001" y="1331549"/>
                  <a:ext cx="956301" cy="2021843"/>
                </a:xfrm>
                <a:custGeom>
                  <a:rect b="b" l="l" r="r" t="t"/>
                  <a:pathLst>
                    <a:path extrusionOk="0" h="981" w="464">
                      <a:moveTo>
                        <a:pt x="380" y="0"/>
                      </a:moveTo>
                      <a:cubicBezTo>
                        <a:pt x="371" y="0"/>
                        <a:pt x="359" y="0"/>
                        <a:pt x="345" y="0"/>
                      </a:cubicBezTo>
                      <a:cubicBezTo>
                        <a:pt x="342" y="0"/>
                        <a:pt x="338" y="0"/>
                        <a:pt x="335" y="2"/>
                      </a:cubicBezTo>
                      <a:cubicBezTo>
                        <a:pt x="331" y="3"/>
                        <a:pt x="328" y="6"/>
                        <a:pt x="326" y="9"/>
                      </a:cubicBezTo>
                      <a:cubicBezTo>
                        <a:pt x="325" y="11"/>
                        <a:pt x="324" y="13"/>
                        <a:pt x="324" y="15"/>
                      </a:cubicBezTo>
                      <a:cubicBezTo>
                        <a:pt x="324" y="17"/>
                        <a:pt x="324" y="19"/>
                        <a:pt x="324" y="21"/>
                      </a:cubicBezTo>
                      <a:cubicBezTo>
                        <a:pt x="324" y="23"/>
                        <a:pt x="324" y="26"/>
                        <a:pt x="324" y="28"/>
                      </a:cubicBezTo>
                      <a:cubicBezTo>
                        <a:pt x="324" y="31"/>
                        <a:pt x="324" y="32"/>
                        <a:pt x="323" y="34"/>
                      </a:cubicBezTo>
                      <a:cubicBezTo>
                        <a:pt x="322" y="39"/>
                        <a:pt x="320" y="43"/>
                        <a:pt x="316" y="46"/>
                      </a:cubicBezTo>
                      <a:cubicBezTo>
                        <a:pt x="313" y="47"/>
                        <a:pt x="311" y="48"/>
                        <a:pt x="309" y="48"/>
                      </a:cubicBezTo>
                      <a:cubicBezTo>
                        <a:pt x="306" y="48"/>
                        <a:pt x="304" y="48"/>
                        <a:pt x="301" y="48"/>
                      </a:cubicBezTo>
                      <a:cubicBezTo>
                        <a:pt x="291" y="48"/>
                        <a:pt x="281" y="48"/>
                        <a:pt x="269" y="48"/>
                      </a:cubicBezTo>
                      <a:cubicBezTo>
                        <a:pt x="247" y="48"/>
                        <a:pt x="223" y="48"/>
                        <a:pt x="198" y="48"/>
                      </a:cubicBezTo>
                      <a:lnTo>
                        <a:pt x="178" y="48"/>
                      </a:lnTo>
                      <a:cubicBezTo>
                        <a:pt x="176" y="48"/>
                        <a:pt x="175" y="48"/>
                        <a:pt x="173" y="48"/>
                      </a:cubicBezTo>
                      <a:cubicBezTo>
                        <a:pt x="172" y="48"/>
                        <a:pt x="170" y="48"/>
                        <a:pt x="168" y="48"/>
                      </a:cubicBezTo>
                      <a:cubicBezTo>
                        <a:pt x="165" y="47"/>
                        <a:pt x="162" y="45"/>
                        <a:pt x="159" y="42"/>
                      </a:cubicBezTo>
                      <a:cubicBezTo>
                        <a:pt x="157" y="40"/>
                        <a:pt x="155" y="36"/>
                        <a:pt x="155" y="33"/>
                      </a:cubicBezTo>
                      <a:cubicBezTo>
                        <a:pt x="155" y="31"/>
                        <a:pt x="155" y="29"/>
                        <a:pt x="155" y="27"/>
                      </a:cubicBezTo>
                      <a:cubicBezTo>
                        <a:pt x="155" y="26"/>
                        <a:pt x="155" y="24"/>
                        <a:pt x="155" y="22"/>
                      </a:cubicBezTo>
                      <a:cubicBezTo>
                        <a:pt x="155" y="19"/>
                        <a:pt x="155" y="15"/>
                        <a:pt x="154" y="12"/>
                      </a:cubicBezTo>
                      <a:cubicBezTo>
                        <a:pt x="153" y="8"/>
                        <a:pt x="150" y="6"/>
                        <a:pt x="148" y="3"/>
                      </a:cubicBezTo>
                      <a:cubicBezTo>
                        <a:pt x="145" y="1"/>
                        <a:pt x="141" y="0"/>
                        <a:pt x="137" y="1"/>
                      </a:cubicBezTo>
                      <a:lnTo>
                        <a:pt x="126" y="1"/>
                      </a:lnTo>
                      <a:cubicBezTo>
                        <a:pt x="119" y="1"/>
                        <a:pt x="111" y="1"/>
                        <a:pt x="103" y="1"/>
                      </a:cubicBezTo>
                      <a:cubicBezTo>
                        <a:pt x="88" y="1"/>
                        <a:pt x="72" y="1"/>
                        <a:pt x="56" y="1"/>
                      </a:cubicBezTo>
                      <a:cubicBezTo>
                        <a:pt x="48" y="1"/>
                        <a:pt x="40" y="2"/>
                        <a:pt x="32" y="5"/>
                      </a:cubicBezTo>
                      <a:cubicBezTo>
                        <a:pt x="25" y="8"/>
                        <a:pt x="18" y="14"/>
                        <a:pt x="13" y="20"/>
                      </a:cubicBezTo>
                      <a:cubicBezTo>
                        <a:pt x="7" y="26"/>
                        <a:pt x="3" y="34"/>
                        <a:pt x="1" y="43"/>
                      </a:cubicBezTo>
                      <a:cubicBezTo>
                        <a:pt x="1" y="45"/>
                        <a:pt x="1" y="47"/>
                        <a:pt x="0" y="49"/>
                      </a:cubicBezTo>
                      <a:cubicBezTo>
                        <a:pt x="0" y="51"/>
                        <a:pt x="0" y="53"/>
                        <a:pt x="0" y="54"/>
                      </a:cubicBezTo>
                      <a:lnTo>
                        <a:pt x="0" y="408"/>
                      </a:lnTo>
                      <a:cubicBezTo>
                        <a:pt x="0" y="413"/>
                        <a:pt x="0" y="417"/>
                        <a:pt x="0" y="422"/>
                      </a:cubicBezTo>
                      <a:cubicBezTo>
                        <a:pt x="0" y="436"/>
                        <a:pt x="0" y="451"/>
                        <a:pt x="0" y="465"/>
                      </a:cubicBezTo>
                      <a:lnTo>
                        <a:pt x="0" y="925"/>
                      </a:lnTo>
                      <a:cubicBezTo>
                        <a:pt x="0" y="931"/>
                        <a:pt x="0" y="936"/>
                        <a:pt x="2" y="942"/>
                      </a:cubicBezTo>
                      <a:cubicBezTo>
                        <a:pt x="6" y="954"/>
                        <a:pt x="13" y="964"/>
                        <a:pt x="23" y="971"/>
                      </a:cubicBezTo>
                      <a:cubicBezTo>
                        <a:pt x="33" y="978"/>
                        <a:pt x="45" y="981"/>
                        <a:pt x="58" y="980"/>
                      </a:cubicBezTo>
                      <a:cubicBezTo>
                        <a:pt x="70" y="980"/>
                        <a:pt x="82" y="980"/>
                        <a:pt x="94" y="980"/>
                      </a:cubicBezTo>
                      <a:cubicBezTo>
                        <a:pt x="119" y="980"/>
                        <a:pt x="143" y="980"/>
                        <a:pt x="167" y="980"/>
                      </a:cubicBezTo>
                      <a:cubicBezTo>
                        <a:pt x="215" y="980"/>
                        <a:pt x="263" y="980"/>
                        <a:pt x="309" y="980"/>
                      </a:cubicBezTo>
                      <a:cubicBezTo>
                        <a:pt x="332" y="980"/>
                        <a:pt x="356" y="980"/>
                        <a:pt x="378" y="980"/>
                      </a:cubicBezTo>
                      <a:cubicBezTo>
                        <a:pt x="390" y="980"/>
                        <a:pt x="401" y="981"/>
                        <a:pt x="412" y="980"/>
                      </a:cubicBezTo>
                      <a:cubicBezTo>
                        <a:pt x="424" y="980"/>
                        <a:pt x="434" y="975"/>
                        <a:pt x="443" y="969"/>
                      </a:cubicBezTo>
                      <a:cubicBezTo>
                        <a:pt x="447" y="965"/>
                        <a:pt x="451" y="961"/>
                        <a:pt x="454" y="956"/>
                      </a:cubicBezTo>
                      <a:cubicBezTo>
                        <a:pt x="457" y="952"/>
                        <a:pt x="459" y="947"/>
                        <a:pt x="461" y="941"/>
                      </a:cubicBezTo>
                      <a:cubicBezTo>
                        <a:pt x="463" y="936"/>
                        <a:pt x="463" y="931"/>
                        <a:pt x="463" y="925"/>
                      </a:cubicBezTo>
                      <a:cubicBezTo>
                        <a:pt x="463" y="920"/>
                        <a:pt x="463" y="914"/>
                        <a:pt x="463" y="909"/>
                      </a:cubicBezTo>
                      <a:cubicBezTo>
                        <a:pt x="463" y="887"/>
                        <a:pt x="463" y="865"/>
                        <a:pt x="463" y="844"/>
                      </a:cubicBezTo>
                      <a:cubicBezTo>
                        <a:pt x="463" y="672"/>
                        <a:pt x="463" y="518"/>
                        <a:pt x="463" y="389"/>
                      </a:cubicBezTo>
                      <a:cubicBezTo>
                        <a:pt x="463" y="259"/>
                        <a:pt x="463" y="154"/>
                        <a:pt x="464" y="82"/>
                      </a:cubicBezTo>
                      <a:cubicBezTo>
                        <a:pt x="464" y="73"/>
                        <a:pt x="464" y="64"/>
                        <a:pt x="464" y="56"/>
                      </a:cubicBezTo>
                      <a:cubicBezTo>
                        <a:pt x="464" y="48"/>
                        <a:pt x="462" y="41"/>
                        <a:pt x="460" y="34"/>
                      </a:cubicBezTo>
                      <a:cubicBezTo>
                        <a:pt x="457" y="28"/>
                        <a:pt x="453" y="23"/>
                        <a:pt x="449" y="18"/>
                      </a:cubicBezTo>
                      <a:cubicBezTo>
                        <a:pt x="445" y="14"/>
                        <a:pt x="441" y="11"/>
                        <a:pt x="437" y="8"/>
                      </a:cubicBezTo>
                      <a:cubicBezTo>
                        <a:pt x="429" y="3"/>
                        <a:pt x="422" y="2"/>
                        <a:pt x="417" y="1"/>
                      </a:cubicBezTo>
                      <a:cubicBezTo>
                        <a:pt x="414" y="1"/>
                        <a:pt x="413" y="1"/>
                        <a:pt x="411" y="0"/>
                      </a:cubicBezTo>
                      <a:cubicBezTo>
                        <a:pt x="410" y="0"/>
                        <a:pt x="409" y="0"/>
                        <a:pt x="409" y="0"/>
                      </a:cubicBezTo>
                      <a:cubicBezTo>
                        <a:pt x="409" y="0"/>
                        <a:pt x="407" y="0"/>
                        <a:pt x="402" y="0"/>
                      </a:cubicBezTo>
                      <a:cubicBezTo>
                        <a:pt x="397" y="0"/>
                        <a:pt x="390" y="0"/>
                        <a:pt x="380" y="0"/>
                      </a:cubicBezTo>
                      <a:close/>
                    </a:path>
                  </a:pathLst>
                </a:custGeom>
                <a:solidFill>
                  <a:schemeClr val="lt1"/>
                </a:solidFill>
                <a:ln>
                  <a:noFill/>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991" name="Google Shape;991;p25"/>
                <p:cNvSpPr/>
                <p:nvPr/>
              </p:nvSpPr>
              <p:spPr>
                <a:xfrm>
                  <a:off x="2680637" y="2092059"/>
                  <a:ext cx="630664" cy="129843"/>
                </a:xfrm>
                <a:custGeom>
                  <a:rect b="b" l="l" r="r" t="t"/>
                  <a:pathLst>
                    <a:path extrusionOk="0" h="63" w="306">
                      <a:moveTo>
                        <a:pt x="0" y="0"/>
                      </a:moveTo>
                      <a:lnTo>
                        <a:pt x="306" y="0"/>
                      </a:lnTo>
                      <a:lnTo>
                        <a:pt x="306" y="63"/>
                      </a:lnTo>
                      <a:lnTo>
                        <a:pt x="0" y="63"/>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992" name="Google Shape;992;p25"/>
                <p:cNvSpPr/>
                <p:nvPr/>
              </p:nvSpPr>
              <p:spPr>
                <a:xfrm>
                  <a:off x="2521940" y="1329488"/>
                  <a:ext cx="960423" cy="2025965"/>
                </a:xfrm>
                <a:custGeom>
                  <a:rect b="b" l="l" r="r" t="t"/>
                  <a:pathLst>
                    <a:path extrusionOk="0" h="983" w="466">
                      <a:moveTo>
                        <a:pt x="411" y="1"/>
                      </a:moveTo>
                      <a:cubicBezTo>
                        <a:pt x="411" y="1"/>
                        <a:pt x="412" y="1"/>
                        <a:pt x="413" y="1"/>
                      </a:cubicBezTo>
                      <a:cubicBezTo>
                        <a:pt x="415" y="1"/>
                        <a:pt x="416" y="1"/>
                        <a:pt x="419" y="1"/>
                      </a:cubicBezTo>
                      <a:cubicBezTo>
                        <a:pt x="424" y="2"/>
                        <a:pt x="431" y="3"/>
                        <a:pt x="439" y="8"/>
                      </a:cubicBezTo>
                      <a:cubicBezTo>
                        <a:pt x="443" y="11"/>
                        <a:pt x="448" y="14"/>
                        <a:pt x="452" y="18"/>
                      </a:cubicBezTo>
                      <a:cubicBezTo>
                        <a:pt x="456" y="23"/>
                        <a:pt x="459" y="28"/>
                        <a:pt x="462" y="35"/>
                      </a:cubicBezTo>
                      <a:cubicBezTo>
                        <a:pt x="465" y="41"/>
                        <a:pt x="466" y="49"/>
                        <a:pt x="466" y="57"/>
                      </a:cubicBezTo>
                      <a:cubicBezTo>
                        <a:pt x="466" y="65"/>
                        <a:pt x="466" y="73"/>
                        <a:pt x="466" y="82"/>
                      </a:cubicBezTo>
                      <a:cubicBezTo>
                        <a:pt x="466" y="155"/>
                        <a:pt x="466" y="260"/>
                        <a:pt x="466" y="389"/>
                      </a:cubicBezTo>
                      <a:cubicBezTo>
                        <a:pt x="466" y="519"/>
                        <a:pt x="466" y="673"/>
                        <a:pt x="466" y="844"/>
                      </a:cubicBezTo>
                      <a:cubicBezTo>
                        <a:pt x="466" y="866"/>
                        <a:pt x="466" y="887"/>
                        <a:pt x="466" y="909"/>
                      </a:cubicBezTo>
                      <a:lnTo>
                        <a:pt x="466" y="926"/>
                      </a:lnTo>
                      <a:cubicBezTo>
                        <a:pt x="466" y="931"/>
                        <a:pt x="466" y="937"/>
                        <a:pt x="464" y="942"/>
                      </a:cubicBezTo>
                      <a:cubicBezTo>
                        <a:pt x="463" y="948"/>
                        <a:pt x="460" y="953"/>
                        <a:pt x="457" y="958"/>
                      </a:cubicBezTo>
                      <a:cubicBezTo>
                        <a:pt x="454" y="962"/>
                        <a:pt x="450" y="966"/>
                        <a:pt x="446" y="970"/>
                      </a:cubicBezTo>
                      <a:cubicBezTo>
                        <a:pt x="437" y="977"/>
                        <a:pt x="426" y="982"/>
                        <a:pt x="415" y="982"/>
                      </a:cubicBezTo>
                      <a:cubicBezTo>
                        <a:pt x="403" y="983"/>
                        <a:pt x="392" y="982"/>
                        <a:pt x="380" y="982"/>
                      </a:cubicBezTo>
                      <a:cubicBezTo>
                        <a:pt x="358" y="982"/>
                        <a:pt x="334" y="982"/>
                        <a:pt x="311" y="982"/>
                      </a:cubicBezTo>
                      <a:cubicBezTo>
                        <a:pt x="265" y="982"/>
                        <a:pt x="217" y="982"/>
                        <a:pt x="169" y="982"/>
                      </a:cubicBezTo>
                      <a:cubicBezTo>
                        <a:pt x="145" y="982"/>
                        <a:pt x="121" y="982"/>
                        <a:pt x="96" y="982"/>
                      </a:cubicBezTo>
                      <a:cubicBezTo>
                        <a:pt x="84" y="982"/>
                        <a:pt x="72" y="982"/>
                        <a:pt x="60" y="982"/>
                      </a:cubicBezTo>
                      <a:cubicBezTo>
                        <a:pt x="47" y="983"/>
                        <a:pt x="35" y="980"/>
                        <a:pt x="24" y="973"/>
                      </a:cubicBezTo>
                      <a:cubicBezTo>
                        <a:pt x="14" y="965"/>
                        <a:pt x="6" y="955"/>
                        <a:pt x="3" y="943"/>
                      </a:cubicBezTo>
                      <a:cubicBezTo>
                        <a:pt x="1" y="937"/>
                        <a:pt x="0" y="931"/>
                        <a:pt x="0" y="924"/>
                      </a:cubicBezTo>
                      <a:cubicBezTo>
                        <a:pt x="0" y="918"/>
                        <a:pt x="0" y="912"/>
                        <a:pt x="0" y="906"/>
                      </a:cubicBezTo>
                      <a:cubicBezTo>
                        <a:pt x="0" y="882"/>
                        <a:pt x="0" y="858"/>
                        <a:pt x="0" y="833"/>
                      </a:cubicBezTo>
                      <a:cubicBezTo>
                        <a:pt x="0" y="785"/>
                        <a:pt x="0" y="738"/>
                        <a:pt x="0" y="691"/>
                      </a:cubicBezTo>
                      <a:cubicBezTo>
                        <a:pt x="0" y="598"/>
                        <a:pt x="0" y="508"/>
                        <a:pt x="1" y="423"/>
                      </a:cubicBezTo>
                      <a:cubicBezTo>
                        <a:pt x="1" y="337"/>
                        <a:pt x="1" y="255"/>
                        <a:pt x="1" y="179"/>
                      </a:cubicBezTo>
                      <a:cubicBezTo>
                        <a:pt x="1" y="141"/>
                        <a:pt x="1" y="104"/>
                        <a:pt x="1" y="69"/>
                      </a:cubicBezTo>
                      <a:cubicBezTo>
                        <a:pt x="1" y="65"/>
                        <a:pt x="1" y="60"/>
                        <a:pt x="1" y="56"/>
                      </a:cubicBezTo>
                      <a:cubicBezTo>
                        <a:pt x="1" y="54"/>
                        <a:pt x="1" y="52"/>
                        <a:pt x="1" y="49"/>
                      </a:cubicBezTo>
                      <a:cubicBezTo>
                        <a:pt x="1" y="47"/>
                        <a:pt x="2" y="45"/>
                        <a:pt x="2" y="43"/>
                      </a:cubicBezTo>
                      <a:cubicBezTo>
                        <a:pt x="4" y="34"/>
                        <a:pt x="8" y="26"/>
                        <a:pt x="14" y="20"/>
                      </a:cubicBezTo>
                      <a:cubicBezTo>
                        <a:pt x="19" y="13"/>
                        <a:pt x="26" y="8"/>
                        <a:pt x="34" y="5"/>
                      </a:cubicBezTo>
                      <a:cubicBezTo>
                        <a:pt x="41" y="1"/>
                        <a:pt x="50" y="0"/>
                        <a:pt x="58" y="0"/>
                      </a:cubicBezTo>
                      <a:cubicBezTo>
                        <a:pt x="74" y="0"/>
                        <a:pt x="90" y="0"/>
                        <a:pt x="105" y="0"/>
                      </a:cubicBezTo>
                      <a:cubicBezTo>
                        <a:pt x="113" y="0"/>
                        <a:pt x="121" y="0"/>
                        <a:pt x="128" y="0"/>
                      </a:cubicBezTo>
                      <a:cubicBezTo>
                        <a:pt x="132" y="0"/>
                        <a:pt x="136" y="0"/>
                        <a:pt x="139" y="0"/>
                      </a:cubicBezTo>
                      <a:cubicBezTo>
                        <a:pt x="143" y="0"/>
                        <a:pt x="147" y="1"/>
                        <a:pt x="150" y="3"/>
                      </a:cubicBezTo>
                      <a:cubicBezTo>
                        <a:pt x="153" y="5"/>
                        <a:pt x="156" y="8"/>
                        <a:pt x="157" y="12"/>
                      </a:cubicBezTo>
                      <a:cubicBezTo>
                        <a:pt x="158" y="15"/>
                        <a:pt x="158" y="19"/>
                        <a:pt x="158" y="23"/>
                      </a:cubicBezTo>
                      <a:cubicBezTo>
                        <a:pt x="158" y="24"/>
                        <a:pt x="158" y="26"/>
                        <a:pt x="158" y="28"/>
                      </a:cubicBezTo>
                      <a:cubicBezTo>
                        <a:pt x="158" y="30"/>
                        <a:pt x="158" y="31"/>
                        <a:pt x="158" y="33"/>
                      </a:cubicBezTo>
                      <a:cubicBezTo>
                        <a:pt x="158" y="36"/>
                        <a:pt x="160" y="40"/>
                        <a:pt x="162" y="42"/>
                      </a:cubicBezTo>
                      <a:cubicBezTo>
                        <a:pt x="164" y="45"/>
                        <a:pt x="167" y="47"/>
                        <a:pt x="170" y="47"/>
                      </a:cubicBezTo>
                      <a:cubicBezTo>
                        <a:pt x="172" y="48"/>
                        <a:pt x="174" y="48"/>
                        <a:pt x="175" y="48"/>
                      </a:cubicBezTo>
                      <a:lnTo>
                        <a:pt x="180" y="48"/>
                      </a:lnTo>
                      <a:cubicBezTo>
                        <a:pt x="187" y="48"/>
                        <a:pt x="193" y="48"/>
                        <a:pt x="200" y="48"/>
                      </a:cubicBezTo>
                      <a:cubicBezTo>
                        <a:pt x="226" y="48"/>
                        <a:pt x="250" y="48"/>
                        <a:pt x="272" y="48"/>
                      </a:cubicBezTo>
                      <a:cubicBezTo>
                        <a:pt x="283" y="48"/>
                        <a:pt x="293" y="48"/>
                        <a:pt x="303" y="48"/>
                      </a:cubicBezTo>
                      <a:cubicBezTo>
                        <a:pt x="306" y="48"/>
                        <a:pt x="308" y="48"/>
                        <a:pt x="311" y="48"/>
                      </a:cubicBezTo>
                      <a:cubicBezTo>
                        <a:pt x="313" y="48"/>
                        <a:pt x="315" y="47"/>
                        <a:pt x="317" y="46"/>
                      </a:cubicBezTo>
                      <a:cubicBezTo>
                        <a:pt x="321" y="43"/>
                        <a:pt x="324" y="39"/>
                        <a:pt x="325" y="35"/>
                      </a:cubicBezTo>
                      <a:cubicBezTo>
                        <a:pt x="325" y="32"/>
                        <a:pt x="325" y="30"/>
                        <a:pt x="325" y="28"/>
                      </a:cubicBezTo>
                      <a:cubicBezTo>
                        <a:pt x="325" y="26"/>
                        <a:pt x="325" y="24"/>
                        <a:pt x="325" y="22"/>
                      </a:cubicBezTo>
                      <a:cubicBezTo>
                        <a:pt x="325" y="19"/>
                        <a:pt x="325" y="17"/>
                        <a:pt x="326" y="15"/>
                      </a:cubicBezTo>
                      <a:cubicBezTo>
                        <a:pt x="326" y="13"/>
                        <a:pt x="327" y="11"/>
                        <a:pt x="328" y="9"/>
                      </a:cubicBezTo>
                      <a:cubicBezTo>
                        <a:pt x="330" y="6"/>
                        <a:pt x="333" y="3"/>
                        <a:pt x="336" y="2"/>
                      </a:cubicBezTo>
                      <a:cubicBezTo>
                        <a:pt x="340" y="0"/>
                        <a:pt x="344" y="1"/>
                        <a:pt x="347" y="1"/>
                      </a:cubicBezTo>
                      <a:cubicBezTo>
                        <a:pt x="361" y="1"/>
                        <a:pt x="373" y="1"/>
                        <a:pt x="382" y="1"/>
                      </a:cubicBezTo>
                      <a:cubicBezTo>
                        <a:pt x="392" y="1"/>
                        <a:pt x="399" y="1"/>
                        <a:pt x="404" y="1"/>
                      </a:cubicBezTo>
                      <a:cubicBezTo>
                        <a:pt x="409" y="1"/>
                        <a:pt x="411" y="1"/>
                        <a:pt x="411" y="1"/>
                      </a:cubicBezTo>
                      <a:cubicBezTo>
                        <a:pt x="411" y="1"/>
                        <a:pt x="409" y="1"/>
                        <a:pt x="404" y="1"/>
                      </a:cubicBezTo>
                      <a:cubicBezTo>
                        <a:pt x="399" y="1"/>
                        <a:pt x="392" y="1"/>
                        <a:pt x="382" y="1"/>
                      </a:cubicBezTo>
                      <a:cubicBezTo>
                        <a:pt x="373" y="1"/>
                        <a:pt x="361" y="1"/>
                        <a:pt x="347" y="1"/>
                      </a:cubicBezTo>
                      <a:cubicBezTo>
                        <a:pt x="344" y="1"/>
                        <a:pt x="340" y="0"/>
                        <a:pt x="337" y="2"/>
                      </a:cubicBezTo>
                      <a:cubicBezTo>
                        <a:pt x="333" y="3"/>
                        <a:pt x="330" y="6"/>
                        <a:pt x="328" y="9"/>
                      </a:cubicBezTo>
                      <a:cubicBezTo>
                        <a:pt x="327" y="11"/>
                        <a:pt x="327" y="13"/>
                        <a:pt x="326" y="15"/>
                      </a:cubicBezTo>
                      <a:cubicBezTo>
                        <a:pt x="326" y="17"/>
                        <a:pt x="326" y="19"/>
                        <a:pt x="326" y="21"/>
                      </a:cubicBezTo>
                      <a:lnTo>
                        <a:pt x="326" y="28"/>
                      </a:lnTo>
                      <a:cubicBezTo>
                        <a:pt x="326" y="30"/>
                        <a:pt x="326" y="32"/>
                        <a:pt x="325" y="35"/>
                      </a:cubicBezTo>
                      <a:cubicBezTo>
                        <a:pt x="325" y="39"/>
                        <a:pt x="322" y="43"/>
                        <a:pt x="318" y="46"/>
                      </a:cubicBezTo>
                      <a:cubicBezTo>
                        <a:pt x="316" y="47"/>
                        <a:pt x="313" y="48"/>
                        <a:pt x="311" y="48"/>
                      </a:cubicBezTo>
                      <a:cubicBezTo>
                        <a:pt x="308" y="49"/>
                        <a:pt x="306" y="48"/>
                        <a:pt x="303" y="49"/>
                      </a:cubicBezTo>
                      <a:cubicBezTo>
                        <a:pt x="293" y="49"/>
                        <a:pt x="283" y="49"/>
                        <a:pt x="272" y="49"/>
                      </a:cubicBezTo>
                      <a:cubicBezTo>
                        <a:pt x="250" y="49"/>
                        <a:pt x="226" y="49"/>
                        <a:pt x="200" y="49"/>
                      </a:cubicBezTo>
                      <a:lnTo>
                        <a:pt x="180" y="49"/>
                      </a:lnTo>
                      <a:cubicBezTo>
                        <a:pt x="179" y="49"/>
                        <a:pt x="177" y="49"/>
                        <a:pt x="175" y="49"/>
                      </a:cubicBezTo>
                      <a:cubicBezTo>
                        <a:pt x="174" y="49"/>
                        <a:pt x="172" y="49"/>
                        <a:pt x="170" y="48"/>
                      </a:cubicBezTo>
                      <a:cubicBezTo>
                        <a:pt x="167" y="47"/>
                        <a:pt x="164" y="45"/>
                        <a:pt x="161" y="43"/>
                      </a:cubicBezTo>
                      <a:cubicBezTo>
                        <a:pt x="159" y="40"/>
                        <a:pt x="158" y="37"/>
                        <a:pt x="157" y="33"/>
                      </a:cubicBezTo>
                      <a:cubicBezTo>
                        <a:pt x="157" y="31"/>
                        <a:pt x="157" y="30"/>
                        <a:pt x="157" y="28"/>
                      </a:cubicBezTo>
                      <a:cubicBezTo>
                        <a:pt x="157" y="26"/>
                        <a:pt x="157" y="24"/>
                        <a:pt x="157" y="22"/>
                      </a:cubicBezTo>
                      <a:cubicBezTo>
                        <a:pt x="157" y="19"/>
                        <a:pt x="157" y="15"/>
                        <a:pt x="156" y="12"/>
                      </a:cubicBezTo>
                      <a:cubicBezTo>
                        <a:pt x="155" y="9"/>
                        <a:pt x="152" y="6"/>
                        <a:pt x="150" y="4"/>
                      </a:cubicBezTo>
                      <a:cubicBezTo>
                        <a:pt x="147" y="2"/>
                        <a:pt x="143" y="1"/>
                        <a:pt x="139" y="1"/>
                      </a:cubicBezTo>
                      <a:lnTo>
                        <a:pt x="106" y="1"/>
                      </a:lnTo>
                      <a:cubicBezTo>
                        <a:pt x="90" y="1"/>
                        <a:pt x="74" y="1"/>
                        <a:pt x="58" y="1"/>
                      </a:cubicBezTo>
                      <a:cubicBezTo>
                        <a:pt x="50" y="1"/>
                        <a:pt x="42" y="2"/>
                        <a:pt x="34" y="6"/>
                      </a:cubicBezTo>
                      <a:cubicBezTo>
                        <a:pt x="27" y="9"/>
                        <a:pt x="20" y="14"/>
                        <a:pt x="15" y="20"/>
                      </a:cubicBezTo>
                      <a:cubicBezTo>
                        <a:pt x="9" y="27"/>
                        <a:pt x="5" y="35"/>
                        <a:pt x="4" y="43"/>
                      </a:cubicBezTo>
                      <a:cubicBezTo>
                        <a:pt x="3" y="45"/>
                        <a:pt x="3" y="47"/>
                        <a:pt x="2" y="49"/>
                      </a:cubicBezTo>
                      <a:cubicBezTo>
                        <a:pt x="2" y="51"/>
                        <a:pt x="2" y="54"/>
                        <a:pt x="2" y="56"/>
                      </a:cubicBezTo>
                      <a:cubicBezTo>
                        <a:pt x="2" y="60"/>
                        <a:pt x="2" y="65"/>
                        <a:pt x="2" y="69"/>
                      </a:cubicBezTo>
                      <a:cubicBezTo>
                        <a:pt x="2" y="104"/>
                        <a:pt x="2" y="141"/>
                        <a:pt x="2" y="179"/>
                      </a:cubicBezTo>
                      <a:cubicBezTo>
                        <a:pt x="2" y="255"/>
                        <a:pt x="2" y="337"/>
                        <a:pt x="2" y="422"/>
                      </a:cubicBezTo>
                      <a:cubicBezTo>
                        <a:pt x="2" y="508"/>
                        <a:pt x="2" y="598"/>
                        <a:pt x="2" y="691"/>
                      </a:cubicBezTo>
                      <a:cubicBezTo>
                        <a:pt x="2" y="738"/>
                        <a:pt x="2" y="785"/>
                        <a:pt x="2" y="833"/>
                      </a:cubicBezTo>
                      <a:cubicBezTo>
                        <a:pt x="2" y="857"/>
                        <a:pt x="2" y="882"/>
                        <a:pt x="2" y="906"/>
                      </a:cubicBezTo>
                      <a:cubicBezTo>
                        <a:pt x="2" y="912"/>
                        <a:pt x="2" y="918"/>
                        <a:pt x="2" y="924"/>
                      </a:cubicBezTo>
                      <a:cubicBezTo>
                        <a:pt x="2" y="930"/>
                        <a:pt x="2" y="936"/>
                        <a:pt x="4" y="942"/>
                      </a:cubicBezTo>
                      <a:cubicBezTo>
                        <a:pt x="8" y="954"/>
                        <a:pt x="15" y="964"/>
                        <a:pt x="25" y="971"/>
                      </a:cubicBezTo>
                      <a:cubicBezTo>
                        <a:pt x="35" y="978"/>
                        <a:pt x="48" y="981"/>
                        <a:pt x="60" y="981"/>
                      </a:cubicBezTo>
                      <a:cubicBezTo>
                        <a:pt x="72" y="981"/>
                        <a:pt x="84" y="981"/>
                        <a:pt x="96" y="981"/>
                      </a:cubicBezTo>
                      <a:cubicBezTo>
                        <a:pt x="121" y="981"/>
                        <a:pt x="145" y="981"/>
                        <a:pt x="169" y="981"/>
                      </a:cubicBezTo>
                      <a:cubicBezTo>
                        <a:pt x="217" y="981"/>
                        <a:pt x="265" y="981"/>
                        <a:pt x="311" y="981"/>
                      </a:cubicBezTo>
                      <a:cubicBezTo>
                        <a:pt x="335" y="981"/>
                        <a:pt x="358" y="981"/>
                        <a:pt x="381" y="981"/>
                      </a:cubicBezTo>
                      <a:cubicBezTo>
                        <a:pt x="392" y="981"/>
                        <a:pt x="403" y="981"/>
                        <a:pt x="415" y="981"/>
                      </a:cubicBezTo>
                      <a:cubicBezTo>
                        <a:pt x="426" y="980"/>
                        <a:pt x="437" y="976"/>
                        <a:pt x="445" y="969"/>
                      </a:cubicBezTo>
                      <a:cubicBezTo>
                        <a:pt x="449" y="965"/>
                        <a:pt x="453" y="961"/>
                        <a:pt x="456" y="957"/>
                      </a:cubicBezTo>
                      <a:cubicBezTo>
                        <a:pt x="459" y="952"/>
                        <a:pt x="461" y="947"/>
                        <a:pt x="463" y="942"/>
                      </a:cubicBezTo>
                      <a:cubicBezTo>
                        <a:pt x="465" y="936"/>
                        <a:pt x="465" y="931"/>
                        <a:pt x="465" y="925"/>
                      </a:cubicBezTo>
                      <a:cubicBezTo>
                        <a:pt x="465" y="920"/>
                        <a:pt x="465" y="914"/>
                        <a:pt x="465" y="909"/>
                      </a:cubicBezTo>
                      <a:cubicBezTo>
                        <a:pt x="465" y="887"/>
                        <a:pt x="465" y="865"/>
                        <a:pt x="465" y="844"/>
                      </a:cubicBezTo>
                      <a:cubicBezTo>
                        <a:pt x="465" y="673"/>
                        <a:pt x="465" y="519"/>
                        <a:pt x="465" y="389"/>
                      </a:cubicBezTo>
                      <a:cubicBezTo>
                        <a:pt x="465" y="259"/>
                        <a:pt x="466" y="155"/>
                        <a:pt x="466" y="82"/>
                      </a:cubicBezTo>
                      <a:cubicBezTo>
                        <a:pt x="466" y="73"/>
                        <a:pt x="466" y="65"/>
                        <a:pt x="466" y="57"/>
                      </a:cubicBezTo>
                      <a:cubicBezTo>
                        <a:pt x="466" y="49"/>
                        <a:pt x="464" y="41"/>
                        <a:pt x="462" y="35"/>
                      </a:cubicBezTo>
                      <a:cubicBezTo>
                        <a:pt x="459" y="28"/>
                        <a:pt x="455" y="23"/>
                        <a:pt x="451" y="18"/>
                      </a:cubicBezTo>
                      <a:cubicBezTo>
                        <a:pt x="448" y="14"/>
                        <a:pt x="443" y="11"/>
                        <a:pt x="439" y="8"/>
                      </a:cubicBezTo>
                      <a:cubicBezTo>
                        <a:pt x="431" y="4"/>
                        <a:pt x="424" y="2"/>
                        <a:pt x="419" y="1"/>
                      </a:cubicBezTo>
                      <a:cubicBezTo>
                        <a:pt x="417" y="1"/>
                        <a:pt x="415" y="1"/>
                        <a:pt x="413" y="1"/>
                      </a:cubicBezTo>
                      <a:cubicBezTo>
                        <a:pt x="412" y="1"/>
                        <a:pt x="412" y="1"/>
                        <a:pt x="412" y="1"/>
                      </a:cubicBezTo>
                      <a:lnTo>
                        <a:pt x="411" y="1"/>
                      </a:lnTo>
                      <a:close/>
                    </a:path>
                  </a:pathLst>
                </a:custGeom>
                <a:solidFill>
                  <a:schemeClr val="dk1"/>
                </a:solidFill>
                <a:ln cap="flat" cmpd="sng" w="9525">
                  <a:solidFill>
                    <a:schemeClr val="dk1"/>
                  </a:solidFill>
                  <a:prstDash val="solid"/>
                  <a:round/>
                  <a:headEnd len="sm" w="sm" type="none"/>
                  <a:tailEnd len="sm" w="sm" type="none"/>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993" name="Google Shape;993;p25"/>
                <p:cNvSpPr/>
                <p:nvPr/>
              </p:nvSpPr>
              <p:spPr>
                <a:xfrm>
                  <a:off x="3309241" y="1512917"/>
                  <a:ext cx="82440" cy="2061"/>
                </a:xfrm>
                <a:custGeom>
                  <a:rect b="b" l="l" r="r" t="t"/>
                  <a:pathLst>
                    <a:path extrusionOk="0" h="1" w="40">
                      <a:moveTo>
                        <a:pt x="40" y="0"/>
                      </a:moveTo>
                      <a:cubicBezTo>
                        <a:pt x="40" y="0"/>
                        <a:pt x="31" y="0"/>
                        <a:pt x="20" y="1"/>
                      </a:cubicBezTo>
                      <a:cubicBezTo>
                        <a:pt x="9" y="1"/>
                        <a:pt x="0" y="1"/>
                        <a:pt x="0" y="0"/>
                      </a:cubicBezTo>
                      <a:cubicBezTo>
                        <a:pt x="0" y="0"/>
                        <a:pt x="9" y="0"/>
                        <a:pt x="20" y="0"/>
                      </a:cubicBezTo>
                      <a:cubicBezTo>
                        <a:pt x="31" y="0"/>
                        <a:pt x="40" y="0"/>
                        <a:pt x="40"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994" name="Google Shape;994;p25"/>
                <p:cNvSpPr/>
                <p:nvPr/>
              </p:nvSpPr>
              <p:spPr>
                <a:xfrm>
                  <a:off x="3309241" y="1533527"/>
                  <a:ext cx="82440" cy="2061"/>
                </a:xfrm>
                <a:custGeom>
                  <a:rect b="b" l="l" r="r" t="t"/>
                  <a:pathLst>
                    <a:path extrusionOk="0" h="1" w="40">
                      <a:moveTo>
                        <a:pt x="40" y="0"/>
                      </a:moveTo>
                      <a:cubicBezTo>
                        <a:pt x="40" y="0"/>
                        <a:pt x="31" y="1"/>
                        <a:pt x="20" y="1"/>
                      </a:cubicBezTo>
                      <a:cubicBezTo>
                        <a:pt x="9" y="1"/>
                        <a:pt x="0" y="1"/>
                        <a:pt x="0" y="1"/>
                      </a:cubicBezTo>
                      <a:cubicBezTo>
                        <a:pt x="0" y="0"/>
                        <a:pt x="9" y="0"/>
                        <a:pt x="20" y="0"/>
                      </a:cubicBezTo>
                      <a:cubicBezTo>
                        <a:pt x="31" y="0"/>
                        <a:pt x="40" y="0"/>
                        <a:pt x="40"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995" name="Google Shape;995;p25"/>
                <p:cNvSpPr/>
                <p:nvPr/>
              </p:nvSpPr>
              <p:spPr>
                <a:xfrm>
                  <a:off x="3309241" y="1554137"/>
                  <a:ext cx="82440" cy="2061"/>
                </a:xfrm>
                <a:custGeom>
                  <a:rect b="b" l="l" r="r" t="t"/>
                  <a:pathLst>
                    <a:path extrusionOk="0" h="1" w="40">
                      <a:moveTo>
                        <a:pt x="40" y="1"/>
                      </a:moveTo>
                      <a:cubicBezTo>
                        <a:pt x="40" y="1"/>
                        <a:pt x="31" y="1"/>
                        <a:pt x="20" y="1"/>
                      </a:cubicBezTo>
                      <a:cubicBezTo>
                        <a:pt x="9" y="1"/>
                        <a:pt x="0" y="1"/>
                        <a:pt x="0" y="1"/>
                      </a:cubicBezTo>
                      <a:cubicBezTo>
                        <a:pt x="0" y="1"/>
                        <a:pt x="9" y="0"/>
                        <a:pt x="20" y="0"/>
                      </a:cubicBezTo>
                      <a:cubicBezTo>
                        <a:pt x="31" y="0"/>
                        <a:pt x="40" y="0"/>
                        <a:pt x="40" y="1"/>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996" name="Google Shape;996;p25"/>
                <p:cNvSpPr/>
                <p:nvPr/>
              </p:nvSpPr>
              <p:spPr>
                <a:xfrm>
                  <a:off x="2637356" y="1510856"/>
                  <a:ext cx="68013" cy="68013"/>
                </a:xfrm>
                <a:custGeom>
                  <a:rect b="b" l="l" r="r" t="t"/>
                  <a:pathLst>
                    <a:path extrusionOk="0" h="33" w="33">
                      <a:moveTo>
                        <a:pt x="1" y="33"/>
                      </a:moveTo>
                      <a:lnTo>
                        <a:pt x="2" y="33"/>
                      </a:lnTo>
                      <a:cubicBezTo>
                        <a:pt x="2" y="33"/>
                        <a:pt x="3" y="33"/>
                        <a:pt x="4" y="33"/>
                      </a:cubicBezTo>
                      <a:cubicBezTo>
                        <a:pt x="6" y="33"/>
                        <a:pt x="9" y="33"/>
                        <a:pt x="13" y="33"/>
                      </a:cubicBezTo>
                      <a:lnTo>
                        <a:pt x="12" y="33"/>
                      </a:lnTo>
                      <a:cubicBezTo>
                        <a:pt x="12" y="31"/>
                        <a:pt x="12" y="29"/>
                        <a:pt x="12" y="27"/>
                      </a:cubicBezTo>
                      <a:cubicBezTo>
                        <a:pt x="12" y="26"/>
                        <a:pt x="12" y="25"/>
                        <a:pt x="12" y="23"/>
                      </a:cubicBezTo>
                      <a:cubicBezTo>
                        <a:pt x="12" y="22"/>
                        <a:pt x="14" y="21"/>
                        <a:pt x="15" y="21"/>
                      </a:cubicBezTo>
                      <a:cubicBezTo>
                        <a:pt x="16" y="21"/>
                        <a:pt x="18" y="21"/>
                        <a:pt x="19" y="21"/>
                      </a:cubicBezTo>
                      <a:cubicBezTo>
                        <a:pt x="21" y="21"/>
                        <a:pt x="22" y="23"/>
                        <a:pt x="22" y="24"/>
                      </a:cubicBezTo>
                      <a:cubicBezTo>
                        <a:pt x="22" y="27"/>
                        <a:pt x="22" y="30"/>
                        <a:pt x="22" y="33"/>
                      </a:cubicBezTo>
                      <a:lnTo>
                        <a:pt x="22" y="33"/>
                      </a:lnTo>
                      <a:cubicBezTo>
                        <a:pt x="25" y="33"/>
                        <a:pt x="29" y="33"/>
                        <a:pt x="32" y="33"/>
                      </a:cubicBezTo>
                      <a:lnTo>
                        <a:pt x="32" y="33"/>
                      </a:lnTo>
                      <a:cubicBezTo>
                        <a:pt x="32" y="29"/>
                        <a:pt x="32" y="24"/>
                        <a:pt x="32" y="20"/>
                      </a:cubicBezTo>
                      <a:cubicBezTo>
                        <a:pt x="32" y="18"/>
                        <a:pt x="32" y="17"/>
                        <a:pt x="32" y="16"/>
                      </a:cubicBezTo>
                      <a:cubicBezTo>
                        <a:pt x="32" y="15"/>
                        <a:pt x="31" y="14"/>
                        <a:pt x="30" y="14"/>
                      </a:cubicBezTo>
                      <a:cubicBezTo>
                        <a:pt x="29" y="12"/>
                        <a:pt x="27" y="11"/>
                        <a:pt x="26" y="9"/>
                      </a:cubicBezTo>
                      <a:cubicBezTo>
                        <a:pt x="24" y="8"/>
                        <a:pt x="23" y="6"/>
                        <a:pt x="21" y="4"/>
                      </a:cubicBezTo>
                      <a:cubicBezTo>
                        <a:pt x="20" y="4"/>
                        <a:pt x="20" y="3"/>
                        <a:pt x="19" y="2"/>
                      </a:cubicBezTo>
                      <a:cubicBezTo>
                        <a:pt x="18" y="1"/>
                        <a:pt x="18" y="1"/>
                        <a:pt x="17" y="1"/>
                      </a:cubicBezTo>
                      <a:cubicBezTo>
                        <a:pt x="16" y="0"/>
                        <a:pt x="15" y="1"/>
                        <a:pt x="14" y="1"/>
                      </a:cubicBezTo>
                      <a:cubicBezTo>
                        <a:pt x="14" y="2"/>
                        <a:pt x="13" y="2"/>
                        <a:pt x="12" y="3"/>
                      </a:cubicBezTo>
                      <a:cubicBezTo>
                        <a:pt x="11" y="4"/>
                        <a:pt x="10" y="6"/>
                        <a:pt x="8" y="7"/>
                      </a:cubicBezTo>
                      <a:cubicBezTo>
                        <a:pt x="6" y="9"/>
                        <a:pt x="3" y="12"/>
                        <a:pt x="1" y="14"/>
                      </a:cubicBezTo>
                      <a:cubicBezTo>
                        <a:pt x="1" y="15"/>
                        <a:pt x="1" y="17"/>
                        <a:pt x="1" y="18"/>
                      </a:cubicBezTo>
                      <a:cubicBezTo>
                        <a:pt x="1" y="19"/>
                        <a:pt x="1" y="21"/>
                        <a:pt x="1" y="22"/>
                      </a:cubicBezTo>
                      <a:cubicBezTo>
                        <a:pt x="1" y="24"/>
                        <a:pt x="1" y="26"/>
                        <a:pt x="1" y="28"/>
                      </a:cubicBezTo>
                      <a:cubicBezTo>
                        <a:pt x="1" y="29"/>
                        <a:pt x="1" y="31"/>
                        <a:pt x="1" y="32"/>
                      </a:cubicBezTo>
                      <a:cubicBezTo>
                        <a:pt x="1" y="33"/>
                        <a:pt x="1" y="33"/>
                        <a:pt x="1" y="33"/>
                      </a:cubicBezTo>
                      <a:lnTo>
                        <a:pt x="1" y="32"/>
                      </a:lnTo>
                      <a:cubicBezTo>
                        <a:pt x="1" y="31"/>
                        <a:pt x="1" y="30"/>
                        <a:pt x="1" y="28"/>
                      </a:cubicBezTo>
                      <a:lnTo>
                        <a:pt x="1" y="22"/>
                      </a:lnTo>
                      <a:lnTo>
                        <a:pt x="1" y="18"/>
                      </a:lnTo>
                      <a:cubicBezTo>
                        <a:pt x="1" y="17"/>
                        <a:pt x="1" y="17"/>
                        <a:pt x="0" y="16"/>
                      </a:cubicBezTo>
                      <a:cubicBezTo>
                        <a:pt x="0" y="15"/>
                        <a:pt x="1" y="14"/>
                        <a:pt x="1" y="14"/>
                      </a:cubicBezTo>
                      <a:cubicBezTo>
                        <a:pt x="3" y="11"/>
                        <a:pt x="5" y="9"/>
                        <a:pt x="8" y="6"/>
                      </a:cubicBezTo>
                      <a:cubicBezTo>
                        <a:pt x="9" y="5"/>
                        <a:pt x="10" y="4"/>
                        <a:pt x="12" y="2"/>
                      </a:cubicBezTo>
                      <a:cubicBezTo>
                        <a:pt x="12" y="2"/>
                        <a:pt x="13" y="1"/>
                        <a:pt x="14" y="0"/>
                      </a:cubicBezTo>
                      <a:cubicBezTo>
                        <a:pt x="15" y="0"/>
                        <a:pt x="16" y="-1"/>
                        <a:pt x="17" y="0"/>
                      </a:cubicBezTo>
                      <a:cubicBezTo>
                        <a:pt x="18" y="0"/>
                        <a:pt x="19" y="1"/>
                        <a:pt x="20" y="2"/>
                      </a:cubicBezTo>
                      <a:cubicBezTo>
                        <a:pt x="20" y="2"/>
                        <a:pt x="21" y="3"/>
                        <a:pt x="22" y="4"/>
                      </a:cubicBezTo>
                      <a:cubicBezTo>
                        <a:pt x="23" y="5"/>
                        <a:pt x="25" y="7"/>
                        <a:pt x="26" y="8"/>
                      </a:cubicBezTo>
                      <a:cubicBezTo>
                        <a:pt x="28" y="10"/>
                        <a:pt x="29" y="11"/>
                        <a:pt x="31" y="13"/>
                      </a:cubicBezTo>
                      <a:lnTo>
                        <a:pt x="32" y="14"/>
                      </a:lnTo>
                      <a:cubicBezTo>
                        <a:pt x="33" y="15"/>
                        <a:pt x="33" y="15"/>
                        <a:pt x="33" y="16"/>
                      </a:cubicBezTo>
                      <a:cubicBezTo>
                        <a:pt x="33" y="17"/>
                        <a:pt x="33" y="18"/>
                        <a:pt x="33" y="19"/>
                      </a:cubicBezTo>
                      <a:cubicBezTo>
                        <a:pt x="33" y="24"/>
                        <a:pt x="33" y="29"/>
                        <a:pt x="33" y="33"/>
                      </a:cubicBezTo>
                      <a:lnTo>
                        <a:pt x="33" y="33"/>
                      </a:lnTo>
                      <a:lnTo>
                        <a:pt x="33" y="33"/>
                      </a:lnTo>
                      <a:cubicBezTo>
                        <a:pt x="29" y="33"/>
                        <a:pt x="25" y="33"/>
                        <a:pt x="22" y="33"/>
                      </a:cubicBezTo>
                      <a:lnTo>
                        <a:pt x="21" y="33"/>
                      </a:lnTo>
                      <a:lnTo>
                        <a:pt x="21" y="33"/>
                      </a:lnTo>
                      <a:cubicBezTo>
                        <a:pt x="21" y="30"/>
                        <a:pt x="21" y="27"/>
                        <a:pt x="21" y="24"/>
                      </a:cubicBezTo>
                      <a:cubicBezTo>
                        <a:pt x="21" y="23"/>
                        <a:pt x="20" y="21"/>
                        <a:pt x="19" y="21"/>
                      </a:cubicBezTo>
                      <a:cubicBezTo>
                        <a:pt x="18" y="21"/>
                        <a:pt x="16" y="21"/>
                        <a:pt x="15" y="21"/>
                      </a:cubicBezTo>
                      <a:cubicBezTo>
                        <a:pt x="14" y="21"/>
                        <a:pt x="13" y="22"/>
                        <a:pt x="13" y="23"/>
                      </a:cubicBezTo>
                      <a:cubicBezTo>
                        <a:pt x="13" y="25"/>
                        <a:pt x="13" y="26"/>
                        <a:pt x="13" y="27"/>
                      </a:cubicBezTo>
                      <a:cubicBezTo>
                        <a:pt x="13" y="29"/>
                        <a:pt x="13" y="31"/>
                        <a:pt x="13" y="33"/>
                      </a:cubicBezTo>
                      <a:lnTo>
                        <a:pt x="13" y="33"/>
                      </a:lnTo>
                      <a:lnTo>
                        <a:pt x="13" y="33"/>
                      </a:lnTo>
                      <a:cubicBezTo>
                        <a:pt x="9" y="33"/>
                        <a:pt x="6" y="33"/>
                        <a:pt x="4" y="33"/>
                      </a:cubicBezTo>
                      <a:cubicBezTo>
                        <a:pt x="3" y="33"/>
                        <a:pt x="2" y="33"/>
                        <a:pt x="2" y="33"/>
                      </a:cubicBezTo>
                      <a:cubicBezTo>
                        <a:pt x="1" y="33"/>
                        <a:pt x="1" y="33"/>
                        <a:pt x="1" y="33"/>
                      </a:cubicBezTo>
                      <a:close/>
                    </a:path>
                  </a:pathLst>
                </a:custGeom>
                <a:solidFill>
                  <a:srgbClr val="263238"/>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997" name="Google Shape;997;p25"/>
                <p:cNvSpPr/>
                <p:nvPr/>
              </p:nvSpPr>
              <p:spPr>
                <a:xfrm>
                  <a:off x="2682698" y="2283732"/>
                  <a:ext cx="630664" cy="129843"/>
                </a:xfrm>
                <a:custGeom>
                  <a:rect b="b" l="l" r="r" t="t"/>
                  <a:pathLst>
                    <a:path extrusionOk="0" h="63" w="306">
                      <a:moveTo>
                        <a:pt x="0" y="0"/>
                      </a:moveTo>
                      <a:lnTo>
                        <a:pt x="306" y="0"/>
                      </a:lnTo>
                      <a:lnTo>
                        <a:pt x="306" y="63"/>
                      </a:lnTo>
                      <a:lnTo>
                        <a:pt x="0" y="63"/>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998" name="Google Shape;998;p25"/>
                <p:cNvSpPr/>
                <p:nvPr/>
              </p:nvSpPr>
              <p:spPr>
                <a:xfrm>
                  <a:off x="2682698" y="2471284"/>
                  <a:ext cx="630664" cy="129843"/>
                </a:xfrm>
                <a:custGeom>
                  <a:rect b="b" l="l" r="r" t="t"/>
                  <a:pathLst>
                    <a:path extrusionOk="0" h="63" w="306">
                      <a:moveTo>
                        <a:pt x="0" y="0"/>
                      </a:moveTo>
                      <a:lnTo>
                        <a:pt x="306" y="0"/>
                      </a:lnTo>
                      <a:lnTo>
                        <a:pt x="306" y="63"/>
                      </a:lnTo>
                      <a:lnTo>
                        <a:pt x="0" y="63"/>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999" name="Google Shape;999;p25"/>
                <p:cNvSpPr/>
                <p:nvPr/>
              </p:nvSpPr>
              <p:spPr>
                <a:xfrm>
                  <a:off x="2779565" y="2726848"/>
                  <a:ext cx="447235" cy="129843"/>
                </a:xfrm>
                <a:custGeom>
                  <a:rect b="b" l="l" r="r" t="t"/>
                  <a:pathLst>
                    <a:path extrusionOk="0" h="63" w="217">
                      <a:moveTo>
                        <a:pt x="185" y="63"/>
                      </a:moveTo>
                      <a:lnTo>
                        <a:pt x="32" y="63"/>
                      </a:lnTo>
                      <a:cubicBezTo>
                        <a:pt x="14" y="63"/>
                        <a:pt x="0" y="49"/>
                        <a:pt x="0" y="32"/>
                      </a:cubicBezTo>
                      <a:lnTo>
                        <a:pt x="0" y="32"/>
                      </a:lnTo>
                      <a:cubicBezTo>
                        <a:pt x="0" y="14"/>
                        <a:pt x="14" y="0"/>
                        <a:pt x="32" y="0"/>
                      </a:cubicBezTo>
                      <a:lnTo>
                        <a:pt x="185" y="0"/>
                      </a:lnTo>
                      <a:cubicBezTo>
                        <a:pt x="203" y="0"/>
                        <a:pt x="217" y="14"/>
                        <a:pt x="217" y="32"/>
                      </a:cubicBezTo>
                      <a:lnTo>
                        <a:pt x="217" y="32"/>
                      </a:lnTo>
                      <a:cubicBezTo>
                        <a:pt x="217" y="49"/>
                        <a:pt x="203" y="63"/>
                        <a:pt x="185" y="63"/>
                      </a:cubicBezTo>
                      <a:close/>
                    </a:path>
                  </a:pathLst>
                </a:custGeom>
                <a:solidFill>
                  <a:schemeClr val="dk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000" name="Google Shape;1000;p25"/>
                <p:cNvSpPr/>
                <p:nvPr/>
              </p:nvSpPr>
              <p:spPr>
                <a:xfrm>
                  <a:off x="2804297" y="1953972"/>
                  <a:ext cx="395711" cy="10305"/>
                </a:xfrm>
                <a:custGeom>
                  <a:rect b="b" l="l" r="r" t="t"/>
                  <a:pathLst>
                    <a:path extrusionOk="0" h="5" w="192">
                      <a:moveTo>
                        <a:pt x="192" y="3"/>
                      </a:moveTo>
                      <a:cubicBezTo>
                        <a:pt x="192" y="4"/>
                        <a:pt x="149" y="5"/>
                        <a:pt x="96" y="5"/>
                      </a:cubicBezTo>
                      <a:cubicBezTo>
                        <a:pt x="43" y="5"/>
                        <a:pt x="0" y="5"/>
                        <a:pt x="0" y="3"/>
                      </a:cubicBezTo>
                      <a:cubicBezTo>
                        <a:pt x="0" y="2"/>
                        <a:pt x="43" y="0"/>
                        <a:pt x="96" y="0"/>
                      </a:cubicBezTo>
                      <a:cubicBezTo>
                        <a:pt x="149" y="0"/>
                        <a:pt x="192" y="1"/>
                        <a:pt x="192" y="3"/>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001" name="Google Shape;1001;p25"/>
                <p:cNvSpPr/>
                <p:nvPr/>
              </p:nvSpPr>
              <p:spPr>
                <a:xfrm>
                  <a:off x="1755249" y="663783"/>
                  <a:ext cx="1065533" cy="2252676"/>
                </a:xfrm>
                <a:custGeom>
                  <a:rect b="b" l="l" r="r" t="t"/>
                  <a:pathLst>
                    <a:path extrusionOk="0" h="1093" w="517">
                      <a:moveTo>
                        <a:pt x="424" y="0"/>
                      </a:moveTo>
                      <a:cubicBezTo>
                        <a:pt x="413" y="0"/>
                        <a:pt x="400" y="0"/>
                        <a:pt x="385" y="0"/>
                      </a:cubicBezTo>
                      <a:cubicBezTo>
                        <a:pt x="381" y="0"/>
                        <a:pt x="377" y="0"/>
                        <a:pt x="373" y="2"/>
                      </a:cubicBezTo>
                      <a:cubicBezTo>
                        <a:pt x="369" y="3"/>
                        <a:pt x="366" y="6"/>
                        <a:pt x="364" y="10"/>
                      </a:cubicBezTo>
                      <a:cubicBezTo>
                        <a:pt x="363" y="12"/>
                        <a:pt x="361" y="14"/>
                        <a:pt x="361" y="16"/>
                      </a:cubicBezTo>
                      <a:cubicBezTo>
                        <a:pt x="360" y="18"/>
                        <a:pt x="361" y="21"/>
                        <a:pt x="361" y="23"/>
                      </a:cubicBezTo>
                      <a:cubicBezTo>
                        <a:pt x="361" y="26"/>
                        <a:pt x="361" y="28"/>
                        <a:pt x="361" y="30"/>
                      </a:cubicBezTo>
                      <a:cubicBezTo>
                        <a:pt x="361" y="33"/>
                        <a:pt x="361" y="35"/>
                        <a:pt x="361" y="38"/>
                      </a:cubicBezTo>
                      <a:cubicBezTo>
                        <a:pt x="360" y="43"/>
                        <a:pt x="357" y="48"/>
                        <a:pt x="352" y="51"/>
                      </a:cubicBezTo>
                      <a:cubicBezTo>
                        <a:pt x="350" y="52"/>
                        <a:pt x="347" y="53"/>
                        <a:pt x="344" y="53"/>
                      </a:cubicBezTo>
                      <a:cubicBezTo>
                        <a:pt x="341" y="54"/>
                        <a:pt x="339" y="53"/>
                        <a:pt x="336" y="53"/>
                      </a:cubicBezTo>
                      <a:cubicBezTo>
                        <a:pt x="325" y="53"/>
                        <a:pt x="313" y="53"/>
                        <a:pt x="301" y="53"/>
                      </a:cubicBezTo>
                      <a:cubicBezTo>
                        <a:pt x="276" y="53"/>
                        <a:pt x="249" y="53"/>
                        <a:pt x="221" y="53"/>
                      </a:cubicBezTo>
                      <a:cubicBezTo>
                        <a:pt x="213" y="53"/>
                        <a:pt x="206" y="53"/>
                        <a:pt x="199" y="53"/>
                      </a:cubicBezTo>
                      <a:cubicBezTo>
                        <a:pt x="197" y="53"/>
                        <a:pt x="195" y="53"/>
                        <a:pt x="193" y="53"/>
                      </a:cubicBezTo>
                      <a:cubicBezTo>
                        <a:pt x="191" y="53"/>
                        <a:pt x="189" y="53"/>
                        <a:pt x="187" y="53"/>
                      </a:cubicBezTo>
                      <a:cubicBezTo>
                        <a:pt x="184" y="52"/>
                        <a:pt x="180" y="50"/>
                        <a:pt x="178" y="47"/>
                      </a:cubicBezTo>
                      <a:cubicBezTo>
                        <a:pt x="175" y="44"/>
                        <a:pt x="173" y="40"/>
                        <a:pt x="173" y="36"/>
                      </a:cubicBezTo>
                      <a:cubicBezTo>
                        <a:pt x="173" y="34"/>
                        <a:pt x="173" y="32"/>
                        <a:pt x="173" y="30"/>
                      </a:cubicBezTo>
                      <a:cubicBezTo>
                        <a:pt x="173" y="28"/>
                        <a:pt x="173" y="26"/>
                        <a:pt x="173" y="24"/>
                      </a:cubicBezTo>
                      <a:cubicBezTo>
                        <a:pt x="173" y="20"/>
                        <a:pt x="173" y="16"/>
                        <a:pt x="172" y="13"/>
                      </a:cubicBezTo>
                      <a:cubicBezTo>
                        <a:pt x="170" y="9"/>
                        <a:pt x="168" y="6"/>
                        <a:pt x="164" y="3"/>
                      </a:cubicBezTo>
                      <a:cubicBezTo>
                        <a:pt x="161" y="1"/>
                        <a:pt x="157" y="0"/>
                        <a:pt x="153" y="0"/>
                      </a:cubicBezTo>
                      <a:lnTo>
                        <a:pt x="141" y="0"/>
                      </a:lnTo>
                      <a:cubicBezTo>
                        <a:pt x="132" y="0"/>
                        <a:pt x="124" y="0"/>
                        <a:pt x="115" y="0"/>
                      </a:cubicBezTo>
                      <a:cubicBezTo>
                        <a:pt x="98" y="0"/>
                        <a:pt x="80" y="0"/>
                        <a:pt x="62" y="0"/>
                      </a:cubicBezTo>
                      <a:cubicBezTo>
                        <a:pt x="53" y="0"/>
                        <a:pt x="44" y="2"/>
                        <a:pt x="36" y="5"/>
                      </a:cubicBezTo>
                      <a:cubicBezTo>
                        <a:pt x="28" y="9"/>
                        <a:pt x="20" y="15"/>
                        <a:pt x="14" y="22"/>
                      </a:cubicBezTo>
                      <a:cubicBezTo>
                        <a:pt x="8" y="29"/>
                        <a:pt x="4" y="38"/>
                        <a:pt x="2" y="47"/>
                      </a:cubicBezTo>
                      <a:cubicBezTo>
                        <a:pt x="1" y="49"/>
                        <a:pt x="1" y="52"/>
                        <a:pt x="0" y="54"/>
                      </a:cubicBezTo>
                      <a:cubicBezTo>
                        <a:pt x="0" y="56"/>
                        <a:pt x="0" y="58"/>
                        <a:pt x="0" y="60"/>
                      </a:cubicBezTo>
                      <a:lnTo>
                        <a:pt x="0" y="454"/>
                      </a:lnTo>
                      <a:cubicBezTo>
                        <a:pt x="0" y="460"/>
                        <a:pt x="0" y="465"/>
                        <a:pt x="0" y="470"/>
                      </a:cubicBezTo>
                      <a:cubicBezTo>
                        <a:pt x="0" y="486"/>
                        <a:pt x="0" y="502"/>
                        <a:pt x="0" y="519"/>
                      </a:cubicBezTo>
                      <a:lnTo>
                        <a:pt x="0" y="1031"/>
                      </a:lnTo>
                      <a:cubicBezTo>
                        <a:pt x="0" y="1037"/>
                        <a:pt x="0" y="1044"/>
                        <a:pt x="2" y="1050"/>
                      </a:cubicBezTo>
                      <a:cubicBezTo>
                        <a:pt x="6" y="1063"/>
                        <a:pt x="15" y="1075"/>
                        <a:pt x="26" y="1082"/>
                      </a:cubicBezTo>
                      <a:cubicBezTo>
                        <a:pt x="37" y="1090"/>
                        <a:pt x="51" y="1094"/>
                        <a:pt x="64" y="1093"/>
                      </a:cubicBezTo>
                      <a:cubicBezTo>
                        <a:pt x="78" y="1093"/>
                        <a:pt x="92" y="1093"/>
                        <a:pt x="105" y="1093"/>
                      </a:cubicBezTo>
                      <a:cubicBezTo>
                        <a:pt x="132" y="1093"/>
                        <a:pt x="159" y="1093"/>
                        <a:pt x="186" y="1093"/>
                      </a:cubicBezTo>
                      <a:cubicBezTo>
                        <a:pt x="240" y="1093"/>
                        <a:pt x="293" y="1093"/>
                        <a:pt x="345" y="1093"/>
                      </a:cubicBezTo>
                      <a:cubicBezTo>
                        <a:pt x="371" y="1093"/>
                        <a:pt x="397" y="1093"/>
                        <a:pt x="422" y="1093"/>
                      </a:cubicBezTo>
                      <a:cubicBezTo>
                        <a:pt x="435" y="1093"/>
                        <a:pt x="447" y="1093"/>
                        <a:pt x="460" y="1093"/>
                      </a:cubicBezTo>
                      <a:cubicBezTo>
                        <a:pt x="472" y="1092"/>
                        <a:pt x="485" y="1087"/>
                        <a:pt x="494" y="1080"/>
                      </a:cubicBezTo>
                      <a:cubicBezTo>
                        <a:pt x="499" y="1076"/>
                        <a:pt x="502" y="1071"/>
                        <a:pt x="506" y="1066"/>
                      </a:cubicBezTo>
                      <a:cubicBezTo>
                        <a:pt x="509" y="1061"/>
                        <a:pt x="512" y="1055"/>
                        <a:pt x="514" y="1049"/>
                      </a:cubicBezTo>
                      <a:cubicBezTo>
                        <a:pt x="516" y="1044"/>
                        <a:pt x="516" y="1038"/>
                        <a:pt x="516" y="1031"/>
                      </a:cubicBezTo>
                      <a:cubicBezTo>
                        <a:pt x="516" y="1025"/>
                        <a:pt x="516" y="1019"/>
                        <a:pt x="516" y="1013"/>
                      </a:cubicBezTo>
                      <a:cubicBezTo>
                        <a:pt x="516" y="989"/>
                        <a:pt x="516" y="964"/>
                        <a:pt x="516" y="941"/>
                      </a:cubicBezTo>
                      <a:cubicBezTo>
                        <a:pt x="516" y="750"/>
                        <a:pt x="516" y="578"/>
                        <a:pt x="516" y="433"/>
                      </a:cubicBezTo>
                      <a:cubicBezTo>
                        <a:pt x="517" y="289"/>
                        <a:pt x="517" y="172"/>
                        <a:pt x="517" y="91"/>
                      </a:cubicBezTo>
                      <a:cubicBezTo>
                        <a:pt x="517" y="81"/>
                        <a:pt x="517" y="71"/>
                        <a:pt x="517" y="62"/>
                      </a:cubicBezTo>
                      <a:cubicBezTo>
                        <a:pt x="517" y="53"/>
                        <a:pt x="515" y="45"/>
                        <a:pt x="512" y="38"/>
                      </a:cubicBezTo>
                      <a:cubicBezTo>
                        <a:pt x="509" y="31"/>
                        <a:pt x="505" y="25"/>
                        <a:pt x="501" y="20"/>
                      </a:cubicBezTo>
                      <a:cubicBezTo>
                        <a:pt x="497" y="15"/>
                        <a:pt x="492" y="11"/>
                        <a:pt x="487" y="9"/>
                      </a:cubicBezTo>
                      <a:cubicBezTo>
                        <a:pt x="478" y="3"/>
                        <a:pt x="470" y="1"/>
                        <a:pt x="465" y="1"/>
                      </a:cubicBezTo>
                      <a:cubicBezTo>
                        <a:pt x="462" y="0"/>
                        <a:pt x="460" y="0"/>
                        <a:pt x="459" y="0"/>
                      </a:cubicBezTo>
                      <a:cubicBezTo>
                        <a:pt x="457" y="0"/>
                        <a:pt x="457" y="0"/>
                        <a:pt x="457" y="0"/>
                      </a:cubicBezTo>
                      <a:cubicBezTo>
                        <a:pt x="457" y="0"/>
                        <a:pt x="454" y="0"/>
                        <a:pt x="448" y="0"/>
                      </a:cubicBezTo>
                      <a:cubicBezTo>
                        <a:pt x="443" y="0"/>
                        <a:pt x="435" y="0"/>
                        <a:pt x="424" y="0"/>
                      </a:cubicBezTo>
                      <a:close/>
                    </a:path>
                  </a:pathLst>
                </a:custGeom>
                <a:solidFill>
                  <a:schemeClr val="lt1"/>
                </a:solidFill>
                <a:ln>
                  <a:noFill/>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002" name="Google Shape;1002;p25"/>
                <p:cNvSpPr/>
                <p:nvPr/>
              </p:nvSpPr>
              <p:spPr>
                <a:xfrm>
                  <a:off x="1753188" y="663783"/>
                  <a:ext cx="1069655" cy="2258859"/>
                </a:xfrm>
                <a:custGeom>
                  <a:rect b="b" l="l" r="r" t="t"/>
                  <a:pathLst>
                    <a:path extrusionOk="0" h="1096" w="519">
                      <a:moveTo>
                        <a:pt x="458" y="1"/>
                      </a:moveTo>
                      <a:cubicBezTo>
                        <a:pt x="458" y="1"/>
                        <a:pt x="459" y="1"/>
                        <a:pt x="460" y="1"/>
                      </a:cubicBezTo>
                      <a:cubicBezTo>
                        <a:pt x="461" y="1"/>
                        <a:pt x="463" y="1"/>
                        <a:pt x="466" y="1"/>
                      </a:cubicBezTo>
                      <a:cubicBezTo>
                        <a:pt x="472" y="2"/>
                        <a:pt x="480" y="4"/>
                        <a:pt x="489" y="9"/>
                      </a:cubicBezTo>
                      <a:cubicBezTo>
                        <a:pt x="494" y="12"/>
                        <a:pt x="498" y="16"/>
                        <a:pt x="503" y="20"/>
                      </a:cubicBezTo>
                      <a:cubicBezTo>
                        <a:pt x="507" y="25"/>
                        <a:pt x="511" y="31"/>
                        <a:pt x="514" y="38"/>
                      </a:cubicBezTo>
                      <a:cubicBezTo>
                        <a:pt x="517" y="46"/>
                        <a:pt x="519" y="54"/>
                        <a:pt x="519" y="63"/>
                      </a:cubicBezTo>
                      <a:cubicBezTo>
                        <a:pt x="519" y="72"/>
                        <a:pt x="519" y="82"/>
                        <a:pt x="519" y="92"/>
                      </a:cubicBezTo>
                      <a:cubicBezTo>
                        <a:pt x="519" y="173"/>
                        <a:pt x="519" y="289"/>
                        <a:pt x="519" y="434"/>
                      </a:cubicBezTo>
                      <a:cubicBezTo>
                        <a:pt x="519" y="578"/>
                        <a:pt x="519" y="750"/>
                        <a:pt x="519" y="941"/>
                      </a:cubicBezTo>
                      <a:cubicBezTo>
                        <a:pt x="519" y="965"/>
                        <a:pt x="519" y="989"/>
                        <a:pt x="519" y="1014"/>
                      </a:cubicBezTo>
                      <a:cubicBezTo>
                        <a:pt x="519" y="1020"/>
                        <a:pt x="519" y="1026"/>
                        <a:pt x="519" y="1032"/>
                      </a:cubicBezTo>
                      <a:cubicBezTo>
                        <a:pt x="519" y="1038"/>
                        <a:pt x="519" y="1045"/>
                        <a:pt x="517" y="1051"/>
                      </a:cubicBezTo>
                      <a:cubicBezTo>
                        <a:pt x="515" y="1057"/>
                        <a:pt x="513" y="1063"/>
                        <a:pt x="509" y="1068"/>
                      </a:cubicBezTo>
                      <a:cubicBezTo>
                        <a:pt x="506" y="1073"/>
                        <a:pt x="501" y="1078"/>
                        <a:pt x="496" y="1082"/>
                      </a:cubicBezTo>
                      <a:cubicBezTo>
                        <a:pt x="487" y="1090"/>
                        <a:pt x="474" y="1095"/>
                        <a:pt x="461" y="1095"/>
                      </a:cubicBezTo>
                      <a:cubicBezTo>
                        <a:pt x="449" y="1096"/>
                        <a:pt x="436" y="1095"/>
                        <a:pt x="423" y="1096"/>
                      </a:cubicBezTo>
                      <a:cubicBezTo>
                        <a:pt x="398" y="1096"/>
                        <a:pt x="372" y="1096"/>
                        <a:pt x="346" y="1096"/>
                      </a:cubicBezTo>
                      <a:cubicBezTo>
                        <a:pt x="294" y="1096"/>
                        <a:pt x="241" y="1096"/>
                        <a:pt x="188" y="1096"/>
                      </a:cubicBezTo>
                      <a:cubicBezTo>
                        <a:pt x="161" y="1096"/>
                        <a:pt x="134" y="1096"/>
                        <a:pt x="107" y="1096"/>
                      </a:cubicBezTo>
                      <a:cubicBezTo>
                        <a:pt x="93" y="1096"/>
                        <a:pt x="79" y="1096"/>
                        <a:pt x="66" y="1096"/>
                      </a:cubicBezTo>
                      <a:cubicBezTo>
                        <a:pt x="52" y="1096"/>
                        <a:pt x="38" y="1093"/>
                        <a:pt x="26" y="1085"/>
                      </a:cubicBezTo>
                      <a:cubicBezTo>
                        <a:pt x="15" y="1077"/>
                        <a:pt x="6" y="1065"/>
                        <a:pt x="2" y="1051"/>
                      </a:cubicBezTo>
                      <a:cubicBezTo>
                        <a:pt x="0" y="1045"/>
                        <a:pt x="0" y="1038"/>
                        <a:pt x="0" y="1031"/>
                      </a:cubicBezTo>
                      <a:cubicBezTo>
                        <a:pt x="0" y="1024"/>
                        <a:pt x="0" y="1017"/>
                        <a:pt x="0" y="1010"/>
                      </a:cubicBezTo>
                      <a:cubicBezTo>
                        <a:pt x="0" y="983"/>
                        <a:pt x="0" y="956"/>
                        <a:pt x="0" y="929"/>
                      </a:cubicBezTo>
                      <a:cubicBezTo>
                        <a:pt x="0" y="876"/>
                        <a:pt x="0" y="823"/>
                        <a:pt x="0" y="771"/>
                      </a:cubicBezTo>
                      <a:cubicBezTo>
                        <a:pt x="0" y="667"/>
                        <a:pt x="0" y="567"/>
                        <a:pt x="0" y="471"/>
                      </a:cubicBezTo>
                      <a:cubicBezTo>
                        <a:pt x="0" y="376"/>
                        <a:pt x="0" y="285"/>
                        <a:pt x="0" y="200"/>
                      </a:cubicBezTo>
                      <a:cubicBezTo>
                        <a:pt x="0" y="157"/>
                        <a:pt x="0" y="116"/>
                        <a:pt x="0" y="77"/>
                      </a:cubicBezTo>
                      <a:cubicBezTo>
                        <a:pt x="0" y="72"/>
                        <a:pt x="0" y="67"/>
                        <a:pt x="0" y="62"/>
                      </a:cubicBezTo>
                      <a:cubicBezTo>
                        <a:pt x="0" y="60"/>
                        <a:pt x="0" y="57"/>
                        <a:pt x="0" y="55"/>
                      </a:cubicBezTo>
                      <a:cubicBezTo>
                        <a:pt x="1" y="52"/>
                        <a:pt x="1" y="50"/>
                        <a:pt x="1" y="48"/>
                      </a:cubicBezTo>
                      <a:cubicBezTo>
                        <a:pt x="4" y="38"/>
                        <a:pt x="8" y="29"/>
                        <a:pt x="14" y="22"/>
                      </a:cubicBezTo>
                      <a:cubicBezTo>
                        <a:pt x="20" y="15"/>
                        <a:pt x="28" y="9"/>
                        <a:pt x="37" y="5"/>
                      </a:cubicBezTo>
                      <a:cubicBezTo>
                        <a:pt x="45" y="1"/>
                        <a:pt x="55" y="0"/>
                        <a:pt x="64" y="0"/>
                      </a:cubicBezTo>
                      <a:cubicBezTo>
                        <a:pt x="82" y="0"/>
                        <a:pt x="99" y="0"/>
                        <a:pt x="117" y="0"/>
                      </a:cubicBezTo>
                      <a:cubicBezTo>
                        <a:pt x="125" y="0"/>
                        <a:pt x="134" y="0"/>
                        <a:pt x="142" y="0"/>
                      </a:cubicBezTo>
                      <a:cubicBezTo>
                        <a:pt x="146" y="0"/>
                        <a:pt x="150" y="0"/>
                        <a:pt x="154" y="0"/>
                      </a:cubicBezTo>
                      <a:cubicBezTo>
                        <a:pt x="159" y="0"/>
                        <a:pt x="163" y="1"/>
                        <a:pt x="166" y="3"/>
                      </a:cubicBezTo>
                      <a:cubicBezTo>
                        <a:pt x="170" y="6"/>
                        <a:pt x="172" y="9"/>
                        <a:pt x="174" y="13"/>
                      </a:cubicBezTo>
                      <a:cubicBezTo>
                        <a:pt x="175" y="17"/>
                        <a:pt x="175" y="21"/>
                        <a:pt x="175" y="25"/>
                      </a:cubicBezTo>
                      <a:cubicBezTo>
                        <a:pt x="175" y="27"/>
                        <a:pt x="175" y="29"/>
                        <a:pt x="175" y="31"/>
                      </a:cubicBezTo>
                      <a:cubicBezTo>
                        <a:pt x="175" y="33"/>
                        <a:pt x="175" y="35"/>
                        <a:pt x="175" y="37"/>
                      </a:cubicBezTo>
                      <a:cubicBezTo>
                        <a:pt x="176" y="41"/>
                        <a:pt x="177" y="44"/>
                        <a:pt x="180" y="47"/>
                      </a:cubicBezTo>
                      <a:cubicBezTo>
                        <a:pt x="182" y="50"/>
                        <a:pt x="185" y="52"/>
                        <a:pt x="189" y="53"/>
                      </a:cubicBezTo>
                      <a:cubicBezTo>
                        <a:pt x="191" y="53"/>
                        <a:pt x="193" y="53"/>
                        <a:pt x="194" y="53"/>
                      </a:cubicBezTo>
                      <a:cubicBezTo>
                        <a:pt x="196" y="53"/>
                        <a:pt x="198" y="53"/>
                        <a:pt x="200" y="53"/>
                      </a:cubicBezTo>
                      <a:cubicBezTo>
                        <a:pt x="207" y="53"/>
                        <a:pt x="215" y="53"/>
                        <a:pt x="222" y="53"/>
                      </a:cubicBezTo>
                      <a:cubicBezTo>
                        <a:pt x="251" y="53"/>
                        <a:pt x="277" y="53"/>
                        <a:pt x="302" y="53"/>
                      </a:cubicBezTo>
                      <a:cubicBezTo>
                        <a:pt x="314" y="53"/>
                        <a:pt x="326" y="53"/>
                        <a:pt x="337" y="53"/>
                      </a:cubicBezTo>
                      <a:cubicBezTo>
                        <a:pt x="340" y="53"/>
                        <a:pt x="343" y="53"/>
                        <a:pt x="345" y="53"/>
                      </a:cubicBezTo>
                      <a:cubicBezTo>
                        <a:pt x="348" y="53"/>
                        <a:pt x="351" y="52"/>
                        <a:pt x="353" y="51"/>
                      </a:cubicBezTo>
                      <a:cubicBezTo>
                        <a:pt x="357" y="48"/>
                        <a:pt x="360" y="43"/>
                        <a:pt x="361" y="38"/>
                      </a:cubicBezTo>
                      <a:cubicBezTo>
                        <a:pt x="362" y="36"/>
                        <a:pt x="362" y="33"/>
                        <a:pt x="362" y="31"/>
                      </a:cubicBezTo>
                      <a:cubicBezTo>
                        <a:pt x="362" y="29"/>
                        <a:pt x="362" y="27"/>
                        <a:pt x="362" y="24"/>
                      </a:cubicBezTo>
                      <a:cubicBezTo>
                        <a:pt x="362" y="22"/>
                        <a:pt x="362" y="19"/>
                        <a:pt x="362" y="17"/>
                      </a:cubicBezTo>
                      <a:cubicBezTo>
                        <a:pt x="363" y="14"/>
                        <a:pt x="363" y="12"/>
                        <a:pt x="364" y="10"/>
                      </a:cubicBezTo>
                      <a:cubicBezTo>
                        <a:pt x="367" y="6"/>
                        <a:pt x="370" y="3"/>
                        <a:pt x="374" y="2"/>
                      </a:cubicBezTo>
                      <a:cubicBezTo>
                        <a:pt x="378" y="0"/>
                        <a:pt x="382" y="0"/>
                        <a:pt x="386" y="0"/>
                      </a:cubicBezTo>
                      <a:cubicBezTo>
                        <a:pt x="402" y="0"/>
                        <a:pt x="415" y="0"/>
                        <a:pt x="425" y="1"/>
                      </a:cubicBezTo>
                      <a:cubicBezTo>
                        <a:pt x="436" y="1"/>
                        <a:pt x="444" y="1"/>
                        <a:pt x="450" y="1"/>
                      </a:cubicBezTo>
                      <a:cubicBezTo>
                        <a:pt x="455" y="1"/>
                        <a:pt x="458" y="1"/>
                        <a:pt x="458" y="1"/>
                      </a:cubicBezTo>
                      <a:cubicBezTo>
                        <a:pt x="458" y="1"/>
                        <a:pt x="455" y="1"/>
                        <a:pt x="450" y="1"/>
                      </a:cubicBezTo>
                      <a:cubicBezTo>
                        <a:pt x="444" y="1"/>
                        <a:pt x="436" y="1"/>
                        <a:pt x="425" y="1"/>
                      </a:cubicBezTo>
                      <a:cubicBezTo>
                        <a:pt x="415" y="1"/>
                        <a:pt x="402" y="1"/>
                        <a:pt x="386" y="1"/>
                      </a:cubicBezTo>
                      <a:cubicBezTo>
                        <a:pt x="382" y="1"/>
                        <a:pt x="378" y="0"/>
                        <a:pt x="374" y="2"/>
                      </a:cubicBezTo>
                      <a:cubicBezTo>
                        <a:pt x="370" y="4"/>
                        <a:pt x="367" y="7"/>
                        <a:pt x="365" y="11"/>
                      </a:cubicBezTo>
                      <a:cubicBezTo>
                        <a:pt x="364" y="12"/>
                        <a:pt x="363" y="15"/>
                        <a:pt x="363" y="17"/>
                      </a:cubicBezTo>
                      <a:cubicBezTo>
                        <a:pt x="362" y="19"/>
                        <a:pt x="362" y="21"/>
                        <a:pt x="362" y="24"/>
                      </a:cubicBezTo>
                      <a:cubicBezTo>
                        <a:pt x="362" y="26"/>
                        <a:pt x="362" y="29"/>
                        <a:pt x="362" y="31"/>
                      </a:cubicBezTo>
                      <a:cubicBezTo>
                        <a:pt x="362" y="34"/>
                        <a:pt x="363" y="36"/>
                        <a:pt x="362" y="39"/>
                      </a:cubicBezTo>
                      <a:cubicBezTo>
                        <a:pt x="361" y="44"/>
                        <a:pt x="358" y="48"/>
                        <a:pt x="353" y="51"/>
                      </a:cubicBezTo>
                      <a:cubicBezTo>
                        <a:pt x="351" y="53"/>
                        <a:pt x="348" y="54"/>
                        <a:pt x="345" y="54"/>
                      </a:cubicBezTo>
                      <a:cubicBezTo>
                        <a:pt x="343" y="54"/>
                        <a:pt x="340" y="54"/>
                        <a:pt x="337" y="54"/>
                      </a:cubicBezTo>
                      <a:cubicBezTo>
                        <a:pt x="326" y="54"/>
                        <a:pt x="314" y="54"/>
                        <a:pt x="302" y="54"/>
                      </a:cubicBezTo>
                      <a:cubicBezTo>
                        <a:pt x="277" y="54"/>
                        <a:pt x="251" y="54"/>
                        <a:pt x="222" y="54"/>
                      </a:cubicBezTo>
                      <a:lnTo>
                        <a:pt x="200" y="54"/>
                      </a:lnTo>
                      <a:cubicBezTo>
                        <a:pt x="198" y="54"/>
                        <a:pt x="195" y="54"/>
                        <a:pt x="194" y="54"/>
                      </a:cubicBezTo>
                      <a:cubicBezTo>
                        <a:pt x="192" y="54"/>
                        <a:pt x="191" y="54"/>
                        <a:pt x="189" y="54"/>
                      </a:cubicBezTo>
                      <a:cubicBezTo>
                        <a:pt x="185" y="53"/>
                        <a:pt x="182" y="50"/>
                        <a:pt x="179" y="47"/>
                      </a:cubicBezTo>
                      <a:cubicBezTo>
                        <a:pt x="176" y="44"/>
                        <a:pt x="175" y="41"/>
                        <a:pt x="174" y="37"/>
                      </a:cubicBezTo>
                      <a:cubicBezTo>
                        <a:pt x="174" y="35"/>
                        <a:pt x="174" y="33"/>
                        <a:pt x="174" y="31"/>
                      </a:cubicBezTo>
                      <a:cubicBezTo>
                        <a:pt x="174" y="29"/>
                        <a:pt x="174" y="27"/>
                        <a:pt x="174" y="25"/>
                      </a:cubicBezTo>
                      <a:cubicBezTo>
                        <a:pt x="174" y="21"/>
                        <a:pt x="174" y="17"/>
                        <a:pt x="173" y="13"/>
                      </a:cubicBezTo>
                      <a:cubicBezTo>
                        <a:pt x="172" y="10"/>
                        <a:pt x="169" y="6"/>
                        <a:pt x="166" y="4"/>
                      </a:cubicBezTo>
                      <a:cubicBezTo>
                        <a:pt x="162" y="2"/>
                        <a:pt x="159" y="1"/>
                        <a:pt x="154" y="1"/>
                      </a:cubicBezTo>
                      <a:lnTo>
                        <a:pt x="117" y="1"/>
                      </a:lnTo>
                      <a:cubicBezTo>
                        <a:pt x="99" y="1"/>
                        <a:pt x="82" y="1"/>
                        <a:pt x="64" y="1"/>
                      </a:cubicBezTo>
                      <a:cubicBezTo>
                        <a:pt x="55" y="1"/>
                        <a:pt x="46" y="2"/>
                        <a:pt x="37" y="6"/>
                      </a:cubicBezTo>
                      <a:cubicBezTo>
                        <a:pt x="29" y="10"/>
                        <a:pt x="21" y="15"/>
                        <a:pt x="15" y="23"/>
                      </a:cubicBezTo>
                      <a:cubicBezTo>
                        <a:pt x="9" y="30"/>
                        <a:pt x="5" y="38"/>
                        <a:pt x="3" y="48"/>
                      </a:cubicBezTo>
                      <a:cubicBezTo>
                        <a:pt x="2" y="50"/>
                        <a:pt x="2" y="52"/>
                        <a:pt x="2" y="55"/>
                      </a:cubicBezTo>
                      <a:cubicBezTo>
                        <a:pt x="1" y="57"/>
                        <a:pt x="1" y="60"/>
                        <a:pt x="1" y="62"/>
                      </a:cubicBezTo>
                      <a:cubicBezTo>
                        <a:pt x="1" y="67"/>
                        <a:pt x="1" y="72"/>
                        <a:pt x="1" y="77"/>
                      </a:cubicBezTo>
                      <a:cubicBezTo>
                        <a:pt x="1" y="116"/>
                        <a:pt x="1" y="157"/>
                        <a:pt x="1" y="200"/>
                      </a:cubicBezTo>
                      <a:cubicBezTo>
                        <a:pt x="1" y="285"/>
                        <a:pt x="1" y="376"/>
                        <a:pt x="1" y="471"/>
                      </a:cubicBezTo>
                      <a:cubicBezTo>
                        <a:pt x="1" y="567"/>
                        <a:pt x="1" y="667"/>
                        <a:pt x="1" y="771"/>
                      </a:cubicBezTo>
                      <a:cubicBezTo>
                        <a:pt x="1" y="823"/>
                        <a:pt x="1" y="875"/>
                        <a:pt x="1" y="929"/>
                      </a:cubicBezTo>
                      <a:cubicBezTo>
                        <a:pt x="1" y="956"/>
                        <a:pt x="1" y="983"/>
                        <a:pt x="1" y="1010"/>
                      </a:cubicBezTo>
                      <a:cubicBezTo>
                        <a:pt x="1" y="1017"/>
                        <a:pt x="1" y="1024"/>
                        <a:pt x="1" y="1031"/>
                      </a:cubicBezTo>
                      <a:cubicBezTo>
                        <a:pt x="1" y="1037"/>
                        <a:pt x="2" y="1044"/>
                        <a:pt x="4" y="1051"/>
                      </a:cubicBezTo>
                      <a:cubicBezTo>
                        <a:pt x="8" y="1064"/>
                        <a:pt x="16" y="1075"/>
                        <a:pt x="27" y="1083"/>
                      </a:cubicBezTo>
                      <a:cubicBezTo>
                        <a:pt x="38" y="1091"/>
                        <a:pt x="52" y="1094"/>
                        <a:pt x="66" y="1094"/>
                      </a:cubicBezTo>
                      <a:cubicBezTo>
                        <a:pt x="79" y="1094"/>
                        <a:pt x="93" y="1094"/>
                        <a:pt x="107" y="1094"/>
                      </a:cubicBezTo>
                      <a:cubicBezTo>
                        <a:pt x="134" y="1094"/>
                        <a:pt x="161" y="1094"/>
                        <a:pt x="188" y="1094"/>
                      </a:cubicBezTo>
                      <a:cubicBezTo>
                        <a:pt x="241" y="1094"/>
                        <a:pt x="294" y="1094"/>
                        <a:pt x="346" y="1094"/>
                      </a:cubicBezTo>
                      <a:cubicBezTo>
                        <a:pt x="372" y="1094"/>
                        <a:pt x="398" y="1094"/>
                        <a:pt x="423" y="1094"/>
                      </a:cubicBezTo>
                      <a:cubicBezTo>
                        <a:pt x="436" y="1094"/>
                        <a:pt x="449" y="1094"/>
                        <a:pt x="461" y="1094"/>
                      </a:cubicBezTo>
                      <a:cubicBezTo>
                        <a:pt x="474" y="1093"/>
                        <a:pt x="486" y="1088"/>
                        <a:pt x="495" y="1080"/>
                      </a:cubicBezTo>
                      <a:cubicBezTo>
                        <a:pt x="500" y="1076"/>
                        <a:pt x="504" y="1072"/>
                        <a:pt x="508" y="1067"/>
                      </a:cubicBezTo>
                      <a:cubicBezTo>
                        <a:pt x="511" y="1062"/>
                        <a:pt x="514" y="1056"/>
                        <a:pt x="515" y="1050"/>
                      </a:cubicBezTo>
                      <a:cubicBezTo>
                        <a:pt x="517" y="1044"/>
                        <a:pt x="517" y="1038"/>
                        <a:pt x="518" y="1032"/>
                      </a:cubicBezTo>
                      <a:cubicBezTo>
                        <a:pt x="518" y="1026"/>
                        <a:pt x="518" y="1020"/>
                        <a:pt x="518" y="1014"/>
                      </a:cubicBezTo>
                      <a:cubicBezTo>
                        <a:pt x="518" y="989"/>
                        <a:pt x="518" y="965"/>
                        <a:pt x="518" y="941"/>
                      </a:cubicBezTo>
                      <a:cubicBezTo>
                        <a:pt x="518" y="750"/>
                        <a:pt x="518" y="578"/>
                        <a:pt x="518" y="434"/>
                      </a:cubicBezTo>
                      <a:cubicBezTo>
                        <a:pt x="518" y="289"/>
                        <a:pt x="518" y="172"/>
                        <a:pt x="518" y="92"/>
                      </a:cubicBezTo>
                      <a:cubicBezTo>
                        <a:pt x="518" y="81"/>
                        <a:pt x="518" y="72"/>
                        <a:pt x="518" y="63"/>
                      </a:cubicBezTo>
                      <a:cubicBezTo>
                        <a:pt x="518" y="54"/>
                        <a:pt x="517" y="47"/>
                        <a:pt x="514" y="39"/>
                      </a:cubicBezTo>
                      <a:cubicBezTo>
                        <a:pt x="511" y="32"/>
                        <a:pt x="506" y="26"/>
                        <a:pt x="502" y="21"/>
                      </a:cubicBezTo>
                      <a:cubicBezTo>
                        <a:pt x="497" y="17"/>
                        <a:pt x="493" y="12"/>
                        <a:pt x="489" y="9"/>
                      </a:cubicBezTo>
                      <a:cubicBezTo>
                        <a:pt x="479" y="4"/>
                        <a:pt x="471" y="2"/>
                        <a:pt x="466" y="1"/>
                      </a:cubicBezTo>
                      <a:cubicBezTo>
                        <a:pt x="463" y="1"/>
                        <a:pt x="461" y="1"/>
                        <a:pt x="460" y="1"/>
                      </a:cubicBezTo>
                      <a:cubicBezTo>
                        <a:pt x="459" y="1"/>
                        <a:pt x="458" y="1"/>
                        <a:pt x="458" y="1"/>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003" name="Google Shape;1003;p25"/>
                <p:cNvSpPr/>
                <p:nvPr/>
              </p:nvSpPr>
              <p:spPr>
                <a:xfrm>
                  <a:off x="2629112" y="867823"/>
                  <a:ext cx="92745" cy="2061"/>
                </a:xfrm>
                <a:custGeom>
                  <a:rect b="b" l="l" r="r" t="t"/>
                  <a:pathLst>
                    <a:path extrusionOk="0" h="1" w="45">
                      <a:moveTo>
                        <a:pt x="45" y="0"/>
                      </a:moveTo>
                      <a:cubicBezTo>
                        <a:pt x="45" y="0"/>
                        <a:pt x="35" y="1"/>
                        <a:pt x="22" y="1"/>
                      </a:cubicBezTo>
                      <a:cubicBezTo>
                        <a:pt x="10" y="1"/>
                        <a:pt x="0" y="1"/>
                        <a:pt x="0" y="0"/>
                      </a:cubicBezTo>
                      <a:cubicBezTo>
                        <a:pt x="0" y="0"/>
                        <a:pt x="10" y="0"/>
                        <a:pt x="22" y="0"/>
                      </a:cubicBezTo>
                      <a:cubicBezTo>
                        <a:pt x="35" y="0"/>
                        <a:pt x="45" y="0"/>
                        <a:pt x="45"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004" name="Google Shape;1004;p25"/>
                <p:cNvSpPr/>
                <p:nvPr/>
              </p:nvSpPr>
              <p:spPr>
                <a:xfrm>
                  <a:off x="2629112" y="890494"/>
                  <a:ext cx="92745" cy="2061"/>
                </a:xfrm>
                <a:custGeom>
                  <a:rect b="b" l="l" r="r" t="t"/>
                  <a:pathLst>
                    <a:path extrusionOk="0" h="1" w="45">
                      <a:moveTo>
                        <a:pt x="45" y="1"/>
                      </a:moveTo>
                      <a:cubicBezTo>
                        <a:pt x="45" y="1"/>
                        <a:pt x="35" y="1"/>
                        <a:pt x="22" y="1"/>
                      </a:cubicBezTo>
                      <a:cubicBezTo>
                        <a:pt x="10" y="1"/>
                        <a:pt x="0" y="1"/>
                        <a:pt x="0" y="1"/>
                      </a:cubicBezTo>
                      <a:cubicBezTo>
                        <a:pt x="0" y="1"/>
                        <a:pt x="10" y="0"/>
                        <a:pt x="22" y="0"/>
                      </a:cubicBezTo>
                      <a:cubicBezTo>
                        <a:pt x="35" y="0"/>
                        <a:pt x="45" y="0"/>
                        <a:pt x="45" y="1"/>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005" name="Google Shape;1005;p25"/>
                <p:cNvSpPr/>
                <p:nvPr/>
              </p:nvSpPr>
              <p:spPr>
                <a:xfrm>
                  <a:off x="2629112" y="915226"/>
                  <a:ext cx="92745" cy="2061"/>
                </a:xfrm>
                <a:custGeom>
                  <a:rect b="b" l="l" r="r" t="t"/>
                  <a:pathLst>
                    <a:path extrusionOk="0" h="1" w="45">
                      <a:moveTo>
                        <a:pt x="45" y="0"/>
                      </a:moveTo>
                      <a:cubicBezTo>
                        <a:pt x="45" y="0"/>
                        <a:pt x="35" y="1"/>
                        <a:pt x="23" y="1"/>
                      </a:cubicBezTo>
                      <a:cubicBezTo>
                        <a:pt x="10" y="1"/>
                        <a:pt x="0" y="1"/>
                        <a:pt x="0" y="0"/>
                      </a:cubicBezTo>
                      <a:cubicBezTo>
                        <a:pt x="0" y="0"/>
                        <a:pt x="10" y="0"/>
                        <a:pt x="23" y="0"/>
                      </a:cubicBezTo>
                      <a:cubicBezTo>
                        <a:pt x="35" y="0"/>
                        <a:pt x="45" y="0"/>
                        <a:pt x="45"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006" name="Google Shape;1006;p25"/>
                <p:cNvSpPr/>
                <p:nvPr/>
              </p:nvSpPr>
              <p:spPr>
                <a:xfrm>
                  <a:off x="2093253" y="1199644"/>
                  <a:ext cx="416320" cy="416323"/>
                </a:xfrm>
                <a:custGeom>
                  <a:rect b="b" l="l" r="r" t="t"/>
                  <a:pathLst>
                    <a:path extrusionOk="0" h="202" w="202">
                      <a:moveTo>
                        <a:pt x="117" y="1"/>
                      </a:moveTo>
                      <a:cubicBezTo>
                        <a:pt x="134" y="3"/>
                        <a:pt x="151" y="11"/>
                        <a:pt x="165" y="22"/>
                      </a:cubicBezTo>
                      <a:cubicBezTo>
                        <a:pt x="179" y="33"/>
                        <a:pt x="189" y="47"/>
                        <a:pt x="196" y="64"/>
                      </a:cubicBezTo>
                      <a:cubicBezTo>
                        <a:pt x="202" y="81"/>
                        <a:pt x="203" y="99"/>
                        <a:pt x="201" y="116"/>
                      </a:cubicBezTo>
                      <a:cubicBezTo>
                        <a:pt x="198" y="134"/>
                        <a:pt x="191" y="150"/>
                        <a:pt x="180" y="164"/>
                      </a:cubicBezTo>
                      <a:cubicBezTo>
                        <a:pt x="169" y="178"/>
                        <a:pt x="155" y="189"/>
                        <a:pt x="138" y="195"/>
                      </a:cubicBezTo>
                      <a:cubicBezTo>
                        <a:pt x="121" y="201"/>
                        <a:pt x="103" y="203"/>
                        <a:pt x="86" y="201"/>
                      </a:cubicBezTo>
                      <a:cubicBezTo>
                        <a:pt x="68" y="198"/>
                        <a:pt x="52" y="192"/>
                        <a:pt x="38" y="180"/>
                      </a:cubicBezTo>
                      <a:cubicBezTo>
                        <a:pt x="24" y="169"/>
                        <a:pt x="13" y="154"/>
                        <a:pt x="7" y="137"/>
                      </a:cubicBezTo>
                      <a:cubicBezTo>
                        <a:pt x="1" y="121"/>
                        <a:pt x="-1" y="103"/>
                        <a:pt x="1" y="85"/>
                      </a:cubicBezTo>
                      <a:cubicBezTo>
                        <a:pt x="4" y="68"/>
                        <a:pt x="10" y="51"/>
                        <a:pt x="22" y="37"/>
                      </a:cubicBezTo>
                      <a:cubicBezTo>
                        <a:pt x="33" y="23"/>
                        <a:pt x="48" y="13"/>
                        <a:pt x="65" y="6"/>
                      </a:cubicBezTo>
                      <a:cubicBezTo>
                        <a:pt x="81" y="0"/>
                        <a:pt x="99" y="-2"/>
                        <a:pt x="117" y="1"/>
                      </a:cubicBezTo>
                      <a:close/>
                    </a:path>
                  </a:pathLst>
                </a:custGeom>
                <a:solidFill>
                  <a:schemeClr val="lt2"/>
                </a:solidFill>
                <a:ln>
                  <a:noFill/>
                </a:ln>
              </p:spPr>
              <p:txBody>
                <a:bodyPr anchorCtr="1" anchor="ctr" bIns="30725" lIns="99775" spcFirstLastPara="1" rIns="99775" wrap="square" tIns="30725">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007" name="Google Shape;1007;p25"/>
                <p:cNvSpPr/>
                <p:nvPr/>
              </p:nvSpPr>
              <p:spPr>
                <a:xfrm>
                  <a:off x="2231340" y="1403684"/>
                  <a:ext cx="142208" cy="88623"/>
                </a:xfrm>
                <a:custGeom>
                  <a:rect b="b" l="l" r="r" t="t"/>
                  <a:pathLst>
                    <a:path extrusionOk="0" h="43" w="69">
                      <a:moveTo>
                        <a:pt x="69" y="43"/>
                      </a:moveTo>
                      <a:lnTo>
                        <a:pt x="0" y="43"/>
                      </a:lnTo>
                      <a:lnTo>
                        <a:pt x="0" y="34"/>
                      </a:lnTo>
                      <a:cubicBezTo>
                        <a:pt x="0" y="15"/>
                        <a:pt x="15" y="0"/>
                        <a:pt x="34" y="0"/>
                      </a:cubicBezTo>
                      <a:lnTo>
                        <a:pt x="34" y="0"/>
                      </a:lnTo>
                      <a:cubicBezTo>
                        <a:pt x="54" y="0"/>
                        <a:pt x="69" y="15"/>
                        <a:pt x="69" y="34"/>
                      </a:cubicBezTo>
                      <a:lnTo>
                        <a:pt x="69" y="43"/>
                      </a:lnTo>
                      <a:close/>
                    </a:path>
                  </a:pathLst>
                </a:custGeom>
                <a:solidFill>
                  <a:schemeClr val="l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008" name="Google Shape;1008;p25"/>
                <p:cNvSpPr/>
                <p:nvPr/>
              </p:nvSpPr>
              <p:spPr>
                <a:xfrm>
                  <a:off x="2260193" y="1323305"/>
                  <a:ext cx="84501" cy="84501"/>
                </a:xfrm>
                <a:custGeom>
                  <a:rect b="b" l="l" r="r" t="t"/>
                  <a:pathLst>
                    <a:path extrusionOk="0" h="41" w="41">
                      <a:moveTo>
                        <a:pt x="41" y="21"/>
                      </a:moveTo>
                      <a:cubicBezTo>
                        <a:pt x="41" y="24"/>
                        <a:pt x="40" y="28"/>
                        <a:pt x="38" y="31"/>
                      </a:cubicBezTo>
                      <a:cubicBezTo>
                        <a:pt x="36" y="34"/>
                        <a:pt x="34" y="37"/>
                        <a:pt x="31" y="38"/>
                      </a:cubicBezTo>
                      <a:cubicBezTo>
                        <a:pt x="27" y="40"/>
                        <a:pt x="23" y="41"/>
                        <a:pt x="20" y="41"/>
                      </a:cubicBezTo>
                      <a:cubicBezTo>
                        <a:pt x="16" y="41"/>
                        <a:pt x="13" y="40"/>
                        <a:pt x="10" y="38"/>
                      </a:cubicBezTo>
                      <a:cubicBezTo>
                        <a:pt x="7" y="37"/>
                        <a:pt x="4" y="34"/>
                        <a:pt x="3" y="31"/>
                      </a:cubicBezTo>
                      <a:cubicBezTo>
                        <a:pt x="1" y="28"/>
                        <a:pt x="0" y="24"/>
                        <a:pt x="0" y="21"/>
                      </a:cubicBezTo>
                      <a:cubicBezTo>
                        <a:pt x="0" y="17"/>
                        <a:pt x="1" y="14"/>
                        <a:pt x="3" y="10"/>
                      </a:cubicBezTo>
                      <a:cubicBezTo>
                        <a:pt x="4" y="7"/>
                        <a:pt x="7" y="5"/>
                        <a:pt x="10" y="3"/>
                      </a:cubicBezTo>
                      <a:cubicBezTo>
                        <a:pt x="13" y="1"/>
                        <a:pt x="17" y="0"/>
                        <a:pt x="20" y="0"/>
                      </a:cubicBezTo>
                      <a:cubicBezTo>
                        <a:pt x="24" y="0"/>
                        <a:pt x="27" y="1"/>
                        <a:pt x="31" y="3"/>
                      </a:cubicBezTo>
                      <a:cubicBezTo>
                        <a:pt x="34" y="5"/>
                        <a:pt x="36" y="7"/>
                        <a:pt x="38" y="10"/>
                      </a:cubicBezTo>
                      <a:cubicBezTo>
                        <a:pt x="40" y="14"/>
                        <a:pt x="41" y="17"/>
                        <a:pt x="41" y="21"/>
                      </a:cubicBezTo>
                      <a:close/>
                    </a:path>
                  </a:pathLst>
                </a:custGeom>
                <a:solidFill>
                  <a:schemeClr val="l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009" name="Google Shape;1009;p25"/>
                <p:cNvSpPr/>
                <p:nvPr/>
              </p:nvSpPr>
              <p:spPr>
                <a:xfrm>
                  <a:off x="1930434" y="1855043"/>
                  <a:ext cx="702798" cy="144270"/>
                </a:xfrm>
                <a:custGeom>
                  <a:rect b="b" l="l" r="r" t="t"/>
                  <a:pathLst>
                    <a:path extrusionOk="0" h="70" w="341">
                      <a:moveTo>
                        <a:pt x="0" y="0"/>
                      </a:moveTo>
                      <a:lnTo>
                        <a:pt x="341" y="0"/>
                      </a:lnTo>
                      <a:lnTo>
                        <a:pt x="341" y="70"/>
                      </a:lnTo>
                      <a:lnTo>
                        <a:pt x="0" y="70"/>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010" name="Google Shape;1010;p25"/>
                <p:cNvSpPr/>
                <p:nvPr/>
              </p:nvSpPr>
              <p:spPr>
                <a:xfrm>
                  <a:off x="1930434" y="2065266"/>
                  <a:ext cx="702798" cy="142209"/>
                </a:xfrm>
                <a:custGeom>
                  <a:rect b="b" l="l" r="r" t="t"/>
                  <a:pathLst>
                    <a:path extrusionOk="0" h="69" w="341">
                      <a:moveTo>
                        <a:pt x="0" y="0"/>
                      </a:moveTo>
                      <a:lnTo>
                        <a:pt x="341" y="0"/>
                      </a:lnTo>
                      <a:lnTo>
                        <a:pt x="341" y="69"/>
                      </a:lnTo>
                      <a:lnTo>
                        <a:pt x="0" y="69"/>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011" name="Google Shape;1011;p25"/>
                <p:cNvSpPr/>
                <p:nvPr/>
              </p:nvSpPr>
              <p:spPr>
                <a:xfrm>
                  <a:off x="2039667" y="2349684"/>
                  <a:ext cx="496699" cy="144270"/>
                </a:xfrm>
                <a:custGeom>
                  <a:rect b="b" l="l" r="r" t="t"/>
                  <a:pathLst>
                    <a:path extrusionOk="0" h="70" w="241">
                      <a:moveTo>
                        <a:pt x="206" y="70"/>
                      </a:moveTo>
                      <a:lnTo>
                        <a:pt x="35" y="70"/>
                      </a:lnTo>
                      <a:cubicBezTo>
                        <a:pt x="16" y="70"/>
                        <a:pt x="0" y="54"/>
                        <a:pt x="0" y="35"/>
                      </a:cubicBezTo>
                      <a:lnTo>
                        <a:pt x="0" y="35"/>
                      </a:lnTo>
                      <a:cubicBezTo>
                        <a:pt x="0" y="16"/>
                        <a:pt x="16" y="0"/>
                        <a:pt x="35" y="0"/>
                      </a:cubicBezTo>
                      <a:lnTo>
                        <a:pt x="206" y="0"/>
                      </a:lnTo>
                      <a:cubicBezTo>
                        <a:pt x="225" y="0"/>
                        <a:pt x="241" y="16"/>
                        <a:pt x="241" y="35"/>
                      </a:cubicBezTo>
                      <a:lnTo>
                        <a:pt x="241" y="35"/>
                      </a:lnTo>
                      <a:cubicBezTo>
                        <a:pt x="241" y="54"/>
                        <a:pt x="225" y="70"/>
                        <a:pt x="206" y="70"/>
                      </a:cubicBezTo>
                      <a:close/>
                    </a:path>
                  </a:pathLst>
                </a:custGeom>
                <a:solidFill>
                  <a:schemeClr val="dk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012" name="Google Shape;1012;p25"/>
                <p:cNvSpPr/>
                <p:nvPr/>
              </p:nvSpPr>
              <p:spPr>
                <a:xfrm>
                  <a:off x="2066460" y="1762298"/>
                  <a:ext cx="443113" cy="14427"/>
                </a:xfrm>
                <a:custGeom>
                  <a:rect b="b" l="l" r="r" t="t"/>
                  <a:pathLst>
                    <a:path extrusionOk="0" h="7" w="215">
                      <a:moveTo>
                        <a:pt x="215" y="3"/>
                      </a:moveTo>
                      <a:cubicBezTo>
                        <a:pt x="215" y="5"/>
                        <a:pt x="166" y="7"/>
                        <a:pt x="107" y="7"/>
                      </a:cubicBezTo>
                      <a:cubicBezTo>
                        <a:pt x="47" y="7"/>
                        <a:pt x="0" y="5"/>
                        <a:pt x="0" y="3"/>
                      </a:cubicBezTo>
                      <a:cubicBezTo>
                        <a:pt x="0" y="2"/>
                        <a:pt x="47" y="0"/>
                        <a:pt x="107" y="0"/>
                      </a:cubicBezTo>
                      <a:cubicBezTo>
                        <a:pt x="166" y="0"/>
                        <a:pt x="215" y="2"/>
                        <a:pt x="215" y="3"/>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013" name="Google Shape;1013;p25"/>
                <p:cNvSpPr/>
                <p:nvPr/>
              </p:nvSpPr>
              <p:spPr>
                <a:xfrm>
                  <a:off x="1990203" y="1933362"/>
                  <a:ext cx="43281" cy="26793"/>
                </a:xfrm>
                <a:custGeom>
                  <a:rect b="b" l="l" r="r" t="t"/>
                  <a:pathLst>
                    <a:path extrusionOk="0" h="13" w="21">
                      <a:moveTo>
                        <a:pt x="18" y="13"/>
                      </a:moveTo>
                      <a:lnTo>
                        <a:pt x="3" y="13"/>
                      </a:lnTo>
                      <a:cubicBezTo>
                        <a:pt x="2" y="13"/>
                        <a:pt x="0" y="11"/>
                        <a:pt x="0" y="10"/>
                      </a:cubicBezTo>
                      <a:lnTo>
                        <a:pt x="0" y="10"/>
                      </a:lnTo>
                      <a:cubicBezTo>
                        <a:pt x="0" y="4"/>
                        <a:pt x="5" y="0"/>
                        <a:pt x="10" y="0"/>
                      </a:cubicBezTo>
                      <a:lnTo>
                        <a:pt x="11" y="0"/>
                      </a:lnTo>
                      <a:cubicBezTo>
                        <a:pt x="16" y="0"/>
                        <a:pt x="21" y="4"/>
                        <a:pt x="21" y="10"/>
                      </a:cubicBezTo>
                      <a:lnTo>
                        <a:pt x="21" y="10"/>
                      </a:lnTo>
                      <a:cubicBezTo>
                        <a:pt x="21" y="11"/>
                        <a:pt x="19" y="13"/>
                        <a:pt x="18" y="13"/>
                      </a:cubicBez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014" name="Google Shape;1014;p25"/>
                <p:cNvSpPr/>
                <p:nvPr/>
              </p:nvSpPr>
              <p:spPr>
                <a:xfrm>
                  <a:off x="1998447" y="1910691"/>
                  <a:ext cx="26793" cy="24732"/>
                </a:xfrm>
                <a:custGeom>
                  <a:rect b="b" l="l" r="r" t="t"/>
                  <a:pathLst>
                    <a:path extrusionOk="0" h="12" w="13">
                      <a:moveTo>
                        <a:pt x="13" y="6"/>
                      </a:moveTo>
                      <a:cubicBezTo>
                        <a:pt x="13" y="9"/>
                        <a:pt x="9" y="12"/>
                        <a:pt x="6" y="12"/>
                      </a:cubicBezTo>
                      <a:cubicBezTo>
                        <a:pt x="2" y="12"/>
                        <a:pt x="0" y="10"/>
                        <a:pt x="0" y="6"/>
                      </a:cubicBezTo>
                      <a:cubicBezTo>
                        <a:pt x="0" y="3"/>
                        <a:pt x="2" y="0"/>
                        <a:pt x="6" y="0"/>
                      </a:cubicBezTo>
                      <a:cubicBezTo>
                        <a:pt x="9" y="0"/>
                        <a:pt x="13" y="2"/>
                        <a:pt x="13" y="6"/>
                      </a:cubicBez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015" name="Google Shape;1015;p25"/>
                <p:cNvSpPr/>
                <p:nvPr/>
              </p:nvSpPr>
              <p:spPr>
                <a:xfrm>
                  <a:off x="1994325" y="2139462"/>
                  <a:ext cx="35037" cy="24732"/>
                </a:xfrm>
                <a:custGeom>
                  <a:rect b="b" l="l" r="r" t="t"/>
                  <a:pathLst>
                    <a:path extrusionOk="0" h="12" w="17">
                      <a:moveTo>
                        <a:pt x="0" y="0"/>
                      </a:moveTo>
                      <a:lnTo>
                        <a:pt x="17" y="0"/>
                      </a:lnTo>
                      <a:lnTo>
                        <a:pt x="17" y="12"/>
                      </a:lnTo>
                      <a:lnTo>
                        <a:pt x="0" y="12"/>
                      </a:lnTo>
                      <a:lnTo>
                        <a:pt x="0" y="0"/>
                      </a:ln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016" name="Google Shape;1016;p25"/>
                <p:cNvSpPr/>
                <p:nvPr/>
              </p:nvSpPr>
              <p:spPr>
                <a:xfrm>
                  <a:off x="1988142" y="2112669"/>
                  <a:ext cx="45342" cy="30915"/>
                </a:xfrm>
                <a:custGeom>
                  <a:rect b="b" l="l" r="r" t="t"/>
                  <a:pathLst>
                    <a:path extrusionOk="0" h="15" w="22">
                      <a:moveTo>
                        <a:pt x="22" y="15"/>
                      </a:moveTo>
                      <a:lnTo>
                        <a:pt x="16" y="15"/>
                      </a:lnTo>
                      <a:lnTo>
                        <a:pt x="16" y="11"/>
                      </a:lnTo>
                      <a:cubicBezTo>
                        <a:pt x="16" y="9"/>
                        <a:pt x="13" y="6"/>
                        <a:pt x="11" y="6"/>
                      </a:cubicBezTo>
                      <a:cubicBezTo>
                        <a:pt x="8" y="6"/>
                        <a:pt x="6" y="9"/>
                        <a:pt x="6" y="11"/>
                      </a:cubicBezTo>
                      <a:lnTo>
                        <a:pt x="6" y="15"/>
                      </a:lnTo>
                      <a:lnTo>
                        <a:pt x="0" y="15"/>
                      </a:lnTo>
                      <a:lnTo>
                        <a:pt x="0" y="11"/>
                      </a:lnTo>
                      <a:cubicBezTo>
                        <a:pt x="0" y="5"/>
                        <a:pt x="4" y="0"/>
                        <a:pt x="11" y="0"/>
                      </a:cubicBezTo>
                      <a:cubicBezTo>
                        <a:pt x="17" y="0"/>
                        <a:pt x="22" y="5"/>
                        <a:pt x="22" y="11"/>
                      </a:cubicBezTo>
                      <a:lnTo>
                        <a:pt x="22" y="15"/>
                      </a:ln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017" name="Google Shape;1017;p25"/>
                <p:cNvSpPr/>
                <p:nvPr/>
              </p:nvSpPr>
              <p:spPr>
                <a:xfrm>
                  <a:off x="3354583" y="1244986"/>
                  <a:ext cx="247319" cy="245259"/>
                </a:xfrm>
                <a:custGeom>
                  <a:rect b="b" l="l" r="r" t="t"/>
                  <a:pathLst>
                    <a:path extrusionOk="0" h="119" w="120">
                      <a:moveTo>
                        <a:pt x="74" y="1"/>
                      </a:moveTo>
                      <a:cubicBezTo>
                        <a:pt x="84" y="4"/>
                        <a:pt x="93" y="9"/>
                        <a:pt x="101" y="16"/>
                      </a:cubicBezTo>
                      <a:cubicBezTo>
                        <a:pt x="108" y="23"/>
                        <a:pt x="115" y="32"/>
                        <a:pt x="118" y="42"/>
                      </a:cubicBezTo>
                      <a:cubicBezTo>
                        <a:pt x="121" y="52"/>
                        <a:pt x="120" y="63"/>
                        <a:pt x="118" y="73"/>
                      </a:cubicBezTo>
                      <a:cubicBezTo>
                        <a:pt x="115" y="83"/>
                        <a:pt x="111" y="93"/>
                        <a:pt x="104" y="100"/>
                      </a:cubicBezTo>
                      <a:cubicBezTo>
                        <a:pt x="97" y="108"/>
                        <a:pt x="88" y="113"/>
                        <a:pt x="78" y="116"/>
                      </a:cubicBezTo>
                      <a:cubicBezTo>
                        <a:pt x="68" y="119"/>
                        <a:pt x="57" y="120"/>
                        <a:pt x="47" y="117"/>
                      </a:cubicBezTo>
                      <a:cubicBezTo>
                        <a:pt x="37" y="115"/>
                        <a:pt x="27" y="110"/>
                        <a:pt x="20" y="103"/>
                      </a:cubicBezTo>
                      <a:cubicBezTo>
                        <a:pt x="12" y="96"/>
                        <a:pt x="6" y="87"/>
                        <a:pt x="3" y="77"/>
                      </a:cubicBezTo>
                      <a:cubicBezTo>
                        <a:pt x="0" y="67"/>
                        <a:pt x="0" y="56"/>
                        <a:pt x="2" y="46"/>
                      </a:cubicBezTo>
                      <a:cubicBezTo>
                        <a:pt x="5" y="35"/>
                        <a:pt x="10" y="26"/>
                        <a:pt x="17" y="18"/>
                      </a:cubicBezTo>
                      <a:cubicBezTo>
                        <a:pt x="24" y="11"/>
                        <a:pt x="33" y="5"/>
                        <a:pt x="43" y="2"/>
                      </a:cubicBezTo>
                      <a:cubicBezTo>
                        <a:pt x="53" y="-1"/>
                        <a:pt x="64" y="-1"/>
                        <a:pt x="74" y="1"/>
                      </a:cubicBezTo>
                      <a:close/>
                    </a:path>
                  </a:pathLst>
                </a:custGeom>
                <a:solidFill>
                  <a:schemeClr val="dk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018" name="Google Shape;1018;p25"/>
                <p:cNvSpPr/>
                <p:nvPr/>
              </p:nvSpPr>
              <p:spPr>
                <a:xfrm>
                  <a:off x="3424656" y="1327427"/>
                  <a:ext cx="107172" cy="80379"/>
                </a:xfrm>
                <a:custGeom>
                  <a:rect b="b" l="l" r="r" t="t"/>
                  <a:pathLst>
                    <a:path extrusionOk="0" h="39" w="52">
                      <a:moveTo>
                        <a:pt x="23" y="39"/>
                      </a:moveTo>
                      <a:cubicBezTo>
                        <a:pt x="22" y="39"/>
                        <a:pt x="22" y="38"/>
                        <a:pt x="21" y="38"/>
                      </a:cubicBezTo>
                      <a:lnTo>
                        <a:pt x="1" y="21"/>
                      </a:lnTo>
                      <a:cubicBezTo>
                        <a:pt x="0" y="21"/>
                        <a:pt x="0" y="20"/>
                        <a:pt x="1" y="18"/>
                      </a:cubicBezTo>
                      <a:cubicBezTo>
                        <a:pt x="2" y="17"/>
                        <a:pt x="3" y="16"/>
                        <a:pt x="5" y="17"/>
                      </a:cubicBezTo>
                      <a:lnTo>
                        <a:pt x="23" y="32"/>
                      </a:lnTo>
                      <a:lnTo>
                        <a:pt x="48" y="1"/>
                      </a:lnTo>
                      <a:cubicBezTo>
                        <a:pt x="49" y="0"/>
                        <a:pt x="51" y="0"/>
                        <a:pt x="52" y="0"/>
                      </a:cubicBezTo>
                      <a:cubicBezTo>
                        <a:pt x="53" y="1"/>
                        <a:pt x="53" y="3"/>
                        <a:pt x="52" y="4"/>
                      </a:cubicBezTo>
                      <a:lnTo>
                        <a:pt x="25" y="38"/>
                      </a:lnTo>
                      <a:cubicBezTo>
                        <a:pt x="25" y="38"/>
                        <a:pt x="24" y="39"/>
                        <a:pt x="23" y="39"/>
                      </a:cubicBezTo>
                      <a:close/>
                    </a:path>
                  </a:pathLst>
                </a:custGeom>
                <a:solidFill>
                  <a:schemeClr val="l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grpSp>
          <p:sp>
            <p:nvSpPr>
              <p:cNvPr id="1019" name="Google Shape;1019;p25"/>
              <p:cNvSpPr/>
              <p:nvPr/>
            </p:nvSpPr>
            <p:spPr>
              <a:xfrm>
                <a:off x="2065998" y="838170"/>
                <a:ext cx="84650" cy="93282"/>
              </a:xfrm>
              <a:custGeom>
                <a:rect b="b" l="l" r="r" t="t"/>
                <a:pathLst>
                  <a:path extrusionOk="0" h="97" w="88">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accen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grpSp>
        <p:grpSp>
          <p:nvGrpSpPr>
            <p:cNvPr id="1020" name="Google Shape;1020;p25"/>
            <p:cNvGrpSpPr/>
            <p:nvPr/>
          </p:nvGrpSpPr>
          <p:grpSpPr>
            <a:xfrm>
              <a:off x="1210622" y="-170354"/>
              <a:ext cx="367390" cy="638263"/>
              <a:chOff x="5914097" y="1631784"/>
              <a:chExt cx="367390" cy="638263"/>
            </a:xfrm>
          </p:grpSpPr>
          <p:sp>
            <p:nvSpPr>
              <p:cNvPr id="1021" name="Google Shape;1021;p25"/>
              <p:cNvSpPr/>
              <p:nvPr/>
            </p:nvSpPr>
            <p:spPr>
              <a:xfrm>
                <a:off x="6227002" y="2215561"/>
                <a:ext cx="54486" cy="54486"/>
              </a:xfrm>
              <a:custGeom>
                <a:rect b="b" l="l" r="r" t="t"/>
                <a:pathLst>
                  <a:path extrusionOk="0" h="35" w="35">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022" name="Google Shape;1022;p25"/>
              <p:cNvSpPr/>
              <p:nvPr/>
            </p:nvSpPr>
            <p:spPr>
              <a:xfrm>
                <a:off x="5914097" y="1631784"/>
                <a:ext cx="342483" cy="618026"/>
              </a:xfrm>
              <a:custGeom>
                <a:rect b="b" l="l" r="r" t="t"/>
                <a:pathLst>
                  <a:path extrusionOk="0" h="397" w="220">
                    <a:moveTo>
                      <a:pt x="220" y="397"/>
                    </a:moveTo>
                    <a:lnTo>
                      <a:pt x="51" y="397"/>
                    </a:lnTo>
                    <a:cubicBezTo>
                      <a:pt x="23" y="397"/>
                      <a:pt x="0" y="374"/>
                      <a:pt x="0" y="345"/>
                    </a:cubicBezTo>
                    <a:lnTo>
                      <a:pt x="0" y="51"/>
                    </a:lnTo>
                    <a:cubicBezTo>
                      <a:pt x="0" y="23"/>
                      <a:pt x="23" y="0"/>
                      <a:pt x="51" y="0"/>
                    </a:cubicBezTo>
                    <a:lnTo>
                      <a:pt x="136" y="0"/>
                    </a:lnTo>
                    <a:lnTo>
                      <a:pt x="136" y="6"/>
                    </a:lnTo>
                    <a:lnTo>
                      <a:pt x="51" y="6"/>
                    </a:lnTo>
                    <a:cubicBezTo>
                      <a:pt x="27" y="6"/>
                      <a:pt x="6" y="27"/>
                      <a:pt x="6" y="51"/>
                    </a:cubicBezTo>
                    <a:lnTo>
                      <a:pt x="6" y="345"/>
                    </a:lnTo>
                    <a:cubicBezTo>
                      <a:pt x="6" y="370"/>
                      <a:pt x="27" y="390"/>
                      <a:pt x="51" y="390"/>
                    </a:cubicBezTo>
                    <a:lnTo>
                      <a:pt x="220" y="390"/>
                    </a:lnTo>
                    <a:lnTo>
                      <a:pt x="220" y="397"/>
                    </a:lnTo>
                    <a:close/>
                  </a:path>
                </a:pathLst>
              </a:custGeom>
              <a:solidFill>
                <a:schemeClr val="lt2"/>
              </a:solidFill>
              <a:ln>
                <a:noFill/>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grpSp>
      </p:grpSp>
      <p:sp>
        <p:nvSpPr>
          <p:cNvPr id="1023" name="Google Shape;1023;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26"/>
          <p:cNvSpPr/>
          <p:nvPr/>
        </p:nvSpPr>
        <p:spPr>
          <a:xfrm>
            <a:off x="5854488" y="1496062"/>
            <a:ext cx="865200" cy="821100"/>
          </a:xfrm>
          <a:prstGeom prst="roundRect">
            <a:avLst>
              <a:gd fmla="val 10609" name="adj"/>
            </a:avLst>
          </a:prstGeom>
          <a:noFill/>
          <a:ln cap="flat" cmpd="sng" w="9525">
            <a:solidFill>
              <a:schemeClr val="dk1"/>
            </a:solidFill>
            <a:prstDash val="solid"/>
            <a:round/>
            <a:headEnd len="sm" w="sm" type="none"/>
            <a:tailEnd len="sm" w="sm" type="none"/>
          </a:ln>
        </p:spPr>
        <p:txBody>
          <a:bodyPr anchorCtr="1"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29" name="Google Shape;1029;p26"/>
          <p:cNvSpPr/>
          <p:nvPr/>
        </p:nvSpPr>
        <p:spPr>
          <a:xfrm>
            <a:off x="2424313" y="1496062"/>
            <a:ext cx="865200" cy="821100"/>
          </a:xfrm>
          <a:prstGeom prst="roundRect">
            <a:avLst>
              <a:gd fmla="val 10609" name="adj"/>
            </a:avLst>
          </a:prstGeom>
          <a:noFill/>
          <a:ln cap="flat" cmpd="sng" w="9525">
            <a:solidFill>
              <a:schemeClr val="dk1"/>
            </a:solidFill>
            <a:prstDash val="solid"/>
            <a:round/>
            <a:headEnd len="sm" w="sm" type="none"/>
            <a:tailEnd len="sm" w="sm" type="none"/>
          </a:ln>
        </p:spPr>
        <p:txBody>
          <a:bodyPr anchorCtr="1"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30" name="Google Shape;1030;p26"/>
          <p:cNvSpPr txBox="1"/>
          <p:nvPr>
            <p:ph idx="4" type="subTitle"/>
          </p:nvPr>
        </p:nvSpPr>
        <p:spPr>
          <a:xfrm>
            <a:off x="4983888" y="2527525"/>
            <a:ext cx="2606400" cy="435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Vision</a:t>
            </a:r>
            <a:endParaRPr/>
          </a:p>
        </p:txBody>
      </p:sp>
      <p:sp>
        <p:nvSpPr>
          <p:cNvPr id="1031" name="Google Shape;1031;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VAFPQR Goals</a:t>
            </a:r>
            <a:endParaRPr/>
          </a:p>
        </p:txBody>
      </p:sp>
      <p:sp>
        <p:nvSpPr>
          <p:cNvPr id="1032" name="Google Shape;1032;p26"/>
          <p:cNvSpPr txBox="1"/>
          <p:nvPr>
            <p:ph idx="1" type="subTitle"/>
          </p:nvPr>
        </p:nvSpPr>
        <p:spPr>
          <a:xfrm>
            <a:off x="4983900" y="2878951"/>
            <a:ext cx="2606400" cy="169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To safeguard digital interactions by providing an intelligent QR authentication platform that verifies authenticity, detects tampering in real time, and delivers secure, backward-compatible solutions that protect users and organizations from QR code fraud.</a:t>
            </a:r>
            <a:endParaRPr/>
          </a:p>
        </p:txBody>
      </p:sp>
      <p:sp>
        <p:nvSpPr>
          <p:cNvPr id="1033" name="Google Shape;1033;p26"/>
          <p:cNvSpPr txBox="1"/>
          <p:nvPr>
            <p:ph idx="2" type="subTitle"/>
          </p:nvPr>
        </p:nvSpPr>
        <p:spPr>
          <a:xfrm>
            <a:off x="1553713" y="2878946"/>
            <a:ext cx="2606400" cy="145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To create a future where every QR code can be trusted, making secure digital interactions the global norm.</a:t>
            </a:r>
            <a:endParaRPr/>
          </a:p>
        </p:txBody>
      </p:sp>
      <p:sp>
        <p:nvSpPr>
          <p:cNvPr id="1034" name="Google Shape;1034;p26"/>
          <p:cNvSpPr txBox="1"/>
          <p:nvPr>
            <p:ph idx="3" type="subTitle"/>
          </p:nvPr>
        </p:nvSpPr>
        <p:spPr>
          <a:xfrm>
            <a:off x="1553713" y="2527525"/>
            <a:ext cx="2606400" cy="435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Mission</a:t>
            </a:r>
            <a:endParaRPr/>
          </a:p>
        </p:txBody>
      </p:sp>
      <p:grpSp>
        <p:nvGrpSpPr>
          <p:cNvPr id="1035" name="Google Shape;1035;p26"/>
          <p:cNvGrpSpPr/>
          <p:nvPr/>
        </p:nvGrpSpPr>
        <p:grpSpPr>
          <a:xfrm>
            <a:off x="6075693" y="1681743"/>
            <a:ext cx="422789" cy="449740"/>
            <a:chOff x="5364750" y="3235150"/>
            <a:chExt cx="277275" cy="294950"/>
          </a:xfrm>
        </p:grpSpPr>
        <p:sp>
          <p:nvSpPr>
            <p:cNvPr id="1036" name="Google Shape;1036;p26"/>
            <p:cNvSpPr/>
            <p:nvPr/>
          </p:nvSpPr>
          <p:spPr>
            <a:xfrm>
              <a:off x="5502600" y="3235150"/>
              <a:ext cx="17350" cy="44125"/>
            </a:xfrm>
            <a:custGeom>
              <a:rect b="b" l="l" r="r" t="t"/>
              <a:pathLst>
                <a:path extrusionOk="0" h="1765" w="694">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6"/>
            <p:cNvSpPr/>
            <p:nvPr/>
          </p:nvSpPr>
          <p:spPr>
            <a:xfrm>
              <a:off x="5555375" y="3253850"/>
              <a:ext cx="35450" cy="34100"/>
            </a:xfrm>
            <a:custGeom>
              <a:rect b="b" l="l" r="r" t="t"/>
              <a:pathLst>
                <a:path extrusionOk="0" h="1364" w="1418">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6"/>
            <p:cNvSpPr/>
            <p:nvPr/>
          </p:nvSpPr>
          <p:spPr>
            <a:xfrm>
              <a:off x="5606550" y="3357225"/>
              <a:ext cx="35475" cy="18150"/>
            </a:xfrm>
            <a:custGeom>
              <a:rect b="b" l="l" r="r" t="t"/>
              <a:pathLst>
                <a:path extrusionOk="0" h="726" w="1419">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6"/>
            <p:cNvSpPr/>
            <p:nvPr/>
          </p:nvSpPr>
          <p:spPr>
            <a:xfrm>
              <a:off x="5364750" y="3357225"/>
              <a:ext cx="35475" cy="17350"/>
            </a:xfrm>
            <a:custGeom>
              <a:rect b="b" l="l" r="r" t="t"/>
              <a:pathLst>
                <a:path extrusionOk="0" h="694" w="1419">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6"/>
            <p:cNvSpPr/>
            <p:nvPr/>
          </p:nvSpPr>
          <p:spPr>
            <a:xfrm>
              <a:off x="5433275" y="3253850"/>
              <a:ext cx="35475" cy="34100"/>
            </a:xfrm>
            <a:custGeom>
              <a:rect b="b" l="l" r="r" t="t"/>
              <a:pathLst>
                <a:path extrusionOk="0" h="1364" w="1419">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6"/>
            <p:cNvSpPr/>
            <p:nvPr/>
          </p:nvSpPr>
          <p:spPr>
            <a:xfrm>
              <a:off x="5380500" y="3287775"/>
              <a:ext cx="37050" cy="25975"/>
            </a:xfrm>
            <a:custGeom>
              <a:rect b="b" l="l" r="r" t="t"/>
              <a:pathLst>
                <a:path extrusionOk="0" h="1039" w="1482">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6"/>
            <p:cNvSpPr/>
            <p:nvPr/>
          </p:nvSpPr>
          <p:spPr>
            <a:xfrm>
              <a:off x="5588450" y="3288075"/>
              <a:ext cx="37025" cy="26800"/>
            </a:xfrm>
            <a:custGeom>
              <a:rect b="b" l="l" r="r" t="t"/>
              <a:pathLst>
                <a:path extrusionOk="0" h="1072" w="1481">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6"/>
            <p:cNvSpPr/>
            <p:nvPr/>
          </p:nvSpPr>
          <p:spPr>
            <a:xfrm>
              <a:off x="5412025" y="3286350"/>
              <a:ext cx="177225" cy="243750"/>
            </a:xfrm>
            <a:custGeom>
              <a:rect b="b" l="l" r="r" t="t"/>
              <a:pathLst>
                <a:path extrusionOk="0" h="9750" w="7089">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4" name="Google Shape;1044;p26"/>
          <p:cNvGrpSpPr/>
          <p:nvPr/>
        </p:nvGrpSpPr>
        <p:grpSpPr>
          <a:xfrm>
            <a:off x="2630499" y="1696686"/>
            <a:ext cx="452827" cy="419854"/>
            <a:chOff x="6543825" y="3202075"/>
            <a:chExt cx="296975" cy="275350"/>
          </a:xfrm>
        </p:grpSpPr>
        <p:sp>
          <p:nvSpPr>
            <p:cNvPr id="1045" name="Google Shape;1045;p26"/>
            <p:cNvSpPr/>
            <p:nvPr/>
          </p:nvSpPr>
          <p:spPr>
            <a:xfrm>
              <a:off x="6683250" y="3202075"/>
              <a:ext cx="17350" cy="43350"/>
            </a:xfrm>
            <a:custGeom>
              <a:rect b="b" l="l" r="r" t="t"/>
              <a:pathLst>
                <a:path extrusionOk="0" h="1734" w="694">
                  <a:moveTo>
                    <a:pt x="347" y="0"/>
                  </a:moveTo>
                  <a:cubicBezTo>
                    <a:pt x="158" y="0"/>
                    <a:pt x="0" y="158"/>
                    <a:pt x="0" y="347"/>
                  </a:cubicBezTo>
                  <a:lnTo>
                    <a:pt x="0" y="1355"/>
                  </a:lnTo>
                  <a:cubicBezTo>
                    <a:pt x="0" y="1576"/>
                    <a:pt x="158" y="1733"/>
                    <a:pt x="347" y="1733"/>
                  </a:cubicBezTo>
                  <a:cubicBezTo>
                    <a:pt x="536" y="1733"/>
                    <a:pt x="693" y="1576"/>
                    <a:pt x="693" y="1355"/>
                  </a:cubicBezTo>
                  <a:lnTo>
                    <a:pt x="693" y="347"/>
                  </a:lnTo>
                  <a:cubicBezTo>
                    <a:pt x="693"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6"/>
            <p:cNvSpPr/>
            <p:nvPr/>
          </p:nvSpPr>
          <p:spPr>
            <a:xfrm>
              <a:off x="6613925" y="3236125"/>
              <a:ext cx="35475" cy="34700"/>
            </a:xfrm>
            <a:custGeom>
              <a:rect b="b" l="l" r="r" t="t"/>
              <a:pathLst>
                <a:path extrusionOk="0" h="1388" w="1419">
                  <a:moveTo>
                    <a:pt x="363" y="1"/>
                  </a:moveTo>
                  <a:cubicBezTo>
                    <a:pt x="276" y="1"/>
                    <a:pt x="190" y="40"/>
                    <a:pt x="127" y="119"/>
                  </a:cubicBezTo>
                  <a:cubicBezTo>
                    <a:pt x="1" y="245"/>
                    <a:pt x="1" y="466"/>
                    <a:pt x="127" y="592"/>
                  </a:cubicBezTo>
                  <a:lnTo>
                    <a:pt x="820" y="1316"/>
                  </a:lnTo>
                  <a:cubicBezTo>
                    <a:pt x="883" y="1364"/>
                    <a:pt x="969" y="1387"/>
                    <a:pt x="1056" y="1387"/>
                  </a:cubicBezTo>
                  <a:cubicBezTo>
                    <a:pt x="1143" y="1387"/>
                    <a:pt x="1229" y="1364"/>
                    <a:pt x="1292" y="1316"/>
                  </a:cubicBezTo>
                  <a:cubicBezTo>
                    <a:pt x="1418" y="1190"/>
                    <a:pt x="1418" y="938"/>
                    <a:pt x="1292" y="844"/>
                  </a:cubicBezTo>
                  <a:lnTo>
                    <a:pt x="599" y="119"/>
                  </a:lnTo>
                  <a:cubicBezTo>
                    <a:pt x="536" y="40"/>
                    <a:pt x="450"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6"/>
            <p:cNvSpPr/>
            <p:nvPr/>
          </p:nvSpPr>
          <p:spPr>
            <a:xfrm>
              <a:off x="6734425" y="3236425"/>
              <a:ext cx="35475" cy="34400"/>
            </a:xfrm>
            <a:custGeom>
              <a:rect b="b" l="l" r="r" t="t"/>
              <a:pathLst>
                <a:path extrusionOk="0" h="1376" w="1419">
                  <a:moveTo>
                    <a:pt x="1054" y="0"/>
                  </a:moveTo>
                  <a:cubicBezTo>
                    <a:pt x="976" y="0"/>
                    <a:pt x="894" y="33"/>
                    <a:pt x="820" y="107"/>
                  </a:cubicBezTo>
                  <a:lnTo>
                    <a:pt x="95" y="832"/>
                  </a:lnTo>
                  <a:cubicBezTo>
                    <a:pt x="1" y="926"/>
                    <a:pt x="1" y="1178"/>
                    <a:pt x="95" y="1304"/>
                  </a:cubicBezTo>
                  <a:cubicBezTo>
                    <a:pt x="158" y="1352"/>
                    <a:pt x="253" y="1375"/>
                    <a:pt x="344" y="1375"/>
                  </a:cubicBezTo>
                  <a:cubicBezTo>
                    <a:pt x="434" y="1375"/>
                    <a:pt x="521" y="1352"/>
                    <a:pt x="568" y="1304"/>
                  </a:cubicBezTo>
                  <a:lnTo>
                    <a:pt x="1293" y="580"/>
                  </a:lnTo>
                  <a:cubicBezTo>
                    <a:pt x="1419" y="454"/>
                    <a:pt x="1419" y="233"/>
                    <a:pt x="1293" y="107"/>
                  </a:cubicBezTo>
                  <a:cubicBezTo>
                    <a:pt x="1226" y="41"/>
                    <a:pt x="1142" y="0"/>
                    <a:pt x="10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6"/>
            <p:cNvSpPr/>
            <p:nvPr/>
          </p:nvSpPr>
          <p:spPr>
            <a:xfrm>
              <a:off x="6805325" y="3322575"/>
              <a:ext cx="35475" cy="121325"/>
            </a:xfrm>
            <a:custGeom>
              <a:rect b="b" l="l" r="r" t="t"/>
              <a:pathLst>
                <a:path extrusionOk="0" h="4853" w="1419">
                  <a:moveTo>
                    <a:pt x="0" y="1"/>
                  </a:moveTo>
                  <a:lnTo>
                    <a:pt x="0" y="4852"/>
                  </a:lnTo>
                  <a:lnTo>
                    <a:pt x="1040" y="4852"/>
                  </a:lnTo>
                  <a:cubicBezTo>
                    <a:pt x="1261" y="4852"/>
                    <a:pt x="1418" y="4695"/>
                    <a:pt x="1418" y="4506"/>
                  </a:cubicBezTo>
                  <a:lnTo>
                    <a:pt x="1418" y="316"/>
                  </a:lnTo>
                  <a:cubicBezTo>
                    <a:pt x="1355" y="158"/>
                    <a:pt x="1198"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26"/>
            <p:cNvSpPr/>
            <p:nvPr/>
          </p:nvSpPr>
          <p:spPr>
            <a:xfrm>
              <a:off x="6543825" y="3323275"/>
              <a:ext cx="35475" cy="121400"/>
            </a:xfrm>
            <a:custGeom>
              <a:rect b="b" l="l" r="r" t="t"/>
              <a:pathLst>
                <a:path extrusionOk="0" h="4856" w="1419">
                  <a:moveTo>
                    <a:pt x="323" y="0"/>
                  </a:moveTo>
                  <a:cubicBezTo>
                    <a:pt x="132" y="0"/>
                    <a:pt x="1" y="149"/>
                    <a:pt x="1" y="351"/>
                  </a:cubicBezTo>
                  <a:lnTo>
                    <a:pt x="1" y="4509"/>
                  </a:lnTo>
                  <a:cubicBezTo>
                    <a:pt x="1" y="4698"/>
                    <a:pt x="158" y="4856"/>
                    <a:pt x="379" y="4856"/>
                  </a:cubicBezTo>
                  <a:lnTo>
                    <a:pt x="1418" y="4856"/>
                  </a:lnTo>
                  <a:lnTo>
                    <a:pt x="1418" y="4"/>
                  </a:lnTo>
                  <a:lnTo>
                    <a:pt x="379" y="4"/>
                  </a:lnTo>
                  <a:cubicBezTo>
                    <a:pt x="360" y="1"/>
                    <a:pt x="341" y="0"/>
                    <a:pt x="3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6"/>
            <p:cNvSpPr/>
            <p:nvPr/>
          </p:nvSpPr>
          <p:spPr>
            <a:xfrm>
              <a:off x="6643075" y="3332025"/>
              <a:ext cx="143375" cy="104000"/>
            </a:xfrm>
            <a:custGeom>
              <a:rect b="b" l="l" r="r" t="t"/>
              <a:pathLst>
                <a:path extrusionOk="0" h="4160" w="5735">
                  <a:moveTo>
                    <a:pt x="1639" y="1"/>
                  </a:moveTo>
                  <a:cubicBezTo>
                    <a:pt x="1450" y="1"/>
                    <a:pt x="1198" y="158"/>
                    <a:pt x="1072" y="379"/>
                  </a:cubicBezTo>
                  <a:lnTo>
                    <a:pt x="0" y="2490"/>
                  </a:lnTo>
                  <a:cubicBezTo>
                    <a:pt x="158" y="2584"/>
                    <a:pt x="378" y="2616"/>
                    <a:pt x="567" y="2616"/>
                  </a:cubicBezTo>
                  <a:cubicBezTo>
                    <a:pt x="1072" y="2616"/>
                    <a:pt x="1544" y="2364"/>
                    <a:pt x="1796" y="1891"/>
                  </a:cubicBezTo>
                  <a:lnTo>
                    <a:pt x="2017" y="1418"/>
                  </a:lnTo>
                  <a:lnTo>
                    <a:pt x="2710" y="1418"/>
                  </a:lnTo>
                  <a:cubicBezTo>
                    <a:pt x="2899" y="1418"/>
                    <a:pt x="3056" y="1481"/>
                    <a:pt x="3182" y="1607"/>
                  </a:cubicBezTo>
                  <a:lnTo>
                    <a:pt x="5734" y="4159"/>
                  </a:lnTo>
                  <a:lnTo>
                    <a:pt x="57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6"/>
            <p:cNvSpPr/>
            <p:nvPr/>
          </p:nvSpPr>
          <p:spPr>
            <a:xfrm>
              <a:off x="6595025" y="3288700"/>
              <a:ext cx="175675" cy="188725"/>
            </a:xfrm>
            <a:custGeom>
              <a:rect b="b" l="l" r="r" t="t"/>
              <a:pathLst>
                <a:path extrusionOk="0" h="7549" w="7027">
                  <a:moveTo>
                    <a:pt x="2206" y="1"/>
                  </a:moveTo>
                  <a:cubicBezTo>
                    <a:pt x="1828" y="1"/>
                    <a:pt x="1481" y="221"/>
                    <a:pt x="1261" y="568"/>
                  </a:cubicBezTo>
                  <a:lnTo>
                    <a:pt x="946" y="1198"/>
                  </a:lnTo>
                  <a:cubicBezTo>
                    <a:pt x="914" y="1324"/>
                    <a:pt x="757" y="1419"/>
                    <a:pt x="631" y="1419"/>
                  </a:cubicBezTo>
                  <a:lnTo>
                    <a:pt x="1" y="1419"/>
                  </a:lnTo>
                  <a:lnTo>
                    <a:pt x="1" y="6239"/>
                  </a:lnTo>
                  <a:lnTo>
                    <a:pt x="1576" y="6239"/>
                  </a:lnTo>
                  <a:lnTo>
                    <a:pt x="2584" y="7247"/>
                  </a:lnTo>
                  <a:cubicBezTo>
                    <a:pt x="2768" y="7431"/>
                    <a:pt x="3054" y="7548"/>
                    <a:pt x="3330" y="7548"/>
                  </a:cubicBezTo>
                  <a:cubicBezTo>
                    <a:pt x="3431" y="7548"/>
                    <a:pt x="3531" y="7533"/>
                    <a:pt x="3624" y="7499"/>
                  </a:cubicBezTo>
                  <a:lnTo>
                    <a:pt x="6585" y="6554"/>
                  </a:lnTo>
                  <a:cubicBezTo>
                    <a:pt x="6743" y="6522"/>
                    <a:pt x="6900" y="6396"/>
                    <a:pt x="7026" y="6302"/>
                  </a:cubicBezTo>
                  <a:lnTo>
                    <a:pt x="4537" y="3813"/>
                  </a:lnTo>
                  <a:lnTo>
                    <a:pt x="4380" y="3813"/>
                  </a:lnTo>
                  <a:lnTo>
                    <a:pt x="4348" y="3844"/>
                  </a:lnTo>
                  <a:cubicBezTo>
                    <a:pt x="4033" y="4506"/>
                    <a:pt x="3340" y="4947"/>
                    <a:pt x="2647" y="5042"/>
                  </a:cubicBezTo>
                  <a:cubicBezTo>
                    <a:pt x="2601" y="5044"/>
                    <a:pt x="2556" y="5046"/>
                    <a:pt x="2511" y="5046"/>
                  </a:cubicBezTo>
                  <a:cubicBezTo>
                    <a:pt x="2046" y="5046"/>
                    <a:pt x="1698" y="4899"/>
                    <a:pt x="1324" y="4727"/>
                  </a:cubicBezTo>
                  <a:cubicBezTo>
                    <a:pt x="1103" y="4632"/>
                    <a:pt x="1040" y="4412"/>
                    <a:pt x="1166" y="4254"/>
                  </a:cubicBezTo>
                  <a:lnTo>
                    <a:pt x="2363" y="1797"/>
                  </a:lnTo>
                  <a:cubicBezTo>
                    <a:pt x="2615" y="1324"/>
                    <a:pt x="3088" y="1041"/>
                    <a:pt x="3592" y="1041"/>
                  </a:cubicBezTo>
                  <a:lnTo>
                    <a:pt x="5104" y="1041"/>
                  </a:lnTo>
                  <a:cubicBezTo>
                    <a:pt x="5167" y="852"/>
                    <a:pt x="5262" y="631"/>
                    <a:pt x="5262" y="347"/>
                  </a:cubicBezTo>
                  <a:cubicBezTo>
                    <a:pt x="5262" y="158"/>
                    <a:pt x="5104" y="1"/>
                    <a:pt x="48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2" name="Google Shape;1052;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27"/>
          <p:cNvSpPr txBox="1"/>
          <p:nvPr>
            <p:ph idx="1" type="subTitle"/>
          </p:nvPr>
        </p:nvSpPr>
        <p:spPr>
          <a:xfrm>
            <a:off x="4938163" y="2727202"/>
            <a:ext cx="3492600" cy="32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QR code scans happen worldwide daily in 2026</a:t>
            </a:r>
            <a:endParaRPr/>
          </a:p>
        </p:txBody>
      </p:sp>
      <p:sp>
        <p:nvSpPr>
          <p:cNvPr id="1058" name="Google Shape;1058;p27"/>
          <p:cNvSpPr txBox="1"/>
          <p:nvPr>
            <p:ph type="title"/>
          </p:nvPr>
        </p:nvSpPr>
        <p:spPr>
          <a:xfrm>
            <a:off x="4938163" y="2104812"/>
            <a:ext cx="3492600" cy="64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 billion</a:t>
            </a:r>
            <a:endParaRPr/>
          </a:p>
        </p:txBody>
      </p:sp>
      <p:sp>
        <p:nvSpPr>
          <p:cNvPr id="1059" name="Google Shape;1059;p27"/>
          <p:cNvSpPr txBox="1"/>
          <p:nvPr>
            <p:ph idx="2" type="title"/>
          </p:nvPr>
        </p:nvSpPr>
        <p:spPr>
          <a:xfrm>
            <a:off x="4938175" y="688431"/>
            <a:ext cx="3492600" cy="64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323%</a:t>
            </a:r>
            <a:endParaRPr/>
          </a:p>
        </p:txBody>
      </p:sp>
      <p:sp>
        <p:nvSpPr>
          <p:cNvPr id="1060" name="Google Shape;1060;p27"/>
          <p:cNvSpPr txBox="1"/>
          <p:nvPr>
            <p:ph idx="3" type="subTitle"/>
          </p:nvPr>
        </p:nvSpPr>
        <p:spPr>
          <a:xfrm>
            <a:off x="4938175" y="1310968"/>
            <a:ext cx="3492600" cy="32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Increase in QR Codes usage over the last 5 years</a:t>
            </a:r>
            <a:endParaRPr/>
          </a:p>
        </p:txBody>
      </p:sp>
      <p:sp>
        <p:nvSpPr>
          <p:cNvPr id="1061" name="Google Shape;1061;p27"/>
          <p:cNvSpPr txBox="1"/>
          <p:nvPr>
            <p:ph idx="4" type="title"/>
          </p:nvPr>
        </p:nvSpPr>
        <p:spPr>
          <a:xfrm>
            <a:off x="4938163" y="3521192"/>
            <a:ext cx="3492600" cy="64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 trillion+</a:t>
            </a:r>
            <a:endParaRPr/>
          </a:p>
        </p:txBody>
      </p:sp>
      <p:sp>
        <p:nvSpPr>
          <p:cNvPr id="1062" name="Google Shape;1062;p27"/>
          <p:cNvSpPr txBox="1"/>
          <p:nvPr>
            <p:ph idx="5" type="subTitle"/>
          </p:nvPr>
        </p:nvSpPr>
        <p:spPr>
          <a:xfrm>
            <a:off x="4938163" y="4143435"/>
            <a:ext cx="3492600" cy="32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QR code scans globally in 2025 </a:t>
            </a:r>
            <a:br>
              <a:rPr lang="en"/>
            </a:br>
            <a:r>
              <a:rPr lang="en"/>
              <a:t>First for the technology</a:t>
            </a:r>
            <a:endParaRPr/>
          </a:p>
        </p:txBody>
      </p:sp>
      <p:grpSp>
        <p:nvGrpSpPr>
          <p:cNvPr id="1063" name="Google Shape;1063;p27"/>
          <p:cNvGrpSpPr/>
          <p:nvPr/>
        </p:nvGrpSpPr>
        <p:grpSpPr>
          <a:xfrm>
            <a:off x="557777" y="591012"/>
            <a:ext cx="4117750" cy="4133863"/>
            <a:chOff x="557777" y="591012"/>
            <a:chExt cx="4117750" cy="4133863"/>
          </a:xfrm>
        </p:grpSpPr>
        <p:grpSp>
          <p:nvGrpSpPr>
            <p:cNvPr id="1064" name="Google Shape;1064;p27"/>
            <p:cNvGrpSpPr/>
            <p:nvPr/>
          </p:nvGrpSpPr>
          <p:grpSpPr>
            <a:xfrm>
              <a:off x="1407284" y="1541349"/>
              <a:ext cx="1696869" cy="3183525"/>
              <a:chOff x="1407284" y="1541349"/>
              <a:chExt cx="1696869" cy="3183525"/>
            </a:xfrm>
          </p:grpSpPr>
          <p:sp>
            <p:nvSpPr>
              <p:cNvPr id="1065" name="Google Shape;1065;p27"/>
              <p:cNvSpPr/>
              <p:nvPr/>
            </p:nvSpPr>
            <p:spPr>
              <a:xfrm>
                <a:off x="2820984" y="2099110"/>
                <a:ext cx="283169" cy="174836"/>
              </a:xfrm>
              <a:custGeom>
                <a:rect b="b" l="l" r="r" t="t"/>
                <a:pathLst>
                  <a:path extrusionOk="0" h="163" w="264">
                    <a:moveTo>
                      <a:pt x="168" y="34"/>
                    </a:moveTo>
                    <a:lnTo>
                      <a:pt x="179" y="32"/>
                    </a:lnTo>
                    <a:cubicBezTo>
                      <a:pt x="179" y="32"/>
                      <a:pt x="266" y="61"/>
                      <a:pt x="264" y="44"/>
                    </a:cubicBezTo>
                    <a:cubicBezTo>
                      <a:pt x="262" y="21"/>
                      <a:pt x="182" y="0"/>
                      <a:pt x="175" y="0"/>
                    </a:cubicBezTo>
                    <a:cubicBezTo>
                      <a:pt x="162" y="-1"/>
                      <a:pt x="87" y="5"/>
                      <a:pt x="76" y="11"/>
                    </a:cubicBezTo>
                    <a:cubicBezTo>
                      <a:pt x="65" y="16"/>
                      <a:pt x="0" y="78"/>
                      <a:pt x="0" y="78"/>
                    </a:cubicBezTo>
                    <a:lnTo>
                      <a:pt x="78" y="163"/>
                    </a:lnTo>
                    <a:cubicBezTo>
                      <a:pt x="78" y="163"/>
                      <a:pt x="100" y="166"/>
                      <a:pt x="129" y="142"/>
                    </a:cubicBezTo>
                    <a:cubicBezTo>
                      <a:pt x="144" y="130"/>
                      <a:pt x="166" y="108"/>
                      <a:pt x="166" y="108"/>
                    </a:cubicBezTo>
                    <a:cubicBezTo>
                      <a:pt x="166" y="108"/>
                      <a:pt x="165" y="102"/>
                      <a:pt x="167" y="100"/>
                    </a:cubicBezTo>
                    <a:cubicBezTo>
                      <a:pt x="173" y="93"/>
                      <a:pt x="169" y="88"/>
                      <a:pt x="169" y="88"/>
                    </a:cubicBezTo>
                    <a:cubicBezTo>
                      <a:pt x="175" y="87"/>
                      <a:pt x="180" y="82"/>
                      <a:pt x="180" y="77"/>
                    </a:cubicBezTo>
                    <a:cubicBezTo>
                      <a:pt x="180" y="75"/>
                      <a:pt x="180" y="71"/>
                      <a:pt x="178" y="69"/>
                    </a:cubicBezTo>
                    <a:cubicBezTo>
                      <a:pt x="173" y="64"/>
                      <a:pt x="171" y="65"/>
                      <a:pt x="171" y="65"/>
                    </a:cubicBezTo>
                    <a:cubicBezTo>
                      <a:pt x="171" y="65"/>
                      <a:pt x="183" y="62"/>
                      <a:pt x="185" y="51"/>
                    </a:cubicBezTo>
                    <a:cubicBezTo>
                      <a:pt x="188" y="41"/>
                      <a:pt x="173" y="36"/>
                      <a:pt x="173" y="36"/>
                    </a:cubicBezTo>
                    <a:lnTo>
                      <a:pt x="168" y="34"/>
                    </a:lnTo>
                    <a:close/>
                  </a:path>
                </a:pathLst>
              </a:custGeom>
              <a:solidFill>
                <a:srgbClr val="B78876"/>
              </a:solidFill>
              <a:ln>
                <a:noFill/>
              </a:ln>
            </p:spPr>
            <p:txBody>
              <a:bodyPr anchorCtr="1" anchor="ctr" bIns="13675" lIns="90000" spcFirstLastPara="1" rIns="90000" wrap="square" tIns="136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66" name="Google Shape;1066;p27"/>
              <p:cNvSpPr/>
              <p:nvPr/>
            </p:nvSpPr>
            <p:spPr>
              <a:xfrm>
                <a:off x="2964714" y="2129143"/>
                <a:ext cx="137294" cy="23598"/>
              </a:xfrm>
              <a:custGeom>
                <a:rect b="b" l="l" r="r" t="t"/>
                <a:pathLst>
                  <a:path extrusionOk="0" h="22" w="128">
                    <a:moveTo>
                      <a:pt x="128" y="20"/>
                    </a:moveTo>
                    <a:cubicBezTo>
                      <a:pt x="128" y="20"/>
                      <a:pt x="121" y="22"/>
                      <a:pt x="109" y="22"/>
                    </a:cubicBezTo>
                    <a:cubicBezTo>
                      <a:pt x="103" y="21"/>
                      <a:pt x="96" y="20"/>
                      <a:pt x="88" y="18"/>
                    </a:cubicBezTo>
                    <a:cubicBezTo>
                      <a:pt x="80" y="16"/>
                      <a:pt x="72" y="13"/>
                      <a:pt x="63" y="10"/>
                    </a:cubicBezTo>
                    <a:cubicBezTo>
                      <a:pt x="57" y="8"/>
                      <a:pt x="51" y="6"/>
                      <a:pt x="45" y="4"/>
                    </a:cubicBezTo>
                    <a:lnTo>
                      <a:pt x="46" y="4"/>
                    </a:lnTo>
                    <a:cubicBezTo>
                      <a:pt x="19" y="8"/>
                      <a:pt x="0" y="11"/>
                      <a:pt x="0" y="10"/>
                    </a:cubicBezTo>
                    <a:cubicBezTo>
                      <a:pt x="0" y="9"/>
                      <a:pt x="19" y="4"/>
                      <a:pt x="45" y="0"/>
                    </a:cubicBezTo>
                    <a:lnTo>
                      <a:pt x="47" y="0"/>
                    </a:lnTo>
                    <a:cubicBezTo>
                      <a:pt x="52" y="2"/>
                      <a:pt x="58" y="4"/>
                      <a:pt x="65" y="6"/>
                    </a:cubicBezTo>
                    <a:cubicBezTo>
                      <a:pt x="73" y="9"/>
                      <a:pt x="81" y="11"/>
                      <a:pt x="89" y="14"/>
                    </a:cubicBezTo>
                    <a:cubicBezTo>
                      <a:pt x="96" y="16"/>
                      <a:pt x="103" y="17"/>
                      <a:pt x="109" y="18"/>
                    </a:cubicBezTo>
                    <a:cubicBezTo>
                      <a:pt x="121" y="20"/>
                      <a:pt x="128" y="19"/>
                      <a:pt x="128" y="20"/>
                    </a:cubicBezTo>
                    <a:close/>
                  </a:path>
                </a:pathLst>
              </a:custGeom>
              <a:solidFill>
                <a:srgbClr val="AA655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67" name="Google Shape;1067;p27"/>
              <p:cNvSpPr/>
              <p:nvPr/>
            </p:nvSpPr>
            <p:spPr>
              <a:xfrm>
                <a:off x="2951843" y="2139869"/>
                <a:ext cx="58994" cy="49340"/>
              </a:xfrm>
              <a:custGeom>
                <a:rect b="b" l="l" r="r" t="t"/>
                <a:pathLst>
                  <a:path extrusionOk="0" h="46" w="55">
                    <a:moveTo>
                      <a:pt x="40" y="0"/>
                    </a:moveTo>
                    <a:cubicBezTo>
                      <a:pt x="30" y="8"/>
                      <a:pt x="21" y="15"/>
                      <a:pt x="11" y="22"/>
                    </a:cubicBezTo>
                    <a:cubicBezTo>
                      <a:pt x="8" y="25"/>
                      <a:pt x="4" y="27"/>
                      <a:pt x="2" y="31"/>
                    </a:cubicBezTo>
                    <a:cubicBezTo>
                      <a:pt x="0" y="34"/>
                      <a:pt x="0" y="40"/>
                      <a:pt x="3" y="43"/>
                    </a:cubicBezTo>
                    <a:cubicBezTo>
                      <a:pt x="5" y="46"/>
                      <a:pt x="8" y="47"/>
                      <a:pt x="12" y="46"/>
                    </a:cubicBezTo>
                    <a:cubicBezTo>
                      <a:pt x="15" y="46"/>
                      <a:pt x="18" y="45"/>
                      <a:pt x="21" y="43"/>
                    </a:cubicBezTo>
                    <a:cubicBezTo>
                      <a:pt x="32" y="38"/>
                      <a:pt x="45" y="31"/>
                      <a:pt x="55" y="24"/>
                    </a:cubicBezTo>
                    <a:lnTo>
                      <a:pt x="40" y="0"/>
                    </a:lnTo>
                    <a:close/>
                  </a:path>
                </a:pathLst>
              </a:custGeom>
              <a:solidFill>
                <a:srgbClr val="B788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68" name="Google Shape;1068;p27"/>
              <p:cNvSpPr/>
              <p:nvPr/>
            </p:nvSpPr>
            <p:spPr>
              <a:xfrm>
                <a:off x="2948625" y="2137724"/>
                <a:ext cx="64357" cy="53631"/>
              </a:xfrm>
              <a:custGeom>
                <a:rect b="b" l="l" r="r" t="t"/>
                <a:pathLst>
                  <a:path extrusionOk="0" h="50" w="60">
                    <a:moveTo>
                      <a:pt x="60" y="25"/>
                    </a:moveTo>
                    <a:cubicBezTo>
                      <a:pt x="60" y="25"/>
                      <a:pt x="55" y="29"/>
                      <a:pt x="45" y="36"/>
                    </a:cubicBezTo>
                    <a:cubicBezTo>
                      <a:pt x="40" y="39"/>
                      <a:pt x="34" y="43"/>
                      <a:pt x="27" y="46"/>
                    </a:cubicBezTo>
                    <a:cubicBezTo>
                      <a:pt x="23" y="48"/>
                      <a:pt x="19" y="49"/>
                      <a:pt x="15" y="50"/>
                    </a:cubicBezTo>
                    <a:cubicBezTo>
                      <a:pt x="13" y="50"/>
                      <a:pt x="10" y="50"/>
                      <a:pt x="8" y="50"/>
                    </a:cubicBezTo>
                    <a:cubicBezTo>
                      <a:pt x="5" y="49"/>
                      <a:pt x="3" y="47"/>
                      <a:pt x="1" y="45"/>
                    </a:cubicBezTo>
                    <a:cubicBezTo>
                      <a:pt x="-1" y="39"/>
                      <a:pt x="1" y="34"/>
                      <a:pt x="4" y="30"/>
                    </a:cubicBezTo>
                    <a:cubicBezTo>
                      <a:pt x="7" y="27"/>
                      <a:pt x="10" y="24"/>
                      <a:pt x="13" y="22"/>
                    </a:cubicBezTo>
                    <a:cubicBezTo>
                      <a:pt x="19" y="17"/>
                      <a:pt x="24" y="13"/>
                      <a:pt x="29" y="9"/>
                    </a:cubicBezTo>
                    <a:cubicBezTo>
                      <a:pt x="39" y="3"/>
                      <a:pt x="45" y="-1"/>
                      <a:pt x="45" y="0"/>
                    </a:cubicBezTo>
                    <a:cubicBezTo>
                      <a:pt x="46" y="0"/>
                      <a:pt x="40" y="4"/>
                      <a:pt x="31" y="12"/>
                    </a:cubicBezTo>
                    <a:cubicBezTo>
                      <a:pt x="26" y="16"/>
                      <a:pt x="21" y="20"/>
                      <a:pt x="15" y="25"/>
                    </a:cubicBezTo>
                    <a:cubicBezTo>
                      <a:pt x="12" y="27"/>
                      <a:pt x="9" y="30"/>
                      <a:pt x="7" y="33"/>
                    </a:cubicBezTo>
                    <a:cubicBezTo>
                      <a:pt x="5" y="36"/>
                      <a:pt x="3" y="40"/>
                      <a:pt x="5" y="43"/>
                    </a:cubicBezTo>
                    <a:cubicBezTo>
                      <a:pt x="6" y="46"/>
                      <a:pt x="10" y="46"/>
                      <a:pt x="14" y="46"/>
                    </a:cubicBezTo>
                    <a:cubicBezTo>
                      <a:pt x="18" y="45"/>
                      <a:pt x="22" y="44"/>
                      <a:pt x="25" y="43"/>
                    </a:cubicBezTo>
                    <a:cubicBezTo>
                      <a:pt x="32" y="40"/>
                      <a:pt x="38" y="36"/>
                      <a:pt x="43" y="34"/>
                    </a:cubicBezTo>
                    <a:cubicBezTo>
                      <a:pt x="53" y="28"/>
                      <a:pt x="59" y="24"/>
                      <a:pt x="60" y="25"/>
                    </a:cubicBezTo>
                    <a:close/>
                  </a:path>
                </a:pathLst>
              </a:custGeom>
              <a:solidFill>
                <a:srgbClr val="AA655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69" name="Google Shape;1069;p27"/>
              <p:cNvSpPr/>
              <p:nvPr/>
            </p:nvSpPr>
            <p:spPr>
              <a:xfrm>
                <a:off x="3002255" y="2164539"/>
                <a:ext cx="24670" cy="28961"/>
              </a:xfrm>
              <a:custGeom>
                <a:rect b="b" l="l" r="r" t="t"/>
                <a:pathLst>
                  <a:path extrusionOk="0" h="27" w="23">
                    <a:moveTo>
                      <a:pt x="0" y="7"/>
                    </a:moveTo>
                    <a:cubicBezTo>
                      <a:pt x="0" y="7"/>
                      <a:pt x="8" y="-1"/>
                      <a:pt x="12" y="0"/>
                    </a:cubicBezTo>
                    <a:cubicBezTo>
                      <a:pt x="16" y="0"/>
                      <a:pt x="21" y="1"/>
                      <a:pt x="23" y="8"/>
                    </a:cubicBezTo>
                    <a:cubicBezTo>
                      <a:pt x="25" y="14"/>
                      <a:pt x="23" y="16"/>
                      <a:pt x="12" y="27"/>
                    </a:cubicBezTo>
                    <a:lnTo>
                      <a:pt x="0" y="7"/>
                    </a:lnTo>
                    <a:close/>
                  </a:path>
                </a:pathLst>
              </a:custGeom>
              <a:solidFill>
                <a:srgbClr val="B788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70" name="Google Shape;1070;p27"/>
              <p:cNvSpPr/>
              <p:nvPr/>
            </p:nvSpPr>
            <p:spPr>
              <a:xfrm>
                <a:off x="2966859" y="2172048"/>
                <a:ext cx="48267" cy="42905"/>
              </a:xfrm>
              <a:custGeom>
                <a:rect b="b" l="l" r="r" t="t"/>
                <a:pathLst>
                  <a:path extrusionOk="0" h="40" w="45">
                    <a:moveTo>
                      <a:pt x="33" y="0"/>
                    </a:moveTo>
                    <a:cubicBezTo>
                      <a:pt x="24" y="7"/>
                      <a:pt x="17" y="13"/>
                      <a:pt x="9" y="19"/>
                    </a:cubicBezTo>
                    <a:cubicBezTo>
                      <a:pt x="6" y="22"/>
                      <a:pt x="4" y="24"/>
                      <a:pt x="2" y="27"/>
                    </a:cubicBezTo>
                    <a:cubicBezTo>
                      <a:pt x="0" y="30"/>
                      <a:pt x="0" y="34"/>
                      <a:pt x="2" y="37"/>
                    </a:cubicBezTo>
                    <a:cubicBezTo>
                      <a:pt x="4" y="39"/>
                      <a:pt x="6" y="40"/>
                      <a:pt x="9" y="40"/>
                    </a:cubicBezTo>
                    <a:cubicBezTo>
                      <a:pt x="12" y="40"/>
                      <a:pt x="14" y="38"/>
                      <a:pt x="17" y="37"/>
                    </a:cubicBezTo>
                    <a:cubicBezTo>
                      <a:pt x="26" y="32"/>
                      <a:pt x="37" y="26"/>
                      <a:pt x="45" y="20"/>
                    </a:cubicBezTo>
                    <a:lnTo>
                      <a:pt x="33" y="0"/>
                    </a:lnTo>
                    <a:close/>
                  </a:path>
                </a:pathLst>
              </a:custGeom>
              <a:solidFill>
                <a:srgbClr val="B788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71" name="Google Shape;1071;p27"/>
              <p:cNvSpPr/>
              <p:nvPr/>
            </p:nvSpPr>
            <p:spPr>
              <a:xfrm>
                <a:off x="2963641" y="2169903"/>
                <a:ext cx="63284" cy="47195"/>
              </a:xfrm>
              <a:custGeom>
                <a:rect b="b" l="l" r="r" t="t"/>
                <a:pathLst>
                  <a:path extrusionOk="0" h="44" w="59">
                    <a:moveTo>
                      <a:pt x="59" y="9"/>
                    </a:moveTo>
                    <a:cubicBezTo>
                      <a:pt x="59" y="9"/>
                      <a:pt x="56" y="16"/>
                      <a:pt x="48" y="24"/>
                    </a:cubicBezTo>
                    <a:cubicBezTo>
                      <a:pt x="44" y="28"/>
                      <a:pt x="38" y="32"/>
                      <a:pt x="32" y="35"/>
                    </a:cubicBezTo>
                    <a:cubicBezTo>
                      <a:pt x="29" y="37"/>
                      <a:pt x="25" y="39"/>
                      <a:pt x="21" y="41"/>
                    </a:cubicBezTo>
                    <a:cubicBezTo>
                      <a:pt x="18" y="42"/>
                      <a:pt x="14" y="44"/>
                      <a:pt x="9" y="44"/>
                    </a:cubicBezTo>
                    <a:cubicBezTo>
                      <a:pt x="6" y="44"/>
                      <a:pt x="3" y="42"/>
                      <a:pt x="2" y="40"/>
                    </a:cubicBezTo>
                    <a:cubicBezTo>
                      <a:pt x="0" y="38"/>
                      <a:pt x="0" y="35"/>
                      <a:pt x="0" y="33"/>
                    </a:cubicBezTo>
                    <a:cubicBezTo>
                      <a:pt x="1" y="28"/>
                      <a:pt x="5" y="25"/>
                      <a:pt x="7" y="22"/>
                    </a:cubicBezTo>
                    <a:cubicBezTo>
                      <a:pt x="13" y="17"/>
                      <a:pt x="18" y="13"/>
                      <a:pt x="23" y="10"/>
                    </a:cubicBezTo>
                    <a:cubicBezTo>
                      <a:pt x="31" y="3"/>
                      <a:pt x="38" y="0"/>
                      <a:pt x="38" y="0"/>
                    </a:cubicBezTo>
                    <a:cubicBezTo>
                      <a:pt x="38" y="0"/>
                      <a:pt x="33" y="5"/>
                      <a:pt x="24" y="12"/>
                    </a:cubicBezTo>
                    <a:cubicBezTo>
                      <a:pt x="20" y="16"/>
                      <a:pt x="15" y="20"/>
                      <a:pt x="10" y="25"/>
                    </a:cubicBezTo>
                    <a:cubicBezTo>
                      <a:pt x="7" y="27"/>
                      <a:pt x="5" y="30"/>
                      <a:pt x="4" y="33"/>
                    </a:cubicBezTo>
                    <a:cubicBezTo>
                      <a:pt x="4" y="37"/>
                      <a:pt x="5" y="39"/>
                      <a:pt x="9" y="40"/>
                    </a:cubicBezTo>
                    <a:cubicBezTo>
                      <a:pt x="12" y="40"/>
                      <a:pt x="16" y="38"/>
                      <a:pt x="20" y="37"/>
                    </a:cubicBezTo>
                    <a:cubicBezTo>
                      <a:pt x="23" y="35"/>
                      <a:pt x="27" y="34"/>
                      <a:pt x="30" y="32"/>
                    </a:cubicBezTo>
                    <a:cubicBezTo>
                      <a:pt x="36" y="28"/>
                      <a:pt x="41" y="24"/>
                      <a:pt x="46" y="21"/>
                    </a:cubicBezTo>
                    <a:cubicBezTo>
                      <a:pt x="54" y="14"/>
                      <a:pt x="58" y="9"/>
                      <a:pt x="59" y="9"/>
                    </a:cubicBezTo>
                    <a:close/>
                  </a:path>
                </a:pathLst>
              </a:custGeom>
              <a:solidFill>
                <a:srgbClr val="AA655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72" name="Google Shape;1072;p27"/>
              <p:cNvSpPr/>
              <p:nvPr/>
            </p:nvSpPr>
            <p:spPr>
              <a:xfrm>
                <a:off x="2852090" y="2150595"/>
                <a:ext cx="137294" cy="56849"/>
              </a:xfrm>
              <a:custGeom>
                <a:rect b="b" l="l" r="r" t="t"/>
                <a:pathLst>
                  <a:path extrusionOk="0" h="53" w="128">
                    <a:moveTo>
                      <a:pt x="0" y="47"/>
                    </a:moveTo>
                    <a:cubicBezTo>
                      <a:pt x="5" y="54"/>
                      <a:pt x="16" y="55"/>
                      <a:pt x="24" y="52"/>
                    </a:cubicBezTo>
                    <a:cubicBezTo>
                      <a:pt x="32" y="49"/>
                      <a:pt x="39" y="43"/>
                      <a:pt x="47" y="40"/>
                    </a:cubicBezTo>
                    <a:cubicBezTo>
                      <a:pt x="70" y="29"/>
                      <a:pt x="99" y="38"/>
                      <a:pt x="122" y="26"/>
                    </a:cubicBezTo>
                    <a:cubicBezTo>
                      <a:pt x="125" y="25"/>
                      <a:pt x="128" y="22"/>
                      <a:pt x="128" y="18"/>
                    </a:cubicBezTo>
                    <a:cubicBezTo>
                      <a:pt x="127" y="15"/>
                      <a:pt x="123" y="14"/>
                      <a:pt x="119" y="14"/>
                    </a:cubicBezTo>
                    <a:cubicBezTo>
                      <a:pt x="92" y="9"/>
                      <a:pt x="64" y="4"/>
                      <a:pt x="36" y="0"/>
                    </a:cubicBezTo>
                    <a:lnTo>
                      <a:pt x="0" y="47"/>
                    </a:lnTo>
                    <a:close/>
                  </a:path>
                </a:pathLst>
              </a:custGeom>
              <a:solidFill>
                <a:srgbClr val="B788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73" name="Google Shape;1073;p27"/>
              <p:cNvSpPr/>
              <p:nvPr/>
            </p:nvSpPr>
            <p:spPr>
              <a:xfrm>
                <a:off x="2853162" y="2149523"/>
                <a:ext cx="138367" cy="60066"/>
              </a:xfrm>
              <a:custGeom>
                <a:rect b="b" l="l" r="r" t="t"/>
                <a:pathLst>
                  <a:path extrusionOk="0" h="56" w="129">
                    <a:moveTo>
                      <a:pt x="35" y="1"/>
                    </a:moveTo>
                    <a:cubicBezTo>
                      <a:pt x="35" y="1"/>
                      <a:pt x="38" y="0"/>
                      <a:pt x="44" y="1"/>
                    </a:cubicBezTo>
                    <a:cubicBezTo>
                      <a:pt x="50" y="2"/>
                      <a:pt x="58" y="3"/>
                      <a:pt x="69" y="4"/>
                    </a:cubicBezTo>
                    <a:cubicBezTo>
                      <a:pt x="80" y="6"/>
                      <a:pt x="92" y="8"/>
                      <a:pt x="106" y="10"/>
                    </a:cubicBezTo>
                    <a:cubicBezTo>
                      <a:pt x="109" y="11"/>
                      <a:pt x="113" y="11"/>
                      <a:pt x="116" y="12"/>
                    </a:cubicBezTo>
                    <a:cubicBezTo>
                      <a:pt x="119" y="12"/>
                      <a:pt x="124" y="12"/>
                      <a:pt x="128" y="17"/>
                    </a:cubicBezTo>
                    <a:cubicBezTo>
                      <a:pt x="130" y="19"/>
                      <a:pt x="129" y="23"/>
                      <a:pt x="128" y="25"/>
                    </a:cubicBezTo>
                    <a:cubicBezTo>
                      <a:pt x="126" y="27"/>
                      <a:pt x="125" y="28"/>
                      <a:pt x="123" y="29"/>
                    </a:cubicBezTo>
                    <a:cubicBezTo>
                      <a:pt x="119" y="31"/>
                      <a:pt x="115" y="33"/>
                      <a:pt x="111" y="34"/>
                    </a:cubicBezTo>
                    <a:cubicBezTo>
                      <a:pt x="95" y="38"/>
                      <a:pt x="79" y="36"/>
                      <a:pt x="65" y="38"/>
                    </a:cubicBezTo>
                    <a:cubicBezTo>
                      <a:pt x="59" y="39"/>
                      <a:pt x="52" y="39"/>
                      <a:pt x="47" y="42"/>
                    </a:cubicBezTo>
                    <a:cubicBezTo>
                      <a:pt x="41" y="44"/>
                      <a:pt x="37" y="48"/>
                      <a:pt x="32" y="51"/>
                    </a:cubicBezTo>
                    <a:cubicBezTo>
                      <a:pt x="22" y="56"/>
                      <a:pt x="12" y="57"/>
                      <a:pt x="7" y="54"/>
                    </a:cubicBezTo>
                    <a:cubicBezTo>
                      <a:pt x="1" y="52"/>
                      <a:pt x="-1" y="48"/>
                      <a:pt x="0" y="48"/>
                    </a:cubicBezTo>
                    <a:cubicBezTo>
                      <a:pt x="0" y="48"/>
                      <a:pt x="2" y="51"/>
                      <a:pt x="7" y="53"/>
                    </a:cubicBezTo>
                    <a:cubicBezTo>
                      <a:pt x="13" y="54"/>
                      <a:pt x="21" y="53"/>
                      <a:pt x="30" y="48"/>
                    </a:cubicBezTo>
                    <a:cubicBezTo>
                      <a:pt x="35" y="45"/>
                      <a:pt x="39" y="41"/>
                      <a:pt x="45" y="39"/>
                    </a:cubicBezTo>
                    <a:cubicBezTo>
                      <a:pt x="51" y="36"/>
                      <a:pt x="58" y="34"/>
                      <a:pt x="65" y="33"/>
                    </a:cubicBezTo>
                    <a:cubicBezTo>
                      <a:pt x="79" y="31"/>
                      <a:pt x="95" y="33"/>
                      <a:pt x="110" y="29"/>
                    </a:cubicBezTo>
                    <a:cubicBezTo>
                      <a:pt x="114" y="28"/>
                      <a:pt x="117" y="27"/>
                      <a:pt x="120" y="25"/>
                    </a:cubicBezTo>
                    <a:cubicBezTo>
                      <a:pt x="124" y="23"/>
                      <a:pt x="125" y="21"/>
                      <a:pt x="124" y="19"/>
                    </a:cubicBezTo>
                    <a:cubicBezTo>
                      <a:pt x="123" y="17"/>
                      <a:pt x="119" y="17"/>
                      <a:pt x="116" y="16"/>
                    </a:cubicBezTo>
                    <a:lnTo>
                      <a:pt x="105" y="14"/>
                    </a:lnTo>
                    <a:cubicBezTo>
                      <a:pt x="91" y="12"/>
                      <a:pt x="79" y="10"/>
                      <a:pt x="68" y="8"/>
                    </a:cubicBezTo>
                    <a:cubicBezTo>
                      <a:pt x="58" y="6"/>
                      <a:pt x="50" y="4"/>
                      <a:pt x="44" y="3"/>
                    </a:cubicBezTo>
                    <a:cubicBezTo>
                      <a:pt x="38" y="2"/>
                      <a:pt x="35" y="1"/>
                      <a:pt x="35" y="1"/>
                    </a:cubicBezTo>
                    <a:close/>
                  </a:path>
                </a:pathLst>
              </a:custGeom>
              <a:solidFill>
                <a:srgbClr val="AA655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74" name="Google Shape;1074;p27"/>
              <p:cNvSpPr/>
              <p:nvPr/>
            </p:nvSpPr>
            <p:spPr>
              <a:xfrm>
                <a:off x="3007618" y="2194573"/>
                <a:ext cx="19307" cy="22525"/>
              </a:xfrm>
              <a:custGeom>
                <a:rect b="b" l="l" r="r" t="t"/>
                <a:pathLst>
                  <a:path extrusionOk="0" h="21" w="18">
                    <a:moveTo>
                      <a:pt x="0" y="6"/>
                    </a:moveTo>
                    <a:cubicBezTo>
                      <a:pt x="0" y="6"/>
                      <a:pt x="7" y="-1"/>
                      <a:pt x="9" y="0"/>
                    </a:cubicBezTo>
                    <a:cubicBezTo>
                      <a:pt x="12" y="0"/>
                      <a:pt x="16" y="1"/>
                      <a:pt x="18" y="6"/>
                    </a:cubicBezTo>
                    <a:cubicBezTo>
                      <a:pt x="19" y="11"/>
                      <a:pt x="17" y="12"/>
                      <a:pt x="9" y="21"/>
                    </a:cubicBezTo>
                    <a:lnTo>
                      <a:pt x="0" y="6"/>
                    </a:lnTo>
                    <a:close/>
                  </a:path>
                </a:pathLst>
              </a:custGeom>
              <a:solidFill>
                <a:srgbClr val="B788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75" name="Google Shape;1075;p27"/>
              <p:cNvSpPr/>
              <p:nvPr/>
            </p:nvSpPr>
            <p:spPr>
              <a:xfrm>
                <a:off x="2981876" y="2201008"/>
                <a:ext cx="35396" cy="31106"/>
              </a:xfrm>
              <a:custGeom>
                <a:rect b="b" l="l" r="r" t="t"/>
                <a:pathLst>
                  <a:path extrusionOk="0" h="29" w="33">
                    <a:moveTo>
                      <a:pt x="24" y="0"/>
                    </a:moveTo>
                    <a:cubicBezTo>
                      <a:pt x="18" y="5"/>
                      <a:pt x="13" y="9"/>
                      <a:pt x="7" y="14"/>
                    </a:cubicBezTo>
                    <a:cubicBezTo>
                      <a:pt x="5" y="16"/>
                      <a:pt x="3" y="17"/>
                      <a:pt x="1" y="20"/>
                    </a:cubicBezTo>
                    <a:cubicBezTo>
                      <a:pt x="0" y="22"/>
                      <a:pt x="0" y="25"/>
                      <a:pt x="1" y="27"/>
                    </a:cubicBezTo>
                    <a:cubicBezTo>
                      <a:pt x="3" y="29"/>
                      <a:pt x="5" y="29"/>
                      <a:pt x="7" y="29"/>
                    </a:cubicBezTo>
                    <a:cubicBezTo>
                      <a:pt x="9" y="29"/>
                      <a:pt x="11" y="28"/>
                      <a:pt x="12" y="27"/>
                    </a:cubicBezTo>
                    <a:cubicBezTo>
                      <a:pt x="19" y="24"/>
                      <a:pt x="27" y="19"/>
                      <a:pt x="33" y="15"/>
                    </a:cubicBezTo>
                    <a:lnTo>
                      <a:pt x="24" y="0"/>
                    </a:lnTo>
                    <a:close/>
                  </a:path>
                </a:pathLst>
              </a:custGeom>
              <a:solidFill>
                <a:srgbClr val="B788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76" name="Google Shape;1076;p27"/>
              <p:cNvSpPr/>
              <p:nvPr/>
            </p:nvSpPr>
            <p:spPr>
              <a:xfrm>
                <a:off x="2978658" y="2198863"/>
                <a:ext cx="48267" cy="35396"/>
              </a:xfrm>
              <a:custGeom>
                <a:rect b="b" l="l" r="r" t="t"/>
                <a:pathLst>
                  <a:path extrusionOk="0" h="33" w="45">
                    <a:moveTo>
                      <a:pt x="45" y="7"/>
                    </a:moveTo>
                    <a:cubicBezTo>
                      <a:pt x="45" y="7"/>
                      <a:pt x="43" y="12"/>
                      <a:pt x="37" y="18"/>
                    </a:cubicBezTo>
                    <a:cubicBezTo>
                      <a:pt x="34" y="21"/>
                      <a:pt x="30" y="24"/>
                      <a:pt x="25" y="27"/>
                    </a:cubicBezTo>
                    <a:cubicBezTo>
                      <a:pt x="22" y="28"/>
                      <a:pt x="20" y="29"/>
                      <a:pt x="17" y="31"/>
                    </a:cubicBezTo>
                    <a:cubicBezTo>
                      <a:pt x="14" y="32"/>
                      <a:pt x="11" y="33"/>
                      <a:pt x="7" y="33"/>
                    </a:cubicBezTo>
                    <a:cubicBezTo>
                      <a:pt x="5" y="33"/>
                      <a:pt x="3" y="32"/>
                      <a:pt x="2" y="30"/>
                    </a:cubicBezTo>
                    <a:cubicBezTo>
                      <a:pt x="0" y="28"/>
                      <a:pt x="0" y="26"/>
                      <a:pt x="1" y="24"/>
                    </a:cubicBezTo>
                    <a:cubicBezTo>
                      <a:pt x="1" y="20"/>
                      <a:pt x="4" y="18"/>
                      <a:pt x="6" y="16"/>
                    </a:cubicBezTo>
                    <a:cubicBezTo>
                      <a:pt x="10" y="13"/>
                      <a:pt x="14" y="10"/>
                      <a:pt x="18" y="7"/>
                    </a:cubicBezTo>
                    <a:cubicBezTo>
                      <a:pt x="24" y="2"/>
                      <a:pt x="28" y="-1"/>
                      <a:pt x="29" y="0"/>
                    </a:cubicBezTo>
                    <a:cubicBezTo>
                      <a:pt x="29" y="0"/>
                      <a:pt x="25" y="4"/>
                      <a:pt x="19" y="9"/>
                    </a:cubicBezTo>
                    <a:lnTo>
                      <a:pt x="8" y="19"/>
                    </a:lnTo>
                    <a:cubicBezTo>
                      <a:pt x="7" y="20"/>
                      <a:pt x="5" y="22"/>
                      <a:pt x="5" y="25"/>
                    </a:cubicBezTo>
                    <a:cubicBezTo>
                      <a:pt x="4" y="27"/>
                      <a:pt x="5" y="28"/>
                      <a:pt x="8" y="29"/>
                    </a:cubicBezTo>
                    <a:cubicBezTo>
                      <a:pt x="10" y="29"/>
                      <a:pt x="12" y="28"/>
                      <a:pt x="15" y="27"/>
                    </a:cubicBezTo>
                    <a:cubicBezTo>
                      <a:pt x="17" y="26"/>
                      <a:pt x="21" y="24"/>
                      <a:pt x="23" y="23"/>
                    </a:cubicBezTo>
                    <a:cubicBezTo>
                      <a:pt x="28" y="20"/>
                      <a:pt x="32" y="18"/>
                      <a:pt x="35" y="15"/>
                    </a:cubicBezTo>
                    <a:cubicBezTo>
                      <a:pt x="41" y="10"/>
                      <a:pt x="44" y="6"/>
                      <a:pt x="45" y="7"/>
                    </a:cubicBezTo>
                    <a:close/>
                  </a:path>
                </a:pathLst>
              </a:custGeom>
              <a:solidFill>
                <a:srgbClr val="AA655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77" name="Google Shape;1077;p27"/>
              <p:cNvSpPr/>
              <p:nvPr/>
            </p:nvSpPr>
            <p:spPr>
              <a:xfrm>
                <a:off x="2923955" y="2193500"/>
                <a:ext cx="15017" cy="38614"/>
              </a:xfrm>
              <a:custGeom>
                <a:rect b="b" l="l" r="r" t="t"/>
                <a:pathLst>
                  <a:path extrusionOk="0" h="36" w="14">
                    <a:moveTo>
                      <a:pt x="12" y="36"/>
                    </a:moveTo>
                    <a:cubicBezTo>
                      <a:pt x="10" y="36"/>
                      <a:pt x="13" y="27"/>
                      <a:pt x="9" y="17"/>
                    </a:cubicBezTo>
                    <a:cubicBezTo>
                      <a:pt x="6" y="7"/>
                      <a:pt x="0" y="1"/>
                      <a:pt x="0" y="0"/>
                    </a:cubicBezTo>
                    <a:cubicBezTo>
                      <a:pt x="1" y="-1"/>
                      <a:pt x="10" y="4"/>
                      <a:pt x="13" y="16"/>
                    </a:cubicBezTo>
                    <a:cubicBezTo>
                      <a:pt x="17" y="28"/>
                      <a:pt x="12" y="37"/>
                      <a:pt x="12" y="36"/>
                    </a:cubicBezTo>
                    <a:close/>
                  </a:path>
                </a:pathLst>
              </a:custGeom>
              <a:solidFill>
                <a:srgbClr val="AA655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78" name="Google Shape;1078;p27"/>
              <p:cNvSpPr/>
              <p:nvPr/>
            </p:nvSpPr>
            <p:spPr>
              <a:xfrm>
                <a:off x="1700107" y="2050842"/>
                <a:ext cx="578137" cy="909578"/>
              </a:xfrm>
              <a:custGeom>
                <a:rect b="b" l="l" r="r" t="t"/>
                <a:pathLst>
                  <a:path extrusionOk="0" h="848" w="539">
                    <a:moveTo>
                      <a:pt x="481" y="32"/>
                    </a:moveTo>
                    <a:cubicBezTo>
                      <a:pt x="441" y="11"/>
                      <a:pt x="401" y="6"/>
                      <a:pt x="357" y="5"/>
                    </a:cubicBezTo>
                    <a:cubicBezTo>
                      <a:pt x="307" y="4"/>
                      <a:pt x="235" y="-4"/>
                      <a:pt x="181" y="2"/>
                    </a:cubicBezTo>
                    <a:cubicBezTo>
                      <a:pt x="181" y="2"/>
                      <a:pt x="9" y="16"/>
                      <a:pt x="8" y="145"/>
                    </a:cubicBezTo>
                    <a:lnTo>
                      <a:pt x="36" y="621"/>
                    </a:lnTo>
                    <a:lnTo>
                      <a:pt x="0" y="833"/>
                    </a:lnTo>
                    <a:lnTo>
                      <a:pt x="499" y="848"/>
                    </a:lnTo>
                    <a:lnTo>
                      <a:pt x="495" y="598"/>
                    </a:lnTo>
                    <a:cubicBezTo>
                      <a:pt x="497" y="710"/>
                      <a:pt x="491" y="355"/>
                      <a:pt x="493" y="260"/>
                    </a:cubicBezTo>
                    <a:cubicBezTo>
                      <a:pt x="501" y="190"/>
                      <a:pt x="534" y="182"/>
                      <a:pt x="539" y="136"/>
                    </a:cubicBezTo>
                    <a:cubicBezTo>
                      <a:pt x="544" y="96"/>
                      <a:pt x="517" y="50"/>
                      <a:pt x="481" y="32"/>
                    </a:cubicBez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79" name="Google Shape;1079;p27"/>
              <p:cNvSpPr/>
              <p:nvPr/>
            </p:nvSpPr>
            <p:spPr>
              <a:xfrm>
                <a:off x="2105553" y="2059423"/>
                <a:ext cx="823764" cy="418320"/>
              </a:xfrm>
              <a:custGeom>
                <a:rect b="b" l="l" r="r" t="t"/>
                <a:pathLst>
                  <a:path extrusionOk="0" h="390" w="768">
                    <a:moveTo>
                      <a:pt x="0" y="0"/>
                    </a:moveTo>
                    <a:cubicBezTo>
                      <a:pt x="0" y="0"/>
                      <a:pt x="75" y="-2"/>
                      <a:pt x="125" y="23"/>
                    </a:cubicBezTo>
                    <a:cubicBezTo>
                      <a:pt x="174" y="47"/>
                      <a:pt x="448" y="215"/>
                      <a:pt x="448" y="215"/>
                    </a:cubicBezTo>
                    <a:lnTo>
                      <a:pt x="658" y="99"/>
                    </a:lnTo>
                    <a:lnTo>
                      <a:pt x="768" y="203"/>
                    </a:lnTo>
                    <a:lnTo>
                      <a:pt x="528" y="362"/>
                    </a:lnTo>
                    <a:cubicBezTo>
                      <a:pt x="481" y="393"/>
                      <a:pt x="422" y="399"/>
                      <a:pt x="370" y="377"/>
                    </a:cubicBezTo>
                    <a:lnTo>
                      <a:pt x="99" y="26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80" name="Google Shape;1080;p27"/>
              <p:cNvSpPr/>
              <p:nvPr/>
            </p:nvSpPr>
            <p:spPr>
              <a:xfrm>
                <a:off x="2226758" y="2246058"/>
                <a:ext cx="5363" cy="353963"/>
              </a:xfrm>
              <a:custGeom>
                <a:rect b="b" l="l" r="r" t="t"/>
                <a:pathLst>
                  <a:path extrusionOk="0" h="330" w="5">
                    <a:moveTo>
                      <a:pt x="2" y="0"/>
                    </a:moveTo>
                    <a:cubicBezTo>
                      <a:pt x="3" y="0"/>
                      <a:pt x="5" y="74"/>
                      <a:pt x="5" y="165"/>
                    </a:cubicBezTo>
                    <a:cubicBezTo>
                      <a:pt x="5" y="256"/>
                      <a:pt x="4" y="330"/>
                      <a:pt x="3" y="330"/>
                    </a:cubicBezTo>
                    <a:cubicBezTo>
                      <a:pt x="2" y="330"/>
                      <a:pt x="0" y="256"/>
                      <a:pt x="0" y="165"/>
                    </a:cubicBezTo>
                    <a:cubicBezTo>
                      <a:pt x="0" y="74"/>
                      <a:pt x="1" y="0"/>
                      <a:pt x="2" y="0"/>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81" name="Google Shape;1081;p27"/>
              <p:cNvSpPr/>
              <p:nvPr/>
            </p:nvSpPr>
            <p:spPr>
              <a:xfrm>
                <a:off x="1407284" y="4345168"/>
                <a:ext cx="282096" cy="379706"/>
              </a:xfrm>
              <a:custGeom>
                <a:rect b="b" l="l" r="r" t="t"/>
                <a:pathLst>
                  <a:path extrusionOk="0" h="354" w="263">
                    <a:moveTo>
                      <a:pt x="130" y="0"/>
                    </a:moveTo>
                    <a:lnTo>
                      <a:pt x="83" y="187"/>
                    </a:lnTo>
                    <a:lnTo>
                      <a:pt x="3" y="324"/>
                    </a:lnTo>
                    <a:cubicBezTo>
                      <a:pt x="-3" y="334"/>
                      <a:pt x="1" y="347"/>
                      <a:pt x="11" y="352"/>
                    </a:cubicBezTo>
                    <a:lnTo>
                      <a:pt x="11" y="352"/>
                    </a:lnTo>
                    <a:cubicBezTo>
                      <a:pt x="17" y="355"/>
                      <a:pt x="24" y="355"/>
                      <a:pt x="29" y="352"/>
                    </a:cubicBezTo>
                    <a:cubicBezTo>
                      <a:pt x="65" y="332"/>
                      <a:pt x="197" y="260"/>
                      <a:pt x="200" y="246"/>
                    </a:cubicBezTo>
                    <a:cubicBezTo>
                      <a:pt x="203" y="230"/>
                      <a:pt x="263" y="52"/>
                      <a:pt x="263" y="52"/>
                    </a:cubicBezTo>
                    <a:lnTo>
                      <a:pt x="130" y="0"/>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82" name="Google Shape;1082;p27"/>
              <p:cNvSpPr/>
              <p:nvPr/>
            </p:nvSpPr>
            <p:spPr>
              <a:xfrm>
                <a:off x="1419083" y="4596160"/>
                <a:ext cx="205941" cy="128714"/>
              </a:xfrm>
              <a:custGeom>
                <a:rect b="b" l="l" r="r" t="t"/>
                <a:pathLst>
                  <a:path extrusionOk="0" h="120" w="192">
                    <a:moveTo>
                      <a:pt x="0" y="118"/>
                    </a:moveTo>
                    <a:lnTo>
                      <a:pt x="192" y="0"/>
                    </a:lnTo>
                    <a:lnTo>
                      <a:pt x="190" y="8"/>
                    </a:lnTo>
                    <a:cubicBezTo>
                      <a:pt x="188" y="14"/>
                      <a:pt x="184" y="20"/>
                      <a:pt x="178" y="24"/>
                    </a:cubicBezTo>
                    <a:cubicBezTo>
                      <a:pt x="162" y="35"/>
                      <a:pt x="119" y="63"/>
                      <a:pt x="19" y="118"/>
                    </a:cubicBezTo>
                    <a:cubicBezTo>
                      <a:pt x="13" y="121"/>
                      <a:pt x="6" y="121"/>
                      <a:pt x="0" y="118"/>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83" name="Google Shape;1083;p27"/>
              <p:cNvSpPr/>
              <p:nvPr/>
            </p:nvSpPr>
            <p:spPr>
              <a:xfrm>
                <a:off x="1593918" y="4520005"/>
                <a:ext cx="23597" cy="23598"/>
              </a:xfrm>
              <a:custGeom>
                <a:rect b="b" l="l" r="r" t="t"/>
                <a:pathLst>
                  <a:path extrusionOk="0" h="22" w="22">
                    <a:moveTo>
                      <a:pt x="8" y="0"/>
                    </a:moveTo>
                    <a:cubicBezTo>
                      <a:pt x="2" y="2"/>
                      <a:pt x="-1" y="9"/>
                      <a:pt x="0" y="14"/>
                    </a:cubicBezTo>
                    <a:cubicBezTo>
                      <a:pt x="2" y="20"/>
                      <a:pt x="9" y="24"/>
                      <a:pt x="14" y="22"/>
                    </a:cubicBezTo>
                    <a:cubicBezTo>
                      <a:pt x="20" y="20"/>
                      <a:pt x="24" y="12"/>
                      <a:pt x="22" y="7"/>
                    </a:cubicBezTo>
                    <a:cubicBezTo>
                      <a:pt x="20" y="1"/>
                      <a:pt x="11" y="-2"/>
                      <a:pt x="7" y="1"/>
                    </a:cubicBezTo>
                    <a:lnTo>
                      <a:pt x="8" y="0"/>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84" name="Google Shape;1084;p27"/>
              <p:cNvSpPr/>
              <p:nvPr/>
            </p:nvSpPr>
            <p:spPr>
              <a:xfrm>
                <a:off x="1453406" y="4615467"/>
                <a:ext cx="36469" cy="32178"/>
              </a:xfrm>
              <a:custGeom>
                <a:rect b="b" l="l" r="r" t="t"/>
                <a:pathLst>
                  <a:path extrusionOk="0" h="30" w="34">
                    <a:moveTo>
                      <a:pt x="33" y="30"/>
                    </a:moveTo>
                    <a:cubicBezTo>
                      <a:pt x="32" y="31"/>
                      <a:pt x="30" y="20"/>
                      <a:pt x="21" y="11"/>
                    </a:cubicBezTo>
                    <a:cubicBezTo>
                      <a:pt x="11" y="3"/>
                      <a:pt x="0" y="3"/>
                      <a:pt x="0" y="1"/>
                    </a:cubicBezTo>
                    <a:cubicBezTo>
                      <a:pt x="0" y="1"/>
                      <a:pt x="3" y="0"/>
                      <a:pt x="8" y="1"/>
                    </a:cubicBezTo>
                    <a:cubicBezTo>
                      <a:pt x="12" y="1"/>
                      <a:pt x="18" y="4"/>
                      <a:pt x="24" y="8"/>
                    </a:cubicBezTo>
                    <a:cubicBezTo>
                      <a:pt x="29" y="13"/>
                      <a:pt x="32" y="19"/>
                      <a:pt x="33" y="23"/>
                    </a:cubicBezTo>
                    <a:cubicBezTo>
                      <a:pt x="34" y="28"/>
                      <a:pt x="34" y="30"/>
                      <a:pt x="33" y="30"/>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85" name="Google Shape;1085;p27"/>
              <p:cNvSpPr/>
              <p:nvPr/>
            </p:nvSpPr>
            <p:spPr>
              <a:xfrm>
                <a:off x="1433027" y="4648719"/>
                <a:ext cx="34324" cy="22525"/>
              </a:xfrm>
              <a:custGeom>
                <a:rect b="b" l="l" r="r" t="t"/>
                <a:pathLst>
                  <a:path extrusionOk="0" h="21" w="32">
                    <a:moveTo>
                      <a:pt x="32" y="21"/>
                    </a:moveTo>
                    <a:cubicBezTo>
                      <a:pt x="31" y="21"/>
                      <a:pt x="27" y="14"/>
                      <a:pt x="18" y="8"/>
                    </a:cubicBezTo>
                    <a:cubicBezTo>
                      <a:pt x="9" y="3"/>
                      <a:pt x="0" y="2"/>
                      <a:pt x="0" y="1"/>
                    </a:cubicBezTo>
                    <a:cubicBezTo>
                      <a:pt x="0" y="0"/>
                      <a:pt x="10" y="-2"/>
                      <a:pt x="20" y="5"/>
                    </a:cubicBezTo>
                    <a:cubicBezTo>
                      <a:pt x="30" y="11"/>
                      <a:pt x="33" y="21"/>
                      <a:pt x="32" y="2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86" name="Google Shape;1086;p27"/>
              <p:cNvSpPr/>
              <p:nvPr/>
            </p:nvSpPr>
            <p:spPr>
              <a:xfrm>
                <a:off x="1474859" y="4582216"/>
                <a:ext cx="50413" cy="38614"/>
              </a:xfrm>
              <a:custGeom>
                <a:rect b="b" l="l" r="r" t="t"/>
                <a:pathLst>
                  <a:path extrusionOk="0" h="36" w="47">
                    <a:moveTo>
                      <a:pt x="47" y="36"/>
                    </a:moveTo>
                    <a:cubicBezTo>
                      <a:pt x="46" y="37"/>
                      <a:pt x="39" y="25"/>
                      <a:pt x="26" y="15"/>
                    </a:cubicBezTo>
                    <a:cubicBezTo>
                      <a:pt x="13" y="6"/>
                      <a:pt x="0" y="3"/>
                      <a:pt x="0" y="1"/>
                    </a:cubicBezTo>
                    <a:cubicBezTo>
                      <a:pt x="0" y="0"/>
                      <a:pt x="15" y="1"/>
                      <a:pt x="29" y="12"/>
                    </a:cubicBezTo>
                    <a:cubicBezTo>
                      <a:pt x="43" y="22"/>
                      <a:pt x="48" y="36"/>
                      <a:pt x="47" y="36"/>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87" name="Google Shape;1087;p27"/>
              <p:cNvSpPr/>
              <p:nvPr/>
            </p:nvSpPr>
            <p:spPr>
              <a:xfrm>
                <a:off x="1494166" y="4542530"/>
                <a:ext cx="51485" cy="19307"/>
              </a:xfrm>
              <a:custGeom>
                <a:rect b="b" l="l" r="r" t="t"/>
                <a:pathLst>
                  <a:path extrusionOk="0" h="18" w="48">
                    <a:moveTo>
                      <a:pt x="48" y="18"/>
                    </a:moveTo>
                    <a:cubicBezTo>
                      <a:pt x="47" y="19"/>
                      <a:pt x="38" y="11"/>
                      <a:pt x="25" y="7"/>
                    </a:cubicBezTo>
                    <a:cubicBezTo>
                      <a:pt x="11" y="3"/>
                      <a:pt x="0" y="3"/>
                      <a:pt x="0" y="2"/>
                    </a:cubicBezTo>
                    <a:cubicBezTo>
                      <a:pt x="0" y="1"/>
                      <a:pt x="12" y="-1"/>
                      <a:pt x="26" y="3"/>
                    </a:cubicBezTo>
                    <a:cubicBezTo>
                      <a:pt x="40" y="8"/>
                      <a:pt x="49" y="17"/>
                      <a:pt x="48" y="18"/>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88" name="Google Shape;1088;p27"/>
              <p:cNvSpPr/>
              <p:nvPr/>
            </p:nvSpPr>
            <p:spPr>
              <a:xfrm>
                <a:off x="1508109" y="4484608"/>
                <a:ext cx="53631" cy="18234"/>
              </a:xfrm>
              <a:custGeom>
                <a:rect b="b" l="l" r="r" t="t"/>
                <a:pathLst>
                  <a:path extrusionOk="0" h="17" w="50">
                    <a:moveTo>
                      <a:pt x="50" y="17"/>
                    </a:moveTo>
                    <a:cubicBezTo>
                      <a:pt x="49" y="18"/>
                      <a:pt x="41" y="9"/>
                      <a:pt x="26" y="6"/>
                    </a:cubicBezTo>
                    <a:cubicBezTo>
                      <a:pt x="12" y="2"/>
                      <a:pt x="0" y="6"/>
                      <a:pt x="0" y="5"/>
                    </a:cubicBezTo>
                    <a:cubicBezTo>
                      <a:pt x="0" y="4"/>
                      <a:pt x="2" y="3"/>
                      <a:pt x="7" y="1"/>
                    </a:cubicBezTo>
                    <a:cubicBezTo>
                      <a:pt x="12" y="0"/>
                      <a:pt x="19" y="0"/>
                      <a:pt x="27" y="1"/>
                    </a:cubicBezTo>
                    <a:cubicBezTo>
                      <a:pt x="35" y="3"/>
                      <a:pt x="41" y="6"/>
                      <a:pt x="45" y="10"/>
                    </a:cubicBezTo>
                    <a:cubicBezTo>
                      <a:pt x="49" y="13"/>
                      <a:pt x="50" y="17"/>
                      <a:pt x="50" y="1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89" name="Google Shape;1089;p27"/>
              <p:cNvSpPr/>
              <p:nvPr/>
            </p:nvSpPr>
            <p:spPr>
              <a:xfrm>
                <a:off x="1514545" y="4439558"/>
                <a:ext cx="62211" cy="39687"/>
              </a:xfrm>
              <a:custGeom>
                <a:rect b="b" l="l" r="r" t="t"/>
                <a:pathLst>
                  <a:path extrusionOk="0" h="37" w="58">
                    <a:moveTo>
                      <a:pt x="24" y="37"/>
                    </a:moveTo>
                    <a:cubicBezTo>
                      <a:pt x="24" y="37"/>
                      <a:pt x="23" y="34"/>
                      <a:pt x="25" y="30"/>
                    </a:cubicBezTo>
                    <a:cubicBezTo>
                      <a:pt x="26" y="26"/>
                      <a:pt x="30" y="19"/>
                      <a:pt x="36" y="13"/>
                    </a:cubicBezTo>
                    <a:cubicBezTo>
                      <a:pt x="39" y="10"/>
                      <a:pt x="42" y="6"/>
                      <a:pt x="48" y="5"/>
                    </a:cubicBezTo>
                    <a:cubicBezTo>
                      <a:pt x="51" y="5"/>
                      <a:pt x="55" y="6"/>
                      <a:pt x="56" y="9"/>
                    </a:cubicBezTo>
                    <a:cubicBezTo>
                      <a:pt x="58" y="12"/>
                      <a:pt x="58" y="16"/>
                      <a:pt x="57" y="19"/>
                    </a:cubicBezTo>
                    <a:cubicBezTo>
                      <a:pt x="53" y="30"/>
                      <a:pt x="40" y="39"/>
                      <a:pt x="26" y="37"/>
                    </a:cubicBezTo>
                    <a:cubicBezTo>
                      <a:pt x="13" y="35"/>
                      <a:pt x="3" y="24"/>
                      <a:pt x="0" y="12"/>
                    </a:cubicBezTo>
                    <a:cubicBezTo>
                      <a:pt x="0" y="9"/>
                      <a:pt x="0" y="6"/>
                      <a:pt x="2" y="3"/>
                    </a:cubicBezTo>
                    <a:cubicBezTo>
                      <a:pt x="4" y="0"/>
                      <a:pt x="9" y="0"/>
                      <a:pt x="11" y="1"/>
                    </a:cubicBezTo>
                    <a:cubicBezTo>
                      <a:pt x="16" y="3"/>
                      <a:pt x="19" y="8"/>
                      <a:pt x="22" y="11"/>
                    </a:cubicBezTo>
                    <a:cubicBezTo>
                      <a:pt x="27" y="18"/>
                      <a:pt x="29" y="24"/>
                      <a:pt x="30" y="29"/>
                    </a:cubicBezTo>
                    <a:cubicBezTo>
                      <a:pt x="31" y="33"/>
                      <a:pt x="32" y="36"/>
                      <a:pt x="31" y="36"/>
                    </a:cubicBezTo>
                    <a:cubicBezTo>
                      <a:pt x="31" y="36"/>
                      <a:pt x="29" y="25"/>
                      <a:pt x="19" y="13"/>
                    </a:cubicBezTo>
                    <a:cubicBezTo>
                      <a:pt x="17" y="9"/>
                      <a:pt x="14" y="6"/>
                      <a:pt x="10" y="4"/>
                    </a:cubicBezTo>
                    <a:cubicBezTo>
                      <a:pt x="8" y="3"/>
                      <a:pt x="6" y="4"/>
                      <a:pt x="5" y="5"/>
                    </a:cubicBezTo>
                    <a:cubicBezTo>
                      <a:pt x="4" y="7"/>
                      <a:pt x="4" y="9"/>
                      <a:pt x="4" y="11"/>
                    </a:cubicBezTo>
                    <a:cubicBezTo>
                      <a:pt x="6" y="21"/>
                      <a:pt x="15" y="31"/>
                      <a:pt x="27" y="33"/>
                    </a:cubicBezTo>
                    <a:cubicBezTo>
                      <a:pt x="38" y="34"/>
                      <a:pt x="50" y="27"/>
                      <a:pt x="53" y="17"/>
                    </a:cubicBezTo>
                    <a:cubicBezTo>
                      <a:pt x="54" y="15"/>
                      <a:pt x="54" y="13"/>
                      <a:pt x="53" y="11"/>
                    </a:cubicBezTo>
                    <a:cubicBezTo>
                      <a:pt x="52" y="9"/>
                      <a:pt x="50" y="8"/>
                      <a:pt x="48" y="9"/>
                    </a:cubicBezTo>
                    <a:cubicBezTo>
                      <a:pt x="44" y="9"/>
                      <a:pt x="41" y="12"/>
                      <a:pt x="38" y="15"/>
                    </a:cubicBezTo>
                    <a:cubicBezTo>
                      <a:pt x="26" y="27"/>
                      <a:pt x="24" y="37"/>
                      <a:pt x="24" y="37"/>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90" name="Google Shape;1090;p27"/>
              <p:cNvSpPr/>
              <p:nvPr/>
            </p:nvSpPr>
            <p:spPr>
              <a:xfrm>
                <a:off x="2054068" y="4365548"/>
                <a:ext cx="328219" cy="263863"/>
              </a:xfrm>
              <a:custGeom>
                <a:rect b="b" l="l" r="r" t="t"/>
                <a:pathLst>
                  <a:path extrusionOk="0" h="246" w="306">
                    <a:moveTo>
                      <a:pt x="159" y="5"/>
                    </a:moveTo>
                    <a:lnTo>
                      <a:pt x="148" y="163"/>
                    </a:lnTo>
                    <a:cubicBezTo>
                      <a:pt x="148" y="163"/>
                      <a:pt x="305" y="215"/>
                      <a:pt x="306" y="244"/>
                    </a:cubicBezTo>
                    <a:lnTo>
                      <a:pt x="0" y="246"/>
                    </a:lnTo>
                    <a:lnTo>
                      <a:pt x="6" y="0"/>
                    </a:lnTo>
                    <a:lnTo>
                      <a:pt x="159" y="5"/>
                    </a:lnTo>
                    <a:close/>
                  </a:path>
                </a:pathLst>
              </a:custGeom>
              <a:solidFill>
                <a:schemeClr val="dk2"/>
              </a:solidFill>
              <a:ln>
                <a:noFill/>
              </a:ln>
            </p:spPr>
            <p:txBody>
              <a:bodyPr anchorCtr="1" anchor="ctr" bIns="43550" lIns="90000" spcFirstLastPara="1" rIns="90000" wrap="square" tIns="435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91" name="Google Shape;1091;p27"/>
              <p:cNvSpPr/>
              <p:nvPr/>
            </p:nvSpPr>
            <p:spPr>
              <a:xfrm>
                <a:off x="2102335" y="4522150"/>
                <a:ext cx="24670" cy="25743"/>
              </a:xfrm>
              <a:custGeom>
                <a:rect b="b" l="l" r="r" t="t"/>
                <a:pathLst>
                  <a:path extrusionOk="0" h="24" w="23">
                    <a:moveTo>
                      <a:pt x="9" y="0"/>
                    </a:moveTo>
                    <a:cubicBezTo>
                      <a:pt x="3" y="2"/>
                      <a:pt x="-1" y="8"/>
                      <a:pt x="0" y="14"/>
                    </a:cubicBezTo>
                    <a:cubicBezTo>
                      <a:pt x="1" y="20"/>
                      <a:pt x="8" y="25"/>
                      <a:pt x="14" y="24"/>
                    </a:cubicBezTo>
                    <a:cubicBezTo>
                      <a:pt x="20" y="22"/>
                      <a:pt x="24" y="15"/>
                      <a:pt x="23" y="9"/>
                    </a:cubicBezTo>
                    <a:cubicBezTo>
                      <a:pt x="21" y="3"/>
                      <a:pt x="14" y="-2"/>
                      <a:pt x="8" y="1"/>
                    </a:cubicBezTo>
                    <a:lnTo>
                      <a:pt x="9" y="0"/>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92" name="Google Shape;1092;p27"/>
              <p:cNvSpPr/>
              <p:nvPr/>
            </p:nvSpPr>
            <p:spPr>
              <a:xfrm>
                <a:off x="2054068" y="4602596"/>
                <a:ext cx="330364" cy="26815"/>
              </a:xfrm>
              <a:custGeom>
                <a:rect b="b" l="l" r="r" t="t"/>
                <a:pathLst>
                  <a:path extrusionOk="0" h="25" w="308">
                    <a:moveTo>
                      <a:pt x="0" y="25"/>
                    </a:moveTo>
                    <a:lnTo>
                      <a:pt x="1" y="0"/>
                    </a:lnTo>
                    <a:lnTo>
                      <a:pt x="296" y="8"/>
                    </a:lnTo>
                    <a:cubicBezTo>
                      <a:pt x="296" y="8"/>
                      <a:pt x="306" y="13"/>
                      <a:pt x="308" y="25"/>
                    </a:cubicBezTo>
                    <a:lnTo>
                      <a:pt x="0" y="25"/>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93" name="Google Shape;1093;p27"/>
              <p:cNvSpPr/>
              <p:nvPr/>
            </p:nvSpPr>
            <p:spPr>
              <a:xfrm>
                <a:off x="2188144" y="4536094"/>
                <a:ext cx="30033" cy="20380"/>
              </a:xfrm>
              <a:custGeom>
                <a:rect b="b" l="l" r="r" t="t"/>
                <a:pathLst>
                  <a:path extrusionOk="0" h="19" w="28">
                    <a:moveTo>
                      <a:pt x="28" y="2"/>
                    </a:moveTo>
                    <a:cubicBezTo>
                      <a:pt x="28" y="4"/>
                      <a:pt x="21" y="4"/>
                      <a:pt x="13" y="9"/>
                    </a:cubicBezTo>
                    <a:cubicBezTo>
                      <a:pt x="6" y="13"/>
                      <a:pt x="2" y="20"/>
                      <a:pt x="0" y="19"/>
                    </a:cubicBezTo>
                    <a:cubicBezTo>
                      <a:pt x="-1" y="19"/>
                      <a:pt x="1" y="10"/>
                      <a:pt x="11" y="4"/>
                    </a:cubicBezTo>
                    <a:cubicBezTo>
                      <a:pt x="20" y="-1"/>
                      <a:pt x="29" y="1"/>
                      <a:pt x="28"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94" name="Google Shape;1094;p27"/>
              <p:cNvSpPr/>
              <p:nvPr/>
            </p:nvSpPr>
            <p:spPr>
              <a:xfrm>
                <a:off x="2229976" y="4552183"/>
                <a:ext cx="22525" cy="25743"/>
              </a:xfrm>
              <a:custGeom>
                <a:rect b="b" l="l" r="r" t="t"/>
                <a:pathLst>
                  <a:path extrusionOk="0" h="24" w="21">
                    <a:moveTo>
                      <a:pt x="21" y="1"/>
                    </a:moveTo>
                    <a:cubicBezTo>
                      <a:pt x="21" y="3"/>
                      <a:pt x="15" y="5"/>
                      <a:pt x="10" y="11"/>
                    </a:cubicBezTo>
                    <a:cubicBezTo>
                      <a:pt x="4" y="17"/>
                      <a:pt x="3" y="24"/>
                      <a:pt x="1" y="24"/>
                    </a:cubicBezTo>
                    <a:cubicBezTo>
                      <a:pt x="0" y="24"/>
                      <a:pt x="-1" y="15"/>
                      <a:pt x="6" y="8"/>
                    </a:cubicBezTo>
                    <a:cubicBezTo>
                      <a:pt x="12" y="0"/>
                      <a:pt x="21" y="0"/>
                      <a:pt x="21"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95" name="Google Shape;1095;p27"/>
              <p:cNvSpPr/>
              <p:nvPr/>
            </p:nvSpPr>
            <p:spPr>
              <a:xfrm>
                <a:off x="2268590" y="4568272"/>
                <a:ext cx="16089" cy="26815"/>
              </a:xfrm>
              <a:custGeom>
                <a:rect b="b" l="l" r="r" t="t"/>
                <a:pathLst>
                  <a:path extrusionOk="0" h="25" w="15">
                    <a:moveTo>
                      <a:pt x="2" y="25"/>
                    </a:moveTo>
                    <a:cubicBezTo>
                      <a:pt x="1" y="26"/>
                      <a:pt x="-1" y="18"/>
                      <a:pt x="3" y="10"/>
                    </a:cubicBezTo>
                    <a:cubicBezTo>
                      <a:pt x="7" y="2"/>
                      <a:pt x="14" y="-1"/>
                      <a:pt x="15" y="0"/>
                    </a:cubicBezTo>
                    <a:cubicBezTo>
                      <a:pt x="16" y="1"/>
                      <a:pt x="11" y="6"/>
                      <a:pt x="8" y="12"/>
                    </a:cubicBezTo>
                    <a:cubicBezTo>
                      <a:pt x="4" y="19"/>
                      <a:pt x="4" y="25"/>
                      <a:pt x="2" y="25"/>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96" name="Google Shape;1096;p27"/>
              <p:cNvSpPr/>
              <p:nvPr/>
            </p:nvSpPr>
            <p:spPr>
              <a:xfrm>
                <a:off x="2182781" y="4493189"/>
                <a:ext cx="34324" cy="7508"/>
              </a:xfrm>
              <a:custGeom>
                <a:rect b="b" l="l" r="r" t="t"/>
                <a:pathLst>
                  <a:path extrusionOk="0" h="7" w="32">
                    <a:moveTo>
                      <a:pt x="32" y="6"/>
                    </a:moveTo>
                    <a:cubicBezTo>
                      <a:pt x="31" y="7"/>
                      <a:pt x="24" y="5"/>
                      <a:pt x="16" y="5"/>
                    </a:cubicBezTo>
                    <a:cubicBezTo>
                      <a:pt x="7" y="6"/>
                      <a:pt x="1" y="8"/>
                      <a:pt x="0" y="7"/>
                    </a:cubicBezTo>
                    <a:cubicBezTo>
                      <a:pt x="-1" y="6"/>
                      <a:pt x="6" y="0"/>
                      <a:pt x="16" y="0"/>
                    </a:cubicBezTo>
                    <a:cubicBezTo>
                      <a:pt x="26" y="0"/>
                      <a:pt x="33" y="5"/>
                      <a:pt x="32" y="6"/>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97" name="Google Shape;1097;p27"/>
              <p:cNvSpPr/>
              <p:nvPr/>
            </p:nvSpPr>
            <p:spPr>
              <a:xfrm>
                <a:off x="2168837" y="4437413"/>
                <a:ext cx="49340" cy="30033"/>
              </a:xfrm>
              <a:custGeom>
                <a:rect b="b" l="l" r="r" t="t"/>
                <a:pathLst>
                  <a:path extrusionOk="0" h="28" w="46">
                    <a:moveTo>
                      <a:pt x="46" y="26"/>
                    </a:moveTo>
                    <a:cubicBezTo>
                      <a:pt x="46" y="27"/>
                      <a:pt x="40" y="28"/>
                      <a:pt x="31" y="26"/>
                    </a:cubicBezTo>
                    <a:cubicBezTo>
                      <a:pt x="26" y="25"/>
                      <a:pt x="21" y="23"/>
                      <a:pt x="15" y="20"/>
                    </a:cubicBezTo>
                    <a:cubicBezTo>
                      <a:pt x="12" y="19"/>
                      <a:pt x="9" y="17"/>
                      <a:pt x="7" y="15"/>
                    </a:cubicBezTo>
                    <a:cubicBezTo>
                      <a:pt x="5" y="14"/>
                      <a:pt x="3" y="14"/>
                      <a:pt x="2" y="12"/>
                    </a:cubicBezTo>
                    <a:cubicBezTo>
                      <a:pt x="0" y="10"/>
                      <a:pt x="0" y="6"/>
                      <a:pt x="2" y="4"/>
                    </a:cubicBezTo>
                    <a:cubicBezTo>
                      <a:pt x="3" y="1"/>
                      <a:pt x="6" y="0"/>
                      <a:pt x="8" y="1"/>
                    </a:cubicBezTo>
                    <a:cubicBezTo>
                      <a:pt x="11" y="1"/>
                      <a:pt x="12" y="1"/>
                      <a:pt x="14" y="2"/>
                    </a:cubicBezTo>
                    <a:cubicBezTo>
                      <a:pt x="17" y="3"/>
                      <a:pt x="21" y="4"/>
                      <a:pt x="23" y="5"/>
                    </a:cubicBezTo>
                    <a:cubicBezTo>
                      <a:pt x="29" y="8"/>
                      <a:pt x="34" y="11"/>
                      <a:pt x="37" y="15"/>
                    </a:cubicBezTo>
                    <a:cubicBezTo>
                      <a:pt x="44" y="22"/>
                      <a:pt x="46" y="27"/>
                      <a:pt x="46" y="28"/>
                    </a:cubicBezTo>
                    <a:cubicBezTo>
                      <a:pt x="45" y="28"/>
                      <a:pt x="42" y="23"/>
                      <a:pt x="35" y="18"/>
                    </a:cubicBezTo>
                    <a:cubicBezTo>
                      <a:pt x="31" y="15"/>
                      <a:pt x="27" y="12"/>
                      <a:pt x="21" y="10"/>
                    </a:cubicBezTo>
                    <a:cubicBezTo>
                      <a:pt x="19" y="8"/>
                      <a:pt x="16" y="7"/>
                      <a:pt x="13" y="7"/>
                    </a:cubicBezTo>
                    <a:cubicBezTo>
                      <a:pt x="9" y="6"/>
                      <a:pt x="7" y="5"/>
                      <a:pt x="6" y="7"/>
                    </a:cubicBezTo>
                    <a:cubicBezTo>
                      <a:pt x="5" y="7"/>
                      <a:pt x="5" y="8"/>
                      <a:pt x="6" y="9"/>
                    </a:cubicBezTo>
                    <a:cubicBezTo>
                      <a:pt x="7" y="10"/>
                      <a:pt x="8" y="10"/>
                      <a:pt x="9" y="11"/>
                    </a:cubicBezTo>
                    <a:cubicBezTo>
                      <a:pt x="12" y="13"/>
                      <a:pt x="15" y="15"/>
                      <a:pt x="17" y="16"/>
                    </a:cubicBezTo>
                    <a:cubicBezTo>
                      <a:pt x="23" y="19"/>
                      <a:pt x="28" y="21"/>
                      <a:pt x="32" y="22"/>
                    </a:cubicBezTo>
                    <a:cubicBezTo>
                      <a:pt x="41" y="25"/>
                      <a:pt x="46" y="26"/>
                      <a:pt x="46" y="27"/>
                    </a:cubicBezTo>
                    <a:lnTo>
                      <a:pt x="46" y="26"/>
                    </a:ln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98" name="Google Shape;1098;p27"/>
              <p:cNvSpPr/>
              <p:nvPr/>
            </p:nvSpPr>
            <p:spPr>
              <a:xfrm>
                <a:off x="2212814" y="4415961"/>
                <a:ext cx="26815" cy="51486"/>
              </a:xfrm>
              <a:custGeom>
                <a:rect b="b" l="l" r="r" t="t"/>
                <a:pathLst>
                  <a:path extrusionOk="0" h="48" w="25">
                    <a:moveTo>
                      <a:pt x="3" y="48"/>
                    </a:moveTo>
                    <a:cubicBezTo>
                      <a:pt x="3" y="48"/>
                      <a:pt x="0" y="43"/>
                      <a:pt x="0" y="33"/>
                    </a:cubicBezTo>
                    <a:cubicBezTo>
                      <a:pt x="0" y="29"/>
                      <a:pt x="0" y="23"/>
                      <a:pt x="2" y="17"/>
                    </a:cubicBezTo>
                    <a:cubicBezTo>
                      <a:pt x="3" y="14"/>
                      <a:pt x="5" y="11"/>
                      <a:pt x="7" y="8"/>
                    </a:cubicBezTo>
                    <a:cubicBezTo>
                      <a:pt x="8" y="5"/>
                      <a:pt x="11" y="1"/>
                      <a:pt x="17" y="0"/>
                    </a:cubicBezTo>
                    <a:cubicBezTo>
                      <a:pt x="20" y="0"/>
                      <a:pt x="22" y="3"/>
                      <a:pt x="23" y="5"/>
                    </a:cubicBezTo>
                    <a:cubicBezTo>
                      <a:pt x="24" y="7"/>
                      <a:pt x="24" y="9"/>
                      <a:pt x="24" y="10"/>
                    </a:cubicBezTo>
                    <a:cubicBezTo>
                      <a:pt x="25" y="14"/>
                      <a:pt x="25" y="17"/>
                      <a:pt x="24" y="21"/>
                    </a:cubicBezTo>
                    <a:cubicBezTo>
                      <a:pt x="23" y="27"/>
                      <a:pt x="20" y="32"/>
                      <a:pt x="17" y="36"/>
                    </a:cubicBezTo>
                    <a:cubicBezTo>
                      <a:pt x="11" y="44"/>
                      <a:pt x="4" y="45"/>
                      <a:pt x="4" y="45"/>
                    </a:cubicBezTo>
                    <a:cubicBezTo>
                      <a:pt x="4" y="44"/>
                      <a:pt x="9" y="42"/>
                      <a:pt x="14" y="34"/>
                    </a:cubicBezTo>
                    <a:cubicBezTo>
                      <a:pt x="16" y="30"/>
                      <a:pt x="18" y="26"/>
                      <a:pt x="19" y="20"/>
                    </a:cubicBezTo>
                    <a:cubicBezTo>
                      <a:pt x="20" y="17"/>
                      <a:pt x="20" y="14"/>
                      <a:pt x="19" y="11"/>
                    </a:cubicBezTo>
                    <a:cubicBezTo>
                      <a:pt x="19" y="8"/>
                      <a:pt x="18" y="5"/>
                      <a:pt x="16" y="5"/>
                    </a:cubicBezTo>
                    <a:cubicBezTo>
                      <a:pt x="15" y="5"/>
                      <a:pt x="12" y="8"/>
                      <a:pt x="11" y="10"/>
                    </a:cubicBezTo>
                    <a:cubicBezTo>
                      <a:pt x="9" y="13"/>
                      <a:pt x="8" y="16"/>
                      <a:pt x="7" y="18"/>
                    </a:cubicBezTo>
                    <a:cubicBezTo>
                      <a:pt x="5" y="24"/>
                      <a:pt x="4" y="29"/>
                      <a:pt x="4" y="34"/>
                    </a:cubicBezTo>
                    <a:cubicBezTo>
                      <a:pt x="3" y="43"/>
                      <a:pt x="4" y="48"/>
                      <a:pt x="4" y="48"/>
                    </a:cubicBezTo>
                    <a:lnTo>
                      <a:pt x="3" y="48"/>
                    </a:ln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99" name="Google Shape;1099;p27"/>
              <p:cNvSpPr/>
              <p:nvPr/>
            </p:nvSpPr>
            <p:spPr>
              <a:xfrm>
                <a:off x="1482367" y="2901427"/>
                <a:ext cx="777642" cy="1621794"/>
              </a:xfrm>
              <a:custGeom>
                <a:rect b="b" l="l" r="r" t="t"/>
                <a:pathLst>
                  <a:path extrusionOk="0" h="1512" w="725">
                    <a:moveTo>
                      <a:pt x="692" y="3"/>
                    </a:moveTo>
                    <a:lnTo>
                      <a:pt x="226" y="0"/>
                    </a:lnTo>
                    <a:lnTo>
                      <a:pt x="0" y="1479"/>
                    </a:lnTo>
                    <a:lnTo>
                      <a:pt x="194" y="1504"/>
                    </a:lnTo>
                    <a:lnTo>
                      <a:pt x="442" y="287"/>
                    </a:lnTo>
                    <a:lnTo>
                      <a:pt x="516" y="1508"/>
                    </a:lnTo>
                    <a:lnTo>
                      <a:pt x="516" y="1512"/>
                    </a:lnTo>
                    <a:lnTo>
                      <a:pt x="725" y="1508"/>
                    </a:lnTo>
                    <a:lnTo>
                      <a:pt x="692" y="3"/>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00" name="Google Shape;1100;p27"/>
              <p:cNvSpPr/>
              <p:nvPr/>
            </p:nvSpPr>
            <p:spPr>
              <a:xfrm>
                <a:off x="1872797" y="1541349"/>
                <a:ext cx="352889" cy="198434"/>
              </a:xfrm>
              <a:custGeom>
                <a:rect b="b" l="l" r="r" t="t"/>
                <a:pathLst>
                  <a:path extrusionOk="0" h="185" w="329">
                    <a:moveTo>
                      <a:pt x="17" y="185"/>
                    </a:moveTo>
                    <a:cubicBezTo>
                      <a:pt x="11" y="168"/>
                      <a:pt x="4" y="151"/>
                      <a:pt x="2" y="133"/>
                    </a:cubicBezTo>
                    <a:cubicBezTo>
                      <a:pt x="-1" y="115"/>
                      <a:pt x="0" y="97"/>
                      <a:pt x="7" y="80"/>
                    </a:cubicBezTo>
                    <a:cubicBezTo>
                      <a:pt x="15" y="64"/>
                      <a:pt x="30" y="50"/>
                      <a:pt x="48" y="48"/>
                    </a:cubicBezTo>
                    <a:cubicBezTo>
                      <a:pt x="59" y="46"/>
                      <a:pt x="70" y="49"/>
                      <a:pt x="81" y="45"/>
                    </a:cubicBezTo>
                    <a:cubicBezTo>
                      <a:pt x="93" y="41"/>
                      <a:pt x="102" y="31"/>
                      <a:pt x="112" y="22"/>
                    </a:cubicBezTo>
                    <a:cubicBezTo>
                      <a:pt x="127" y="9"/>
                      <a:pt x="146" y="1"/>
                      <a:pt x="166" y="0"/>
                    </a:cubicBezTo>
                    <a:cubicBezTo>
                      <a:pt x="177" y="0"/>
                      <a:pt x="188" y="1"/>
                      <a:pt x="197" y="6"/>
                    </a:cubicBezTo>
                    <a:cubicBezTo>
                      <a:pt x="206" y="11"/>
                      <a:pt x="213" y="21"/>
                      <a:pt x="214" y="31"/>
                    </a:cubicBezTo>
                    <a:cubicBezTo>
                      <a:pt x="226" y="28"/>
                      <a:pt x="239" y="24"/>
                      <a:pt x="252" y="24"/>
                    </a:cubicBezTo>
                    <a:cubicBezTo>
                      <a:pt x="265" y="24"/>
                      <a:pt x="277" y="28"/>
                      <a:pt x="287" y="37"/>
                    </a:cubicBezTo>
                    <a:cubicBezTo>
                      <a:pt x="296" y="46"/>
                      <a:pt x="300" y="61"/>
                      <a:pt x="294" y="72"/>
                    </a:cubicBezTo>
                    <a:cubicBezTo>
                      <a:pt x="305" y="67"/>
                      <a:pt x="320" y="72"/>
                      <a:pt x="326" y="83"/>
                    </a:cubicBezTo>
                    <a:cubicBezTo>
                      <a:pt x="332" y="93"/>
                      <a:pt x="329" y="107"/>
                      <a:pt x="322" y="117"/>
                    </a:cubicBezTo>
                    <a:cubicBezTo>
                      <a:pt x="314" y="127"/>
                      <a:pt x="297" y="135"/>
                      <a:pt x="285" y="136"/>
                    </a:cubicBezTo>
                    <a:cubicBezTo>
                      <a:pt x="273" y="137"/>
                      <a:pt x="259" y="138"/>
                      <a:pt x="248" y="133"/>
                    </a:cubicBezTo>
                    <a:lnTo>
                      <a:pt x="17" y="185"/>
                    </a:lnTo>
                    <a:close/>
                  </a:path>
                </a:pathLst>
              </a:custGeom>
              <a:solidFill>
                <a:srgbClr val="263238"/>
              </a:solidFill>
              <a:ln>
                <a:noFill/>
              </a:ln>
            </p:spPr>
            <p:txBody>
              <a:bodyPr anchorCtr="1" anchor="ctr" bIns="21600" lIns="90000" spcFirstLastPara="1" rIns="90000" wrap="square" tIns="216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01" name="Google Shape;1101;p27"/>
              <p:cNvSpPr/>
              <p:nvPr/>
            </p:nvSpPr>
            <p:spPr>
              <a:xfrm>
                <a:off x="1894249" y="1634667"/>
                <a:ext cx="286387" cy="529872"/>
              </a:xfrm>
              <a:custGeom>
                <a:rect b="b" l="l" r="r" t="t"/>
                <a:pathLst>
                  <a:path extrusionOk="0" h="494" w="267">
                    <a:moveTo>
                      <a:pt x="90" y="494"/>
                    </a:moveTo>
                    <a:lnTo>
                      <a:pt x="90" y="494"/>
                    </a:lnTo>
                    <a:cubicBezTo>
                      <a:pt x="145" y="499"/>
                      <a:pt x="191" y="456"/>
                      <a:pt x="190" y="402"/>
                    </a:cubicBezTo>
                    <a:cubicBezTo>
                      <a:pt x="189" y="372"/>
                      <a:pt x="188" y="347"/>
                      <a:pt x="189" y="344"/>
                    </a:cubicBezTo>
                    <a:cubicBezTo>
                      <a:pt x="189" y="344"/>
                      <a:pt x="261" y="336"/>
                      <a:pt x="266" y="264"/>
                    </a:cubicBezTo>
                    <a:cubicBezTo>
                      <a:pt x="270" y="192"/>
                      <a:pt x="265" y="25"/>
                      <a:pt x="265" y="25"/>
                    </a:cubicBezTo>
                    <a:lnTo>
                      <a:pt x="265" y="25"/>
                    </a:lnTo>
                    <a:cubicBezTo>
                      <a:pt x="183" y="-15"/>
                      <a:pt x="86" y="-7"/>
                      <a:pt x="12" y="45"/>
                    </a:cubicBezTo>
                    <a:lnTo>
                      <a:pt x="0" y="53"/>
                    </a:lnTo>
                    <a:lnTo>
                      <a:pt x="9" y="406"/>
                    </a:lnTo>
                    <a:cubicBezTo>
                      <a:pt x="10" y="452"/>
                      <a:pt x="45" y="489"/>
                      <a:pt x="90" y="494"/>
                    </a:cubicBezTo>
                    <a:close/>
                  </a:path>
                </a:pathLst>
              </a:custGeom>
              <a:solidFill>
                <a:srgbClr val="B78876"/>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02" name="Google Shape;1102;p27"/>
              <p:cNvSpPr/>
              <p:nvPr/>
            </p:nvSpPr>
            <p:spPr>
              <a:xfrm>
                <a:off x="1997220" y="1969323"/>
                <a:ext cx="99753" cy="53631"/>
              </a:xfrm>
              <a:custGeom>
                <a:rect b="b" l="l" r="r" t="t"/>
                <a:pathLst>
                  <a:path extrusionOk="0" h="50" w="93">
                    <a:moveTo>
                      <a:pt x="93" y="31"/>
                    </a:moveTo>
                    <a:cubicBezTo>
                      <a:pt x="93" y="31"/>
                      <a:pt x="47" y="32"/>
                      <a:pt x="0" y="0"/>
                    </a:cubicBezTo>
                    <a:cubicBezTo>
                      <a:pt x="0" y="0"/>
                      <a:pt x="20" y="53"/>
                      <a:pt x="92" y="50"/>
                    </a:cubicBezTo>
                    <a:lnTo>
                      <a:pt x="93" y="31"/>
                    </a:lnTo>
                    <a:close/>
                  </a:path>
                </a:pathLst>
              </a:custGeom>
              <a:solidFill>
                <a:srgbClr val="AA655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03" name="Google Shape;1103;p27"/>
              <p:cNvSpPr/>
              <p:nvPr/>
            </p:nvSpPr>
            <p:spPr>
              <a:xfrm>
                <a:off x="1847054" y="1768744"/>
                <a:ext cx="53631" cy="81519"/>
              </a:xfrm>
              <a:custGeom>
                <a:rect b="b" l="l" r="r" t="t"/>
                <a:pathLst>
                  <a:path extrusionOk="0" h="76" w="50">
                    <a:moveTo>
                      <a:pt x="50" y="3"/>
                    </a:moveTo>
                    <a:cubicBezTo>
                      <a:pt x="49" y="3"/>
                      <a:pt x="1" y="-14"/>
                      <a:pt x="0" y="36"/>
                    </a:cubicBezTo>
                    <a:cubicBezTo>
                      <a:pt x="-1" y="85"/>
                      <a:pt x="49" y="75"/>
                      <a:pt x="49" y="74"/>
                    </a:cubicBezTo>
                    <a:cubicBezTo>
                      <a:pt x="49" y="72"/>
                      <a:pt x="50" y="3"/>
                      <a:pt x="50" y="3"/>
                    </a:cubicBezTo>
                    <a:close/>
                  </a:path>
                </a:pathLst>
              </a:custGeom>
              <a:solidFill>
                <a:srgbClr val="B788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04" name="Google Shape;1104;p27"/>
              <p:cNvSpPr/>
              <p:nvPr/>
            </p:nvSpPr>
            <p:spPr>
              <a:xfrm>
                <a:off x="1860998" y="1785906"/>
                <a:ext cx="23597" cy="46122"/>
              </a:xfrm>
              <a:custGeom>
                <a:rect b="b" l="l" r="r" t="t"/>
                <a:pathLst>
                  <a:path extrusionOk="0" h="43" w="22">
                    <a:moveTo>
                      <a:pt x="22" y="39"/>
                    </a:moveTo>
                    <a:cubicBezTo>
                      <a:pt x="22" y="39"/>
                      <a:pt x="20" y="39"/>
                      <a:pt x="19" y="40"/>
                    </a:cubicBezTo>
                    <a:cubicBezTo>
                      <a:pt x="17" y="40"/>
                      <a:pt x="15" y="41"/>
                      <a:pt x="13" y="40"/>
                    </a:cubicBezTo>
                    <a:cubicBezTo>
                      <a:pt x="8" y="38"/>
                      <a:pt x="3" y="30"/>
                      <a:pt x="3" y="21"/>
                    </a:cubicBezTo>
                    <a:cubicBezTo>
                      <a:pt x="3" y="17"/>
                      <a:pt x="4" y="12"/>
                      <a:pt x="6" y="9"/>
                    </a:cubicBezTo>
                    <a:cubicBezTo>
                      <a:pt x="7" y="5"/>
                      <a:pt x="10" y="3"/>
                      <a:pt x="12" y="2"/>
                    </a:cubicBezTo>
                    <a:cubicBezTo>
                      <a:pt x="15" y="2"/>
                      <a:pt x="17" y="3"/>
                      <a:pt x="17" y="5"/>
                    </a:cubicBezTo>
                    <a:cubicBezTo>
                      <a:pt x="18" y="6"/>
                      <a:pt x="18" y="7"/>
                      <a:pt x="18" y="7"/>
                    </a:cubicBezTo>
                    <a:cubicBezTo>
                      <a:pt x="18" y="7"/>
                      <a:pt x="19" y="6"/>
                      <a:pt x="19" y="4"/>
                    </a:cubicBezTo>
                    <a:cubicBezTo>
                      <a:pt x="18" y="3"/>
                      <a:pt x="18" y="2"/>
                      <a:pt x="17" y="1"/>
                    </a:cubicBezTo>
                    <a:cubicBezTo>
                      <a:pt x="16" y="0"/>
                      <a:pt x="14" y="0"/>
                      <a:pt x="12" y="0"/>
                    </a:cubicBezTo>
                    <a:cubicBezTo>
                      <a:pt x="8" y="0"/>
                      <a:pt x="5" y="4"/>
                      <a:pt x="3" y="7"/>
                    </a:cubicBezTo>
                    <a:cubicBezTo>
                      <a:pt x="1" y="11"/>
                      <a:pt x="0" y="16"/>
                      <a:pt x="0" y="21"/>
                    </a:cubicBezTo>
                    <a:cubicBezTo>
                      <a:pt x="0" y="31"/>
                      <a:pt x="5" y="41"/>
                      <a:pt x="12" y="43"/>
                    </a:cubicBezTo>
                    <a:cubicBezTo>
                      <a:pt x="16" y="44"/>
                      <a:pt x="18" y="43"/>
                      <a:pt x="20" y="42"/>
                    </a:cubicBezTo>
                    <a:cubicBezTo>
                      <a:pt x="21" y="40"/>
                      <a:pt x="22" y="39"/>
                      <a:pt x="22" y="39"/>
                    </a:cubicBezTo>
                    <a:close/>
                  </a:path>
                </a:pathLst>
              </a:custGeom>
              <a:solidFill>
                <a:srgbClr val="AA655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05" name="Google Shape;1105;p27"/>
              <p:cNvSpPr/>
              <p:nvPr/>
            </p:nvSpPr>
            <p:spPr>
              <a:xfrm>
                <a:off x="1886741" y="1612142"/>
                <a:ext cx="297113" cy="219886"/>
              </a:xfrm>
              <a:custGeom>
                <a:rect b="b" l="l" r="r" t="t"/>
                <a:pathLst>
                  <a:path extrusionOk="0" h="205" w="277">
                    <a:moveTo>
                      <a:pt x="275" y="69"/>
                    </a:moveTo>
                    <a:cubicBezTo>
                      <a:pt x="275" y="69"/>
                      <a:pt x="226" y="83"/>
                      <a:pt x="170" y="59"/>
                    </a:cubicBezTo>
                    <a:cubicBezTo>
                      <a:pt x="133" y="43"/>
                      <a:pt x="91" y="36"/>
                      <a:pt x="82" y="44"/>
                    </a:cubicBezTo>
                    <a:cubicBezTo>
                      <a:pt x="73" y="51"/>
                      <a:pt x="73" y="88"/>
                      <a:pt x="38" y="101"/>
                    </a:cubicBezTo>
                    <a:cubicBezTo>
                      <a:pt x="38" y="101"/>
                      <a:pt x="48" y="205"/>
                      <a:pt x="19" y="205"/>
                    </a:cubicBezTo>
                    <a:cubicBezTo>
                      <a:pt x="-1" y="205"/>
                      <a:pt x="0" y="59"/>
                      <a:pt x="0" y="59"/>
                    </a:cubicBezTo>
                    <a:lnTo>
                      <a:pt x="67" y="22"/>
                    </a:lnTo>
                    <a:lnTo>
                      <a:pt x="141" y="4"/>
                    </a:lnTo>
                    <a:lnTo>
                      <a:pt x="211" y="0"/>
                    </a:lnTo>
                    <a:lnTo>
                      <a:pt x="277" y="17"/>
                    </a:lnTo>
                    <a:lnTo>
                      <a:pt x="275" y="69"/>
                    </a:lnTo>
                    <a:close/>
                  </a:path>
                </a:pathLst>
              </a:custGeom>
              <a:solidFill>
                <a:srgbClr val="263238"/>
              </a:solidFill>
              <a:ln>
                <a:noFill/>
              </a:ln>
            </p:spPr>
            <p:txBody>
              <a:bodyPr anchorCtr="1" anchor="ctr" bIns="28800" lIns="90000" spcFirstLastPara="1" rIns="90000" wrap="square" tIns="288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06" name="Google Shape;1106;p27"/>
              <p:cNvSpPr/>
              <p:nvPr/>
            </p:nvSpPr>
            <p:spPr>
              <a:xfrm>
                <a:off x="2137732" y="1765526"/>
                <a:ext cx="22525" cy="22525"/>
              </a:xfrm>
              <a:custGeom>
                <a:rect b="b" l="l" r="r" t="t"/>
                <a:pathLst>
                  <a:path extrusionOk="0" h="21" w="21">
                    <a:moveTo>
                      <a:pt x="21" y="10"/>
                    </a:moveTo>
                    <a:cubicBezTo>
                      <a:pt x="21" y="16"/>
                      <a:pt x="17" y="20"/>
                      <a:pt x="11" y="21"/>
                    </a:cubicBezTo>
                    <a:cubicBezTo>
                      <a:pt x="5" y="21"/>
                      <a:pt x="0" y="17"/>
                      <a:pt x="0" y="11"/>
                    </a:cubicBezTo>
                    <a:cubicBezTo>
                      <a:pt x="0" y="5"/>
                      <a:pt x="5" y="1"/>
                      <a:pt x="10" y="0"/>
                    </a:cubicBezTo>
                    <a:cubicBezTo>
                      <a:pt x="16" y="0"/>
                      <a:pt x="21" y="4"/>
                      <a:pt x="21" y="10"/>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07" name="Google Shape;1107;p27"/>
              <p:cNvSpPr/>
              <p:nvPr/>
            </p:nvSpPr>
            <p:spPr>
              <a:xfrm>
                <a:off x="2118425" y="1751582"/>
                <a:ext cx="43977" cy="11799"/>
              </a:xfrm>
              <a:custGeom>
                <a:rect b="b" l="l" r="r" t="t"/>
                <a:pathLst>
                  <a:path extrusionOk="0" h="11" w="41">
                    <a:moveTo>
                      <a:pt x="41" y="11"/>
                    </a:moveTo>
                    <a:cubicBezTo>
                      <a:pt x="40" y="13"/>
                      <a:pt x="32" y="7"/>
                      <a:pt x="21" y="7"/>
                    </a:cubicBezTo>
                    <a:cubicBezTo>
                      <a:pt x="9" y="7"/>
                      <a:pt x="1" y="12"/>
                      <a:pt x="0" y="11"/>
                    </a:cubicBezTo>
                    <a:cubicBezTo>
                      <a:pt x="-1" y="10"/>
                      <a:pt x="1" y="8"/>
                      <a:pt x="4" y="5"/>
                    </a:cubicBezTo>
                    <a:cubicBezTo>
                      <a:pt x="8" y="3"/>
                      <a:pt x="14" y="0"/>
                      <a:pt x="21" y="0"/>
                    </a:cubicBezTo>
                    <a:cubicBezTo>
                      <a:pt x="28" y="0"/>
                      <a:pt x="34" y="3"/>
                      <a:pt x="37" y="5"/>
                    </a:cubicBezTo>
                    <a:cubicBezTo>
                      <a:pt x="41" y="8"/>
                      <a:pt x="42" y="11"/>
                      <a:pt x="41" y="11"/>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08" name="Google Shape;1108;p27"/>
              <p:cNvSpPr/>
              <p:nvPr/>
            </p:nvSpPr>
            <p:spPr>
              <a:xfrm>
                <a:off x="2018672" y="1768744"/>
                <a:ext cx="22525" cy="21452"/>
              </a:xfrm>
              <a:custGeom>
                <a:rect b="b" l="l" r="r" t="t"/>
                <a:pathLst>
                  <a:path extrusionOk="0" h="20" w="21">
                    <a:moveTo>
                      <a:pt x="21" y="10"/>
                    </a:moveTo>
                    <a:cubicBezTo>
                      <a:pt x="21" y="15"/>
                      <a:pt x="17" y="20"/>
                      <a:pt x="11" y="20"/>
                    </a:cubicBezTo>
                    <a:cubicBezTo>
                      <a:pt x="5" y="21"/>
                      <a:pt x="0" y="16"/>
                      <a:pt x="0" y="11"/>
                    </a:cubicBezTo>
                    <a:cubicBezTo>
                      <a:pt x="0" y="5"/>
                      <a:pt x="4" y="0"/>
                      <a:pt x="10" y="0"/>
                    </a:cubicBezTo>
                    <a:cubicBezTo>
                      <a:pt x="16" y="0"/>
                      <a:pt x="21" y="4"/>
                      <a:pt x="21" y="10"/>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09" name="Google Shape;1109;p27"/>
              <p:cNvSpPr/>
              <p:nvPr/>
            </p:nvSpPr>
            <p:spPr>
              <a:xfrm>
                <a:off x="1998292" y="1753727"/>
                <a:ext cx="45050" cy="11799"/>
              </a:xfrm>
              <a:custGeom>
                <a:rect b="b" l="l" r="r" t="t"/>
                <a:pathLst>
                  <a:path extrusionOk="0" h="11" w="42">
                    <a:moveTo>
                      <a:pt x="42" y="11"/>
                    </a:moveTo>
                    <a:cubicBezTo>
                      <a:pt x="41" y="13"/>
                      <a:pt x="33" y="7"/>
                      <a:pt x="21" y="7"/>
                    </a:cubicBezTo>
                    <a:cubicBezTo>
                      <a:pt x="10" y="7"/>
                      <a:pt x="2" y="12"/>
                      <a:pt x="0" y="11"/>
                    </a:cubicBezTo>
                    <a:cubicBezTo>
                      <a:pt x="0" y="10"/>
                      <a:pt x="1" y="8"/>
                      <a:pt x="5" y="5"/>
                    </a:cubicBezTo>
                    <a:cubicBezTo>
                      <a:pt x="8" y="3"/>
                      <a:pt x="13" y="0"/>
                      <a:pt x="21" y="0"/>
                    </a:cubicBezTo>
                    <a:cubicBezTo>
                      <a:pt x="28" y="0"/>
                      <a:pt x="34" y="3"/>
                      <a:pt x="38" y="5"/>
                    </a:cubicBezTo>
                    <a:cubicBezTo>
                      <a:pt x="41" y="8"/>
                      <a:pt x="43" y="11"/>
                      <a:pt x="42" y="11"/>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10" name="Google Shape;1110;p27"/>
              <p:cNvSpPr/>
              <p:nvPr/>
            </p:nvSpPr>
            <p:spPr>
              <a:xfrm>
                <a:off x="2081956" y="1754800"/>
                <a:ext cx="36469" cy="101898"/>
              </a:xfrm>
              <a:custGeom>
                <a:rect b="b" l="l" r="r" t="t"/>
                <a:pathLst>
                  <a:path extrusionOk="0" h="95" w="34">
                    <a:moveTo>
                      <a:pt x="5" y="95"/>
                    </a:moveTo>
                    <a:cubicBezTo>
                      <a:pt x="5" y="94"/>
                      <a:pt x="12" y="93"/>
                      <a:pt x="24" y="91"/>
                    </a:cubicBezTo>
                    <a:cubicBezTo>
                      <a:pt x="27" y="91"/>
                      <a:pt x="29" y="90"/>
                      <a:pt x="30" y="88"/>
                    </a:cubicBezTo>
                    <a:cubicBezTo>
                      <a:pt x="30" y="86"/>
                      <a:pt x="29" y="83"/>
                      <a:pt x="28" y="80"/>
                    </a:cubicBezTo>
                    <a:cubicBezTo>
                      <a:pt x="25" y="73"/>
                      <a:pt x="22" y="65"/>
                      <a:pt x="19" y="58"/>
                    </a:cubicBezTo>
                    <a:cubicBezTo>
                      <a:pt x="7" y="26"/>
                      <a:pt x="-1" y="0"/>
                      <a:pt x="0" y="0"/>
                    </a:cubicBezTo>
                    <a:cubicBezTo>
                      <a:pt x="1" y="0"/>
                      <a:pt x="12" y="25"/>
                      <a:pt x="24" y="56"/>
                    </a:cubicBezTo>
                    <a:cubicBezTo>
                      <a:pt x="27" y="64"/>
                      <a:pt x="29" y="71"/>
                      <a:pt x="32" y="78"/>
                    </a:cubicBezTo>
                    <a:cubicBezTo>
                      <a:pt x="33" y="82"/>
                      <a:pt x="35" y="85"/>
                      <a:pt x="34" y="90"/>
                    </a:cubicBezTo>
                    <a:cubicBezTo>
                      <a:pt x="33" y="92"/>
                      <a:pt x="31" y="93"/>
                      <a:pt x="29" y="94"/>
                    </a:cubicBezTo>
                    <a:cubicBezTo>
                      <a:pt x="27" y="94"/>
                      <a:pt x="25" y="94"/>
                      <a:pt x="24" y="95"/>
                    </a:cubicBezTo>
                    <a:cubicBezTo>
                      <a:pt x="12" y="95"/>
                      <a:pt x="5" y="95"/>
                      <a:pt x="5" y="95"/>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11" name="Google Shape;1111;p27"/>
              <p:cNvSpPr/>
              <p:nvPr/>
            </p:nvSpPr>
            <p:spPr>
              <a:xfrm>
                <a:off x="2049778" y="1864207"/>
                <a:ext cx="40759" cy="35396"/>
              </a:xfrm>
              <a:custGeom>
                <a:rect b="b" l="l" r="r" t="t"/>
                <a:pathLst>
                  <a:path extrusionOk="0" h="33" w="38">
                    <a:moveTo>
                      <a:pt x="2" y="0"/>
                    </a:moveTo>
                    <a:cubicBezTo>
                      <a:pt x="4" y="0"/>
                      <a:pt x="4" y="13"/>
                      <a:pt x="14" y="21"/>
                    </a:cubicBezTo>
                    <a:cubicBezTo>
                      <a:pt x="25" y="30"/>
                      <a:pt x="38" y="29"/>
                      <a:pt x="38" y="30"/>
                    </a:cubicBezTo>
                    <a:cubicBezTo>
                      <a:pt x="38" y="31"/>
                      <a:pt x="35" y="33"/>
                      <a:pt x="29" y="33"/>
                    </a:cubicBezTo>
                    <a:cubicBezTo>
                      <a:pt x="24" y="33"/>
                      <a:pt x="16" y="31"/>
                      <a:pt x="10" y="26"/>
                    </a:cubicBezTo>
                    <a:cubicBezTo>
                      <a:pt x="3" y="21"/>
                      <a:pt x="0" y="14"/>
                      <a:pt x="0" y="8"/>
                    </a:cubicBezTo>
                    <a:cubicBezTo>
                      <a:pt x="0" y="3"/>
                      <a:pt x="1" y="0"/>
                      <a:pt x="2" y="0"/>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12" name="Google Shape;1112;p27"/>
              <p:cNvSpPr/>
              <p:nvPr/>
            </p:nvSpPr>
            <p:spPr>
              <a:xfrm>
                <a:off x="1990784" y="1709750"/>
                <a:ext cx="55776" cy="15017"/>
              </a:xfrm>
              <a:custGeom>
                <a:rect b="b" l="l" r="r" t="t"/>
                <a:pathLst>
                  <a:path extrusionOk="0" h="14" w="52">
                    <a:moveTo>
                      <a:pt x="52" y="8"/>
                    </a:moveTo>
                    <a:cubicBezTo>
                      <a:pt x="51" y="11"/>
                      <a:pt x="39" y="9"/>
                      <a:pt x="26" y="11"/>
                    </a:cubicBezTo>
                    <a:cubicBezTo>
                      <a:pt x="13" y="12"/>
                      <a:pt x="2" y="16"/>
                      <a:pt x="0" y="14"/>
                    </a:cubicBezTo>
                    <a:cubicBezTo>
                      <a:pt x="-1" y="12"/>
                      <a:pt x="1" y="9"/>
                      <a:pt x="6" y="6"/>
                    </a:cubicBezTo>
                    <a:cubicBezTo>
                      <a:pt x="10" y="3"/>
                      <a:pt x="17" y="1"/>
                      <a:pt x="25" y="0"/>
                    </a:cubicBezTo>
                    <a:cubicBezTo>
                      <a:pt x="33" y="-1"/>
                      <a:pt x="40" y="0"/>
                      <a:pt x="45" y="2"/>
                    </a:cubicBezTo>
                    <a:cubicBezTo>
                      <a:pt x="50" y="4"/>
                      <a:pt x="52" y="6"/>
                      <a:pt x="52" y="8"/>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13" name="Google Shape;1113;p27"/>
              <p:cNvSpPr/>
              <p:nvPr/>
            </p:nvSpPr>
            <p:spPr>
              <a:xfrm>
                <a:off x="2116279" y="1715113"/>
                <a:ext cx="41832" cy="13944"/>
              </a:xfrm>
              <a:custGeom>
                <a:rect b="b" l="l" r="r" t="t"/>
                <a:pathLst>
                  <a:path extrusionOk="0" h="13" w="39">
                    <a:moveTo>
                      <a:pt x="39" y="12"/>
                    </a:moveTo>
                    <a:cubicBezTo>
                      <a:pt x="37" y="15"/>
                      <a:pt x="30" y="12"/>
                      <a:pt x="20" y="12"/>
                    </a:cubicBezTo>
                    <a:cubicBezTo>
                      <a:pt x="11" y="12"/>
                      <a:pt x="3" y="14"/>
                      <a:pt x="1" y="11"/>
                    </a:cubicBezTo>
                    <a:cubicBezTo>
                      <a:pt x="0" y="10"/>
                      <a:pt x="1" y="7"/>
                      <a:pt x="5" y="5"/>
                    </a:cubicBezTo>
                    <a:cubicBezTo>
                      <a:pt x="8" y="2"/>
                      <a:pt x="14" y="0"/>
                      <a:pt x="20" y="0"/>
                    </a:cubicBezTo>
                    <a:cubicBezTo>
                      <a:pt x="27" y="1"/>
                      <a:pt x="32" y="3"/>
                      <a:pt x="36" y="6"/>
                    </a:cubicBezTo>
                    <a:cubicBezTo>
                      <a:pt x="39" y="8"/>
                      <a:pt x="40" y="11"/>
                      <a:pt x="39" y="12"/>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14" name="Google Shape;1114;p27"/>
              <p:cNvSpPr/>
              <p:nvPr/>
            </p:nvSpPr>
            <p:spPr>
              <a:xfrm>
                <a:off x="3026925" y="3523544"/>
                <a:ext cx="68647" cy="5363"/>
              </a:xfrm>
              <a:custGeom>
                <a:rect b="b" l="l" r="r" t="t"/>
                <a:pathLst>
                  <a:path extrusionOk="0" h="5" w="64">
                    <a:moveTo>
                      <a:pt x="0" y="2"/>
                    </a:moveTo>
                    <a:cubicBezTo>
                      <a:pt x="0" y="1"/>
                      <a:pt x="14" y="0"/>
                      <a:pt x="32" y="0"/>
                    </a:cubicBezTo>
                    <a:cubicBezTo>
                      <a:pt x="50" y="0"/>
                      <a:pt x="64" y="0"/>
                      <a:pt x="64" y="2"/>
                    </a:cubicBezTo>
                    <a:cubicBezTo>
                      <a:pt x="64" y="3"/>
                      <a:pt x="50" y="5"/>
                      <a:pt x="32" y="5"/>
                    </a:cubicBezTo>
                    <a:cubicBezTo>
                      <a:pt x="14" y="5"/>
                      <a:pt x="0" y="4"/>
                      <a:pt x="0"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15" name="Google Shape;1115;p27"/>
              <p:cNvSpPr/>
              <p:nvPr/>
            </p:nvSpPr>
            <p:spPr>
              <a:xfrm>
                <a:off x="2888559" y="3523544"/>
                <a:ext cx="69720" cy="5363"/>
              </a:xfrm>
              <a:custGeom>
                <a:rect b="b" l="l" r="r" t="t"/>
                <a:pathLst>
                  <a:path extrusionOk="0" h="5" w="65">
                    <a:moveTo>
                      <a:pt x="0" y="2"/>
                    </a:moveTo>
                    <a:cubicBezTo>
                      <a:pt x="0" y="1"/>
                      <a:pt x="15" y="0"/>
                      <a:pt x="32" y="0"/>
                    </a:cubicBezTo>
                    <a:cubicBezTo>
                      <a:pt x="50" y="0"/>
                      <a:pt x="65" y="0"/>
                      <a:pt x="65" y="2"/>
                    </a:cubicBezTo>
                    <a:cubicBezTo>
                      <a:pt x="65" y="3"/>
                      <a:pt x="49" y="5"/>
                      <a:pt x="32" y="5"/>
                    </a:cubicBezTo>
                    <a:cubicBezTo>
                      <a:pt x="14" y="5"/>
                      <a:pt x="0" y="4"/>
                      <a:pt x="0"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116" name="Google Shape;1116;p27"/>
            <p:cNvGrpSpPr/>
            <p:nvPr/>
          </p:nvGrpSpPr>
          <p:grpSpPr>
            <a:xfrm>
              <a:off x="557777" y="1653974"/>
              <a:ext cx="890266" cy="517000"/>
              <a:chOff x="557777" y="1653974"/>
              <a:chExt cx="890266" cy="517000"/>
            </a:xfrm>
          </p:grpSpPr>
          <p:sp>
            <p:nvSpPr>
              <p:cNvPr id="1117" name="Google Shape;1117;p27"/>
              <p:cNvSpPr/>
              <p:nvPr/>
            </p:nvSpPr>
            <p:spPr>
              <a:xfrm>
                <a:off x="557777" y="1653974"/>
                <a:ext cx="890266" cy="517000"/>
              </a:xfrm>
              <a:custGeom>
                <a:rect b="b" l="l" r="r" t="t"/>
                <a:pathLst>
                  <a:path extrusionOk="0" h="482" w="830">
                    <a:moveTo>
                      <a:pt x="828" y="480"/>
                    </a:moveTo>
                    <a:cubicBezTo>
                      <a:pt x="828" y="480"/>
                      <a:pt x="828" y="477"/>
                      <a:pt x="828" y="472"/>
                    </a:cubicBezTo>
                    <a:cubicBezTo>
                      <a:pt x="828" y="466"/>
                      <a:pt x="828" y="457"/>
                      <a:pt x="828" y="446"/>
                    </a:cubicBezTo>
                    <a:cubicBezTo>
                      <a:pt x="828" y="424"/>
                      <a:pt x="828" y="392"/>
                      <a:pt x="828" y="351"/>
                    </a:cubicBezTo>
                    <a:cubicBezTo>
                      <a:pt x="828" y="268"/>
                      <a:pt x="828" y="148"/>
                      <a:pt x="827" y="1"/>
                    </a:cubicBezTo>
                    <a:lnTo>
                      <a:pt x="829" y="3"/>
                    </a:lnTo>
                    <a:cubicBezTo>
                      <a:pt x="607" y="3"/>
                      <a:pt x="317" y="3"/>
                      <a:pt x="1" y="3"/>
                    </a:cubicBezTo>
                    <a:lnTo>
                      <a:pt x="1" y="3"/>
                    </a:lnTo>
                    <a:lnTo>
                      <a:pt x="3" y="2"/>
                    </a:lnTo>
                    <a:cubicBezTo>
                      <a:pt x="3" y="171"/>
                      <a:pt x="3" y="333"/>
                      <a:pt x="3" y="480"/>
                    </a:cubicBezTo>
                    <a:lnTo>
                      <a:pt x="1" y="479"/>
                    </a:lnTo>
                    <a:cubicBezTo>
                      <a:pt x="244" y="479"/>
                      <a:pt x="450" y="479"/>
                      <a:pt x="596" y="480"/>
                    </a:cubicBezTo>
                    <a:cubicBezTo>
                      <a:pt x="669" y="480"/>
                      <a:pt x="727" y="480"/>
                      <a:pt x="767" y="480"/>
                    </a:cubicBezTo>
                    <a:cubicBezTo>
                      <a:pt x="787" y="480"/>
                      <a:pt x="802" y="480"/>
                      <a:pt x="813" y="480"/>
                    </a:cubicBezTo>
                    <a:cubicBezTo>
                      <a:pt x="818" y="480"/>
                      <a:pt x="822" y="480"/>
                      <a:pt x="825" y="480"/>
                    </a:cubicBezTo>
                    <a:cubicBezTo>
                      <a:pt x="827" y="480"/>
                      <a:pt x="829" y="480"/>
                      <a:pt x="829" y="480"/>
                    </a:cubicBezTo>
                    <a:cubicBezTo>
                      <a:pt x="829" y="480"/>
                      <a:pt x="827" y="480"/>
                      <a:pt x="825" y="480"/>
                    </a:cubicBezTo>
                    <a:cubicBezTo>
                      <a:pt x="822" y="480"/>
                      <a:pt x="818" y="480"/>
                      <a:pt x="813" y="480"/>
                    </a:cubicBezTo>
                    <a:cubicBezTo>
                      <a:pt x="803" y="480"/>
                      <a:pt x="788" y="480"/>
                      <a:pt x="768" y="480"/>
                    </a:cubicBezTo>
                    <a:cubicBezTo>
                      <a:pt x="728" y="480"/>
                      <a:pt x="670" y="481"/>
                      <a:pt x="597" y="481"/>
                    </a:cubicBezTo>
                    <a:cubicBezTo>
                      <a:pt x="451" y="481"/>
                      <a:pt x="244" y="481"/>
                      <a:pt x="1" y="482"/>
                    </a:cubicBezTo>
                    <a:lnTo>
                      <a:pt x="0" y="482"/>
                    </a:lnTo>
                    <a:lnTo>
                      <a:pt x="0" y="480"/>
                    </a:lnTo>
                    <a:cubicBezTo>
                      <a:pt x="0" y="333"/>
                      <a:pt x="0" y="171"/>
                      <a:pt x="0" y="1"/>
                    </a:cubicBezTo>
                    <a:lnTo>
                      <a:pt x="0" y="0"/>
                    </a:lnTo>
                    <a:lnTo>
                      <a:pt x="1" y="0"/>
                    </a:lnTo>
                    <a:cubicBezTo>
                      <a:pt x="317" y="0"/>
                      <a:pt x="607" y="0"/>
                      <a:pt x="829" y="0"/>
                    </a:cubicBezTo>
                    <a:lnTo>
                      <a:pt x="830" y="0"/>
                    </a:lnTo>
                    <a:lnTo>
                      <a:pt x="830" y="1"/>
                    </a:lnTo>
                    <a:cubicBezTo>
                      <a:pt x="830" y="149"/>
                      <a:pt x="829" y="268"/>
                      <a:pt x="829" y="352"/>
                    </a:cubicBezTo>
                    <a:cubicBezTo>
                      <a:pt x="829" y="393"/>
                      <a:pt x="829" y="425"/>
                      <a:pt x="829" y="447"/>
                    </a:cubicBezTo>
                    <a:cubicBezTo>
                      <a:pt x="829" y="458"/>
                      <a:pt x="829" y="466"/>
                      <a:pt x="829" y="472"/>
                    </a:cubicBezTo>
                    <a:cubicBezTo>
                      <a:pt x="829" y="477"/>
                      <a:pt x="829" y="480"/>
                      <a:pt x="829" y="480"/>
                    </a:cubicBezTo>
                    <a:lnTo>
                      <a:pt x="828" y="480"/>
                    </a:ln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18" name="Google Shape;1118;p27"/>
              <p:cNvSpPr/>
              <p:nvPr/>
            </p:nvSpPr>
            <p:spPr>
              <a:xfrm>
                <a:off x="559922" y="1716186"/>
                <a:ext cx="887048" cy="3218"/>
              </a:xfrm>
              <a:custGeom>
                <a:rect b="b" l="l" r="r" t="t"/>
                <a:pathLst>
                  <a:path extrusionOk="0" h="3" w="827">
                    <a:moveTo>
                      <a:pt x="827" y="1"/>
                    </a:moveTo>
                    <a:cubicBezTo>
                      <a:pt x="827" y="2"/>
                      <a:pt x="642" y="3"/>
                      <a:pt x="414" y="3"/>
                    </a:cubicBezTo>
                    <a:cubicBezTo>
                      <a:pt x="185" y="3"/>
                      <a:pt x="0" y="2"/>
                      <a:pt x="0" y="1"/>
                    </a:cubicBezTo>
                    <a:cubicBezTo>
                      <a:pt x="0" y="1"/>
                      <a:pt x="185" y="0"/>
                      <a:pt x="414" y="0"/>
                    </a:cubicBezTo>
                    <a:cubicBezTo>
                      <a:pt x="642" y="0"/>
                      <a:pt x="827" y="1"/>
                      <a:pt x="827" y="1"/>
                    </a:cubicBez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19" name="Google Shape;1119;p27"/>
              <p:cNvSpPr/>
              <p:nvPr/>
            </p:nvSpPr>
            <p:spPr>
              <a:xfrm>
                <a:off x="636078" y="1801995"/>
                <a:ext cx="273516" cy="274589"/>
              </a:xfrm>
              <a:custGeom>
                <a:rect b="b" l="l" r="r" t="t"/>
                <a:pathLst>
                  <a:path extrusionOk="0" h="256" w="255">
                    <a:moveTo>
                      <a:pt x="0" y="0"/>
                    </a:moveTo>
                    <a:lnTo>
                      <a:pt x="255" y="0"/>
                    </a:lnTo>
                    <a:lnTo>
                      <a:pt x="255" y="256"/>
                    </a:lnTo>
                    <a:lnTo>
                      <a:pt x="0" y="256"/>
                    </a:lnTo>
                    <a:lnTo>
                      <a:pt x="0" y="0"/>
                    </a:ln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20" name="Google Shape;1120;p27"/>
              <p:cNvSpPr/>
              <p:nvPr/>
            </p:nvSpPr>
            <p:spPr>
              <a:xfrm>
                <a:off x="984676" y="1845972"/>
                <a:ext cx="396866" cy="3218"/>
              </a:xfrm>
              <a:custGeom>
                <a:rect b="b" l="l" r="r" t="t"/>
                <a:pathLst>
                  <a:path extrusionOk="0" h="3" w="370">
                    <a:moveTo>
                      <a:pt x="370" y="2"/>
                    </a:moveTo>
                    <a:cubicBezTo>
                      <a:pt x="370" y="2"/>
                      <a:pt x="369" y="2"/>
                      <a:pt x="367" y="2"/>
                    </a:cubicBezTo>
                    <a:cubicBezTo>
                      <a:pt x="364" y="2"/>
                      <a:pt x="360" y="2"/>
                      <a:pt x="356" y="2"/>
                    </a:cubicBezTo>
                    <a:cubicBezTo>
                      <a:pt x="346" y="2"/>
                      <a:pt x="333" y="3"/>
                      <a:pt x="316" y="3"/>
                    </a:cubicBezTo>
                    <a:cubicBezTo>
                      <a:pt x="282" y="3"/>
                      <a:pt x="236" y="3"/>
                      <a:pt x="186" y="3"/>
                    </a:cubicBezTo>
                    <a:cubicBezTo>
                      <a:pt x="135" y="3"/>
                      <a:pt x="89" y="3"/>
                      <a:pt x="55" y="3"/>
                    </a:cubicBezTo>
                    <a:cubicBezTo>
                      <a:pt x="38" y="3"/>
                      <a:pt x="25" y="2"/>
                      <a:pt x="15" y="2"/>
                    </a:cubicBezTo>
                    <a:cubicBezTo>
                      <a:pt x="11" y="2"/>
                      <a:pt x="7" y="2"/>
                      <a:pt x="4" y="2"/>
                    </a:cubicBezTo>
                    <a:cubicBezTo>
                      <a:pt x="2" y="2"/>
                      <a:pt x="0" y="2"/>
                      <a:pt x="0" y="2"/>
                    </a:cubicBezTo>
                    <a:cubicBezTo>
                      <a:pt x="0" y="1"/>
                      <a:pt x="2" y="1"/>
                      <a:pt x="4" y="1"/>
                    </a:cubicBezTo>
                    <a:cubicBezTo>
                      <a:pt x="7" y="1"/>
                      <a:pt x="11" y="1"/>
                      <a:pt x="15" y="1"/>
                    </a:cubicBezTo>
                    <a:cubicBezTo>
                      <a:pt x="25" y="1"/>
                      <a:pt x="38" y="1"/>
                      <a:pt x="55" y="0"/>
                    </a:cubicBezTo>
                    <a:cubicBezTo>
                      <a:pt x="89" y="0"/>
                      <a:pt x="135" y="0"/>
                      <a:pt x="186" y="0"/>
                    </a:cubicBezTo>
                    <a:cubicBezTo>
                      <a:pt x="236" y="0"/>
                      <a:pt x="282" y="0"/>
                      <a:pt x="316" y="0"/>
                    </a:cubicBezTo>
                    <a:cubicBezTo>
                      <a:pt x="333" y="1"/>
                      <a:pt x="346" y="1"/>
                      <a:pt x="356" y="1"/>
                    </a:cubicBezTo>
                    <a:cubicBezTo>
                      <a:pt x="360" y="1"/>
                      <a:pt x="364" y="1"/>
                      <a:pt x="367" y="1"/>
                    </a:cubicBezTo>
                    <a:cubicBezTo>
                      <a:pt x="369" y="1"/>
                      <a:pt x="370" y="1"/>
                      <a:pt x="370" y="2"/>
                    </a:cubicBez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21" name="Google Shape;1121;p27"/>
              <p:cNvSpPr/>
              <p:nvPr/>
            </p:nvSpPr>
            <p:spPr>
              <a:xfrm>
                <a:off x="985748" y="1907112"/>
                <a:ext cx="405447" cy="3218"/>
              </a:xfrm>
              <a:custGeom>
                <a:rect b="b" l="l" r="r" t="t"/>
                <a:pathLst>
                  <a:path extrusionOk="0" h="3" w="378">
                    <a:moveTo>
                      <a:pt x="378" y="2"/>
                    </a:moveTo>
                    <a:cubicBezTo>
                      <a:pt x="378" y="2"/>
                      <a:pt x="376" y="2"/>
                      <a:pt x="374" y="2"/>
                    </a:cubicBezTo>
                    <a:cubicBezTo>
                      <a:pt x="371" y="2"/>
                      <a:pt x="367" y="2"/>
                      <a:pt x="363" y="2"/>
                    </a:cubicBezTo>
                    <a:cubicBezTo>
                      <a:pt x="353" y="2"/>
                      <a:pt x="339" y="3"/>
                      <a:pt x="322" y="3"/>
                    </a:cubicBezTo>
                    <a:cubicBezTo>
                      <a:pt x="288" y="3"/>
                      <a:pt x="241" y="3"/>
                      <a:pt x="189" y="3"/>
                    </a:cubicBezTo>
                    <a:cubicBezTo>
                      <a:pt x="137" y="3"/>
                      <a:pt x="90" y="3"/>
                      <a:pt x="55" y="3"/>
                    </a:cubicBezTo>
                    <a:cubicBezTo>
                      <a:pt x="38" y="3"/>
                      <a:pt x="24" y="2"/>
                      <a:pt x="14" y="2"/>
                    </a:cubicBezTo>
                    <a:cubicBezTo>
                      <a:pt x="10" y="2"/>
                      <a:pt x="6" y="2"/>
                      <a:pt x="3" y="2"/>
                    </a:cubicBezTo>
                    <a:cubicBezTo>
                      <a:pt x="1" y="2"/>
                      <a:pt x="0" y="2"/>
                      <a:pt x="0" y="2"/>
                    </a:cubicBezTo>
                    <a:cubicBezTo>
                      <a:pt x="0" y="1"/>
                      <a:pt x="1" y="1"/>
                      <a:pt x="3" y="1"/>
                    </a:cubicBezTo>
                    <a:cubicBezTo>
                      <a:pt x="6" y="1"/>
                      <a:pt x="10" y="1"/>
                      <a:pt x="14" y="1"/>
                    </a:cubicBezTo>
                    <a:cubicBezTo>
                      <a:pt x="24" y="1"/>
                      <a:pt x="38" y="1"/>
                      <a:pt x="55" y="0"/>
                    </a:cubicBezTo>
                    <a:cubicBezTo>
                      <a:pt x="90" y="0"/>
                      <a:pt x="137" y="0"/>
                      <a:pt x="189" y="0"/>
                    </a:cubicBezTo>
                    <a:cubicBezTo>
                      <a:pt x="241" y="0"/>
                      <a:pt x="288" y="0"/>
                      <a:pt x="322" y="0"/>
                    </a:cubicBezTo>
                    <a:cubicBezTo>
                      <a:pt x="339" y="1"/>
                      <a:pt x="353" y="1"/>
                      <a:pt x="363" y="1"/>
                    </a:cubicBezTo>
                    <a:cubicBezTo>
                      <a:pt x="367" y="1"/>
                      <a:pt x="371" y="1"/>
                      <a:pt x="374" y="1"/>
                    </a:cubicBezTo>
                    <a:cubicBezTo>
                      <a:pt x="376" y="1"/>
                      <a:pt x="378" y="1"/>
                      <a:pt x="378" y="2"/>
                    </a:cubicBez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22" name="Google Shape;1122;p27"/>
              <p:cNvSpPr/>
              <p:nvPr/>
            </p:nvSpPr>
            <p:spPr>
              <a:xfrm>
                <a:off x="985748" y="1968251"/>
                <a:ext cx="405447" cy="4290"/>
              </a:xfrm>
              <a:custGeom>
                <a:rect b="b" l="l" r="r" t="t"/>
                <a:pathLst>
                  <a:path extrusionOk="0" h="4" w="378">
                    <a:moveTo>
                      <a:pt x="378" y="2"/>
                    </a:moveTo>
                    <a:cubicBezTo>
                      <a:pt x="378" y="2"/>
                      <a:pt x="376" y="2"/>
                      <a:pt x="374" y="2"/>
                    </a:cubicBezTo>
                    <a:cubicBezTo>
                      <a:pt x="371" y="2"/>
                      <a:pt x="367" y="2"/>
                      <a:pt x="363" y="2"/>
                    </a:cubicBezTo>
                    <a:cubicBezTo>
                      <a:pt x="353" y="3"/>
                      <a:pt x="339" y="3"/>
                      <a:pt x="322" y="3"/>
                    </a:cubicBezTo>
                    <a:cubicBezTo>
                      <a:pt x="288" y="3"/>
                      <a:pt x="241" y="3"/>
                      <a:pt x="189" y="4"/>
                    </a:cubicBezTo>
                    <a:cubicBezTo>
                      <a:pt x="137" y="3"/>
                      <a:pt x="90" y="3"/>
                      <a:pt x="55" y="3"/>
                    </a:cubicBezTo>
                    <a:cubicBezTo>
                      <a:pt x="38" y="3"/>
                      <a:pt x="24" y="3"/>
                      <a:pt x="14" y="2"/>
                    </a:cubicBezTo>
                    <a:cubicBezTo>
                      <a:pt x="10" y="2"/>
                      <a:pt x="6" y="2"/>
                      <a:pt x="3" y="2"/>
                    </a:cubicBezTo>
                    <a:cubicBezTo>
                      <a:pt x="1" y="2"/>
                      <a:pt x="0" y="2"/>
                      <a:pt x="0" y="2"/>
                    </a:cubicBezTo>
                    <a:cubicBezTo>
                      <a:pt x="0" y="2"/>
                      <a:pt x="1" y="2"/>
                      <a:pt x="3" y="1"/>
                    </a:cubicBezTo>
                    <a:cubicBezTo>
                      <a:pt x="6" y="1"/>
                      <a:pt x="10" y="1"/>
                      <a:pt x="14" y="1"/>
                    </a:cubicBezTo>
                    <a:cubicBezTo>
                      <a:pt x="24" y="1"/>
                      <a:pt x="38" y="1"/>
                      <a:pt x="55" y="1"/>
                    </a:cubicBezTo>
                    <a:cubicBezTo>
                      <a:pt x="90" y="0"/>
                      <a:pt x="137" y="0"/>
                      <a:pt x="189" y="0"/>
                    </a:cubicBezTo>
                    <a:cubicBezTo>
                      <a:pt x="241" y="0"/>
                      <a:pt x="288" y="0"/>
                      <a:pt x="322" y="1"/>
                    </a:cubicBezTo>
                    <a:cubicBezTo>
                      <a:pt x="339" y="1"/>
                      <a:pt x="353" y="1"/>
                      <a:pt x="363" y="1"/>
                    </a:cubicBezTo>
                    <a:cubicBezTo>
                      <a:pt x="367" y="1"/>
                      <a:pt x="371" y="1"/>
                      <a:pt x="374" y="1"/>
                    </a:cubicBezTo>
                    <a:cubicBezTo>
                      <a:pt x="376" y="2"/>
                      <a:pt x="378" y="2"/>
                      <a:pt x="378" y="2"/>
                    </a:cubicBez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23" name="Google Shape;1123;p27"/>
              <p:cNvSpPr/>
              <p:nvPr/>
            </p:nvSpPr>
            <p:spPr>
              <a:xfrm>
                <a:off x="985748" y="2029390"/>
                <a:ext cx="405447" cy="4290"/>
              </a:xfrm>
              <a:custGeom>
                <a:rect b="b" l="l" r="r" t="t"/>
                <a:pathLst>
                  <a:path extrusionOk="0" h="4" w="378">
                    <a:moveTo>
                      <a:pt x="378" y="2"/>
                    </a:moveTo>
                    <a:cubicBezTo>
                      <a:pt x="378" y="2"/>
                      <a:pt x="376" y="2"/>
                      <a:pt x="374" y="2"/>
                    </a:cubicBezTo>
                    <a:cubicBezTo>
                      <a:pt x="371" y="2"/>
                      <a:pt x="367" y="2"/>
                      <a:pt x="363" y="2"/>
                    </a:cubicBezTo>
                    <a:cubicBezTo>
                      <a:pt x="353" y="3"/>
                      <a:pt x="339" y="3"/>
                      <a:pt x="322" y="3"/>
                    </a:cubicBezTo>
                    <a:cubicBezTo>
                      <a:pt x="288" y="3"/>
                      <a:pt x="241" y="3"/>
                      <a:pt x="189" y="4"/>
                    </a:cubicBezTo>
                    <a:cubicBezTo>
                      <a:pt x="137" y="3"/>
                      <a:pt x="90" y="3"/>
                      <a:pt x="55" y="3"/>
                    </a:cubicBezTo>
                    <a:cubicBezTo>
                      <a:pt x="38" y="3"/>
                      <a:pt x="24" y="3"/>
                      <a:pt x="14" y="2"/>
                    </a:cubicBezTo>
                    <a:cubicBezTo>
                      <a:pt x="10" y="2"/>
                      <a:pt x="6" y="2"/>
                      <a:pt x="3" y="2"/>
                    </a:cubicBezTo>
                    <a:cubicBezTo>
                      <a:pt x="1" y="2"/>
                      <a:pt x="0" y="2"/>
                      <a:pt x="0" y="2"/>
                    </a:cubicBezTo>
                    <a:cubicBezTo>
                      <a:pt x="0" y="2"/>
                      <a:pt x="1" y="2"/>
                      <a:pt x="3" y="2"/>
                    </a:cubicBezTo>
                    <a:cubicBezTo>
                      <a:pt x="6" y="2"/>
                      <a:pt x="10" y="1"/>
                      <a:pt x="14" y="1"/>
                    </a:cubicBezTo>
                    <a:cubicBezTo>
                      <a:pt x="24" y="1"/>
                      <a:pt x="38" y="1"/>
                      <a:pt x="55" y="1"/>
                    </a:cubicBezTo>
                    <a:cubicBezTo>
                      <a:pt x="90" y="1"/>
                      <a:pt x="137" y="0"/>
                      <a:pt x="189" y="0"/>
                    </a:cubicBezTo>
                    <a:cubicBezTo>
                      <a:pt x="241" y="0"/>
                      <a:pt x="288" y="0"/>
                      <a:pt x="322" y="1"/>
                    </a:cubicBezTo>
                    <a:cubicBezTo>
                      <a:pt x="339" y="1"/>
                      <a:pt x="353" y="1"/>
                      <a:pt x="363" y="1"/>
                    </a:cubicBezTo>
                    <a:cubicBezTo>
                      <a:pt x="367" y="1"/>
                      <a:pt x="371" y="1"/>
                      <a:pt x="374" y="2"/>
                    </a:cubicBezTo>
                    <a:cubicBezTo>
                      <a:pt x="376" y="2"/>
                      <a:pt x="378" y="2"/>
                      <a:pt x="378" y="2"/>
                    </a:cubicBez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124" name="Google Shape;1124;p27"/>
            <p:cNvGrpSpPr/>
            <p:nvPr/>
          </p:nvGrpSpPr>
          <p:grpSpPr>
            <a:xfrm>
              <a:off x="985750" y="1059299"/>
              <a:ext cx="451575" cy="449876"/>
              <a:chOff x="985750" y="1059299"/>
              <a:chExt cx="451575" cy="449876"/>
            </a:xfrm>
          </p:grpSpPr>
          <p:sp>
            <p:nvSpPr>
              <p:cNvPr id="1125" name="Google Shape;1125;p27"/>
              <p:cNvSpPr/>
              <p:nvPr/>
            </p:nvSpPr>
            <p:spPr>
              <a:xfrm flipH="1">
                <a:off x="1127237" y="1216035"/>
                <a:ext cx="159280" cy="159278"/>
              </a:xfrm>
              <a:custGeom>
                <a:rect b="b" l="l" r="r" t="t"/>
                <a:pathLst>
                  <a:path extrusionOk="0" h="188" w="188">
                    <a:moveTo>
                      <a:pt x="2" y="2"/>
                    </a:moveTo>
                    <a:cubicBezTo>
                      <a:pt x="2" y="2"/>
                      <a:pt x="2" y="3"/>
                      <a:pt x="3" y="5"/>
                    </a:cubicBezTo>
                    <a:cubicBezTo>
                      <a:pt x="3" y="8"/>
                      <a:pt x="3" y="11"/>
                      <a:pt x="3" y="16"/>
                    </a:cubicBezTo>
                    <a:cubicBezTo>
                      <a:pt x="3" y="25"/>
                      <a:pt x="3" y="37"/>
                      <a:pt x="3" y="53"/>
                    </a:cubicBezTo>
                    <a:cubicBezTo>
                      <a:pt x="4" y="85"/>
                      <a:pt x="4" y="131"/>
                      <a:pt x="4" y="185"/>
                    </a:cubicBezTo>
                    <a:lnTo>
                      <a:pt x="2" y="183"/>
                    </a:lnTo>
                    <a:cubicBezTo>
                      <a:pt x="56" y="183"/>
                      <a:pt x="119" y="183"/>
                      <a:pt x="186" y="183"/>
                    </a:cubicBezTo>
                    <a:cubicBezTo>
                      <a:pt x="186" y="182"/>
                      <a:pt x="181" y="187"/>
                      <a:pt x="183" y="185"/>
                    </a:cubicBezTo>
                    <a:lnTo>
                      <a:pt x="183" y="185"/>
                    </a:lnTo>
                    <a:lnTo>
                      <a:pt x="183" y="173"/>
                    </a:lnTo>
                    <a:cubicBezTo>
                      <a:pt x="183" y="169"/>
                      <a:pt x="183" y="165"/>
                      <a:pt x="183" y="160"/>
                    </a:cubicBezTo>
                    <a:cubicBezTo>
                      <a:pt x="183" y="152"/>
                      <a:pt x="183" y="144"/>
                      <a:pt x="183" y="136"/>
                    </a:cubicBezTo>
                    <a:cubicBezTo>
                      <a:pt x="183" y="120"/>
                      <a:pt x="183" y="104"/>
                      <a:pt x="183" y="88"/>
                    </a:cubicBezTo>
                    <a:cubicBezTo>
                      <a:pt x="183" y="58"/>
                      <a:pt x="184" y="29"/>
                      <a:pt x="184" y="2"/>
                    </a:cubicBezTo>
                    <a:lnTo>
                      <a:pt x="186" y="4"/>
                    </a:lnTo>
                    <a:cubicBezTo>
                      <a:pt x="131" y="4"/>
                      <a:pt x="86" y="3"/>
                      <a:pt x="53" y="3"/>
                    </a:cubicBezTo>
                    <a:cubicBezTo>
                      <a:pt x="38" y="3"/>
                      <a:pt x="25" y="2"/>
                      <a:pt x="16" y="2"/>
                    </a:cubicBezTo>
                    <a:cubicBezTo>
                      <a:pt x="12" y="2"/>
                      <a:pt x="8" y="2"/>
                      <a:pt x="6" y="2"/>
                    </a:cubicBezTo>
                    <a:cubicBezTo>
                      <a:pt x="3" y="2"/>
                      <a:pt x="2" y="2"/>
                      <a:pt x="2" y="2"/>
                    </a:cubicBezTo>
                    <a:cubicBezTo>
                      <a:pt x="2" y="2"/>
                      <a:pt x="3" y="2"/>
                      <a:pt x="5" y="2"/>
                    </a:cubicBezTo>
                    <a:cubicBezTo>
                      <a:pt x="8" y="2"/>
                      <a:pt x="11" y="2"/>
                      <a:pt x="15" y="1"/>
                    </a:cubicBezTo>
                    <a:cubicBezTo>
                      <a:pt x="24" y="1"/>
                      <a:pt x="36" y="1"/>
                      <a:pt x="52" y="1"/>
                    </a:cubicBezTo>
                    <a:cubicBezTo>
                      <a:pt x="85" y="1"/>
                      <a:pt x="131" y="0"/>
                      <a:pt x="186" y="0"/>
                    </a:cubicBezTo>
                    <a:lnTo>
                      <a:pt x="188" y="0"/>
                    </a:lnTo>
                    <a:lnTo>
                      <a:pt x="188" y="2"/>
                    </a:lnTo>
                    <a:cubicBezTo>
                      <a:pt x="188" y="29"/>
                      <a:pt x="188" y="58"/>
                      <a:pt x="188" y="88"/>
                    </a:cubicBezTo>
                    <a:cubicBezTo>
                      <a:pt x="188" y="104"/>
                      <a:pt x="188" y="120"/>
                      <a:pt x="188" y="136"/>
                    </a:cubicBezTo>
                    <a:cubicBezTo>
                      <a:pt x="188" y="144"/>
                      <a:pt x="188" y="152"/>
                      <a:pt x="188" y="160"/>
                    </a:cubicBezTo>
                    <a:cubicBezTo>
                      <a:pt x="188" y="165"/>
                      <a:pt x="188" y="169"/>
                      <a:pt x="188" y="173"/>
                    </a:cubicBezTo>
                    <a:lnTo>
                      <a:pt x="188" y="185"/>
                    </a:lnTo>
                    <a:lnTo>
                      <a:pt x="188" y="185"/>
                    </a:lnTo>
                    <a:cubicBezTo>
                      <a:pt x="190" y="183"/>
                      <a:pt x="185" y="188"/>
                      <a:pt x="186" y="188"/>
                    </a:cubicBezTo>
                    <a:cubicBezTo>
                      <a:pt x="118" y="188"/>
                      <a:pt x="56" y="187"/>
                      <a:pt x="2" y="187"/>
                    </a:cubicBezTo>
                    <a:lnTo>
                      <a:pt x="0" y="187"/>
                    </a:lnTo>
                    <a:lnTo>
                      <a:pt x="0" y="185"/>
                    </a:lnTo>
                    <a:cubicBezTo>
                      <a:pt x="0" y="130"/>
                      <a:pt x="1" y="84"/>
                      <a:pt x="1" y="52"/>
                    </a:cubicBezTo>
                    <a:cubicBezTo>
                      <a:pt x="1" y="36"/>
                      <a:pt x="2" y="24"/>
                      <a:pt x="2" y="15"/>
                    </a:cubicBezTo>
                    <a:cubicBezTo>
                      <a:pt x="2" y="11"/>
                      <a:pt x="2" y="7"/>
                      <a:pt x="2" y="5"/>
                    </a:cubicBezTo>
                    <a:cubicBezTo>
                      <a:pt x="2" y="3"/>
                      <a:pt x="2" y="2"/>
                      <a:pt x="2" y="2"/>
                    </a:cubicBezTo>
                    <a:close/>
                  </a:path>
                </a:pathLst>
              </a:custGeom>
              <a:solidFill>
                <a:schemeClr val="accent1"/>
              </a:solidFill>
              <a:ln>
                <a:noFill/>
              </a:ln>
            </p:spPr>
            <p:txBody>
              <a:bodyPr anchorCtr="1" anchor="ctr" bIns="22675" lIns="90000" spcFirstLastPara="1" rIns="90000" wrap="square" tIns="2267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26" name="Google Shape;1126;p27"/>
              <p:cNvSpPr/>
              <p:nvPr/>
            </p:nvSpPr>
            <p:spPr>
              <a:xfrm>
                <a:off x="1133779" y="1204160"/>
                <a:ext cx="168599" cy="136403"/>
              </a:xfrm>
              <a:custGeom>
                <a:rect b="b" l="l" r="r" t="t"/>
                <a:pathLst>
                  <a:path extrusionOk="0" h="161" w="199">
                    <a:moveTo>
                      <a:pt x="199" y="0"/>
                    </a:moveTo>
                    <a:cubicBezTo>
                      <a:pt x="202" y="2"/>
                      <a:pt x="163" y="55"/>
                      <a:pt x="111" y="118"/>
                    </a:cubicBezTo>
                    <a:cubicBezTo>
                      <a:pt x="100" y="131"/>
                      <a:pt x="90" y="144"/>
                      <a:pt x="80" y="156"/>
                    </a:cubicBezTo>
                    <a:lnTo>
                      <a:pt x="76" y="161"/>
                    </a:lnTo>
                    <a:lnTo>
                      <a:pt x="70" y="156"/>
                    </a:lnTo>
                    <a:cubicBezTo>
                      <a:pt x="27" y="118"/>
                      <a:pt x="-2" y="89"/>
                      <a:pt x="0" y="86"/>
                    </a:cubicBezTo>
                    <a:cubicBezTo>
                      <a:pt x="2" y="84"/>
                      <a:pt x="35" y="109"/>
                      <a:pt x="79" y="146"/>
                    </a:cubicBezTo>
                    <a:lnTo>
                      <a:pt x="70" y="147"/>
                    </a:lnTo>
                    <a:cubicBezTo>
                      <a:pt x="79" y="135"/>
                      <a:pt x="89" y="123"/>
                      <a:pt x="100" y="109"/>
                    </a:cubicBezTo>
                    <a:cubicBezTo>
                      <a:pt x="152" y="46"/>
                      <a:pt x="196" y="-3"/>
                      <a:pt x="199" y="0"/>
                    </a:cubicBezTo>
                    <a:close/>
                  </a:path>
                </a:pathLst>
              </a:custGeom>
              <a:solidFill>
                <a:schemeClr val="dk2"/>
              </a:solidFill>
              <a:ln>
                <a:noFill/>
              </a:ln>
            </p:spPr>
            <p:txBody>
              <a:bodyPr anchorCtr="1" anchor="ctr" bIns="12950" lIns="90000" spcFirstLastPara="1" rIns="90000" wrap="square" tIns="129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27" name="Google Shape;1127;p27"/>
              <p:cNvSpPr/>
              <p:nvPr/>
            </p:nvSpPr>
            <p:spPr>
              <a:xfrm flipH="1">
                <a:off x="985750" y="1059299"/>
                <a:ext cx="451575" cy="449876"/>
              </a:xfrm>
              <a:custGeom>
                <a:rect b="b" l="l" r="r" t="t"/>
                <a:pathLst>
                  <a:path extrusionOk="0" h="531" w="533">
                    <a:moveTo>
                      <a:pt x="267" y="0"/>
                    </a:moveTo>
                    <a:cubicBezTo>
                      <a:pt x="267" y="0"/>
                      <a:pt x="268" y="0"/>
                      <a:pt x="271" y="0"/>
                    </a:cubicBezTo>
                    <a:cubicBezTo>
                      <a:pt x="274" y="0"/>
                      <a:pt x="279" y="1"/>
                      <a:pt x="285" y="1"/>
                    </a:cubicBezTo>
                    <a:cubicBezTo>
                      <a:pt x="288" y="1"/>
                      <a:pt x="291" y="1"/>
                      <a:pt x="295" y="1"/>
                    </a:cubicBezTo>
                    <a:cubicBezTo>
                      <a:pt x="298" y="2"/>
                      <a:pt x="302" y="2"/>
                      <a:pt x="306" y="3"/>
                    </a:cubicBezTo>
                    <a:cubicBezTo>
                      <a:pt x="311" y="3"/>
                      <a:pt x="315" y="4"/>
                      <a:pt x="320" y="5"/>
                    </a:cubicBezTo>
                    <a:cubicBezTo>
                      <a:pt x="325" y="6"/>
                      <a:pt x="330" y="7"/>
                      <a:pt x="336" y="9"/>
                    </a:cubicBezTo>
                    <a:cubicBezTo>
                      <a:pt x="357" y="14"/>
                      <a:pt x="384" y="24"/>
                      <a:pt x="410" y="41"/>
                    </a:cubicBezTo>
                    <a:cubicBezTo>
                      <a:pt x="437" y="59"/>
                      <a:pt x="465" y="83"/>
                      <a:pt x="488" y="117"/>
                    </a:cubicBezTo>
                    <a:cubicBezTo>
                      <a:pt x="510" y="150"/>
                      <a:pt x="527" y="192"/>
                      <a:pt x="532" y="240"/>
                    </a:cubicBezTo>
                    <a:cubicBezTo>
                      <a:pt x="532" y="252"/>
                      <a:pt x="534" y="264"/>
                      <a:pt x="533" y="276"/>
                    </a:cubicBezTo>
                    <a:cubicBezTo>
                      <a:pt x="532" y="282"/>
                      <a:pt x="532" y="288"/>
                      <a:pt x="531" y="295"/>
                    </a:cubicBezTo>
                    <a:cubicBezTo>
                      <a:pt x="530" y="301"/>
                      <a:pt x="529" y="307"/>
                      <a:pt x="528" y="313"/>
                    </a:cubicBezTo>
                    <a:cubicBezTo>
                      <a:pt x="523" y="338"/>
                      <a:pt x="516" y="363"/>
                      <a:pt x="503" y="387"/>
                    </a:cubicBezTo>
                    <a:cubicBezTo>
                      <a:pt x="491" y="411"/>
                      <a:pt x="475" y="433"/>
                      <a:pt x="455" y="453"/>
                    </a:cubicBezTo>
                    <a:cubicBezTo>
                      <a:pt x="435" y="473"/>
                      <a:pt x="412" y="490"/>
                      <a:pt x="386" y="503"/>
                    </a:cubicBezTo>
                    <a:cubicBezTo>
                      <a:pt x="360" y="516"/>
                      <a:pt x="331" y="525"/>
                      <a:pt x="301" y="529"/>
                    </a:cubicBezTo>
                    <a:cubicBezTo>
                      <a:pt x="294" y="530"/>
                      <a:pt x="286" y="530"/>
                      <a:pt x="279" y="531"/>
                    </a:cubicBezTo>
                    <a:cubicBezTo>
                      <a:pt x="271" y="531"/>
                      <a:pt x="264" y="532"/>
                      <a:pt x="256" y="531"/>
                    </a:cubicBezTo>
                    <a:cubicBezTo>
                      <a:pt x="241" y="531"/>
                      <a:pt x="226" y="529"/>
                      <a:pt x="211" y="526"/>
                    </a:cubicBezTo>
                    <a:cubicBezTo>
                      <a:pt x="178" y="519"/>
                      <a:pt x="147" y="505"/>
                      <a:pt x="120" y="487"/>
                    </a:cubicBezTo>
                    <a:lnTo>
                      <a:pt x="122" y="488"/>
                    </a:lnTo>
                    <a:cubicBezTo>
                      <a:pt x="91" y="500"/>
                      <a:pt x="60" y="513"/>
                      <a:pt x="30" y="525"/>
                    </a:cubicBezTo>
                    <a:lnTo>
                      <a:pt x="24" y="527"/>
                    </a:lnTo>
                    <a:lnTo>
                      <a:pt x="26" y="521"/>
                    </a:lnTo>
                    <a:cubicBezTo>
                      <a:pt x="35" y="487"/>
                      <a:pt x="44" y="454"/>
                      <a:pt x="53" y="422"/>
                    </a:cubicBezTo>
                    <a:lnTo>
                      <a:pt x="54" y="425"/>
                    </a:lnTo>
                    <a:cubicBezTo>
                      <a:pt x="28" y="390"/>
                      <a:pt x="11" y="351"/>
                      <a:pt x="4" y="312"/>
                    </a:cubicBezTo>
                    <a:cubicBezTo>
                      <a:pt x="1" y="292"/>
                      <a:pt x="-1" y="273"/>
                      <a:pt x="1" y="254"/>
                    </a:cubicBezTo>
                    <a:cubicBezTo>
                      <a:pt x="1" y="244"/>
                      <a:pt x="1" y="235"/>
                      <a:pt x="3" y="226"/>
                    </a:cubicBezTo>
                    <a:cubicBezTo>
                      <a:pt x="4" y="221"/>
                      <a:pt x="5" y="217"/>
                      <a:pt x="5" y="212"/>
                    </a:cubicBezTo>
                    <a:cubicBezTo>
                      <a:pt x="6" y="208"/>
                      <a:pt x="8" y="204"/>
                      <a:pt x="9" y="199"/>
                    </a:cubicBezTo>
                    <a:cubicBezTo>
                      <a:pt x="27" y="130"/>
                      <a:pt x="69" y="78"/>
                      <a:pt x="112" y="49"/>
                    </a:cubicBezTo>
                    <a:cubicBezTo>
                      <a:pt x="133" y="34"/>
                      <a:pt x="154" y="23"/>
                      <a:pt x="173" y="16"/>
                    </a:cubicBezTo>
                    <a:cubicBezTo>
                      <a:pt x="178" y="15"/>
                      <a:pt x="183" y="13"/>
                      <a:pt x="187" y="11"/>
                    </a:cubicBezTo>
                    <a:cubicBezTo>
                      <a:pt x="192" y="10"/>
                      <a:pt x="196" y="9"/>
                      <a:pt x="200" y="8"/>
                    </a:cubicBezTo>
                    <a:cubicBezTo>
                      <a:pt x="204" y="7"/>
                      <a:pt x="208" y="6"/>
                      <a:pt x="212" y="5"/>
                    </a:cubicBezTo>
                    <a:cubicBezTo>
                      <a:pt x="216" y="4"/>
                      <a:pt x="220" y="4"/>
                      <a:pt x="223" y="3"/>
                    </a:cubicBezTo>
                    <a:cubicBezTo>
                      <a:pt x="230" y="3"/>
                      <a:pt x="236" y="1"/>
                      <a:pt x="242" y="1"/>
                    </a:cubicBezTo>
                    <a:cubicBezTo>
                      <a:pt x="247" y="1"/>
                      <a:pt x="252" y="1"/>
                      <a:pt x="255" y="1"/>
                    </a:cubicBezTo>
                    <a:cubicBezTo>
                      <a:pt x="259" y="1"/>
                      <a:pt x="262" y="0"/>
                      <a:pt x="264" y="0"/>
                    </a:cubicBezTo>
                    <a:cubicBezTo>
                      <a:pt x="266" y="0"/>
                      <a:pt x="267" y="0"/>
                      <a:pt x="267" y="0"/>
                    </a:cubicBezTo>
                    <a:cubicBezTo>
                      <a:pt x="267" y="0"/>
                      <a:pt x="266" y="1"/>
                      <a:pt x="264" y="1"/>
                    </a:cubicBezTo>
                    <a:cubicBezTo>
                      <a:pt x="262" y="1"/>
                      <a:pt x="259" y="1"/>
                      <a:pt x="255" y="1"/>
                    </a:cubicBezTo>
                    <a:cubicBezTo>
                      <a:pt x="252" y="2"/>
                      <a:pt x="247" y="2"/>
                      <a:pt x="242" y="2"/>
                    </a:cubicBezTo>
                    <a:cubicBezTo>
                      <a:pt x="237" y="3"/>
                      <a:pt x="230" y="4"/>
                      <a:pt x="224" y="5"/>
                    </a:cubicBezTo>
                    <a:cubicBezTo>
                      <a:pt x="196" y="10"/>
                      <a:pt x="155" y="21"/>
                      <a:pt x="114" y="52"/>
                    </a:cubicBezTo>
                    <a:cubicBezTo>
                      <a:pt x="72" y="81"/>
                      <a:pt x="30" y="132"/>
                      <a:pt x="13" y="200"/>
                    </a:cubicBezTo>
                    <a:cubicBezTo>
                      <a:pt x="12" y="205"/>
                      <a:pt x="11" y="209"/>
                      <a:pt x="10" y="213"/>
                    </a:cubicBezTo>
                    <a:cubicBezTo>
                      <a:pt x="9" y="218"/>
                      <a:pt x="9" y="222"/>
                      <a:pt x="8" y="227"/>
                    </a:cubicBezTo>
                    <a:cubicBezTo>
                      <a:pt x="6" y="236"/>
                      <a:pt x="6" y="245"/>
                      <a:pt x="6" y="254"/>
                    </a:cubicBezTo>
                    <a:cubicBezTo>
                      <a:pt x="4" y="272"/>
                      <a:pt x="6" y="292"/>
                      <a:pt x="9" y="311"/>
                    </a:cubicBezTo>
                    <a:cubicBezTo>
                      <a:pt x="16" y="349"/>
                      <a:pt x="32" y="388"/>
                      <a:pt x="58" y="421"/>
                    </a:cubicBezTo>
                    <a:lnTo>
                      <a:pt x="59" y="422"/>
                    </a:lnTo>
                    <a:lnTo>
                      <a:pt x="59" y="424"/>
                    </a:lnTo>
                    <a:cubicBezTo>
                      <a:pt x="50" y="456"/>
                      <a:pt x="41" y="489"/>
                      <a:pt x="32" y="523"/>
                    </a:cubicBezTo>
                    <a:lnTo>
                      <a:pt x="28" y="519"/>
                    </a:lnTo>
                    <a:cubicBezTo>
                      <a:pt x="58" y="507"/>
                      <a:pt x="89" y="495"/>
                      <a:pt x="120" y="482"/>
                    </a:cubicBezTo>
                    <a:lnTo>
                      <a:pt x="122" y="481"/>
                    </a:lnTo>
                    <a:lnTo>
                      <a:pt x="123" y="482"/>
                    </a:lnTo>
                    <a:cubicBezTo>
                      <a:pt x="149" y="500"/>
                      <a:pt x="180" y="513"/>
                      <a:pt x="212" y="520"/>
                    </a:cubicBezTo>
                    <a:cubicBezTo>
                      <a:pt x="226" y="523"/>
                      <a:pt x="241" y="525"/>
                      <a:pt x="256" y="525"/>
                    </a:cubicBezTo>
                    <a:cubicBezTo>
                      <a:pt x="264" y="526"/>
                      <a:pt x="271" y="525"/>
                      <a:pt x="279" y="525"/>
                    </a:cubicBezTo>
                    <a:cubicBezTo>
                      <a:pt x="286" y="525"/>
                      <a:pt x="293" y="525"/>
                      <a:pt x="301" y="523"/>
                    </a:cubicBezTo>
                    <a:cubicBezTo>
                      <a:pt x="330" y="520"/>
                      <a:pt x="358" y="511"/>
                      <a:pt x="383" y="498"/>
                    </a:cubicBezTo>
                    <a:cubicBezTo>
                      <a:pt x="409" y="485"/>
                      <a:pt x="432" y="468"/>
                      <a:pt x="451" y="449"/>
                    </a:cubicBezTo>
                    <a:cubicBezTo>
                      <a:pt x="470" y="430"/>
                      <a:pt x="486" y="408"/>
                      <a:pt x="498" y="385"/>
                    </a:cubicBezTo>
                    <a:cubicBezTo>
                      <a:pt x="511" y="361"/>
                      <a:pt x="518" y="337"/>
                      <a:pt x="523" y="312"/>
                    </a:cubicBezTo>
                    <a:cubicBezTo>
                      <a:pt x="524" y="306"/>
                      <a:pt x="525" y="300"/>
                      <a:pt x="526" y="294"/>
                    </a:cubicBezTo>
                    <a:cubicBezTo>
                      <a:pt x="527" y="288"/>
                      <a:pt x="527" y="282"/>
                      <a:pt x="527" y="276"/>
                    </a:cubicBezTo>
                    <a:cubicBezTo>
                      <a:pt x="529" y="264"/>
                      <a:pt x="527" y="252"/>
                      <a:pt x="527" y="241"/>
                    </a:cubicBezTo>
                    <a:cubicBezTo>
                      <a:pt x="523" y="194"/>
                      <a:pt x="506" y="152"/>
                      <a:pt x="484" y="119"/>
                    </a:cubicBezTo>
                    <a:cubicBezTo>
                      <a:pt x="462" y="86"/>
                      <a:pt x="435" y="62"/>
                      <a:pt x="409" y="44"/>
                    </a:cubicBezTo>
                    <a:cubicBezTo>
                      <a:pt x="382" y="27"/>
                      <a:pt x="356" y="17"/>
                      <a:pt x="335" y="11"/>
                    </a:cubicBezTo>
                    <a:cubicBezTo>
                      <a:pt x="330" y="10"/>
                      <a:pt x="324" y="8"/>
                      <a:pt x="320" y="7"/>
                    </a:cubicBezTo>
                    <a:cubicBezTo>
                      <a:pt x="315" y="6"/>
                      <a:pt x="310" y="6"/>
                      <a:pt x="306" y="5"/>
                    </a:cubicBezTo>
                    <a:cubicBezTo>
                      <a:pt x="302" y="4"/>
                      <a:pt x="298" y="3"/>
                      <a:pt x="294" y="3"/>
                    </a:cubicBezTo>
                    <a:cubicBezTo>
                      <a:pt x="291" y="2"/>
                      <a:pt x="287" y="2"/>
                      <a:pt x="284" y="2"/>
                    </a:cubicBezTo>
                    <a:cubicBezTo>
                      <a:pt x="279" y="2"/>
                      <a:pt x="274" y="1"/>
                      <a:pt x="271" y="1"/>
                    </a:cubicBezTo>
                    <a:cubicBezTo>
                      <a:pt x="268" y="1"/>
                      <a:pt x="266" y="1"/>
                      <a:pt x="266" y="0"/>
                    </a:cubicBezTo>
                    <a:lnTo>
                      <a:pt x="267"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128" name="Google Shape;1128;p27"/>
            <p:cNvGrpSpPr/>
            <p:nvPr/>
          </p:nvGrpSpPr>
          <p:grpSpPr>
            <a:xfrm>
              <a:off x="1589777" y="707935"/>
              <a:ext cx="1355779" cy="685401"/>
              <a:chOff x="1606790" y="783010"/>
              <a:chExt cx="1355779" cy="685401"/>
            </a:xfrm>
          </p:grpSpPr>
          <p:sp>
            <p:nvSpPr>
              <p:cNvPr id="1129" name="Google Shape;1129;p27"/>
              <p:cNvSpPr/>
              <p:nvPr/>
            </p:nvSpPr>
            <p:spPr>
              <a:xfrm>
                <a:off x="1606790" y="993243"/>
                <a:ext cx="447278" cy="446208"/>
              </a:xfrm>
              <a:custGeom>
                <a:rect b="b" l="l" r="r" t="t"/>
                <a:pathLst>
                  <a:path extrusionOk="0" h="416" w="417">
                    <a:moveTo>
                      <a:pt x="235" y="379"/>
                    </a:moveTo>
                    <a:cubicBezTo>
                      <a:pt x="220" y="382"/>
                      <a:pt x="205" y="382"/>
                      <a:pt x="190" y="381"/>
                    </a:cubicBezTo>
                    <a:lnTo>
                      <a:pt x="166" y="416"/>
                    </a:lnTo>
                    <a:lnTo>
                      <a:pt x="100" y="391"/>
                    </a:lnTo>
                    <a:lnTo>
                      <a:pt x="106" y="348"/>
                    </a:lnTo>
                    <a:cubicBezTo>
                      <a:pt x="94" y="339"/>
                      <a:pt x="83" y="329"/>
                      <a:pt x="73" y="317"/>
                    </a:cubicBezTo>
                    <a:lnTo>
                      <a:pt x="31" y="325"/>
                    </a:lnTo>
                    <a:lnTo>
                      <a:pt x="3" y="260"/>
                    </a:lnTo>
                    <a:lnTo>
                      <a:pt x="37" y="235"/>
                    </a:lnTo>
                    <a:cubicBezTo>
                      <a:pt x="34" y="220"/>
                      <a:pt x="34" y="204"/>
                      <a:pt x="36" y="189"/>
                    </a:cubicBezTo>
                    <a:lnTo>
                      <a:pt x="0" y="165"/>
                    </a:lnTo>
                    <a:lnTo>
                      <a:pt x="26" y="100"/>
                    </a:lnTo>
                    <a:lnTo>
                      <a:pt x="68" y="106"/>
                    </a:lnTo>
                    <a:cubicBezTo>
                      <a:pt x="77" y="93"/>
                      <a:pt x="87" y="82"/>
                      <a:pt x="99" y="72"/>
                    </a:cubicBezTo>
                    <a:lnTo>
                      <a:pt x="91" y="31"/>
                    </a:lnTo>
                    <a:lnTo>
                      <a:pt x="156" y="2"/>
                    </a:lnTo>
                    <a:lnTo>
                      <a:pt x="181" y="36"/>
                    </a:lnTo>
                    <a:cubicBezTo>
                      <a:pt x="197" y="34"/>
                      <a:pt x="212" y="33"/>
                      <a:pt x="227" y="35"/>
                    </a:cubicBezTo>
                    <a:lnTo>
                      <a:pt x="251" y="0"/>
                    </a:lnTo>
                    <a:lnTo>
                      <a:pt x="317" y="25"/>
                    </a:lnTo>
                    <a:lnTo>
                      <a:pt x="310" y="67"/>
                    </a:lnTo>
                    <a:cubicBezTo>
                      <a:pt x="323" y="76"/>
                      <a:pt x="334" y="87"/>
                      <a:pt x="344" y="99"/>
                    </a:cubicBezTo>
                    <a:lnTo>
                      <a:pt x="386" y="91"/>
                    </a:lnTo>
                    <a:lnTo>
                      <a:pt x="414" y="155"/>
                    </a:lnTo>
                    <a:lnTo>
                      <a:pt x="380" y="181"/>
                    </a:lnTo>
                    <a:cubicBezTo>
                      <a:pt x="382" y="196"/>
                      <a:pt x="383" y="211"/>
                      <a:pt x="381" y="227"/>
                    </a:cubicBezTo>
                    <a:lnTo>
                      <a:pt x="417" y="250"/>
                    </a:lnTo>
                    <a:lnTo>
                      <a:pt x="391" y="316"/>
                    </a:lnTo>
                    <a:lnTo>
                      <a:pt x="349" y="310"/>
                    </a:lnTo>
                    <a:cubicBezTo>
                      <a:pt x="340" y="322"/>
                      <a:pt x="329" y="333"/>
                      <a:pt x="317" y="343"/>
                    </a:cubicBezTo>
                    <a:lnTo>
                      <a:pt x="325" y="385"/>
                    </a:lnTo>
                    <a:lnTo>
                      <a:pt x="261" y="414"/>
                    </a:lnTo>
                    <a:lnTo>
                      <a:pt x="235" y="380"/>
                    </a:lnTo>
                    <a:lnTo>
                      <a:pt x="235" y="380"/>
                    </a:lnTo>
                    <a:lnTo>
                      <a:pt x="235" y="379"/>
                    </a:lnTo>
                    <a:moveTo>
                      <a:pt x="236" y="278"/>
                    </a:moveTo>
                    <a:cubicBezTo>
                      <a:pt x="274" y="261"/>
                      <a:pt x="291" y="217"/>
                      <a:pt x="274" y="179"/>
                    </a:cubicBezTo>
                    <a:cubicBezTo>
                      <a:pt x="257" y="140"/>
                      <a:pt x="213" y="123"/>
                      <a:pt x="175" y="140"/>
                    </a:cubicBezTo>
                    <a:cubicBezTo>
                      <a:pt x="136" y="157"/>
                      <a:pt x="119" y="202"/>
                      <a:pt x="136" y="240"/>
                    </a:cubicBezTo>
                    <a:cubicBezTo>
                      <a:pt x="153" y="278"/>
                      <a:pt x="198" y="295"/>
                      <a:pt x="236" y="278"/>
                    </a:cubicBez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1130" name="Google Shape;1130;p27"/>
              <p:cNvGrpSpPr/>
              <p:nvPr/>
            </p:nvGrpSpPr>
            <p:grpSpPr>
              <a:xfrm>
                <a:off x="2178491" y="1115521"/>
                <a:ext cx="350743" cy="352890"/>
                <a:chOff x="2178491" y="1115521"/>
                <a:chExt cx="350743" cy="352890"/>
              </a:xfrm>
            </p:grpSpPr>
            <p:sp>
              <p:nvSpPr>
                <p:cNvPr id="1131" name="Google Shape;1131;p27"/>
                <p:cNvSpPr/>
                <p:nvPr/>
              </p:nvSpPr>
              <p:spPr>
                <a:xfrm>
                  <a:off x="2286824" y="1227073"/>
                  <a:ext cx="131931" cy="130859"/>
                </a:xfrm>
                <a:custGeom>
                  <a:rect b="b" l="l" r="r" t="t"/>
                  <a:pathLst>
                    <a:path extrusionOk="0" h="122" w="123">
                      <a:moveTo>
                        <a:pt x="85" y="115"/>
                      </a:moveTo>
                      <a:cubicBezTo>
                        <a:pt x="85" y="115"/>
                        <a:pt x="84" y="115"/>
                        <a:pt x="83" y="116"/>
                      </a:cubicBezTo>
                      <a:cubicBezTo>
                        <a:pt x="82" y="116"/>
                        <a:pt x="80" y="117"/>
                        <a:pt x="78" y="117"/>
                      </a:cubicBezTo>
                      <a:cubicBezTo>
                        <a:pt x="73" y="119"/>
                        <a:pt x="66" y="120"/>
                        <a:pt x="57" y="120"/>
                      </a:cubicBezTo>
                      <a:cubicBezTo>
                        <a:pt x="48" y="119"/>
                        <a:pt x="37" y="116"/>
                        <a:pt x="26" y="108"/>
                      </a:cubicBezTo>
                      <a:cubicBezTo>
                        <a:pt x="16" y="101"/>
                        <a:pt x="6" y="88"/>
                        <a:pt x="4" y="71"/>
                      </a:cubicBezTo>
                      <a:cubicBezTo>
                        <a:pt x="1" y="55"/>
                        <a:pt x="5" y="35"/>
                        <a:pt x="19" y="21"/>
                      </a:cubicBezTo>
                      <a:cubicBezTo>
                        <a:pt x="33" y="7"/>
                        <a:pt x="56" y="-1"/>
                        <a:pt x="77" y="5"/>
                      </a:cubicBezTo>
                      <a:cubicBezTo>
                        <a:pt x="88" y="8"/>
                        <a:pt x="98" y="15"/>
                        <a:pt x="106" y="23"/>
                      </a:cubicBezTo>
                      <a:cubicBezTo>
                        <a:pt x="113" y="32"/>
                        <a:pt x="118" y="43"/>
                        <a:pt x="120" y="56"/>
                      </a:cubicBezTo>
                      <a:cubicBezTo>
                        <a:pt x="121" y="68"/>
                        <a:pt x="119" y="80"/>
                        <a:pt x="113" y="91"/>
                      </a:cubicBezTo>
                      <a:cubicBezTo>
                        <a:pt x="110" y="97"/>
                        <a:pt x="106" y="102"/>
                        <a:pt x="101" y="106"/>
                      </a:cubicBezTo>
                      <a:cubicBezTo>
                        <a:pt x="99" y="108"/>
                        <a:pt x="96" y="110"/>
                        <a:pt x="94" y="112"/>
                      </a:cubicBezTo>
                      <a:cubicBezTo>
                        <a:pt x="93" y="113"/>
                        <a:pt x="91" y="114"/>
                        <a:pt x="90" y="115"/>
                      </a:cubicBezTo>
                      <a:lnTo>
                        <a:pt x="88" y="116"/>
                      </a:lnTo>
                      <a:lnTo>
                        <a:pt x="87" y="117"/>
                      </a:lnTo>
                      <a:lnTo>
                        <a:pt x="86" y="117"/>
                      </a:lnTo>
                      <a:lnTo>
                        <a:pt x="86" y="117"/>
                      </a:lnTo>
                      <a:lnTo>
                        <a:pt x="86" y="117"/>
                      </a:lnTo>
                      <a:cubicBezTo>
                        <a:pt x="86" y="117"/>
                        <a:pt x="88" y="116"/>
                        <a:pt x="87" y="114"/>
                      </a:cubicBezTo>
                      <a:lnTo>
                        <a:pt x="84" y="113"/>
                      </a:lnTo>
                      <a:cubicBezTo>
                        <a:pt x="86" y="112"/>
                        <a:pt x="89" y="111"/>
                        <a:pt x="91" y="110"/>
                      </a:cubicBezTo>
                      <a:cubicBezTo>
                        <a:pt x="112" y="98"/>
                        <a:pt x="122" y="71"/>
                        <a:pt x="117" y="49"/>
                      </a:cubicBezTo>
                      <a:cubicBezTo>
                        <a:pt x="112" y="26"/>
                        <a:pt x="93" y="9"/>
                        <a:pt x="72" y="6"/>
                      </a:cubicBezTo>
                      <a:cubicBezTo>
                        <a:pt x="51" y="1"/>
                        <a:pt x="30" y="10"/>
                        <a:pt x="18" y="24"/>
                      </a:cubicBezTo>
                      <a:cubicBezTo>
                        <a:pt x="5" y="38"/>
                        <a:pt x="1" y="57"/>
                        <a:pt x="4" y="73"/>
                      </a:cubicBezTo>
                      <a:cubicBezTo>
                        <a:pt x="7" y="88"/>
                        <a:pt x="16" y="101"/>
                        <a:pt x="26" y="109"/>
                      </a:cubicBezTo>
                      <a:cubicBezTo>
                        <a:pt x="37" y="116"/>
                        <a:pt x="48" y="119"/>
                        <a:pt x="57" y="120"/>
                      </a:cubicBezTo>
                      <a:cubicBezTo>
                        <a:pt x="66" y="121"/>
                        <a:pt x="73" y="119"/>
                        <a:pt x="78" y="118"/>
                      </a:cubicBezTo>
                      <a:cubicBezTo>
                        <a:pt x="82" y="116"/>
                        <a:pt x="85" y="115"/>
                        <a:pt x="85" y="115"/>
                      </a:cubicBezTo>
                      <a:cubicBezTo>
                        <a:pt x="85" y="115"/>
                        <a:pt x="83" y="117"/>
                        <a:pt x="78" y="119"/>
                      </a:cubicBezTo>
                      <a:cubicBezTo>
                        <a:pt x="73" y="120"/>
                        <a:pt x="66" y="122"/>
                        <a:pt x="57" y="122"/>
                      </a:cubicBezTo>
                      <a:cubicBezTo>
                        <a:pt x="48" y="122"/>
                        <a:pt x="36" y="119"/>
                        <a:pt x="25" y="111"/>
                      </a:cubicBezTo>
                      <a:cubicBezTo>
                        <a:pt x="14" y="103"/>
                        <a:pt x="4" y="90"/>
                        <a:pt x="1" y="73"/>
                      </a:cubicBezTo>
                      <a:cubicBezTo>
                        <a:pt x="-2" y="57"/>
                        <a:pt x="2" y="37"/>
                        <a:pt x="15" y="21"/>
                      </a:cubicBezTo>
                      <a:cubicBezTo>
                        <a:pt x="28" y="6"/>
                        <a:pt x="50" y="-3"/>
                        <a:pt x="73" y="1"/>
                      </a:cubicBezTo>
                      <a:cubicBezTo>
                        <a:pt x="84" y="4"/>
                        <a:pt x="95" y="9"/>
                        <a:pt x="104" y="17"/>
                      </a:cubicBezTo>
                      <a:cubicBezTo>
                        <a:pt x="112" y="25"/>
                        <a:pt x="119" y="36"/>
                        <a:pt x="121" y="48"/>
                      </a:cubicBezTo>
                      <a:cubicBezTo>
                        <a:pt x="127" y="72"/>
                        <a:pt x="117" y="101"/>
                        <a:pt x="93" y="114"/>
                      </a:cubicBezTo>
                      <a:cubicBezTo>
                        <a:pt x="91" y="116"/>
                        <a:pt x="88" y="117"/>
                        <a:pt x="85" y="118"/>
                      </a:cubicBezTo>
                      <a:lnTo>
                        <a:pt x="84" y="118"/>
                      </a:lnTo>
                      <a:lnTo>
                        <a:pt x="83" y="117"/>
                      </a:lnTo>
                      <a:cubicBezTo>
                        <a:pt x="82" y="115"/>
                        <a:pt x="83" y="113"/>
                        <a:pt x="83" y="114"/>
                      </a:cubicBezTo>
                      <a:cubicBezTo>
                        <a:pt x="83" y="114"/>
                        <a:pt x="83" y="113"/>
                        <a:pt x="84" y="113"/>
                      </a:cubicBezTo>
                      <a:lnTo>
                        <a:pt x="84" y="113"/>
                      </a:lnTo>
                      <a:lnTo>
                        <a:pt x="85" y="113"/>
                      </a:lnTo>
                      <a:lnTo>
                        <a:pt x="86" y="112"/>
                      </a:lnTo>
                      <a:lnTo>
                        <a:pt x="87" y="111"/>
                      </a:lnTo>
                      <a:cubicBezTo>
                        <a:pt x="89" y="110"/>
                        <a:pt x="90" y="110"/>
                        <a:pt x="91" y="109"/>
                      </a:cubicBezTo>
                      <a:cubicBezTo>
                        <a:pt x="94" y="107"/>
                        <a:pt x="96" y="105"/>
                        <a:pt x="98" y="103"/>
                      </a:cubicBezTo>
                      <a:cubicBezTo>
                        <a:pt x="102" y="99"/>
                        <a:pt x="106" y="95"/>
                        <a:pt x="109" y="89"/>
                      </a:cubicBezTo>
                      <a:cubicBezTo>
                        <a:pt x="114" y="79"/>
                        <a:pt x="116" y="68"/>
                        <a:pt x="115" y="57"/>
                      </a:cubicBezTo>
                      <a:cubicBezTo>
                        <a:pt x="113" y="46"/>
                        <a:pt x="109" y="35"/>
                        <a:pt x="102" y="27"/>
                      </a:cubicBezTo>
                      <a:cubicBezTo>
                        <a:pt x="95" y="19"/>
                        <a:pt x="86" y="13"/>
                        <a:pt x="76" y="10"/>
                      </a:cubicBezTo>
                      <a:cubicBezTo>
                        <a:pt x="56" y="4"/>
                        <a:pt x="35" y="11"/>
                        <a:pt x="22" y="24"/>
                      </a:cubicBezTo>
                      <a:cubicBezTo>
                        <a:pt x="9" y="38"/>
                        <a:pt x="4" y="56"/>
                        <a:pt x="7" y="71"/>
                      </a:cubicBezTo>
                      <a:cubicBezTo>
                        <a:pt x="9" y="87"/>
                        <a:pt x="18" y="100"/>
                        <a:pt x="28" y="107"/>
                      </a:cubicBezTo>
                      <a:cubicBezTo>
                        <a:pt x="38" y="115"/>
                        <a:pt x="49" y="118"/>
                        <a:pt x="57" y="119"/>
                      </a:cubicBezTo>
                      <a:cubicBezTo>
                        <a:pt x="66" y="120"/>
                        <a:pt x="73" y="118"/>
                        <a:pt x="78" y="117"/>
                      </a:cubicBezTo>
                      <a:cubicBezTo>
                        <a:pt x="82" y="116"/>
                        <a:pt x="85" y="115"/>
                        <a:pt x="85" y="116"/>
                      </a:cubicBezTo>
                      <a:lnTo>
                        <a:pt x="85" y="115"/>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32" name="Google Shape;1132;p27"/>
                <p:cNvSpPr/>
                <p:nvPr/>
              </p:nvSpPr>
              <p:spPr>
                <a:xfrm>
                  <a:off x="2178491" y="1115521"/>
                  <a:ext cx="350743" cy="352890"/>
                </a:xfrm>
                <a:custGeom>
                  <a:rect b="b" l="l" r="r" t="t"/>
                  <a:pathLst>
                    <a:path extrusionOk="0" h="329" w="327">
                      <a:moveTo>
                        <a:pt x="185" y="297"/>
                      </a:moveTo>
                      <a:cubicBezTo>
                        <a:pt x="187" y="299"/>
                        <a:pt x="193" y="307"/>
                        <a:pt x="205" y="323"/>
                      </a:cubicBezTo>
                      <a:lnTo>
                        <a:pt x="204" y="323"/>
                      </a:lnTo>
                      <a:cubicBezTo>
                        <a:pt x="217" y="317"/>
                        <a:pt x="234" y="310"/>
                        <a:pt x="255" y="301"/>
                      </a:cubicBezTo>
                      <a:lnTo>
                        <a:pt x="254" y="302"/>
                      </a:lnTo>
                      <a:cubicBezTo>
                        <a:pt x="252" y="292"/>
                        <a:pt x="250" y="281"/>
                        <a:pt x="248" y="269"/>
                      </a:cubicBezTo>
                      <a:lnTo>
                        <a:pt x="250" y="269"/>
                      </a:lnTo>
                      <a:lnTo>
                        <a:pt x="249" y="270"/>
                      </a:lnTo>
                      <a:lnTo>
                        <a:pt x="248" y="269"/>
                      </a:lnTo>
                      <a:cubicBezTo>
                        <a:pt x="257" y="262"/>
                        <a:pt x="265" y="253"/>
                        <a:pt x="272" y="243"/>
                      </a:cubicBezTo>
                      <a:lnTo>
                        <a:pt x="274" y="245"/>
                      </a:lnTo>
                      <a:lnTo>
                        <a:pt x="273" y="245"/>
                      </a:lnTo>
                      <a:lnTo>
                        <a:pt x="272" y="243"/>
                      </a:lnTo>
                      <a:lnTo>
                        <a:pt x="306" y="248"/>
                      </a:lnTo>
                      <a:lnTo>
                        <a:pt x="304" y="249"/>
                      </a:lnTo>
                      <a:cubicBezTo>
                        <a:pt x="311" y="232"/>
                        <a:pt x="317" y="215"/>
                        <a:pt x="324" y="196"/>
                      </a:cubicBezTo>
                      <a:lnTo>
                        <a:pt x="325" y="198"/>
                      </a:lnTo>
                      <a:cubicBezTo>
                        <a:pt x="316" y="192"/>
                        <a:pt x="307" y="186"/>
                        <a:pt x="297" y="179"/>
                      </a:cubicBezTo>
                      <a:lnTo>
                        <a:pt x="299" y="177"/>
                      </a:lnTo>
                      <a:lnTo>
                        <a:pt x="300" y="179"/>
                      </a:lnTo>
                      <a:lnTo>
                        <a:pt x="297" y="179"/>
                      </a:lnTo>
                      <a:cubicBezTo>
                        <a:pt x="298" y="168"/>
                        <a:pt x="298" y="156"/>
                        <a:pt x="296" y="144"/>
                      </a:cubicBezTo>
                      <a:lnTo>
                        <a:pt x="299" y="144"/>
                      </a:lnTo>
                      <a:lnTo>
                        <a:pt x="298" y="146"/>
                      </a:lnTo>
                      <a:lnTo>
                        <a:pt x="296" y="144"/>
                      </a:lnTo>
                      <a:cubicBezTo>
                        <a:pt x="304" y="138"/>
                        <a:pt x="314" y="131"/>
                        <a:pt x="323" y="123"/>
                      </a:cubicBezTo>
                      <a:lnTo>
                        <a:pt x="323" y="125"/>
                      </a:lnTo>
                      <a:cubicBezTo>
                        <a:pt x="316" y="109"/>
                        <a:pt x="308" y="92"/>
                        <a:pt x="300" y="74"/>
                      </a:cubicBezTo>
                      <a:lnTo>
                        <a:pt x="302" y="75"/>
                      </a:lnTo>
                      <a:cubicBezTo>
                        <a:pt x="292" y="77"/>
                        <a:pt x="280" y="79"/>
                        <a:pt x="268" y="81"/>
                      </a:cubicBezTo>
                      <a:lnTo>
                        <a:pt x="269" y="78"/>
                      </a:lnTo>
                      <a:lnTo>
                        <a:pt x="270" y="78"/>
                      </a:lnTo>
                      <a:lnTo>
                        <a:pt x="268" y="81"/>
                      </a:lnTo>
                      <a:cubicBezTo>
                        <a:pt x="261" y="73"/>
                        <a:pt x="253" y="64"/>
                        <a:pt x="243" y="57"/>
                      </a:cubicBezTo>
                      <a:lnTo>
                        <a:pt x="245" y="55"/>
                      </a:lnTo>
                      <a:lnTo>
                        <a:pt x="246" y="56"/>
                      </a:lnTo>
                      <a:lnTo>
                        <a:pt x="242" y="57"/>
                      </a:lnTo>
                      <a:cubicBezTo>
                        <a:pt x="244" y="46"/>
                        <a:pt x="246" y="35"/>
                        <a:pt x="247" y="23"/>
                      </a:cubicBezTo>
                      <a:lnTo>
                        <a:pt x="249" y="25"/>
                      </a:lnTo>
                      <a:cubicBezTo>
                        <a:pt x="232" y="19"/>
                        <a:pt x="214" y="12"/>
                        <a:pt x="196" y="5"/>
                      </a:cubicBezTo>
                      <a:lnTo>
                        <a:pt x="198" y="4"/>
                      </a:lnTo>
                      <a:cubicBezTo>
                        <a:pt x="192" y="13"/>
                        <a:pt x="186" y="22"/>
                        <a:pt x="179" y="32"/>
                      </a:cubicBezTo>
                      <a:lnTo>
                        <a:pt x="176" y="29"/>
                      </a:lnTo>
                      <a:lnTo>
                        <a:pt x="178" y="28"/>
                      </a:lnTo>
                      <a:lnTo>
                        <a:pt x="179" y="32"/>
                      </a:lnTo>
                      <a:cubicBezTo>
                        <a:pt x="168" y="31"/>
                        <a:pt x="156" y="31"/>
                        <a:pt x="143" y="33"/>
                      </a:cubicBezTo>
                      <a:lnTo>
                        <a:pt x="144" y="33"/>
                      </a:lnTo>
                      <a:lnTo>
                        <a:pt x="144" y="29"/>
                      </a:lnTo>
                      <a:lnTo>
                        <a:pt x="144" y="29"/>
                      </a:lnTo>
                      <a:lnTo>
                        <a:pt x="142" y="33"/>
                      </a:lnTo>
                      <a:lnTo>
                        <a:pt x="142" y="33"/>
                      </a:lnTo>
                      <a:lnTo>
                        <a:pt x="142" y="33"/>
                      </a:lnTo>
                      <a:lnTo>
                        <a:pt x="143" y="33"/>
                      </a:lnTo>
                      <a:lnTo>
                        <a:pt x="144" y="30"/>
                      </a:lnTo>
                      <a:lnTo>
                        <a:pt x="144" y="29"/>
                      </a:lnTo>
                      <a:lnTo>
                        <a:pt x="144" y="29"/>
                      </a:lnTo>
                      <a:lnTo>
                        <a:pt x="144" y="29"/>
                      </a:lnTo>
                      <a:lnTo>
                        <a:pt x="144" y="30"/>
                      </a:lnTo>
                      <a:lnTo>
                        <a:pt x="145" y="30"/>
                      </a:lnTo>
                      <a:lnTo>
                        <a:pt x="143" y="33"/>
                      </a:lnTo>
                      <a:cubicBezTo>
                        <a:pt x="137" y="25"/>
                        <a:pt x="130" y="15"/>
                        <a:pt x="122" y="6"/>
                      </a:cubicBezTo>
                      <a:lnTo>
                        <a:pt x="125" y="7"/>
                      </a:lnTo>
                      <a:cubicBezTo>
                        <a:pt x="109" y="14"/>
                        <a:pt x="91" y="22"/>
                        <a:pt x="73" y="30"/>
                      </a:cubicBezTo>
                      <a:lnTo>
                        <a:pt x="74" y="27"/>
                      </a:lnTo>
                      <a:cubicBezTo>
                        <a:pt x="76" y="37"/>
                        <a:pt x="79" y="49"/>
                        <a:pt x="81" y="61"/>
                      </a:cubicBezTo>
                      <a:lnTo>
                        <a:pt x="77" y="60"/>
                      </a:lnTo>
                      <a:lnTo>
                        <a:pt x="77" y="59"/>
                      </a:lnTo>
                      <a:lnTo>
                        <a:pt x="81" y="61"/>
                      </a:lnTo>
                      <a:cubicBezTo>
                        <a:pt x="72" y="68"/>
                        <a:pt x="64" y="77"/>
                        <a:pt x="57" y="87"/>
                      </a:cubicBezTo>
                      <a:lnTo>
                        <a:pt x="54" y="83"/>
                      </a:lnTo>
                      <a:lnTo>
                        <a:pt x="55" y="83"/>
                      </a:lnTo>
                      <a:lnTo>
                        <a:pt x="56" y="87"/>
                      </a:lnTo>
                      <a:cubicBezTo>
                        <a:pt x="46" y="85"/>
                        <a:pt x="34" y="84"/>
                        <a:pt x="22" y="82"/>
                      </a:cubicBezTo>
                      <a:lnTo>
                        <a:pt x="25" y="81"/>
                      </a:lnTo>
                      <a:cubicBezTo>
                        <a:pt x="18" y="97"/>
                        <a:pt x="12" y="115"/>
                        <a:pt x="4" y="133"/>
                      </a:cubicBezTo>
                      <a:lnTo>
                        <a:pt x="4" y="131"/>
                      </a:lnTo>
                      <a:cubicBezTo>
                        <a:pt x="12" y="136"/>
                        <a:pt x="22" y="143"/>
                        <a:pt x="32" y="150"/>
                      </a:cubicBezTo>
                      <a:lnTo>
                        <a:pt x="28" y="152"/>
                      </a:lnTo>
                      <a:lnTo>
                        <a:pt x="28" y="151"/>
                      </a:lnTo>
                      <a:lnTo>
                        <a:pt x="32" y="150"/>
                      </a:lnTo>
                      <a:cubicBezTo>
                        <a:pt x="31" y="161"/>
                        <a:pt x="31" y="173"/>
                        <a:pt x="33" y="185"/>
                      </a:cubicBezTo>
                      <a:lnTo>
                        <a:pt x="29" y="185"/>
                      </a:lnTo>
                      <a:lnTo>
                        <a:pt x="29" y="183"/>
                      </a:lnTo>
                      <a:lnTo>
                        <a:pt x="33" y="186"/>
                      </a:lnTo>
                      <a:cubicBezTo>
                        <a:pt x="24" y="192"/>
                        <a:pt x="15" y="199"/>
                        <a:pt x="6" y="206"/>
                      </a:cubicBezTo>
                      <a:lnTo>
                        <a:pt x="6" y="204"/>
                      </a:lnTo>
                      <a:cubicBezTo>
                        <a:pt x="14" y="220"/>
                        <a:pt x="21" y="237"/>
                        <a:pt x="29" y="255"/>
                      </a:cubicBezTo>
                      <a:lnTo>
                        <a:pt x="27" y="254"/>
                      </a:lnTo>
                      <a:cubicBezTo>
                        <a:pt x="37" y="252"/>
                        <a:pt x="48" y="249"/>
                        <a:pt x="60" y="247"/>
                      </a:cubicBezTo>
                      <a:lnTo>
                        <a:pt x="59" y="252"/>
                      </a:lnTo>
                      <a:lnTo>
                        <a:pt x="58" y="251"/>
                      </a:lnTo>
                      <a:lnTo>
                        <a:pt x="61" y="247"/>
                      </a:lnTo>
                      <a:cubicBezTo>
                        <a:pt x="68" y="256"/>
                        <a:pt x="77" y="264"/>
                        <a:pt x="86" y="272"/>
                      </a:cubicBezTo>
                      <a:lnTo>
                        <a:pt x="83" y="274"/>
                      </a:lnTo>
                      <a:lnTo>
                        <a:pt x="82" y="273"/>
                      </a:lnTo>
                      <a:lnTo>
                        <a:pt x="87" y="273"/>
                      </a:lnTo>
                      <a:cubicBezTo>
                        <a:pt x="85" y="283"/>
                        <a:pt x="84" y="294"/>
                        <a:pt x="82" y="306"/>
                      </a:cubicBezTo>
                      <a:lnTo>
                        <a:pt x="81" y="303"/>
                      </a:lnTo>
                      <a:cubicBezTo>
                        <a:pt x="97" y="310"/>
                        <a:pt x="115" y="316"/>
                        <a:pt x="133" y="323"/>
                      </a:cubicBezTo>
                      <a:lnTo>
                        <a:pt x="130" y="324"/>
                      </a:lnTo>
                      <a:cubicBezTo>
                        <a:pt x="135" y="315"/>
                        <a:pt x="142" y="306"/>
                        <a:pt x="148" y="296"/>
                      </a:cubicBezTo>
                      <a:lnTo>
                        <a:pt x="151" y="300"/>
                      </a:lnTo>
                      <a:lnTo>
                        <a:pt x="150" y="300"/>
                      </a:lnTo>
                      <a:lnTo>
                        <a:pt x="150" y="295"/>
                      </a:lnTo>
                      <a:cubicBezTo>
                        <a:pt x="159" y="296"/>
                        <a:pt x="170" y="296"/>
                        <a:pt x="180" y="295"/>
                      </a:cubicBezTo>
                      <a:lnTo>
                        <a:pt x="182" y="295"/>
                      </a:lnTo>
                      <a:lnTo>
                        <a:pt x="182" y="295"/>
                      </a:lnTo>
                      <a:lnTo>
                        <a:pt x="182" y="295"/>
                      </a:lnTo>
                      <a:lnTo>
                        <a:pt x="182" y="296"/>
                      </a:lnTo>
                      <a:lnTo>
                        <a:pt x="183" y="296"/>
                      </a:lnTo>
                      <a:cubicBezTo>
                        <a:pt x="182" y="296"/>
                        <a:pt x="183" y="299"/>
                        <a:pt x="184" y="299"/>
                      </a:cubicBezTo>
                      <a:lnTo>
                        <a:pt x="184" y="299"/>
                      </a:lnTo>
                      <a:cubicBezTo>
                        <a:pt x="185" y="299"/>
                        <a:pt x="185" y="299"/>
                        <a:pt x="185" y="299"/>
                      </a:cubicBezTo>
                      <a:lnTo>
                        <a:pt x="185" y="299"/>
                      </a:lnTo>
                      <a:lnTo>
                        <a:pt x="180" y="299"/>
                      </a:lnTo>
                      <a:cubicBezTo>
                        <a:pt x="176" y="300"/>
                        <a:pt x="173" y="300"/>
                        <a:pt x="169" y="300"/>
                      </a:cubicBezTo>
                      <a:cubicBezTo>
                        <a:pt x="163" y="300"/>
                        <a:pt x="156" y="300"/>
                        <a:pt x="149" y="299"/>
                      </a:cubicBezTo>
                      <a:lnTo>
                        <a:pt x="151" y="298"/>
                      </a:lnTo>
                      <a:cubicBezTo>
                        <a:pt x="145" y="307"/>
                        <a:pt x="139" y="317"/>
                        <a:pt x="133" y="326"/>
                      </a:cubicBezTo>
                      <a:lnTo>
                        <a:pt x="130" y="322"/>
                      </a:lnTo>
                      <a:lnTo>
                        <a:pt x="131" y="322"/>
                      </a:lnTo>
                      <a:lnTo>
                        <a:pt x="131" y="326"/>
                      </a:lnTo>
                      <a:cubicBezTo>
                        <a:pt x="114" y="319"/>
                        <a:pt x="97" y="313"/>
                        <a:pt x="80" y="306"/>
                      </a:cubicBezTo>
                      <a:lnTo>
                        <a:pt x="83" y="303"/>
                      </a:lnTo>
                      <a:lnTo>
                        <a:pt x="84" y="304"/>
                      </a:lnTo>
                      <a:lnTo>
                        <a:pt x="80" y="305"/>
                      </a:lnTo>
                      <a:cubicBezTo>
                        <a:pt x="81" y="294"/>
                        <a:pt x="83" y="283"/>
                        <a:pt x="84" y="272"/>
                      </a:cubicBezTo>
                      <a:lnTo>
                        <a:pt x="85" y="274"/>
                      </a:lnTo>
                      <a:cubicBezTo>
                        <a:pt x="75" y="267"/>
                        <a:pt x="66" y="258"/>
                        <a:pt x="59" y="249"/>
                      </a:cubicBezTo>
                      <a:lnTo>
                        <a:pt x="61" y="250"/>
                      </a:lnTo>
                      <a:cubicBezTo>
                        <a:pt x="50" y="252"/>
                        <a:pt x="39" y="254"/>
                        <a:pt x="28" y="256"/>
                      </a:cubicBezTo>
                      <a:lnTo>
                        <a:pt x="29" y="251"/>
                      </a:lnTo>
                      <a:lnTo>
                        <a:pt x="30" y="252"/>
                      </a:lnTo>
                      <a:lnTo>
                        <a:pt x="27" y="255"/>
                      </a:lnTo>
                      <a:cubicBezTo>
                        <a:pt x="19" y="239"/>
                        <a:pt x="12" y="222"/>
                        <a:pt x="5" y="206"/>
                      </a:cubicBezTo>
                      <a:lnTo>
                        <a:pt x="9" y="205"/>
                      </a:lnTo>
                      <a:lnTo>
                        <a:pt x="9" y="207"/>
                      </a:lnTo>
                      <a:lnTo>
                        <a:pt x="5" y="204"/>
                      </a:lnTo>
                      <a:cubicBezTo>
                        <a:pt x="14" y="198"/>
                        <a:pt x="23" y="191"/>
                        <a:pt x="32" y="184"/>
                      </a:cubicBezTo>
                      <a:lnTo>
                        <a:pt x="31" y="187"/>
                      </a:lnTo>
                      <a:cubicBezTo>
                        <a:pt x="29" y="174"/>
                        <a:pt x="29" y="162"/>
                        <a:pt x="31" y="149"/>
                      </a:cubicBezTo>
                      <a:lnTo>
                        <a:pt x="32" y="152"/>
                      </a:lnTo>
                      <a:cubicBezTo>
                        <a:pt x="22" y="145"/>
                        <a:pt x="13" y="139"/>
                        <a:pt x="4" y="133"/>
                      </a:cubicBezTo>
                      <a:lnTo>
                        <a:pt x="7" y="130"/>
                      </a:lnTo>
                      <a:lnTo>
                        <a:pt x="8" y="132"/>
                      </a:lnTo>
                      <a:lnTo>
                        <a:pt x="3" y="132"/>
                      </a:lnTo>
                      <a:cubicBezTo>
                        <a:pt x="10" y="115"/>
                        <a:pt x="16" y="98"/>
                        <a:pt x="23" y="81"/>
                      </a:cubicBezTo>
                      <a:lnTo>
                        <a:pt x="26" y="84"/>
                      </a:lnTo>
                      <a:lnTo>
                        <a:pt x="24" y="85"/>
                      </a:lnTo>
                      <a:lnTo>
                        <a:pt x="24" y="81"/>
                      </a:lnTo>
                      <a:cubicBezTo>
                        <a:pt x="35" y="83"/>
                        <a:pt x="46" y="84"/>
                        <a:pt x="57" y="86"/>
                      </a:cubicBezTo>
                      <a:lnTo>
                        <a:pt x="55" y="87"/>
                      </a:lnTo>
                      <a:cubicBezTo>
                        <a:pt x="62" y="76"/>
                        <a:pt x="71" y="67"/>
                        <a:pt x="81" y="60"/>
                      </a:cubicBezTo>
                      <a:lnTo>
                        <a:pt x="80" y="62"/>
                      </a:lnTo>
                      <a:cubicBezTo>
                        <a:pt x="78" y="50"/>
                        <a:pt x="75" y="39"/>
                        <a:pt x="73" y="29"/>
                      </a:cubicBezTo>
                      <a:lnTo>
                        <a:pt x="77" y="29"/>
                      </a:lnTo>
                      <a:lnTo>
                        <a:pt x="76" y="31"/>
                      </a:lnTo>
                      <a:lnTo>
                        <a:pt x="74" y="28"/>
                      </a:lnTo>
                      <a:cubicBezTo>
                        <a:pt x="91" y="21"/>
                        <a:pt x="107" y="13"/>
                        <a:pt x="123" y="6"/>
                      </a:cubicBezTo>
                      <a:lnTo>
                        <a:pt x="124" y="10"/>
                      </a:lnTo>
                      <a:lnTo>
                        <a:pt x="122" y="9"/>
                      </a:lnTo>
                      <a:lnTo>
                        <a:pt x="124" y="6"/>
                      </a:lnTo>
                      <a:cubicBezTo>
                        <a:pt x="131" y="15"/>
                        <a:pt x="137" y="24"/>
                        <a:pt x="143" y="32"/>
                      </a:cubicBezTo>
                      <a:lnTo>
                        <a:pt x="142" y="32"/>
                      </a:lnTo>
                      <a:lnTo>
                        <a:pt x="144" y="32"/>
                      </a:lnTo>
                      <a:lnTo>
                        <a:pt x="144" y="32"/>
                      </a:lnTo>
                      <a:lnTo>
                        <a:pt x="144" y="32"/>
                      </a:lnTo>
                      <a:lnTo>
                        <a:pt x="141" y="34"/>
                      </a:lnTo>
                      <a:lnTo>
                        <a:pt x="142" y="36"/>
                      </a:lnTo>
                      <a:lnTo>
                        <a:pt x="143" y="36"/>
                      </a:lnTo>
                      <a:lnTo>
                        <a:pt x="143" y="36"/>
                      </a:lnTo>
                      <a:lnTo>
                        <a:pt x="142" y="36"/>
                      </a:lnTo>
                      <a:lnTo>
                        <a:pt x="144" y="32"/>
                      </a:lnTo>
                      <a:lnTo>
                        <a:pt x="143" y="32"/>
                      </a:lnTo>
                      <a:cubicBezTo>
                        <a:pt x="156" y="30"/>
                        <a:pt x="168" y="30"/>
                        <a:pt x="179" y="32"/>
                      </a:cubicBezTo>
                      <a:lnTo>
                        <a:pt x="178" y="32"/>
                      </a:lnTo>
                      <a:cubicBezTo>
                        <a:pt x="184" y="23"/>
                        <a:pt x="190" y="14"/>
                        <a:pt x="196" y="4"/>
                      </a:cubicBezTo>
                      <a:lnTo>
                        <a:pt x="199" y="7"/>
                      </a:lnTo>
                      <a:lnTo>
                        <a:pt x="197" y="8"/>
                      </a:lnTo>
                      <a:lnTo>
                        <a:pt x="197" y="4"/>
                      </a:lnTo>
                      <a:cubicBezTo>
                        <a:pt x="214" y="11"/>
                        <a:pt x="231" y="18"/>
                        <a:pt x="247" y="24"/>
                      </a:cubicBezTo>
                      <a:lnTo>
                        <a:pt x="245" y="27"/>
                      </a:lnTo>
                      <a:lnTo>
                        <a:pt x="244" y="25"/>
                      </a:lnTo>
                      <a:lnTo>
                        <a:pt x="247" y="24"/>
                      </a:lnTo>
                      <a:cubicBezTo>
                        <a:pt x="246" y="36"/>
                        <a:pt x="244" y="47"/>
                        <a:pt x="242" y="58"/>
                      </a:cubicBezTo>
                      <a:lnTo>
                        <a:pt x="242" y="56"/>
                      </a:lnTo>
                      <a:cubicBezTo>
                        <a:pt x="253" y="64"/>
                        <a:pt x="261" y="72"/>
                        <a:pt x="269" y="82"/>
                      </a:cubicBezTo>
                      <a:lnTo>
                        <a:pt x="267" y="81"/>
                      </a:lnTo>
                      <a:cubicBezTo>
                        <a:pt x="279" y="79"/>
                        <a:pt x="289" y="76"/>
                        <a:pt x="300" y="74"/>
                      </a:cubicBezTo>
                      <a:lnTo>
                        <a:pt x="300" y="78"/>
                      </a:lnTo>
                      <a:lnTo>
                        <a:pt x="298" y="77"/>
                      </a:lnTo>
                      <a:lnTo>
                        <a:pt x="300" y="75"/>
                      </a:lnTo>
                      <a:cubicBezTo>
                        <a:pt x="308" y="92"/>
                        <a:pt x="315" y="109"/>
                        <a:pt x="322" y="124"/>
                      </a:cubicBezTo>
                      <a:lnTo>
                        <a:pt x="319" y="124"/>
                      </a:lnTo>
                      <a:lnTo>
                        <a:pt x="320" y="123"/>
                      </a:lnTo>
                      <a:lnTo>
                        <a:pt x="322" y="124"/>
                      </a:lnTo>
                      <a:cubicBezTo>
                        <a:pt x="312" y="132"/>
                        <a:pt x="303" y="138"/>
                        <a:pt x="295" y="144"/>
                      </a:cubicBezTo>
                      <a:lnTo>
                        <a:pt x="296" y="143"/>
                      </a:lnTo>
                      <a:cubicBezTo>
                        <a:pt x="298" y="157"/>
                        <a:pt x="298" y="169"/>
                        <a:pt x="297" y="180"/>
                      </a:cubicBezTo>
                      <a:lnTo>
                        <a:pt x="296" y="179"/>
                      </a:lnTo>
                      <a:cubicBezTo>
                        <a:pt x="306" y="186"/>
                        <a:pt x="315" y="192"/>
                        <a:pt x="324" y="197"/>
                      </a:cubicBezTo>
                      <a:lnTo>
                        <a:pt x="322" y="199"/>
                      </a:lnTo>
                      <a:lnTo>
                        <a:pt x="321" y="197"/>
                      </a:lnTo>
                      <a:lnTo>
                        <a:pt x="324" y="197"/>
                      </a:lnTo>
                      <a:cubicBezTo>
                        <a:pt x="316" y="217"/>
                        <a:pt x="310" y="233"/>
                        <a:pt x="304" y="248"/>
                      </a:cubicBezTo>
                      <a:lnTo>
                        <a:pt x="303" y="246"/>
                      </a:lnTo>
                      <a:lnTo>
                        <a:pt x="304" y="246"/>
                      </a:lnTo>
                      <a:lnTo>
                        <a:pt x="304" y="248"/>
                      </a:lnTo>
                      <a:cubicBezTo>
                        <a:pt x="291" y="246"/>
                        <a:pt x="281" y="244"/>
                        <a:pt x="271" y="243"/>
                      </a:cubicBezTo>
                      <a:lnTo>
                        <a:pt x="272" y="243"/>
                      </a:lnTo>
                      <a:cubicBezTo>
                        <a:pt x="264" y="255"/>
                        <a:pt x="255" y="263"/>
                        <a:pt x="247" y="269"/>
                      </a:cubicBezTo>
                      <a:lnTo>
                        <a:pt x="248" y="268"/>
                      </a:lnTo>
                      <a:cubicBezTo>
                        <a:pt x="250" y="282"/>
                        <a:pt x="252" y="292"/>
                        <a:pt x="254" y="301"/>
                      </a:cubicBezTo>
                      <a:lnTo>
                        <a:pt x="252" y="301"/>
                      </a:lnTo>
                      <a:lnTo>
                        <a:pt x="253" y="300"/>
                      </a:lnTo>
                      <a:lnTo>
                        <a:pt x="254" y="301"/>
                      </a:lnTo>
                      <a:cubicBezTo>
                        <a:pt x="232" y="310"/>
                        <a:pt x="216" y="318"/>
                        <a:pt x="204" y="323"/>
                      </a:cubicBezTo>
                      <a:lnTo>
                        <a:pt x="204" y="322"/>
                      </a:lnTo>
                      <a:lnTo>
                        <a:pt x="205" y="322"/>
                      </a:lnTo>
                      <a:lnTo>
                        <a:pt x="204" y="323"/>
                      </a:lnTo>
                      <a:cubicBezTo>
                        <a:pt x="192" y="306"/>
                        <a:pt x="187" y="299"/>
                        <a:pt x="185" y="297"/>
                      </a:cubicBezTo>
                      <a:cubicBezTo>
                        <a:pt x="185" y="297"/>
                        <a:pt x="187" y="299"/>
                        <a:pt x="190" y="303"/>
                      </a:cubicBezTo>
                      <a:cubicBezTo>
                        <a:pt x="193" y="307"/>
                        <a:pt x="198" y="314"/>
                        <a:pt x="205" y="322"/>
                      </a:cubicBezTo>
                      <a:lnTo>
                        <a:pt x="206" y="323"/>
                      </a:lnTo>
                      <a:lnTo>
                        <a:pt x="205" y="323"/>
                      </a:lnTo>
                      <a:lnTo>
                        <a:pt x="204" y="323"/>
                      </a:lnTo>
                      <a:lnTo>
                        <a:pt x="203" y="323"/>
                      </a:lnTo>
                      <a:lnTo>
                        <a:pt x="204" y="322"/>
                      </a:lnTo>
                      <a:cubicBezTo>
                        <a:pt x="216" y="316"/>
                        <a:pt x="232" y="309"/>
                        <a:pt x="253" y="299"/>
                      </a:cubicBezTo>
                      <a:lnTo>
                        <a:pt x="255" y="298"/>
                      </a:lnTo>
                      <a:lnTo>
                        <a:pt x="254" y="301"/>
                      </a:lnTo>
                      <a:lnTo>
                        <a:pt x="254" y="302"/>
                      </a:lnTo>
                      <a:lnTo>
                        <a:pt x="253" y="304"/>
                      </a:lnTo>
                      <a:lnTo>
                        <a:pt x="252" y="301"/>
                      </a:lnTo>
                      <a:cubicBezTo>
                        <a:pt x="250" y="292"/>
                        <a:pt x="248" y="282"/>
                        <a:pt x="246" y="269"/>
                      </a:cubicBezTo>
                      <a:lnTo>
                        <a:pt x="246" y="268"/>
                      </a:lnTo>
                      <a:lnTo>
                        <a:pt x="246" y="268"/>
                      </a:lnTo>
                      <a:cubicBezTo>
                        <a:pt x="254" y="261"/>
                        <a:pt x="262" y="253"/>
                        <a:pt x="271" y="241"/>
                      </a:cubicBezTo>
                      <a:lnTo>
                        <a:pt x="271" y="241"/>
                      </a:lnTo>
                      <a:lnTo>
                        <a:pt x="272" y="241"/>
                      </a:lnTo>
                      <a:cubicBezTo>
                        <a:pt x="281" y="242"/>
                        <a:pt x="292" y="244"/>
                        <a:pt x="305" y="246"/>
                      </a:cubicBezTo>
                      <a:lnTo>
                        <a:pt x="308" y="246"/>
                      </a:lnTo>
                      <a:lnTo>
                        <a:pt x="305" y="248"/>
                      </a:lnTo>
                      <a:lnTo>
                        <a:pt x="304" y="249"/>
                      </a:lnTo>
                      <a:lnTo>
                        <a:pt x="301" y="250"/>
                      </a:lnTo>
                      <a:lnTo>
                        <a:pt x="302" y="247"/>
                      </a:lnTo>
                      <a:cubicBezTo>
                        <a:pt x="308" y="232"/>
                        <a:pt x="314" y="216"/>
                        <a:pt x="321" y="196"/>
                      </a:cubicBezTo>
                      <a:lnTo>
                        <a:pt x="323" y="193"/>
                      </a:lnTo>
                      <a:lnTo>
                        <a:pt x="324" y="197"/>
                      </a:lnTo>
                      <a:lnTo>
                        <a:pt x="324" y="198"/>
                      </a:lnTo>
                      <a:lnTo>
                        <a:pt x="326" y="202"/>
                      </a:lnTo>
                      <a:lnTo>
                        <a:pt x="322" y="200"/>
                      </a:lnTo>
                      <a:cubicBezTo>
                        <a:pt x="314" y="194"/>
                        <a:pt x="305" y="188"/>
                        <a:pt x="294" y="181"/>
                      </a:cubicBezTo>
                      <a:lnTo>
                        <a:pt x="294" y="181"/>
                      </a:lnTo>
                      <a:lnTo>
                        <a:pt x="294" y="180"/>
                      </a:lnTo>
                      <a:cubicBezTo>
                        <a:pt x="295" y="169"/>
                        <a:pt x="295" y="157"/>
                        <a:pt x="293" y="143"/>
                      </a:cubicBezTo>
                      <a:lnTo>
                        <a:pt x="293" y="143"/>
                      </a:lnTo>
                      <a:lnTo>
                        <a:pt x="293" y="142"/>
                      </a:lnTo>
                      <a:cubicBezTo>
                        <a:pt x="302" y="136"/>
                        <a:pt x="310" y="129"/>
                        <a:pt x="320" y="122"/>
                      </a:cubicBezTo>
                      <a:lnTo>
                        <a:pt x="324" y="119"/>
                      </a:lnTo>
                      <a:lnTo>
                        <a:pt x="323" y="124"/>
                      </a:lnTo>
                      <a:lnTo>
                        <a:pt x="322" y="125"/>
                      </a:lnTo>
                      <a:lnTo>
                        <a:pt x="321" y="130"/>
                      </a:lnTo>
                      <a:lnTo>
                        <a:pt x="319" y="126"/>
                      </a:lnTo>
                      <a:cubicBezTo>
                        <a:pt x="312" y="110"/>
                        <a:pt x="305" y="94"/>
                        <a:pt x="297" y="76"/>
                      </a:cubicBezTo>
                      <a:lnTo>
                        <a:pt x="295" y="72"/>
                      </a:lnTo>
                      <a:lnTo>
                        <a:pt x="300" y="74"/>
                      </a:lnTo>
                      <a:lnTo>
                        <a:pt x="301" y="75"/>
                      </a:lnTo>
                      <a:lnTo>
                        <a:pt x="306" y="77"/>
                      </a:lnTo>
                      <a:lnTo>
                        <a:pt x="301" y="78"/>
                      </a:lnTo>
                      <a:cubicBezTo>
                        <a:pt x="290" y="80"/>
                        <a:pt x="280" y="82"/>
                        <a:pt x="268" y="85"/>
                      </a:cubicBezTo>
                      <a:lnTo>
                        <a:pt x="267" y="85"/>
                      </a:lnTo>
                      <a:lnTo>
                        <a:pt x="266" y="84"/>
                      </a:lnTo>
                      <a:cubicBezTo>
                        <a:pt x="259" y="75"/>
                        <a:pt x="250" y="67"/>
                        <a:pt x="240" y="59"/>
                      </a:cubicBezTo>
                      <a:lnTo>
                        <a:pt x="239" y="58"/>
                      </a:lnTo>
                      <a:lnTo>
                        <a:pt x="239" y="57"/>
                      </a:lnTo>
                      <a:cubicBezTo>
                        <a:pt x="241" y="47"/>
                        <a:pt x="242" y="36"/>
                        <a:pt x="244" y="24"/>
                      </a:cubicBezTo>
                      <a:lnTo>
                        <a:pt x="245" y="19"/>
                      </a:lnTo>
                      <a:lnTo>
                        <a:pt x="247" y="23"/>
                      </a:lnTo>
                      <a:lnTo>
                        <a:pt x="248" y="25"/>
                      </a:lnTo>
                      <a:lnTo>
                        <a:pt x="251" y="30"/>
                      </a:lnTo>
                      <a:lnTo>
                        <a:pt x="246" y="28"/>
                      </a:lnTo>
                      <a:cubicBezTo>
                        <a:pt x="230" y="21"/>
                        <a:pt x="213" y="15"/>
                        <a:pt x="195" y="8"/>
                      </a:cubicBezTo>
                      <a:lnTo>
                        <a:pt x="190" y="6"/>
                      </a:lnTo>
                      <a:lnTo>
                        <a:pt x="195" y="5"/>
                      </a:lnTo>
                      <a:lnTo>
                        <a:pt x="197" y="4"/>
                      </a:lnTo>
                      <a:lnTo>
                        <a:pt x="203" y="2"/>
                      </a:lnTo>
                      <a:lnTo>
                        <a:pt x="200" y="7"/>
                      </a:lnTo>
                      <a:cubicBezTo>
                        <a:pt x="194" y="16"/>
                        <a:pt x="187" y="25"/>
                        <a:pt x="181" y="35"/>
                      </a:cubicBezTo>
                      <a:lnTo>
                        <a:pt x="180" y="36"/>
                      </a:lnTo>
                      <a:lnTo>
                        <a:pt x="179" y="36"/>
                      </a:lnTo>
                      <a:cubicBezTo>
                        <a:pt x="168" y="35"/>
                        <a:pt x="156" y="35"/>
                        <a:pt x="144" y="37"/>
                      </a:cubicBezTo>
                      <a:lnTo>
                        <a:pt x="142" y="37"/>
                      </a:lnTo>
                      <a:lnTo>
                        <a:pt x="143" y="35"/>
                      </a:lnTo>
                      <a:lnTo>
                        <a:pt x="143" y="35"/>
                      </a:lnTo>
                      <a:lnTo>
                        <a:pt x="144" y="33"/>
                      </a:lnTo>
                      <a:cubicBezTo>
                        <a:pt x="144" y="32"/>
                        <a:pt x="144" y="33"/>
                        <a:pt x="144" y="33"/>
                      </a:cubicBezTo>
                      <a:lnTo>
                        <a:pt x="144" y="33"/>
                      </a:lnTo>
                      <a:lnTo>
                        <a:pt x="145" y="33"/>
                      </a:lnTo>
                      <a:lnTo>
                        <a:pt x="146" y="35"/>
                      </a:lnTo>
                      <a:lnTo>
                        <a:pt x="143" y="37"/>
                      </a:lnTo>
                      <a:lnTo>
                        <a:pt x="143" y="37"/>
                      </a:lnTo>
                      <a:lnTo>
                        <a:pt x="142" y="36"/>
                      </a:lnTo>
                      <a:lnTo>
                        <a:pt x="141" y="36"/>
                      </a:lnTo>
                      <a:lnTo>
                        <a:pt x="140" y="36"/>
                      </a:lnTo>
                      <a:lnTo>
                        <a:pt x="140" y="35"/>
                      </a:lnTo>
                      <a:cubicBezTo>
                        <a:pt x="134" y="27"/>
                        <a:pt x="127" y="18"/>
                        <a:pt x="121" y="9"/>
                      </a:cubicBezTo>
                      <a:lnTo>
                        <a:pt x="117" y="4"/>
                      </a:lnTo>
                      <a:lnTo>
                        <a:pt x="123" y="6"/>
                      </a:lnTo>
                      <a:lnTo>
                        <a:pt x="125" y="6"/>
                      </a:lnTo>
                      <a:lnTo>
                        <a:pt x="131" y="8"/>
                      </a:lnTo>
                      <a:lnTo>
                        <a:pt x="125" y="10"/>
                      </a:lnTo>
                      <a:cubicBezTo>
                        <a:pt x="109" y="17"/>
                        <a:pt x="93" y="25"/>
                        <a:pt x="76" y="32"/>
                      </a:cubicBezTo>
                      <a:lnTo>
                        <a:pt x="70" y="35"/>
                      </a:lnTo>
                      <a:lnTo>
                        <a:pt x="73" y="29"/>
                      </a:lnTo>
                      <a:lnTo>
                        <a:pt x="74" y="27"/>
                      </a:lnTo>
                      <a:lnTo>
                        <a:pt x="77" y="22"/>
                      </a:lnTo>
                      <a:lnTo>
                        <a:pt x="78" y="28"/>
                      </a:lnTo>
                      <a:cubicBezTo>
                        <a:pt x="80" y="39"/>
                        <a:pt x="82" y="50"/>
                        <a:pt x="84" y="61"/>
                      </a:cubicBezTo>
                      <a:lnTo>
                        <a:pt x="85" y="62"/>
                      </a:lnTo>
                      <a:lnTo>
                        <a:pt x="84" y="63"/>
                      </a:lnTo>
                      <a:cubicBezTo>
                        <a:pt x="74" y="71"/>
                        <a:pt x="66" y="79"/>
                        <a:pt x="59" y="89"/>
                      </a:cubicBezTo>
                      <a:lnTo>
                        <a:pt x="58" y="91"/>
                      </a:lnTo>
                      <a:lnTo>
                        <a:pt x="57" y="90"/>
                      </a:lnTo>
                      <a:cubicBezTo>
                        <a:pt x="46" y="89"/>
                        <a:pt x="34" y="87"/>
                        <a:pt x="23" y="85"/>
                      </a:cubicBezTo>
                      <a:lnTo>
                        <a:pt x="17" y="85"/>
                      </a:lnTo>
                      <a:lnTo>
                        <a:pt x="22" y="81"/>
                      </a:lnTo>
                      <a:lnTo>
                        <a:pt x="24" y="80"/>
                      </a:lnTo>
                      <a:lnTo>
                        <a:pt x="30" y="77"/>
                      </a:lnTo>
                      <a:lnTo>
                        <a:pt x="27" y="83"/>
                      </a:lnTo>
                      <a:cubicBezTo>
                        <a:pt x="21" y="100"/>
                        <a:pt x="14" y="117"/>
                        <a:pt x="8" y="134"/>
                      </a:cubicBezTo>
                      <a:lnTo>
                        <a:pt x="6" y="140"/>
                      </a:lnTo>
                      <a:lnTo>
                        <a:pt x="4" y="134"/>
                      </a:lnTo>
                      <a:lnTo>
                        <a:pt x="3" y="132"/>
                      </a:lnTo>
                      <a:lnTo>
                        <a:pt x="1" y="125"/>
                      </a:lnTo>
                      <a:lnTo>
                        <a:pt x="6" y="129"/>
                      </a:lnTo>
                      <a:cubicBezTo>
                        <a:pt x="16" y="135"/>
                        <a:pt x="25" y="142"/>
                        <a:pt x="34" y="148"/>
                      </a:cubicBezTo>
                      <a:lnTo>
                        <a:pt x="36" y="149"/>
                      </a:lnTo>
                      <a:lnTo>
                        <a:pt x="36" y="150"/>
                      </a:lnTo>
                      <a:cubicBezTo>
                        <a:pt x="34" y="162"/>
                        <a:pt x="34" y="174"/>
                        <a:pt x="36" y="186"/>
                      </a:cubicBezTo>
                      <a:lnTo>
                        <a:pt x="37" y="188"/>
                      </a:lnTo>
                      <a:lnTo>
                        <a:pt x="35" y="188"/>
                      </a:lnTo>
                      <a:cubicBezTo>
                        <a:pt x="26" y="195"/>
                        <a:pt x="18" y="202"/>
                        <a:pt x="8" y="208"/>
                      </a:cubicBezTo>
                      <a:lnTo>
                        <a:pt x="3" y="212"/>
                      </a:lnTo>
                      <a:lnTo>
                        <a:pt x="5" y="206"/>
                      </a:lnTo>
                      <a:lnTo>
                        <a:pt x="5" y="204"/>
                      </a:lnTo>
                      <a:lnTo>
                        <a:pt x="7" y="198"/>
                      </a:lnTo>
                      <a:lnTo>
                        <a:pt x="10" y="204"/>
                      </a:lnTo>
                      <a:cubicBezTo>
                        <a:pt x="17" y="220"/>
                        <a:pt x="24" y="237"/>
                        <a:pt x="31" y="254"/>
                      </a:cubicBezTo>
                      <a:lnTo>
                        <a:pt x="34" y="260"/>
                      </a:lnTo>
                      <a:lnTo>
                        <a:pt x="28" y="257"/>
                      </a:lnTo>
                      <a:lnTo>
                        <a:pt x="27" y="256"/>
                      </a:lnTo>
                      <a:lnTo>
                        <a:pt x="21" y="253"/>
                      </a:lnTo>
                      <a:lnTo>
                        <a:pt x="27" y="251"/>
                      </a:lnTo>
                      <a:cubicBezTo>
                        <a:pt x="38" y="249"/>
                        <a:pt x="49" y="247"/>
                        <a:pt x="60" y="245"/>
                      </a:cubicBezTo>
                      <a:lnTo>
                        <a:pt x="62" y="245"/>
                      </a:lnTo>
                      <a:lnTo>
                        <a:pt x="63" y="246"/>
                      </a:lnTo>
                      <a:cubicBezTo>
                        <a:pt x="70" y="255"/>
                        <a:pt x="79" y="264"/>
                        <a:pt x="89" y="271"/>
                      </a:cubicBezTo>
                      <a:lnTo>
                        <a:pt x="90" y="271"/>
                      </a:lnTo>
                      <a:lnTo>
                        <a:pt x="90" y="273"/>
                      </a:lnTo>
                      <a:cubicBezTo>
                        <a:pt x="88" y="284"/>
                        <a:pt x="86" y="295"/>
                        <a:pt x="85" y="306"/>
                      </a:cubicBezTo>
                      <a:lnTo>
                        <a:pt x="84" y="312"/>
                      </a:lnTo>
                      <a:lnTo>
                        <a:pt x="80" y="307"/>
                      </a:lnTo>
                      <a:lnTo>
                        <a:pt x="80" y="306"/>
                      </a:lnTo>
                      <a:lnTo>
                        <a:pt x="76" y="300"/>
                      </a:lnTo>
                      <a:lnTo>
                        <a:pt x="82" y="302"/>
                      </a:lnTo>
                      <a:cubicBezTo>
                        <a:pt x="99" y="309"/>
                        <a:pt x="116" y="315"/>
                        <a:pt x="133" y="322"/>
                      </a:cubicBezTo>
                      <a:lnTo>
                        <a:pt x="139" y="324"/>
                      </a:lnTo>
                      <a:lnTo>
                        <a:pt x="133" y="326"/>
                      </a:lnTo>
                      <a:lnTo>
                        <a:pt x="132" y="327"/>
                      </a:lnTo>
                      <a:lnTo>
                        <a:pt x="125" y="329"/>
                      </a:lnTo>
                      <a:lnTo>
                        <a:pt x="129" y="323"/>
                      </a:lnTo>
                      <a:cubicBezTo>
                        <a:pt x="135" y="314"/>
                        <a:pt x="142" y="305"/>
                        <a:pt x="148" y="296"/>
                      </a:cubicBezTo>
                      <a:lnTo>
                        <a:pt x="149" y="295"/>
                      </a:lnTo>
                      <a:lnTo>
                        <a:pt x="150" y="295"/>
                      </a:lnTo>
                      <a:cubicBezTo>
                        <a:pt x="157" y="296"/>
                        <a:pt x="163" y="296"/>
                        <a:pt x="170" y="296"/>
                      </a:cubicBezTo>
                      <a:cubicBezTo>
                        <a:pt x="173" y="296"/>
                        <a:pt x="176" y="295"/>
                        <a:pt x="180" y="295"/>
                      </a:cubicBezTo>
                      <a:lnTo>
                        <a:pt x="185" y="294"/>
                      </a:lnTo>
                      <a:lnTo>
                        <a:pt x="185" y="294"/>
                      </a:lnTo>
                      <a:lnTo>
                        <a:pt x="186" y="294"/>
                      </a:lnTo>
                      <a:lnTo>
                        <a:pt x="186" y="294"/>
                      </a:lnTo>
                      <a:cubicBezTo>
                        <a:pt x="187" y="294"/>
                        <a:pt x="188" y="298"/>
                        <a:pt x="187" y="298"/>
                      </a:cubicBezTo>
                      <a:lnTo>
                        <a:pt x="187" y="298"/>
                      </a:lnTo>
                      <a:lnTo>
                        <a:pt x="187" y="298"/>
                      </a:lnTo>
                      <a:lnTo>
                        <a:pt x="186" y="299"/>
                      </a:lnTo>
                      <a:cubicBezTo>
                        <a:pt x="185" y="299"/>
                        <a:pt x="184" y="299"/>
                        <a:pt x="184" y="300"/>
                      </a:cubicBezTo>
                      <a:lnTo>
                        <a:pt x="181" y="300"/>
                      </a:lnTo>
                      <a:cubicBezTo>
                        <a:pt x="170" y="302"/>
                        <a:pt x="160" y="301"/>
                        <a:pt x="150" y="300"/>
                      </a:cubicBezTo>
                      <a:lnTo>
                        <a:pt x="141" y="300"/>
                      </a:lnTo>
                      <a:lnTo>
                        <a:pt x="149" y="296"/>
                      </a:lnTo>
                      <a:lnTo>
                        <a:pt x="150" y="296"/>
                      </a:lnTo>
                      <a:lnTo>
                        <a:pt x="157" y="292"/>
                      </a:lnTo>
                      <a:lnTo>
                        <a:pt x="153" y="299"/>
                      </a:lnTo>
                      <a:cubicBezTo>
                        <a:pt x="146" y="309"/>
                        <a:pt x="140" y="318"/>
                        <a:pt x="134" y="327"/>
                      </a:cubicBezTo>
                      <a:lnTo>
                        <a:pt x="133" y="329"/>
                      </a:lnTo>
                      <a:lnTo>
                        <a:pt x="131" y="328"/>
                      </a:lnTo>
                      <a:cubicBezTo>
                        <a:pt x="113" y="321"/>
                        <a:pt x="96" y="314"/>
                        <a:pt x="79" y="308"/>
                      </a:cubicBezTo>
                      <a:lnTo>
                        <a:pt x="78" y="307"/>
                      </a:lnTo>
                      <a:lnTo>
                        <a:pt x="78" y="306"/>
                      </a:lnTo>
                      <a:cubicBezTo>
                        <a:pt x="80" y="294"/>
                        <a:pt x="81" y="283"/>
                        <a:pt x="83" y="272"/>
                      </a:cubicBezTo>
                      <a:lnTo>
                        <a:pt x="84" y="264"/>
                      </a:lnTo>
                      <a:lnTo>
                        <a:pt x="87" y="272"/>
                      </a:lnTo>
                      <a:lnTo>
                        <a:pt x="87" y="273"/>
                      </a:lnTo>
                      <a:lnTo>
                        <a:pt x="91" y="281"/>
                      </a:lnTo>
                      <a:lnTo>
                        <a:pt x="84" y="276"/>
                      </a:lnTo>
                      <a:cubicBezTo>
                        <a:pt x="74" y="268"/>
                        <a:pt x="65" y="260"/>
                        <a:pt x="58" y="251"/>
                      </a:cubicBezTo>
                      <a:lnTo>
                        <a:pt x="52" y="244"/>
                      </a:lnTo>
                      <a:lnTo>
                        <a:pt x="60" y="247"/>
                      </a:lnTo>
                      <a:lnTo>
                        <a:pt x="61" y="248"/>
                      </a:lnTo>
                      <a:lnTo>
                        <a:pt x="69" y="250"/>
                      </a:lnTo>
                      <a:lnTo>
                        <a:pt x="61" y="252"/>
                      </a:lnTo>
                      <a:cubicBezTo>
                        <a:pt x="50" y="254"/>
                        <a:pt x="38" y="257"/>
                        <a:pt x="28" y="259"/>
                      </a:cubicBezTo>
                      <a:lnTo>
                        <a:pt x="26" y="259"/>
                      </a:lnTo>
                      <a:lnTo>
                        <a:pt x="25" y="257"/>
                      </a:lnTo>
                      <a:cubicBezTo>
                        <a:pt x="17" y="239"/>
                        <a:pt x="9" y="222"/>
                        <a:pt x="2" y="206"/>
                      </a:cubicBezTo>
                      <a:lnTo>
                        <a:pt x="1" y="204"/>
                      </a:lnTo>
                      <a:lnTo>
                        <a:pt x="3" y="203"/>
                      </a:lnTo>
                      <a:cubicBezTo>
                        <a:pt x="12" y="196"/>
                        <a:pt x="22" y="189"/>
                        <a:pt x="30" y="183"/>
                      </a:cubicBezTo>
                      <a:lnTo>
                        <a:pt x="37" y="178"/>
                      </a:lnTo>
                      <a:lnTo>
                        <a:pt x="34" y="185"/>
                      </a:lnTo>
                      <a:lnTo>
                        <a:pt x="33" y="187"/>
                      </a:lnTo>
                      <a:lnTo>
                        <a:pt x="30" y="194"/>
                      </a:lnTo>
                      <a:lnTo>
                        <a:pt x="29" y="186"/>
                      </a:lnTo>
                      <a:cubicBezTo>
                        <a:pt x="27" y="174"/>
                        <a:pt x="26" y="161"/>
                        <a:pt x="28" y="150"/>
                      </a:cubicBezTo>
                      <a:lnTo>
                        <a:pt x="29" y="142"/>
                      </a:lnTo>
                      <a:lnTo>
                        <a:pt x="32" y="149"/>
                      </a:lnTo>
                      <a:lnTo>
                        <a:pt x="33" y="150"/>
                      </a:lnTo>
                      <a:lnTo>
                        <a:pt x="36" y="158"/>
                      </a:lnTo>
                      <a:lnTo>
                        <a:pt x="30" y="153"/>
                      </a:lnTo>
                      <a:cubicBezTo>
                        <a:pt x="20" y="147"/>
                        <a:pt x="10" y="140"/>
                        <a:pt x="1" y="134"/>
                      </a:cubicBezTo>
                      <a:lnTo>
                        <a:pt x="0" y="133"/>
                      </a:lnTo>
                      <a:lnTo>
                        <a:pt x="0" y="132"/>
                      </a:lnTo>
                      <a:cubicBezTo>
                        <a:pt x="8" y="113"/>
                        <a:pt x="14" y="95"/>
                        <a:pt x="21" y="79"/>
                      </a:cubicBezTo>
                      <a:lnTo>
                        <a:pt x="21" y="77"/>
                      </a:lnTo>
                      <a:lnTo>
                        <a:pt x="23" y="77"/>
                      </a:lnTo>
                      <a:cubicBezTo>
                        <a:pt x="35" y="79"/>
                        <a:pt x="46" y="81"/>
                        <a:pt x="57" y="82"/>
                      </a:cubicBezTo>
                      <a:lnTo>
                        <a:pt x="65" y="83"/>
                      </a:lnTo>
                      <a:lnTo>
                        <a:pt x="57" y="87"/>
                      </a:lnTo>
                      <a:lnTo>
                        <a:pt x="56" y="87"/>
                      </a:lnTo>
                      <a:lnTo>
                        <a:pt x="49" y="90"/>
                      </a:lnTo>
                      <a:lnTo>
                        <a:pt x="53" y="84"/>
                      </a:lnTo>
                      <a:cubicBezTo>
                        <a:pt x="61" y="74"/>
                        <a:pt x="69" y="65"/>
                        <a:pt x="78" y="58"/>
                      </a:cubicBezTo>
                      <a:lnTo>
                        <a:pt x="84" y="53"/>
                      </a:lnTo>
                      <a:lnTo>
                        <a:pt x="82" y="60"/>
                      </a:lnTo>
                      <a:lnTo>
                        <a:pt x="81" y="62"/>
                      </a:lnTo>
                      <a:lnTo>
                        <a:pt x="78" y="69"/>
                      </a:lnTo>
                      <a:lnTo>
                        <a:pt x="77" y="61"/>
                      </a:lnTo>
                      <a:cubicBezTo>
                        <a:pt x="74" y="50"/>
                        <a:pt x="72" y="38"/>
                        <a:pt x="70" y="28"/>
                      </a:cubicBezTo>
                      <a:lnTo>
                        <a:pt x="70" y="26"/>
                      </a:lnTo>
                      <a:lnTo>
                        <a:pt x="71" y="26"/>
                      </a:lnTo>
                      <a:cubicBezTo>
                        <a:pt x="90" y="18"/>
                        <a:pt x="107" y="10"/>
                        <a:pt x="123" y="2"/>
                      </a:cubicBezTo>
                      <a:lnTo>
                        <a:pt x="125" y="2"/>
                      </a:lnTo>
                      <a:lnTo>
                        <a:pt x="126" y="3"/>
                      </a:lnTo>
                      <a:cubicBezTo>
                        <a:pt x="133" y="13"/>
                        <a:pt x="140" y="22"/>
                        <a:pt x="146" y="30"/>
                      </a:cubicBezTo>
                      <a:lnTo>
                        <a:pt x="151" y="36"/>
                      </a:lnTo>
                      <a:lnTo>
                        <a:pt x="144" y="34"/>
                      </a:lnTo>
                      <a:lnTo>
                        <a:pt x="143" y="33"/>
                      </a:lnTo>
                      <a:lnTo>
                        <a:pt x="142" y="33"/>
                      </a:lnTo>
                      <a:lnTo>
                        <a:pt x="142" y="33"/>
                      </a:lnTo>
                      <a:lnTo>
                        <a:pt x="142" y="33"/>
                      </a:lnTo>
                      <a:lnTo>
                        <a:pt x="141" y="33"/>
                      </a:lnTo>
                      <a:lnTo>
                        <a:pt x="143" y="29"/>
                      </a:lnTo>
                      <a:cubicBezTo>
                        <a:pt x="144" y="29"/>
                        <a:pt x="143" y="29"/>
                        <a:pt x="144" y="29"/>
                      </a:cubicBezTo>
                      <a:lnTo>
                        <a:pt x="144" y="29"/>
                      </a:lnTo>
                      <a:lnTo>
                        <a:pt x="144" y="30"/>
                      </a:lnTo>
                      <a:lnTo>
                        <a:pt x="143" y="32"/>
                      </a:lnTo>
                      <a:lnTo>
                        <a:pt x="143" y="32"/>
                      </a:lnTo>
                      <a:lnTo>
                        <a:pt x="142" y="33"/>
                      </a:lnTo>
                      <a:lnTo>
                        <a:pt x="142" y="33"/>
                      </a:lnTo>
                      <a:lnTo>
                        <a:pt x="137" y="31"/>
                      </a:lnTo>
                      <a:lnTo>
                        <a:pt x="142" y="29"/>
                      </a:lnTo>
                      <a:lnTo>
                        <a:pt x="143" y="29"/>
                      </a:lnTo>
                      <a:cubicBezTo>
                        <a:pt x="155" y="27"/>
                        <a:pt x="168" y="27"/>
                        <a:pt x="179" y="28"/>
                      </a:cubicBezTo>
                      <a:lnTo>
                        <a:pt x="186" y="29"/>
                      </a:lnTo>
                      <a:lnTo>
                        <a:pt x="179" y="32"/>
                      </a:lnTo>
                      <a:lnTo>
                        <a:pt x="178" y="33"/>
                      </a:lnTo>
                      <a:lnTo>
                        <a:pt x="171" y="36"/>
                      </a:lnTo>
                      <a:lnTo>
                        <a:pt x="175" y="30"/>
                      </a:lnTo>
                      <a:cubicBezTo>
                        <a:pt x="182" y="20"/>
                        <a:pt x="189" y="10"/>
                        <a:pt x="194" y="1"/>
                      </a:cubicBezTo>
                      <a:lnTo>
                        <a:pt x="195" y="0"/>
                      </a:lnTo>
                      <a:lnTo>
                        <a:pt x="197" y="1"/>
                      </a:lnTo>
                      <a:cubicBezTo>
                        <a:pt x="215" y="8"/>
                        <a:pt x="233" y="15"/>
                        <a:pt x="250" y="21"/>
                      </a:cubicBezTo>
                      <a:lnTo>
                        <a:pt x="251" y="22"/>
                      </a:lnTo>
                      <a:lnTo>
                        <a:pt x="251" y="23"/>
                      </a:lnTo>
                      <a:cubicBezTo>
                        <a:pt x="249" y="35"/>
                        <a:pt x="247" y="47"/>
                        <a:pt x="246" y="57"/>
                      </a:cubicBezTo>
                      <a:lnTo>
                        <a:pt x="245" y="64"/>
                      </a:lnTo>
                      <a:lnTo>
                        <a:pt x="242" y="57"/>
                      </a:lnTo>
                      <a:lnTo>
                        <a:pt x="242" y="56"/>
                      </a:lnTo>
                      <a:lnTo>
                        <a:pt x="239" y="50"/>
                      </a:lnTo>
                      <a:lnTo>
                        <a:pt x="245" y="54"/>
                      </a:lnTo>
                      <a:cubicBezTo>
                        <a:pt x="255" y="61"/>
                        <a:pt x="264" y="70"/>
                        <a:pt x="271" y="79"/>
                      </a:cubicBezTo>
                      <a:lnTo>
                        <a:pt x="275" y="84"/>
                      </a:lnTo>
                      <a:lnTo>
                        <a:pt x="269" y="82"/>
                      </a:lnTo>
                      <a:lnTo>
                        <a:pt x="267" y="81"/>
                      </a:lnTo>
                      <a:lnTo>
                        <a:pt x="261" y="79"/>
                      </a:lnTo>
                      <a:lnTo>
                        <a:pt x="268" y="78"/>
                      </a:lnTo>
                      <a:cubicBezTo>
                        <a:pt x="279" y="75"/>
                        <a:pt x="291" y="73"/>
                        <a:pt x="301" y="71"/>
                      </a:cubicBezTo>
                      <a:lnTo>
                        <a:pt x="302" y="71"/>
                      </a:lnTo>
                      <a:lnTo>
                        <a:pt x="303" y="72"/>
                      </a:lnTo>
                      <a:cubicBezTo>
                        <a:pt x="311" y="90"/>
                        <a:pt x="318" y="108"/>
                        <a:pt x="326" y="124"/>
                      </a:cubicBezTo>
                      <a:lnTo>
                        <a:pt x="326" y="125"/>
                      </a:lnTo>
                      <a:lnTo>
                        <a:pt x="325" y="126"/>
                      </a:lnTo>
                      <a:cubicBezTo>
                        <a:pt x="315" y="133"/>
                        <a:pt x="306" y="140"/>
                        <a:pt x="298" y="146"/>
                      </a:cubicBezTo>
                      <a:lnTo>
                        <a:pt x="293" y="150"/>
                      </a:lnTo>
                      <a:lnTo>
                        <a:pt x="295" y="144"/>
                      </a:lnTo>
                      <a:lnTo>
                        <a:pt x="296" y="143"/>
                      </a:lnTo>
                      <a:lnTo>
                        <a:pt x="298" y="138"/>
                      </a:lnTo>
                      <a:lnTo>
                        <a:pt x="299" y="143"/>
                      </a:lnTo>
                      <a:cubicBezTo>
                        <a:pt x="301" y="156"/>
                        <a:pt x="301" y="168"/>
                        <a:pt x="300" y="179"/>
                      </a:cubicBezTo>
                      <a:lnTo>
                        <a:pt x="299" y="185"/>
                      </a:lnTo>
                      <a:lnTo>
                        <a:pt x="297" y="180"/>
                      </a:lnTo>
                      <a:lnTo>
                        <a:pt x="296" y="178"/>
                      </a:lnTo>
                      <a:lnTo>
                        <a:pt x="294" y="174"/>
                      </a:lnTo>
                      <a:lnTo>
                        <a:pt x="298" y="177"/>
                      </a:lnTo>
                      <a:cubicBezTo>
                        <a:pt x="308" y="183"/>
                        <a:pt x="318" y="190"/>
                        <a:pt x="326" y="196"/>
                      </a:cubicBezTo>
                      <a:lnTo>
                        <a:pt x="327" y="196"/>
                      </a:lnTo>
                      <a:lnTo>
                        <a:pt x="327" y="197"/>
                      </a:lnTo>
                      <a:cubicBezTo>
                        <a:pt x="320" y="216"/>
                        <a:pt x="313" y="233"/>
                        <a:pt x="306" y="250"/>
                      </a:cubicBezTo>
                      <a:lnTo>
                        <a:pt x="306" y="250"/>
                      </a:lnTo>
                      <a:lnTo>
                        <a:pt x="305" y="250"/>
                      </a:lnTo>
                      <a:cubicBezTo>
                        <a:pt x="293" y="248"/>
                        <a:pt x="282" y="247"/>
                        <a:pt x="272" y="245"/>
                      </a:cubicBezTo>
                      <a:lnTo>
                        <a:pt x="268" y="244"/>
                      </a:lnTo>
                      <a:lnTo>
                        <a:pt x="271" y="243"/>
                      </a:lnTo>
                      <a:lnTo>
                        <a:pt x="273" y="243"/>
                      </a:lnTo>
                      <a:lnTo>
                        <a:pt x="276" y="241"/>
                      </a:lnTo>
                      <a:lnTo>
                        <a:pt x="274" y="244"/>
                      </a:lnTo>
                      <a:cubicBezTo>
                        <a:pt x="266" y="255"/>
                        <a:pt x="258" y="263"/>
                        <a:pt x="249" y="270"/>
                      </a:cubicBezTo>
                      <a:lnTo>
                        <a:pt x="246" y="272"/>
                      </a:lnTo>
                      <a:lnTo>
                        <a:pt x="247" y="269"/>
                      </a:lnTo>
                      <a:lnTo>
                        <a:pt x="248" y="268"/>
                      </a:lnTo>
                      <a:lnTo>
                        <a:pt x="249" y="265"/>
                      </a:lnTo>
                      <a:lnTo>
                        <a:pt x="249" y="268"/>
                      </a:lnTo>
                      <a:cubicBezTo>
                        <a:pt x="252" y="280"/>
                        <a:pt x="254" y="291"/>
                        <a:pt x="256" y="301"/>
                      </a:cubicBezTo>
                      <a:lnTo>
                        <a:pt x="256" y="302"/>
                      </a:lnTo>
                      <a:lnTo>
                        <a:pt x="255" y="302"/>
                      </a:lnTo>
                      <a:cubicBezTo>
                        <a:pt x="234" y="311"/>
                        <a:pt x="217" y="318"/>
                        <a:pt x="204" y="324"/>
                      </a:cubicBezTo>
                      <a:lnTo>
                        <a:pt x="204" y="324"/>
                      </a:lnTo>
                      <a:lnTo>
                        <a:pt x="204" y="324"/>
                      </a:lnTo>
                      <a:cubicBezTo>
                        <a:pt x="197" y="315"/>
                        <a:pt x="193" y="308"/>
                        <a:pt x="189" y="303"/>
                      </a:cubicBezTo>
                      <a:cubicBezTo>
                        <a:pt x="188" y="301"/>
                        <a:pt x="187" y="299"/>
                        <a:pt x="186" y="298"/>
                      </a:cubicBezTo>
                      <a:cubicBezTo>
                        <a:pt x="185" y="297"/>
                        <a:pt x="185" y="296"/>
                        <a:pt x="185" y="296"/>
                      </a:cubicBezTo>
                      <a:lnTo>
                        <a:pt x="185" y="297"/>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1133" name="Google Shape;1133;p27"/>
              <p:cNvSpPr/>
              <p:nvPr/>
            </p:nvSpPr>
            <p:spPr>
              <a:xfrm>
                <a:off x="2195652" y="796954"/>
                <a:ext cx="230611" cy="231685"/>
              </a:xfrm>
              <a:custGeom>
                <a:rect b="b" l="l" r="r" t="t"/>
                <a:pathLst>
                  <a:path extrusionOk="0" h="216" w="215">
                    <a:moveTo>
                      <a:pt x="122" y="197"/>
                    </a:moveTo>
                    <a:cubicBezTo>
                      <a:pt x="114" y="198"/>
                      <a:pt x="106" y="198"/>
                      <a:pt x="98" y="197"/>
                    </a:cubicBezTo>
                    <a:lnTo>
                      <a:pt x="85" y="216"/>
                    </a:lnTo>
                    <a:lnTo>
                      <a:pt x="51" y="203"/>
                    </a:lnTo>
                    <a:lnTo>
                      <a:pt x="55" y="181"/>
                    </a:lnTo>
                    <a:cubicBezTo>
                      <a:pt x="48" y="176"/>
                      <a:pt x="42" y="171"/>
                      <a:pt x="37" y="164"/>
                    </a:cubicBezTo>
                    <a:lnTo>
                      <a:pt x="16" y="169"/>
                    </a:lnTo>
                    <a:lnTo>
                      <a:pt x="1" y="135"/>
                    </a:lnTo>
                    <a:lnTo>
                      <a:pt x="19" y="122"/>
                    </a:lnTo>
                    <a:cubicBezTo>
                      <a:pt x="17" y="114"/>
                      <a:pt x="17" y="106"/>
                      <a:pt x="18" y="98"/>
                    </a:cubicBezTo>
                    <a:lnTo>
                      <a:pt x="0" y="86"/>
                    </a:lnTo>
                    <a:lnTo>
                      <a:pt x="13" y="52"/>
                    </a:lnTo>
                    <a:lnTo>
                      <a:pt x="35" y="55"/>
                    </a:lnTo>
                    <a:cubicBezTo>
                      <a:pt x="39" y="49"/>
                      <a:pt x="45" y="43"/>
                      <a:pt x="51" y="38"/>
                    </a:cubicBezTo>
                    <a:lnTo>
                      <a:pt x="47" y="16"/>
                    </a:lnTo>
                    <a:lnTo>
                      <a:pt x="80" y="1"/>
                    </a:lnTo>
                    <a:lnTo>
                      <a:pt x="93" y="19"/>
                    </a:lnTo>
                    <a:cubicBezTo>
                      <a:pt x="101" y="18"/>
                      <a:pt x="109" y="18"/>
                      <a:pt x="117" y="19"/>
                    </a:cubicBezTo>
                    <a:lnTo>
                      <a:pt x="129" y="0"/>
                    </a:lnTo>
                    <a:lnTo>
                      <a:pt x="163" y="13"/>
                    </a:lnTo>
                    <a:lnTo>
                      <a:pt x="160" y="35"/>
                    </a:lnTo>
                    <a:cubicBezTo>
                      <a:pt x="167" y="40"/>
                      <a:pt x="172" y="45"/>
                      <a:pt x="178" y="52"/>
                    </a:cubicBezTo>
                    <a:lnTo>
                      <a:pt x="199" y="47"/>
                    </a:lnTo>
                    <a:lnTo>
                      <a:pt x="214" y="81"/>
                    </a:lnTo>
                    <a:lnTo>
                      <a:pt x="196" y="94"/>
                    </a:lnTo>
                    <a:cubicBezTo>
                      <a:pt x="198" y="102"/>
                      <a:pt x="198" y="110"/>
                      <a:pt x="197" y="118"/>
                    </a:cubicBezTo>
                    <a:lnTo>
                      <a:pt x="215" y="130"/>
                    </a:lnTo>
                    <a:lnTo>
                      <a:pt x="202" y="164"/>
                    </a:lnTo>
                    <a:lnTo>
                      <a:pt x="180" y="161"/>
                    </a:lnTo>
                    <a:cubicBezTo>
                      <a:pt x="176" y="167"/>
                      <a:pt x="170" y="173"/>
                      <a:pt x="164" y="178"/>
                    </a:cubicBezTo>
                    <a:lnTo>
                      <a:pt x="168" y="200"/>
                    </a:lnTo>
                    <a:lnTo>
                      <a:pt x="135" y="214"/>
                    </a:lnTo>
                    <a:lnTo>
                      <a:pt x="121" y="197"/>
                    </a:lnTo>
                    <a:lnTo>
                      <a:pt x="121" y="197"/>
                    </a:lnTo>
                    <a:lnTo>
                      <a:pt x="122" y="197"/>
                    </a:lnTo>
                    <a:moveTo>
                      <a:pt x="122" y="144"/>
                    </a:moveTo>
                    <a:cubicBezTo>
                      <a:pt x="142" y="136"/>
                      <a:pt x="150" y="112"/>
                      <a:pt x="142" y="93"/>
                    </a:cubicBezTo>
                    <a:cubicBezTo>
                      <a:pt x="133" y="73"/>
                      <a:pt x="110" y="64"/>
                      <a:pt x="90" y="73"/>
                    </a:cubicBezTo>
                    <a:cubicBezTo>
                      <a:pt x="70" y="81"/>
                      <a:pt x="61" y="104"/>
                      <a:pt x="70" y="124"/>
                    </a:cubicBezTo>
                    <a:cubicBezTo>
                      <a:pt x="79" y="143"/>
                      <a:pt x="102" y="153"/>
                      <a:pt x="122" y="144"/>
                    </a:cubicBezTo>
                    <a:close/>
                  </a:path>
                </a:pathLst>
              </a:custGeom>
              <a:solidFill>
                <a:schemeClr val="dk2"/>
              </a:solidFill>
              <a:ln>
                <a:noFill/>
              </a:ln>
            </p:spPr>
            <p:txBody>
              <a:bodyPr anchorCtr="1" anchor="ctr" bIns="32750" lIns="90000" spcFirstLastPara="1" rIns="90000" wrap="square" tIns="327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34" name="Google Shape;1134;p27"/>
              <p:cNvSpPr/>
              <p:nvPr/>
            </p:nvSpPr>
            <p:spPr>
              <a:xfrm>
                <a:off x="2516363" y="783010"/>
                <a:ext cx="446206" cy="447280"/>
              </a:xfrm>
              <a:custGeom>
                <a:rect b="b" l="l" r="r" t="t"/>
                <a:pathLst>
                  <a:path extrusionOk="0" h="417" w="416">
                    <a:moveTo>
                      <a:pt x="235" y="380"/>
                    </a:moveTo>
                    <a:cubicBezTo>
                      <a:pt x="220" y="382"/>
                      <a:pt x="204" y="383"/>
                      <a:pt x="189" y="381"/>
                    </a:cubicBezTo>
                    <a:lnTo>
                      <a:pt x="165" y="417"/>
                    </a:lnTo>
                    <a:lnTo>
                      <a:pt x="100" y="391"/>
                    </a:lnTo>
                    <a:lnTo>
                      <a:pt x="106" y="349"/>
                    </a:lnTo>
                    <a:cubicBezTo>
                      <a:pt x="93" y="340"/>
                      <a:pt x="82" y="329"/>
                      <a:pt x="72" y="317"/>
                    </a:cubicBezTo>
                    <a:lnTo>
                      <a:pt x="31" y="325"/>
                    </a:lnTo>
                    <a:lnTo>
                      <a:pt x="2" y="261"/>
                    </a:lnTo>
                    <a:lnTo>
                      <a:pt x="36" y="236"/>
                    </a:lnTo>
                    <a:cubicBezTo>
                      <a:pt x="34" y="220"/>
                      <a:pt x="34" y="205"/>
                      <a:pt x="35" y="190"/>
                    </a:cubicBezTo>
                    <a:lnTo>
                      <a:pt x="0" y="166"/>
                    </a:lnTo>
                    <a:lnTo>
                      <a:pt x="25" y="100"/>
                    </a:lnTo>
                    <a:lnTo>
                      <a:pt x="67" y="106"/>
                    </a:lnTo>
                    <a:cubicBezTo>
                      <a:pt x="76" y="94"/>
                      <a:pt x="87" y="83"/>
                      <a:pt x="99" y="73"/>
                    </a:cubicBezTo>
                    <a:lnTo>
                      <a:pt x="91" y="31"/>
                    </a:lnTo>
                    <a:lnTo>
                      <a:pt x="155" y="2"/>
                    </a:lnTo>
                    <a:lnTo>
                      <a:pt x="181" y="37"/>
                    </a:lnTo>
                    <a:cubicBezTo>
                      <a:pt x="196" y="34"/>
                      <a:pt x="212" y="34"/>
                      <a:pt x="227" y="36"/>
                    </a:cubicBezTo>
                    <a:lnTo>
                      <a:pt x="250" y="0"/>
                    </a:lnTo>
                    <a:lnTo>
                      <a:pt x="316" y="26"/>
                    </a:lnTo>
                    <a:lnTo>
                      <a:pt x="310" y="68"/>
                    </a:lnTo>
                    <a:cubicBezTo>
                      <a:pt x="322" y="77"/>
                      <a:pt x="334" y="87"/>
                      <a:pt x="343" y="99"/>
                    </a:cubicBezTo>
                    <a:lnTo>
                      <a:pt x="385" y="91"/>
                    </a:lnTo>
                    <a:lnTo>
                      <a:pt x="414" y="156"/>
                    </a:lnTo>
                    <a:lnTo>
                      <a:pt x="380" y="181"/>
                    </a:lnTo>
                    <a:cubicBezTo>
                      <a:pt x="382" y="197"/>
                      <a:pt x="382" y="212"/>
                      <a:pt x="381" y="227"/>
                    </a:cubicBezTo>
                    <a:lnTo>
                      <a:pt x="416" y="251"/>
                    </a:lnTo>
                    <a:lnTo>
                      <a:pt x="391" y="317"/>
                    </a:lnTo>
                    <a:lnTo>
                      <a:pt x="349" y="311"/>
                    </a:lnTo>
                    <a:cubicBezTo>
                      <a:pt x="340" y="323"/>
                      <a:pt x="329" y="334"/>
                      <a:pt x="317" y="344"/>
                    </a:cubicBezTo>
                    <a:lnTo>
                      <a:pt x="325" y="386"/>
                    </a:lnTo>
                    <a:lnTo>
                      <a:pt x="261" y="414"/>
                    </a:lnTo>
                    <a:lnTo>
                      <a:pt x="235" y="380"/>
                    </a:lnTo>
                    <a:moveTo>
                      <a:pt x="236" y="279"/>
                    </a:moveTo>
                    <a:cubicBezTo>
                      <a:pt x="274" y="262"/>
                      <a:pt x="291" y="217"/>
                      <a:pt x="274" y="179"/>
                    </a:cubicBezTo>
                    <a:cubicBezTo>
                      <a:pt x="257" y="141"/>
                      <a:pt x="212" y="124"/>
                      <a:pt x="174" y="141"/>
                    </a:cubicBezTo>
                    <a:cubicBezTo>
                      <a:pt x="136" y="158"/>
                      <a:pt x="119" y="202"/>
                      <a:pt x="136" y="240"/>
                    </a:cubicBezTo>
                    <a:cubicBezTo>
                      <a:pt x="153" y="279"/>
                      <a:pt x="197" y="296"/>
                      <a:pt x="236" y="279"/>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135" name="Google Shape;1135;p27"/>
            <p:cNvGrpSpPr/>
            <p:nvPr/>
          </p:nvGrpSpPr>
          <p:grpSpPr>
            <a:xfrm>
              <a:off x="1011491" y="2518503"/>
              <a:ext cx="1466258" cy="598519"/>
              <a:chOff x="1011491" y="2518503"/>
              <a:chExt cx="1466258" cy="598519"/>
            </a:xfrm>
          </p:grpSpPr>
          <p:sp>
            <p:nvSpPr>
              <p:cNvPr id="1136" name="Google Shape;1136;p27"/>
              <p:cNvSpPr/>
              <p:nvPr/>
            </p:nvSpPr>
            <p:spPr>
              <a:xfrm>
                <a:off x="1768754" y="2882120"/>
                <a:ext cx="396866" cy="34324"/>
              </a:xfrm>
              <a:custGeom>
                <a:rect b="b" l="l" r="r" t="t"/>
                <a:pathLst>
                  <a:path extrusionOk="0" h="32" w="370">
                    <a:moveTo>
                      <a:pt x="370" y="0"/>
                    </a:moveTo>
                    <a:cubicBezTo>
                      <a:pt x="370" y="0"/>
                      <a:pt x="365" y="2"/>
                      <a:pt x="356" y="5"/>
                    </a:cubicBezTo>
                    <a:cubicBezTo>
                      <a:pt x="347" y="9"/>
                      <a:pt x="334" y="12"/>
                      <a:pt x="317" y="17"/>
                    </a:cubicBezTo>
                    <a:cubicBezTo>
                      <a:pt x="301" y="21"/>
                      <a:pt x="281" y="24"/>
                      <a:pt x="259" y="27"/>
                    </a:cubicBezTo>
                    <a:cubicBezTo>
                      <a:pt x="236" y="30"/>
                      <a:pt x="211" y="32"/>
                      <a:pt x="185" y="32"/>
                    </a:cubicBezTo>
                    <a:cubicBezTo>
                      <a:pt x="159" y="32"/>
                      <a:pt x="134" y="30"/>
                      <a:pt x="112" y="28"/>
                    </a:cubicBezTo>
                    <a:cubicBezTo>
                      <a:pt x="90" y="25"/>
                      <a:pt x="70" y="21"/>
                      <a:pt x="53" y="17"/>
                    </a:cubicBezTo>
                    <a:cubicBezTo>
                      <a:pt x="36" y="13"/>
                      <a:pt x="23" y="10"/>
                      <a:pt x="14" y="6"/>
                    </a:cubicBezTo>
                    <a:cubicBezTo>
                      <a:pt x="5" y="3"/>
                      <a:pt x="0" y="2"/>
                      <a:pt x="0" y="1"/>
                    </a:cubicBezTo>
                    <a:cubicBezTo>
                      <a:pt x="0" y="1"/>
                      <a:pt x="6" y="2"/>
                      <a:pt x="15" y="5"/>
                    </a:cubicBezTo>
                    <a:cubicBezTo>
                      <a:pt x="24" y="7"/>
                      <a:pt x="37" y="10"/>
                      <a:pt x="54" y="14"/>
                    </a:cubicBezTo>
                    <a:cubicBezTo>
                      <a:pt x="70" y="18"/>
                      <a:pt x="90" y="21"/>
                      <a:pt x="113" y="23"/>
                    </a:cubicBezTo>
                    <a:cubicBezTo>
                      <a:pt x="135" y="26"/>
                      <a:pt x="159" y="27"/>
                      <a:pt x="185" y="27"/>
                    </a:cubicBezTo>
                    <a:cubicBezTo>
                      <a:pt x="211" y="27"/>
                      <a:pt x="236" y="26"/>
                      <a:pt x="258" y="23"/>
                    </a:cubicBezTo>
                    <a:cubicBezTo>
                      <a:pt x="280" y="20"/>
                      <a:pt x="300" y="17"/>
                      <a:pt x="317" y="13"/>
                    </a:cubicBezTo>
                    <a:cubicBezTo>
                      <a:pt x="333" y="10"/>
                      <a:pt x="347" y="6"/>
                      <a:pt x="356" y="4"/>
                    </a:cubicBezTo>
                    <a:cubicBezTo>
                      <a:pt x="365" y="1"/>
                      <a:pt x="370" y="0"/>
                      <a:pt x="370" y="0"/>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37" name="Google Shape;1137;p27"/>
              <p:cNvSpPr/>
              <p:nvPr/>
            </p:nvSpPr>
            <p:spPr>
              <a:xfrm>
                <a:off x="1013636" y="2520648"/>
                <a:ext cx="1461967" cy="594229"/>
              </a:xfrm>
              <a:custGeom>
                <a:rect b="b" l="l" r="r" t="t"/>
                <a:pathLst>
                  <a:path extrusionOk="0" h="554" w="1363">
                    <a:moveTo>
                      <a:pt x="0" y="0"/>
                    </a:moveTo>
                    <a:lnTo>
                      <a:pt x="1363" y="0"/>
                    </a:lnTo>
                    <a:lnTo>
                      <a:pt x="1363" y="554"/>
                    </a:lnTo>
                    <a:lnTo>
                      <a:pt x="0" y="554"/>
                    </a:lnTo>
                    <a:lnTo>
                      <a:pt x="0" y="0"/>
                    </a:ln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38" name="Google Shape;1138;p27"/>
              <p:cNvSpPr/>
              <p:nvPr/>
            </p:nvSpPr>
            <p:spPr>
              <a:xfrm>
                <a:off x="1011491" y="2518503"/>
                <a:ext cx="1466258" cy="598519"/>
              </a:xfrm>
              <a:custGeom>
                <a:rect b="b" l="l" r="r" t="t"/>
                <a:pathLst>
                  <a:path extrusionOk="0" h="558" w="1367">
                    <a:moveTo>
                      <a:pt x="1365" y="556"/>
                    </a:moveTo>
                    <a:cubicBezTo>
                      <a:pt x="1365" y="556"/>
                      <a:pt x="1365" y="553"/>
                      <a:pt x="1365" y="546"/>
                    </a:cubicBezTo>
                    <a:cubicBezTo>
                      <a:pt x="1365" y="540"/>
                      <a:pt x="1365" y="530"/>
                      <a:pt x="1365" y="517"/>
                    </a:cubicBezTo>
                    <a:cubicBezTo>
                      <a:pt x="1365" y="492"/>
                      <a:pt x="1365" y="455"/>
                      <a:pt x="1365" y="407"/>
                    </a:cubicBezTo>
                    <a:cubicBezTo>
                      <a:pt x="1365" y="312"/>
                      <a:pt x="1364" y="173"/>
                      <a:pt x="1364" y="2"/>
                    </a:cubicBezTo>
                    <a:lnTo>
                      <a:pt x="1365" y="4"/>
                    </a:lnTo>
                    <a:cubicBezTo>
                      <a:pt x="1019" y="4"/>
                      <a:pt x="536" y="4"/>
                      <a:pt x="2" y="4"/>
                    </a:cubicBezTo>
                    <a:lnTo>
                      <a:pt x="2" y="4"/>
                    </a:lnTo>
                    <a:lnTo>
                      <a:pt x="4" y="2"/>
                    </a:lnTo>
                    <a:cubicBezTo>
                      <a:pt x="4" y="196"/>
                      <a:pt x="4" y="383"/>
                      <a:pt x="4" y="556"/>
                    </a:cubicBezTo>
                    <a:lnTo>
                      <a:pt x="2" y="554"/>
                    </a:lnTo>
                    <a:cubicBezTo>
                      <a:pt x="397" y="554"/>
                      <a:pt x="738" y="555"/>
                      <a:pt x="980" y="555"/>
                    </a:cubicBezTo>
                    <a:cubicBezTo>
                      <a:pt x="1101" y="555"/>
                      <a:pt x="1197" y="555"/>
                      <a:pt x="1263" y="555"/>
                    </a:cubicBezTo>
                    <a:cubicBezTo>
                      <a:pt x="1296" y="556"/>
                      <a:pt x="1322" y="556"/>
                      <a:pt x="1339" y="556"/>
                    </a:cubicBezTo>
                    <a:cubicBezTo>
                      <a:pt x="1348" y="556"/>
                      <a:pt x="1355" y="556"/>
                      <a:pt x="1359" y="556"/>
                    </a:cubicBezTo>
                    <a:cubicBezTo>
                      <a:pt x="1363" y="556"/>
                      <a:pt x="1366" y="556"/>
                      <a:pt x="1366" y="556"/>
                    </a:cubicBezTo>
                    <a:cubicBezTo>
                      <a:pt x="1366" y="556"/>
                      <a:pt x="1364" y="556"/>
                      <a:pt x="1359" y="556"/>
                    </a:cubicBezTo>
                    <a:cubicBezTo>
                      <a:pt x="1355" y="556"/>
                      <a:pt x="1348" y="556"/>
                      <a:pt x="1340" y="556"/>
                    </a:cubicBezTo>
                    <a:cubicBezTo>
                      <a:pt x="1323" y="556"/>
                      <a:pt x="1297" y="556"/>
                      <a:pt x="1264" y="556"/>
                    </a:cubicBezTo>
                    <a:cubicBezTo>
                      <a:pt x="1198" y="556"/>
                      <a:pt x="1102" y="557"/>
                      <a:pt x="981" y="557"/>
                    </a:cubicBezTo>
                    <a:cubicBezTo>
                      <a:pt x="739" y="557"/>
                      <a:pt x="398" y="557"/>
                      <a:pt x="2" y="558"/>
                    </a:cubicBezTo>
                    <a:lnTo>
                      <a:pt x="0" y="558"/>
                    </a:lnTo>
                    <a:lnTo>
                      <a:pt x="0" y="556"/>
                    </a:lnTo>
                    <a:cubicBezTo>
                      <a:pt x="0" y="383"/>
                      <a:pt x="0" y="196"/>
                      <a:pt x="0" y="2"/>
                    </a:cubicBezTo>
                    <a:lnTo>
                      <a:pt x="0" y="0"/>
                    </a:lnTo>
                    <a:lnTo>
                      <a:pt x="2" y="0"/>
                    </a:lnTo>
                    <a:cubicBezTo>
                      <a:pt x="536" y="0"/>
                      <a:pt x="1019" y="0"/>
                      <a:pt x="1366" y="0"/>
                    </a:cubicBezTo>
                    <a:lnTo>
                      <a:pt x="1367" y="0"/>
                    </a:lnTo>
                    <a:lnTo>
                      <a:pt x="1367" y="2"/>
                    </a:lnTo>
                    <a:cubicBezTo>
                      <a:pt x="1367" y="173"/>
                      <a:pt x="1367" y="312"/>
                      <a:pt x="1366" y="408"/>
                    </a:cubicBezTo>
                    <a:cubicBezTo>
                      <a:pt x="1366" y="456"/>
                      <a:pt x="1366" y="493"/>
                      <a:pt x="1366" y="518"/>
                    </a:cubicBezTo>
                    <a:cubicBezTo>
                      <a:pt x="1366" y="530"/>
                      <a:pt x="1366" y="540"/>
                      <a:pt x="1366" y="546"/>
                    </a:cubicBezTo>
                    <a:cubicBezTo>
                      <a:pt x="1366" y="553"/>
                      <a:pt x="1366" y="556"/>
                      <a:pt x="1366" y="556"/>
                    </a:cubicBezTo>
                    <a:lnTo>
                      <a:pt x="1365" y="556"/>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39" name="Google Shape;1139;p27"/>
              <p:cNvSpPr/>
              <p:nvPr/>
            </p:nvSpPr>
            <p:spPr>
              <a:xfrm>
                <a:off x="1014709" y="2598949"/>
                <a:ext cx="1460895" cy="4290"/>
              </a:xfrm>
              <a:custGeom>
                <a:rect b="b" l="l" r="r" t="t"/>
                <a:pathLst>
                  <a:path extrusionOk="0" h="4" w="1362">
                    <a:moveTo>
                      <a:pt x="0" y="2"/>
                    </a:moveTo>
                    <a:cubicBezTo>
                      <a:pt x="0" y="1"/>
                      <a:pt x="305" y="0"/>
                      <a:pt x="681" y="0"/>
                    </a:cubicBezTo>
                    <a:cubicBezTo>
                      <a:pt x="1057" y="0"/>
                      <a:pt x="1362" y="1"/>
                      <a:pt x="1362" y="2"/>
                    </a:cubicBezTo>
                    <a:cubicBezTo>
                      <a:pt x="1362" y="3"/>
                      <a:pt x="1057" y="4"/>
                      <a:pt x="681" y="4"/>
                    </a:cubicBezTo>
                    <a:cubicBezTo>
                      <a:pt x="305" y="4"/>
                      <a:pt x="0" y="3"/>
                      <a:pt x="0"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40" name="Google Shape;1140;p27"/>
              <p:cNvSpPr/>
              <p:nvPr/>
            </p:nvSpPr>
            <p:spPr>
              <a:xfrm>
                <a:off x="1054395" y="2553899"/>
                <a:ext cx="21452" cy="21452"/>
              </a:xfrm>
              <a:custGeom>
                <a:rect b="b" l="l" r="r" t="t"/>
                <a:pathLst>
                  <a:path extrusionOk="0" h="20" w="20">
                    <a:moveTo>
                      <a:pt x="20" y="10"/>
                    </a:moveTo>
                    <a:cubicBezTo>
                      <a:pt x="20" y="16"/>
                      <a:pt x="15" y="20"/>
                      <a:pt x="10" y="20"/>
                    </a:cubicBezTo>
                    <a:cubicBezTo>
                      <a:pt x="4" y="20"/>
                      <a:pt x="0" y="15"/>
                      <a:pt x="0" y="10"/>
                    </a:cubicBezTo>
                    <a:cubicBezTo>
                      <a:pt x="0" y="4"/>
                      <a:pt x="4" y="0"/>
                      <a:pt x="10" y="0"/>
                    </a:cubicBezTo>
                    <a:cubicBezTo>
                      <a:pt x="15" y="0"/>
                      <a:pt x="20" y="5"/>
                      <a:pt x="20" y="10"/>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41" name="Google Shape;1141;p27"/>
              <p:cNvSpPr/>
              <p:nvPr/>
            </p:nvSpPr>
            <p:spPr>
              <a:xfrm>
                <a:off x="1090864" y="2553899"/>
                <a:ext cx="21452" cy="21452"/>
              </a:xfrm>
              <a:custGeom>
                <a:rect b="b" l="l" r="r" t="t"/>
                <a:pathLst>
                  <a:path extrusionOk="0" h="20" w="20">
                    <a:moveTo>
                      <a:pt x="20" y="10"/>
                    </a:moveTo>
                    <a:cubicBezTo>
                      <a:pt x="20" y="16"/>
                      <a:pt x="15" y="20"/>
                      <a:pt x="10" y="20"/>
                    </a:cubicBezTo>
                    <a:cubicBezTo>
                      <a:pt x="5" y="20"/>
                      <a:pt x="0" y="15"/>
                      <a:pt x="0" y="10"/>
                    </a:cubicBezTo>
                    <a:cubicBezTo>
                      <a:pt x="0" y="4"/>
                      <a:pt x="5" y="0"/>
                      <a:pt x="10" y="0"/>
                    </a:cubicBezTo>
                    <a:cubicBezTo>
                      <a:pt x="15" y="0"/>
                      <a:pt x="20" y="5"/>
                      <a:pt x="20" y="10"/>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42" name="Google Shape;1142;p27"/>
              <p:cNvSpPr/>
              <p:nvPr/>
            </p:nvSpPr>
            <p:spPr>
              <a:xfrm>
                <a:off x="1127333" y="2553899"/>
                <a:ext cx="20380" cy="21452"/>
              </a:xfrm>
              <a:custGeom>
                <a:rect b="b" l="l" r="r" t="t"/>
                <a:pathLst>
                  <a:path extrusionOk="0" h="20" w="19">
                    <a:moveTo>
                      <a:pt x="19" y="10"/>
                    </a:moveTo>
                    <a:cubicBezTo>
                      <a:pt x="19" y="16"/>
                      <a:pt x="14" y="20"/>
                      <a:pt x="9" y="20"/>
                    </a:cubicBezTo>
                    <a:cubicBezTo>
                      <a:pt x="3" y="20"/>
                      <a:pt x="0" y="15"/>
                      <a:pt x="0" y="10"/>
                    </a:cubicBezTo>
                    <a:cubicBezTo>
                      <a:pt x="0" y="4"/>
                      <a:pt x="3" y="0"/>
                      <a:pt x="9" y="0"/>
                    </a:cubicBezTo>
                    <a:cubicBezTo>
                      <a:pt x="14" y="0"/>
                      <a:pt x="19" y="5"/>
                      <a:pt x="19" y="10"/>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43" name="Google Shape;1143;p27"/>
              <p:cNvSpPr/>
              <p:nvPr/>
            </p:nvSpPr>
            <p:spPr>
              <a:xfrm>
                <a:off x="1138059" y="2697630"/>
                <a:ext cx="352889" cy="352890"/>
              </a:xfrm>
              <a:custGeom>
                <a:rect b="b" l="l" r="r" t="t"/>
                <a:pathLst>
                  <a:path extrusionOk="0" h="329" w="329">
                    <a:moveTo>
                      <a:pt x="0" y="0"/>
                    </a:moveTo>
                    <a:lnTo>
                      <a:pt x="329" y="0"/>
                    </a:lnTo>
                    <a:lnTo>
                      <a:pt x="329" y="329"/>
                    </a:lnTo>
                    <a:lnTo>
                      <a:pt x="0" y="329"/>
                    </a:lnTo>
                    <a:lnTo>
                      <a:pt x="0" y="0"/>
                    </a:ln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44" name="Google Shape;1144;p27"/>
              <p:cNvSpPr/>
              <p:nvPr/>
            </p:nvSpPr>
            <p:spPr>
              <a:xfrm>
                <a:off x="1562813" y="2789875"/>
                <a:ext cx="811966" cy="4290"/>
              </a:xfrm>
              <a:custGeom>
                <a:rect b="b" l="l" r="r" t="t"/>
                <a:pathLst>
                  <a:path extrusionOk="0" h="4" w="757">
                    <a:moveTo>
                      <a:pt x="757" y="2"/>
                    </a:moveTo>
                    <a:cubicBezTo>
                      <a:pt x="757" y="3"/>
                      <a:pt x="587" y="4"/>
                      <a:pt x="378" y="4"/>
                    </a:cubicBezTo>
                    <a:cubicBezTo>
                      <a:pt x="169" y="4"/>
                      <a:pt x="0" y="3"/>
                      <a:pt x="0" y="2"/>
                    </a:cubicBezTo>
                    <a:cubicBezTo>
                      <a:pt x="0" y="1"/>
                      <a:pt x="168" y="0"/>
                      <a:pt x="378" y="0"/>
                    </a:cubicBezTo>
                    <a:cubicBezTo>
                      <a:pt x="587" y="0"/>
                      <a:pt x="757" y="1"/>
                      <a:pt x="757"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45" name="Google Shape;1145;p27"/>
              <p:cNvSpPr/>
              <p:nvPr/>
            </p:nvSpPr>
            <p:spPr>
              <a:xfrm>
                <a:off x="1562813" y="2861740"/>
                <a:ext cx="811966" cy="4290"/>
              </a:xfrm>
              <a:custGeom>
                <a:rect b="b" l="l" r="r" t="t"/>
                <a:pathLst>
                  <a:path extrusionOk="0" h="4" w="757">
                    <a:moveTo>
                      <a:pt x="757" y="2"/>
                    </a:moveTo>
                    <a:cubicBezTo>
                      <a:pt x="757" y="4"/>
                      <a:pt x="587" y="4"/>
                      <a:pt x="378" y="4"/>
                    </a:cubicBezTo>
                    <a:cubicBezTo>
                      <a:pt x="169" y="4"/>
                      <a:pt x="0" y="3"/>
                      <a:pt x="0" y="2"/>
                    </a:cubicBezTo>
                    <a:cubicBezTo>
                      <a:pt x="0" y="0"/>
                      <a:pt x="168" y="0"/>
                      <a:pt x="378" y="0"/>
                    </a:cubicBezTo>
                    <a:cubicBezTo>
                      <a:pt x="587" y="0"/>
                      <a:pt x="757" y="1"/>
                      <a:pt x="757"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46" name="Google Shape;1146;p27"/>
              <p:cNvSpPr/>
              <p:nvPr/>
            </p:nvSpPr>
            <p:spPr>
              <a:xfrm>
                <a:off x="1562813" y="2933605"/>
                <a:ext cx="522361" cy="5363"/>
              </a:xfrm>
              <a:custGeom>
                <a:rect b="b" l="l" r="r" t="t"/>
                <a:pathLst>
                  <a:path extrusionOk="0" h="5" w="487">
                    <a:moveTo>
                      <a:pt x="487" y="2"/>
                    </a:moveTo>
                    <a:cubicBezTo>
                      <a:pt x="487" y="2"/>
                      <a:pt x="485" y="3"/>
                      <a:pt x="482" y="3"/>
                    </a:cubicBezTo>
                    <a:cubicBezTo>
                      <a:pt x="479" y="3"/>
                      <a:pt x="474" y="3"/>
                      <a:pt x="468" y="3"/>
                    </a:cubicBezTo>
                    <a:cubicBezTo>
                      <a:pt x="455" y="4"/>
                      <a:pt x="438" y="4"/>
                      <a:pt x="416" y="4"/>
                    </a:cubicBezTo>
                    <a:cubicBezTo>
                      <a:pt x="371" y="4"/>
                      <a:pt x="311" y="4"/>
                      <a:pt x="244" y="5"/>
                    </a:cubicBezTo>
                    <a:cubicBezTo>
                      <a:pt x="177" y="4"/>
                      <a:pt x="116" y="4"/>
                      <a:pt x="71" y="4"/>
                    </a:cubicBezTo>
                    <a:cubicBezTo>
                      <a:pt x="50" y="4"/>
                      <a:pt x="32" y="3"/>
                      <a:pt x="19" y="3"/>
                    </a:cubicBezTo>
                    <a:cubicBezTo>
                      <a:pt x="13" y="3"/>
                      <a:pt x="8" y="3"/>
                      <a:pt x="5" y="3"/>
                    </a:cubicBezTo>
                    <a:cubicBezTo>
                      <a:pt x="1" y="3"/>
                      <a:pt x="0" y="3"/>
                      <a:pt x="0" y="2"/>
                    </a:cubicBezTo>
                    <a:cubicBezTo>
                      <a:pt x="0" y="2"/>
                      <a:pt x="2" y="2"/>
                      <a:pt x="5" y="2"/>
                    </a:cubicBezTo>
                    <a:cubicBezTo>
                      <a:pt x="8" y="2"/>
                      <a:pt x="13" y="2"/>
                      <a:pt x="19" y="2"/>
                    </a:cubicBezTo>
                    <a:cubicBezTo>
                      <a:pt x="32" y="1"/>
                      <a:pt x="50" y="1"/>
                      <a:pt x="71" y="1"/>
                    </a:cubicBezTo>
                    <a:cubicBezTo>
                      <a:pt x="116" y="1"/>
                      <a:pt x="176" y="0"/>
                      <a:pt x="244" y="0"/>
                    </a:cubicBezTo>
                    <a:cubicBezTo>
                      <a:pt x="311" y="0"/>
                      <a:pt x="371" y="1"/>
                      <a:pt x="416" y="1"/>
                    </a:cubicBezTo>
                    <a:cubicBezTo>
                      <a:pt x="438" y="1"/>
                      <a:pt x="455" y="1"/>
                      <a:pt x="468" y="2"/>
                    </a:cubicBezTo>
                    <a:cubicBezTo>
                      <a:pt x="474" y="2"/>
                      <a:pt x="479" y="2"/>
                      <a:pt x="482" y="2"/>
                    </a:cubicBezTo>
                    <a:cubicBezTo>
                      <a:pt x="486" y="2"/>
                      <a:pt x="487" y="2"/>
                      <a:pt x="487"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147" name="Google Shape;1147;p27"/>
            <p:cNvGrpSpPr/>
            <p:nvPr/>
          </p:nvGrpSpPr>
          <p:grpSpPr>
            <a:xfrm>
              <a:off x="1570321" y="2100182"/>
              <a:ext cx="724012" cy="729378"/>
              <a:chOff x="1570321" y="2100182"/>
              <a:chExt cx="724012" cy="729378"/>
            </a:xfrm>
          </p:grpSpPr>
          <p:sp>
            <p:nvSpPr>
              <p:cNvPr id="1148" name="Google Shape;1148;p27"/>
              <p:cNvSpPr/>
              <p:nvPr/>
            </p:nvSpPr>
            <p:spPr>
              <a:xfrm>
                <a:off x="1570321" y="2100182"/>
                <a:ext cx="448351" cy="728306"/>
              </a:xfrm>
              <a:custGeom>
                <a:rect b="b" l="l" r="r" t="t"/>
                <a:pathLst>
                  <a:path extrusionOk="0" h="679" w="418">
                    <a:moveTo>
                      <a:pt x="180" y="0"/>
                    </a:moveTo>
                    <a:cubicBezTo>
                      <a:pt x="180" y="0"/>
                      <a:pt x="114" y="34"/>
                      <a:pt x="84" y="157"/>
                    </a:cubicBezTo>
                    <a:cubicBezTo>
                      <a:pt x="70" y="218"/>
                      <a:pt x="9" y="415"/>
                      <a:pt x="0" y="525"/>
                    </a:cubicBezTo>
                    <a:cubicBezTo>
                      <a:pt x="-6" y="594"/>
                      <a:pt x="68" y="658"/>
                      <a:pt x="136" y="668"/>
                    </a:cubicBezTo>
                    <a:cubicBezTo>
                      <a:pt x="137" y="668"/>
                      <a:pt x="139" y="668"/>
                      <a:pt x="140" y="668"/>
                    </a:cubicBezTo>
                    <a:cubicBezTo>
                      <a:pt x="281" y="697"/>
                      <a:pt x="418" y="658"/>
                      <a:pt x="418" y="658"/>
                    </a:cubicBezTo>
                    <a:lnTo>
                      <a:pt x="389" y="529"/>
                    </a:lnTo>
                    <a:cubicBezTo>
                      <a:pt x="389" y="529"/>
                      <a:pt x="208" y="494"/>
                      <a:pt x="185" y="483"/>
                    </a:cubicBezTo>
                    <a:lnTo>
                      <a:pt x="255" y="206"/>
                    </a:lnTo>
                    <a:cubicBezTo>
                      <a:pt x="255" y="206"/>
                      <a:pt x="308" y="12"/>
                      <a:pt x="180" y="0"/>
                    </a:cubicBez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49" name="Google Shape;1149;p27"/>
              <p:cNvSpPr/>
              <p:nvPr/>
            </p:nvSpPr>
            <p:spPr>
              <a:xfrm>
                <a:off x="1702252" y="2130216"/>
                <a:ext cx="318565" cy="699345"/>
              </a:xfrm>
              <a:custGeom>
                <a:rect b="b" l="l" r="r" t="t"/>
                <a:pathLst>
                  <a:path extrusionOk="0" h="652" w="297">
                    <a:moveTo>
                      <a:pt x="73" y="0"/>
                    </a:moveTo>
                    <a:cubicBezTo>
                      <a:pt x="73" y="0"/>
                      <a:pt x="74" y="0"/>
                      <a:pt x="76" y="0"/>
                    </a:cubicBezTo>
                    <a:cubicBezTo>
                      <a:pt x="78" y="1"/>
                      <a:pt x="80" y="1"/>
                      <a:pt x="83" y="2"/>
                    </a:cubicBezTo>
                    <a:cubicBezTo>
                      <a:pt x="90" y="3"/>
                      <a:pt x="99" y="6"/>
                      <a:pt x="109" y="13"/>
                    </a:cubicBezTo>
                    <a:cubicBezTo>
                      <a:pt x="120" y="20"/>
                      <a:pt x="130" y="33"/>
                      <a:pt x="137" y="49"/>
                    </a:cubicBezTo>
                    <a:cubicBezTo>
                      <a:pt x="144" y="66"/>
                      <a:pt x="147" y="87"/>
                      <a:pt x="146" y="109"/>
                    </a:cubicBezTo>
                    <a:cubicBezTo>
                      <a:pt x="146" y="121"/>
                      <a:pt x="145" y="132"/>
                      <a:pt x="143" y="145"/>
                    </a:cubicBezTo>
                    <a:cubicBezTo>
                      <a:pt x="140" y="157"/>
                      <a:pt x="137" y="169"/>
                      <a:pt x="133" y="182"/>
                    </a:cubicBezTo>
                    <a:cubicBezTo>
                      <a:pt x="127" y="208"/>
                      <a:pt x="120" y="235"/>
                      <a:pt x="113" y="265"/>
                    </a:cubicBezTo>
                    <a:cubicBezTo>
                      <a:pt x="98" y="323"/>
                      <a:pt x="82" y="387"/>
                      <a:pt x="65" y="456"/>
                    </a:cubicBezTo>
                    <a:lnTo>
                      <a:pt x="63" y="453"/>
                    </a:lnTo>
                    <a:cubicBezTo>
                      <a:pt x="84" y="459"/>
                      <a:pt x="107" y="465"/>
                      <a:pt x="130" y="471"/>
                    </a:cubicBezTo>
                    <a:cubicBezTo>
                      <a:pt x="154" y="476"/>
                      <a:pt x="177" y="482"/>
                      <a:pt x="201" y="486"/>
                    </a:cubicBezTo>
                    <a:cubicBezTo>
                      <a:pt x="213" y="489"/>
                      <a:pt x="224" y="490"/>
                      <a:pt x="236" y="492"/>
                    </a:cubicBezTo>
                    <a:cubicBezTo>
                      <a:pt x="241" y="493"/>
                      <a:pt x="247" y="493"/>
                      <a:pt x="253" y="494"/>
                    </a:cubicBezTo>
                    <a:cubicBezTo>
                      <a:pt x="256" y="495"/>
                      <a:pt x="259" y="496"/>
                      <a:pt x="262" y="497"/>
                    </a:cubicBezTo>
                    <a:cubicBezTo>
                      <a:pt x="265" y="498"/>
                      <a:pt x="268" y="501"/>
                      <a:pt x="269" y="503"/>
                    </a:cubicBezTo>
                    <a:cubicBezTo>
                      <a:pt x="273" y="509"/>
                      <a:pt x="274" y="515"/>
                      <a:pt x="275" y="520"/>
                    </a:cubicBezTo>
                    <a:cubicBezTo>
                      <a:pt x="276" y="526"/>
                      <a:pt x="277" y="531"/>
                      <a:pt x="279" y="537"/>
                    </a:cubicBezTo>
                    <a:cubicBezTo>
                      <a:pt x="281" y="547"/>
                      <a:pt x="283" y="558"/>
                      <a:pt x="285" y="569"/>
                    </a:cubicBezTo>
                    <a:cubicBezTo>
                      <a:pt x="289" y="590"/>
                      <a:pt x="292" y="610"/>
                      <a:pt x="297" y="630"/>
                    </a:cubicBezTo>
                    <a:lnTo>
                      <a:pt x="297" y="632"/>
                    </a:lnTo>
                    <a:lnTo>
                      <a:pt x="295" y="632"/>
                    </a:lnTo>
                    <a:cubicBezTo>
                      <a:pt x="209" y="654"/>
                      <a:pt x="133" y="654"/>
                      <a:pt x="81" y="650"/>
                    </a:cubicBezTo>
                    <a:cubicBezTo>
                      <a:pt x="29" y="645"/>
                      <a:pt x="0" y="638"/>
                      <a:pt x="0" y="638"/>
                    </a:cubicBezTo>
                    <a:cubicBezTo>
                      <a:pt x="0" y="638"/>
                      <a:pt x="2" y="638"/>
                      <a:pt x="5" y="639"/>
                    </a:cubicBezTo>
                    <a:cubicBezTo>
                      <a:pt x="9" y="639"/>
                      <a:pt x="14" y="640"/>
                      <a:pt x="21" y="641"/>
                    </a:cubicBezTo>
                    <a:cubicBezTo>
                      <a:pt x="35" y="643"/>
                      <a:pt x="55" y="645"/>
                      <a:pt x="81" y="647"/>
                    </a:cubicBezTo>
                    <a:cubicBezTo>
                      <a:pt x="133" y="650"/>
                      <a:pt x="208" y="650"/>
                      <a:pt x="294" y="628"/>
                    </a:cubicBezTo>
                    <a:lnTo>
                      <a:pt x="293" y="631"/>
                    </a:lnTo>
                    <a:cubicBezTo>
                      <a:pt x="288" y="611"/>
                      <a:pt x="284" y="591"/>
                      <a:pt x="281" y="570"/>
                    </a:cubicBezTo>
                    <a:cubicBezTo>
                      <a:pt x="279" y="559"/>
                      <a:pt x="277" y="548"/>
                      <a:pt x="274" y="538"/>
                    </a:cubicBezTo>
                    <a:cubicBezTo>
                      <a:pt x="273" y="532"/>
                      <a:pt x="272" y="527"/>
                      <a:pt x="271" y="521"/>
                    </a:cubicBezTo>
                    <a:cubicBezTo>
                      <a:pt x="269" y="516"/>
                      <a:pt x="268" y="510"/>
                      <a:pt x="266" y="506"/>
                    </a:cubicBezTo>
                    <a:cubicBezTo>
                      <a:pt x="263" y="502"/>
                      <a:pt x="258" y="501"/>
                      <a:pt x="252" y="499"/>
                    </a:cubicBezTo>
                    <a:cubicBezTo>
                      <a:pt x="247" y="498"/>
                      <a:pt x="241" y="498"/>
                      <a:pt x="235" y="497"/>
                    </a:cubicBezTo>
                    <a:cubicBezTo>
                      <a:pt x="224" y="495"/>
                      <a:pt x="212" y="493"/>
                      <a:pt x="200" y="491"/>
                    </a:cubicBezTo>
                    <a:cubicBezTo>
                      <a:pt x="177" y="487"/>
                      <a:pt x="153" y="481"/>
                      <a:pt x="129" y="476"/>
                    </a:cubicBezTo>
                    <a:cubicBezTo>
                      <a:pt x="106" y="470"/>
                      <a:pt x="83" y="464"/>
                      <a:pt x="62" y="458"/>
                    </a:cubicBezTo>
                    <a:lnTo>
                      <a:pt x="60" y="457"/>
                    </a:lnTo>
                    <a:lnTo>
                      <a:pt x="60" y="455"/>
                    </a:lnTo>
                    <a:cubicBezTo>
                      <a:pt x="78" y="387"/>
                      <a:pt x="94" y="322"/>
                      <a:pt x="109" y="264"/>
                    </a:cubicBezTo>
                    <a:cubicBezTo>
                      <a:pt x="117" y="235"/>
                      <a:pt x="124" y="207"/>
                      <a:pt x="130" y="181"/>
                    </a:cubicBezTo>
                    <a:cubicBezTo>
                      <a:pt x="133" y="169"/>
                      <a:pt x="137" y="156"/>
                      <a:pt x="139" y="144"/>
                    </a:cubicBezTo>
                    <a:cubicBezTo>
                      <a:pt x="142" y="132"/>
                      <a:pt x="143" y="121"/>
                      <a:pt x="143" y="110"/>
                    </a:cubicBezTo>
                    <a:cubicBezTo>
                      <a:pt x="144" y="87"/>
                      <a:pt x="141" y="67"/>
                      <a:pt x="135" y="51"/>
                    </a:cubicBezTo>
                    <a:cubicBezTo>
                      <a:pt x="129" y="34"/>
                      <a:pt x="119" y="22"/>
                      <a:pt x="109" y="15"/>
                    </a:cubicBezTo>
                    <a:cubicBezTo>
                      <a:pt x="99" y="8"/>
                      <a:pt x="90" y="5"/>
                      <a:pt x="84" y="3"/>
                    </a:cubicBezTo>
                    <a:cubicBezTo>
                      <a:pt x="80" y="2"/>
                      <a:pt x="78" y="1"/>
                      <a:pt x="76" y="1"/>
                    </a:cubicBezTo>
                    <a:cubicBezTo>
                      <a:pt x="75" y="0"/>
                      <a:pt x="74" y="0"/>
                      <a:pt x="74" y="0"/>
                    </a:cubicBezTo>
                    <a:lnTo>
                      <a:pt x="73" y="0"/>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50" name="Google Shape;1150;p27"/>
              <p:cNvSpPr/>
              <p:nvPr/>
            </p:nvSpPr>
            <p:spPr>
              <a:xfrm>
                <a:off x="1676509" y="2618256"/>
                <a:ext cx="93317" cy="58994"/>
              </a:xfrm>
              <a:custGeom>
                <a:rect b="b" l="l" r="r" t="t"/>
                <a:pathLst>
                  <a:path extrusionOk="0" h="55" w="87">
                    <a:moveTo>
                      <a:pt x="0" y="55"/>
                    </a:moveTo>
                    <a:cubicBezTo>
                      <a:pt x="0" y="55"/>
                      <a:pt x="0" y="48"/>
                      <a:pt x="4" y="39"/>
                    </a:cubicBezTo>
                    <a:cubicBezTo>
                      <a:pt x="9" y="30"/>
                      <a:pt x="18" y="18"/>
                      <a:pt x="32" y="10"/>
                    </a:cubicBezTo>
                    <a:cubicBezTo>
                      <a:pt x="46" y="2"/>
                      <a:pt x="60" y="-1"/>
                      <a:pt x="71" y="0"/>
                    </a:cubicBezTo>
                    <a:cubicBezTo>
                      <a:pt x="81" y="0"/>
                      <a:pt x="87" y="2"/>
                      <a:pt x="87" y="3"/>
                    </a:cubicBezTo>
                    <a:cubicBezTo>
                      <a:pt x="87" y="4"/>
                      <a:pt x="80" y="2"/>
                      <a:pt x="71" y="3"/>
                    </a:cubicBezTo>
                    <a:cubicBezTo>
                      <a:pt x="61" y="4"/>
                      <a:pt x="47" y="7"/>
                      <a:pt x="35" y="14"/>
                    </a:cubicBezTo>
                    <a:cubicBezTo>
                      <a:pt x="22" y="22"/>
                      <a:pt x="12" y="32"/>
                      <a:pt x="7" y="41"/>
                    </a:cubicBezTo>
                    <a:cubicBezTo>
                      <a:pt x="1" y="49"/>
                      <a:pt x="0" y="55"/>
                      <a:pt x="0" y="55"/>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51" name="Google Shape;1151;p27"/>
              <p:cNvSpPr/>
              <p:nvPr/>
            </p:nvSpPr>
            <p:spPr>
              <a:xfrm>
                <a:off x="1996147" y="2572134"/>
                <a:ext cx="298186" cy="220959"/>
              </a:xfrm>
              <a:custGeom>
                <a:rect b="b" l="l" r="r" t="t"/>
                <a:pathLst>
                  <a:path extrusionOk="0" h="206" w="278">
                    <a:moveTo>
                      <a:pt x="0" y="101"/>
                    </a:moveTo>
                    <a:lnTo>
                      <a:pt x="52" y="95"/>
                    </a:lnTo>
                    <a:cubicBezTo>
                      <a:pt x="52" y="95"/>
                      <a:pt x="73" y="59"/>
                      <a:pt x="87" y="47"/>
                    </a:cubicBezTo>
                    <a:cubicBezTo>
                      <a:pt x="101" y="34"/>
                      <a:pt x="174" y="0"/>
                      <a:pt x="174" y="0"/>
                    </a:cubicBezTo>
                    <a:cubicBezTo>
                      <a:pt x="174" y="0"/>
                      <a:pt x="185" y="12"/>
                      <a:pt x="174" y="25"/>
                    </a:cubicBezTo>
                    <a:cubicBezTo>
                      <a:pt x="169" y="31"/>
                      <a:pt x="135" y="50"/>
                      <a:pt x="135" y="50"/>
                    </a:cubicBezTo>
                    <a:lnTo>
                      <a:pt x="135" y="50"/>
                    </a:lnTo>
                    <a:cubicBezTo>
                      <a:pt x="131" y="65"/>
                      <a:pt x="143" y="78"/>
                      <a:pt x="158" y="75"/>
                    </a:cubicBezTo>
                    <a:cubicBezTo>
                      <a:pt x="179" y="71"/>
                      <a:pt x="204" y="67"/>
                      <a:pt x="207" y="67"/>
                    </a:cubicBezTo>
                    <a:cubicBezTo>
                      <a:pt x="211" y="67"/>
                      <a:pt x="232" y="47"/>
                      <a:pt x="248" y="32"/>
                    </a:cubicBezTo>
                    <a:cubicBezTo>
                      <a:pt x="257" y="23"/>
                      <a:pt x="274" y="31"/>
                      <a:pt x="270" y="44"/>
                    </a:cubicBezTo>
                    <a:cubicBezTo>
                      <a:pt x="270" y="45"/>
                      <a:pt x="269" y="46"/>
                      <a:pt x="268" y="47"/>
                    </a:cubicBezTo>
                    <a:cubicBezTo>
                      <a:pt x="268" y="47"/>
                      <a:pt x="290" y="46"/>
                      <a:pt x="270" y="76"/>
                    </a:cubicBezTo>
                    <a:cubicBezTo>
                      <a:pt x="270" y="76"/>
                      <a:pt x="275" y="104"/>
                      <a:pt x="259" y="117"/>
                    </a:cubicBezTo>
                    <a:cubicBezTo>
                      <a:pt x="259" y="117"/>
                      <a:pt x="252" y="151"/>
                      <a:pt x="241" y="162"/>
                    </a:cubicBezTo>
                    <a:cubicBezTo>
                      <a:pt x="230" y="174"/>
                      <a:pt x="127" y="196"/>
                      <a:pt x="127" y="196"/>
                    </a:cubicBezTo>
                    <a:lnTo>
                      <a:pt x="20" y="206"/>
                    </a:lnTo>
                    <a:lnTo>
                      <a:pt x="0" y="101"/>
                    </a:lnTo>
                    <a:close/>
                  </a:path>
                </a:pathLst>
              </a:custGeom>
              <a:solidFill>
                <a:srgbClr val="B78876"/>
              </a:solidFill>
              <a:ln>
                <a:noFill/>
              </a:ln>
            </p:spPr>
            <p:txBody>
              <a:bodyPr anchorCtr="1" anchor="ctr" bIns="29150" lIns="90000" spcFirstLastPara="1" rIns="90000" wrap="square" tIns="291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52" name="Google Shape;1152;p27"/>
              <p:cNvSpPr/>
              <p:nvPr/>
            </p:nvSpPr>
            <p:spPr>
              <a:xfrm>
                <a:off x="2175273" y="2621474"/>
                <a:ext cx="107261" cy="66502"/>
              </a:xfrm>
              <a:custGeom>
                <a:rect b="b" l="l" r="r" t="t"/>
                <a:pathLst>
                  <a:path extrusionOk="0" h="62" w="100">
                    <a:moveTo>
                      <a:pt x="0" y="61"/>
                    </a:moveTo>
                    <a:cubicBezTo>
                      <a:pt x="0" y="62"/>
                      <a:pt x="7" y="62"/>
                      <a:pt x="18" y="62"/>
                    </a:cubicBezTo>
                    <a:cubicBezTo>
                      <a:pt x="30" y="61"/>
                      <a:pt x="46" y="59"/>
                      <a:pt x="62" y="50"/>
                    </a:cubicBezTo>
                    <a:cubicBezTo>
                      <a:pt x="77" y="41"/>
                      <a:pt x="86" y="27"/>
                      <a:pt x="92" y="17"/>
                    </a:cubicBezTo>
                    <a:cubicBezTo>
                      <a:pt x="98" y="7"/>
                      <a:pt x="100" y="1"/>
                      <a:pt x="100" y="0"/>
                    </a:cubicBezTo>
                    <a:cubicBezTo>
                      <a:pt x="99" y="0"/>
                      <a:pt x="95" y="6"/>
                      <a:pt x="89" y="15"/>
                    </a:cubicBezTo>
                    <a:cubicBezTo>
                      <a:pt x="83" y="25"/>
                      <a:pt x="74" y="38"/>
                      <a:pt x="59" y="46"/>
                    </a:cubicBezTo>
                    <a:cubicBezTo>
                      <a:pt x="45" y="55"/>
                      <a:pt x="29" y="57"/>
                      <a:pt x="18" y="58"/>
                    </a:cubicBezTo>
                    <a:cubicBezTo>
                      <a:pt x="7" y="60"/>
                      <a:pt x="0" y="61"/>
                      <a:pt x="0" y="61"/>
                    </a:cubicBezTo>
                    <a:close/>
                  </a:path>
                </a:pathLst>
              </a:custGeom>
              <a:solidFill>
                <a:srgbClr val="AA655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53" name="Google Shape;1153;p27"/>
              <p:cNvSpPr/>
              <p:nvPr/>
            </p:nvSpPr>
            <p:spPr>
              <a:xfrm>
                <a:off x="2185999" y="2654725"/>
                <a:ext cx="100825" cy="60066"/>
              </a:xfrm>
              <a:custGeom>
                <a:rect b="b" l="l" r="r" t="t"/>
                <a:pathLst>
                  <a:path extrusionOk="0" h="56" w="94">
                    <a:moveTo>
                      <a:pt x="0" y="54"/>
                    </a:moveTo>
                    <a:cubicBezTo>
                      <a:pt x="0" y="55"/>
                      <a:pt x="7" y="56"/>
                      <a:pt x="17" y="56"/>
                    </a:cubicBezTo>
                    <a:cubicBezTo>
                      <a:pt x="23" y="55"/>
                      <a:pt x="29" y="55"/>
                      <a:pt x="36" y="53"/>
                    </a:cubicBezTo>
                    <a:cubicBezTo>
                      <a:pt x="42" y="51"/>
                      <a:pt x="50" y="49"/>
                      <a:pt x="57" y="44"/>
                    </a:cubicBezTo>
                    <a:cubicBezTo>
                      <a:pt x="63" y="39"/>
                      <a:pt x="68" y="33"/>
                      <a:pt x="73" y="28"/>
                    </a:cubicBezTo>
                    <a:cubicBezTo>
                      <a:pt x="77" y="23"/>
                      <a:pt x="80" y="18"/>
                      <a:pt x="84" y="14"/>
                    </a:cubicBezTo>
                    <a:cubicBezTo>
                      <a:pt x="90" y="6"/>
                      <a:pt x="94" y="1"/>
                      <a:pt x="94" y="0"/>
                    </a:cubicBezTo>
                    <a:cubicBezTo>
                      <a:pt x="93" y="0"/>
                      <a:pt x="89" y="4"/>
                      <a:pt x="82" y="12"/>
                    </a:cubicBezTo>
                    <a:cubicBezTo>
                      <a:pt x="78" y="15"/>
                      <a:pt x="74" y="20"/>
                      <a:pt x="69" y="25"/>
                    </a:cubicBezTo>
                    <a:cubicBezTo>
                      <a:pt x="65" y="30"/>
                      <a:pt x="60" y="36"/>
                      <a:pt x="54" y="41"/>
                    </a:cubicBezTo>
                    <a:cubicBezTo>
                      <a:pt x="48" y="45"/>
                      <a:pt x="41" y="47"/>
                      <a:pt x="35" y="49"/>
                    </a:cubicBezTo>
                    <a:cubicBezTo>
                      <a:pt x="28" y="50"/>
                      <a:pt x="22" y="52"/>
                      <a:pt x="17" y="52"/>
                    </a:cubicBezTo>
                    <a:cubicBezTo>
                      <a:pt x="7" y="54"/>
                      <a:pt x="1" y="54"/>
                      <a:pt x="1" y="54"/>
                    </a:cubicBezTo>
                    <a:lnTo>
                      <a:pt x="0" y="54"/>
                    </a:lnTo>
                    <a:close/>
                  </a:path>
                </a:pathLst>
              </a:custGeom>
              <a:solidFill>
                <a:srgbClr val="AA655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54" name="Google Shape;1154;p27"/>
              <p:cNvSpPr/>
              <p:nvPr/>
            </p:nvSpPr>
            <p:spPr>
              <a:xfrm>
                <a:off x="2202088" y="2697630"/>
                <a:ext cx="71865" cy="43977"/>
              </a:xfrm>
              <a:custGeom>
                <a:rect b="b" l="l" r="r" t="t"/>
                <a:pathLst>
                  <a:path extrusionOk="0" h="41" w="67">
                    <a:moveTo>
                      <a:pt x="0" y="41"/>
                    </a:moveTo>
                    <a:cubicBezTo>
                      <a:pt x="0" y="43"/>
                      <a:pt x="19" y="39"/>
                      <a:pt x="41" y="33"/>
                    </a:cubicBezTo>
                    <a:cubicBezTo>
                      <a:pt x="44" y="32"/>
                      <a:pt x="46" y="30"/>
                      <a:pt x="49" y="28"/>
                    </a:cubicBezTo>
                    <a:cubicBezTo>
                      <a:pt x="51" y="26"/>
                      <a:pt x="52" y="24"/>
                      <a:pt x="54" y="22"/>
                    </a:cubicBezTo>
                    <a:cubicBezTo>
                      <a:pt x="58" y="18"/>
                      <a:pt x="60" y="15"/>
                      <a:pt x="62" y="11"/>
                    </a:cubicBezTo>
                    <a:cubicBezTo>
                      <a:pt x="66" y="5"/>
                      <a:pt x="67" y="0"/>
                      <a:pt x="67" y="0"/>
                    </a:cubicBezTo>
                    <a:cubicBezTo>
                      <a:pt x="66" y="0"/>
                      <a:pt x="64" y="4"/>
                      <a:pt x="59" y="10"/>
                    </a:cubicBezTo>
                    <a:cubicBezTo>
                      <a:pt x="57" y="13"/>
                      <a:pt x="54" y="16"/>
                      <a:pt x="51" y="19"/>
                    </a:cubicBezTo>
                    <a:cubicBezTo>
                      <a:pt x="49" y="21"/>
                      <a:pt x="47" y="22"/>
                      <a:pt x="45" y="24"/>
                    </a:cubicBezTo>
                    <a:cubicBezTo>
                      <a:pt x="43" y="25"/>
                      <a:pt x="41" y="28"/>
                      <a:pt x="39" y="28"/>
                    </a:cubicBezTo>
                    <a:cubicBezTo>
                      <a:pt x="28" y="31"/>
                      <a:pt x="18" y="34"/>
                      <a:pt x="11" y="37"/>
                    </a:cubicBezTo>
                    <a:cubicBezTo>
                      <a:pt x="4" y="39"/>
                      <a:pt x="0" y="40"/>
                      <a:pt x="0" y="41"/>
                    </a:cubicBezTo>
                    <a:close/>
                  </a:path>
                </a:pathLst>
              </a:custGeom>
              <a:solidFill>
                <a:srgbClr val="AA655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155" name="Google Shape;1155;p27"/>
            <p:cNvGrpSpPr/>
            <p:nvPr/>
          </p:nvGrpSpPr>
          <p:grpSpPr>
            <a:xfrm>
              <a:off x="2372633" y="1339698"/>
              <a:ext cx="1806275" cy="3294001"/>
              <a:chOff x="2372633" y="1339698"/>
              <a:chExt cx="1806275" cy="3294001"/>
            </a:xfrm>
          </p:grpSpPr>
          <p:sp>
            <p:nvSpPr>
              <p:cNvPr id="1156" name="Google Shape;1156;p27"/>
              <p:cNvSpPr/>
              <p:nvPr/>
            </p:nvSpPr>
            <p:spPr>
              <a:xfrm>
                <a:off x="2616116" y="1339698"/>
                <a:ext cx="1562793" cy="3294001"/>
              </a:xfrm>
              <a:custGeom>
                <a:rect b="b" l="l" r="r" t="t"/>
                <a:pathLst>
                  <a:path extrusionOk="0" h="3071" w="1457">
                    <a:moveTo>
                      <a:pt x="1285" y="3"/>
                    </a:moveTo>
                    <a:cubicBezTo>
                      <a:pt x="1285" y="3"/>
                      <a:pt x="1287" y="3"/>
                      <a:pt x="1291" y="3"/>
                    </a:cubicBezTo>
                    <a:cubicBezTo>
                      <a:pt x="1295" y="4"/>
                      <a:pt x="1301" y="3"/>
                      <a:pt x="1308" y="5"/>
                    </a:cubicBezTo>
                    <a:cubicBezTo>
                      <a:pt x="1323" y="6"/>
                      <a:pt x="1346" y="11"/>
                      <a:pt x="1372" y="27"/>
                    </a:cubicBezTo>
                    <a:cubicBezTo>
                      <a:pt x="1385" y="34"/>
                      <a:pt x="1398" y="44"/>
                      <a:pt x="1411" y="58"/>
                    </a:cubicBezTo>
                    <a:cubicBezTo>
                      <a:pt x="1423" y="71"/>
                      <a:pt x="1435" y="88"/>
                      <a:pt x="1443" y="109"/>
                    </a:cubicBezTo>
                    <a:cubicBezTo>
                      <a:pt x="1452" y="129"/>
                      <a:pt x="1456" y="152"/>
                      <a:pt x="1456" y="178"/>
                    </a:cubicBezTo>
                    <a:cubicBezTo>
                      <a:pt x="1456" y="203"/>
                      <a:pt x="1456" y="229"/>
                      <a:pt x="1456" y="258"/>
                    </a:cubicBezTo>
                    <a:cubicBezTo>
                      <a:pt x="1456" y="484"/>
                      <a:pt x="1456" y="812"/>
                      <a:pt x="1456" y="1217"/>
                    </a:cubicBezTo>
                    <a:cubicBezTo>
                      <a:pt x="1456" y="1621"/>
                      <a:pt x="1457" y="2103"/>
                      <a:pt x="1457" y="2639"/>
                    </a:cubicBezTo>
                    <a:cubicBezTo>
                      <a:pt x="1457" y="2705"/>
                      <a:pt x="1457" y="2773"/>
                      <a:pt x="1457" y="2842"/>
                    </a:cubicBezTo>
                    <a:lnTo>
                      <a:pt x="1457" y="2893"/>
                    </a:lnTo>
                    <a:cubicBezTo>
                      <a:pt x="1456" y="2910"/>
                      <a:pt x="1455" y="2928"/>
                      <a:pt x="1450" y="2945"/>
                    </a:cubicBezTo>
                    <a:cubicBezTo>
                      <a:pt x="1445" y="2962"/>
                      <a:pt x="1438" y="2978"/>
                      <a:pt x="1428" y="2993"/>
                    </a:cubicBezTo>
                    <a:cubicBezTo>
                      <a:pt x="1419" y="3007"/>
                      <a:pt x="1407" y="3021"/>
                      <a:pt x="1393" y="3032"/>
                    </a:cubicBezTo>
                    <a:cubicBezTo>
                      <a:pt x="1365" y="3054"/>
                      <a:pt x="1331" y="3068"/>
                      <a:pt x="1295" y="3070"/>
                    </a:cubicBezTo>
                    <a:cubicBezTo>
                      <a:pt x="1259" y="3071"/>
                      <a:pt x="1224" y="3070"/>
                      <a:pt x="1188" y="3071"/>
                    </a:cubicBezTo>
                    <a:cubicBezTo>
                      <a:pt x="1116" y="3071"/>
                      <a:pt x="1044" y="3071"/>
                      <a:pt x="972" y="3071"/>
                    </a:cubicBezTo>
                    <a:cubicBezTo>
                      <a:pt x="826" y="3071"/>
                      <a:pt x="678" y="3070"/>
                      <a:pt x="527" y="3070"/>
                    </a:cubicBezTo>
                    <a:cubicBezTo>
                      <a:pt x="452" y="3070"/>
                      <a:pt x="376" y="3070"/>
                      <a:pt x="300" y="3070"/>
                    </a:cubicBezTo>
                    <a:cubicBezTo>
                      <a:pt x="262" y="3070"/>
                      <a:pt x="224" y="3070"/>
                      <a:pt x="185" y="3070"/>
                    </a:cubicBezTo>
                    <a:cubicBezTo>
                      <a:pt x="147" y="3072"/>
                      <a:pt x="107" y="3062"/>
                      <a:pt x="75" y="3040"/>
                    </a:cubicBezTo>
                    <a:cubicBezTo>
                      <a:pt x="43" y="3017"/>
                      <a:pt x="19" y="2984"/>
                      <a:pt x="8" y="2947"/>
                    </a:cubicBezTo>
                    <a:cubicBezTo>
                      <a:pt x="2" y="2928"/>
                      <a:pt x="0" y="2908"/>
                      <a:pt x="0" y="2889"/>
                    </a:cubicBezTo>
                    <a:cubicBezTo>
                      <a:pt x="0" y="2870"/>
                      <a:pt x="0" y="2851"/>
                      <a:pt x="0" y="2832"/>
                    </a:cubicBezTo>
                    <a:cubicBezTo>
                      <a:pt x="0" y="2756"/>
                      <a:pt x="0" y="2680"/>
                      <a:pt x="0" y="2605"/>
                    </a:cubicBezTo>
                    <a:cubicBezTo>
                      <a:pt x="0" y="2454"/>
                      <a:pt x="0" y="2306"/>
                      <a:pt x="1" y="2160"/>
                    </a:cubicBezTo>
                    <a:cubicBezTo>
                      <a:pt x="1" y="1869"/>
                      <a:pt x="1" y="1587"/>
                      <a:pt x="1" y="1320"/>
                    </a:cubicBezTo>
                    <a:cubicBezTo>
                      <a:pt x="1" y="1052"/>
                      <a:pt x="1" y="798"/>
                      <a:pt x="1" y="560"/>
                    </a:cubicBezTo>
                    <a:cubicBezTo>
                      <a:pt x="1" y="441"/>
                      <a:pt x="1" y="327"/>
                      <a:pt x="1" y="216"/>
                    </a:cubicBezTo>
                    <a:cubicBezTo>
                      <a:pt x="1" y="202"/>
                      <a:pt x="1" y="188"/>
                      <a:pt x="1" y="175"/>
                    </a:cubicBezTo>
                    <a:cubicBezTo>
                      <a:pt x="1" y="168"/>
                      <a:pt x="2" y="161"/>
                      <a:pt x="2" y="154"/>
                    </a:cubicBezTo>
                    <a:cubicBezTo>
                      <a:pt x="4" y="147"/>
                      <a:pt x="4" y="140"/>
                      <a:pt x="6" y="134"/>
                    </a:cubicBezTo>
                    <a:cubicBezTo>
                      <a:pt x="12" y="107"/>
                      <a:pt x="24" y="82"/>
                      <a:pt x="42" y="62"/>
                    </a:cubicBezTo>
                    <a:cubicBezTo>
                      <a:pt x="59" y="42"/>
                      <a:pt x="81" y="25"/>
                      <a:pt x="105" y="15"/>
                    </a:cubicBezTo>
                    <a:cubicBezTo>
                      <a:pt x="129" y="4"/>
                      <a:pt x="155" y="0"/>
                      <a:pt x="180" y="0"/>
                    </a:cubicBezTo>
                    <a:cubicBezTo>
                      <a:pt x="231" y="0"/>
                      <a:pt x="280" y="1"/>
                      <a:pt x="328" y="1"/>
                    </a:cubicBezTo>
                    <a:cubicBezTo>
                      <a:pt x="352" y="1"/>
                      <a:pt x="376" y="1"/>
                      <a:pt x="400" y="1"/>
                    </a:cubicBezTo>
                    <a:cubicBezTo>
                      <a:pt x="411" y="1"/>
                      <a:pt x="423" y="1"/>
                      <a:pt x="434" y="1"/>
                    </a:cubicBezTo>
                    <a:cubicBezTo>
                      <a:pt x="446" y="0"/>
                      <a:pt x="458" y="3"/>
                      <a:pt x="468" y="10"/>
                    </a:cubicBezTo>
                    <a:cubicBezTo>
                      <a:pt x="478" y="17"/>
                      <a:pt x="485" y="26"/>
                      <a:pt x="489" y="37"/>
                    </a:cubicBezTo>
                    <a:cubicBezTo>
                      <a:pt x="493" y="48"/>
                      <a:pt x="492" y="60"/>
                      <a:pt x="492" y="71"/>
                    </a:cubicBezTo>
                    <a:cubicBezTo>
                      <a:pt x="492" y="76"/>
                      <a:pt x="492" y="81"/>
                      <a:pt x="492" y="87"/>
                    </a:cubicBezTo>
                    <a:cubicBezTo>
                      <a:pt x="492" y="92"/>
                      <a:pt x="492" y="98"/>
                      <a:pt x="493" y="104"/>
                    </a:cubicBezTo>
                    <a:cubicBezTo>
                      <a:pt x="494" y="114"/>
                      <a:pt x="499" y="124"/>
                      <a:pt x="505" y="132"/>
                    </a:cubicBezTo>
                    <a:cubicBezTo>
                      <a:pt x="512" y="140"/>
                      <a:pt x="522" y="146"/>
                      <a:pt x="531" y="148"/>
                    </a:cubicBezTo>
                    <a:cubicBezTo>
                      <a:pt x="536" y="149"/>
                      <a:pt x="542" y="150"/>
                      <a:pt x="547" y="150"/>
                    </a:cubicBezTo>
                    <a:cubicBezTo>
                      <a:pt x="552" y="150"/>
                      <a:pt x="557" y="150"/>
                      <a:pt x="562" y="150"/>
                    </a:cubicBezTo>
                    <a:cubicBezTo>
                      <a:pt x="583" y="150"/>
                      <a:pt x="604" y="150"/>
                      <a:pt x="624" y="150"/>
                    </a:cubicBezTo>
                    <a:cubicBezTo>
                      <a:pt x="704" y="150"/>
                      <a:pt x="779" y="150"/>
                      <a:pt x="848" y="150"/>
                    </a:cubicBezTo>
                    <a:cubicBezTo>
                      <a:pt x="882" y="150"/>
                      <a:pt x="915" y="150"/>
                      <a:pt x="947" y="150"/>
                    </a:cubicBezTo>
                    <a:cubicBezTo>
                      <a:pt x="954" y="150"/>
                      <a:pt x="962" y="151"/>
                      <a:pt x="970" y="150"/>
                    </a:cubicBezTo>
                    <a:cubicBezTo>
                      <a:pt x="977" y="149"/>
                      <a:pt x="984" y="146"/>
                      <a:pt x="991" y="143"/>
                    </a:cubicBezTo>
                    <a:cubicBezTo>
                      <a:pt x="1003" y="135"/>
                      <a:pt x="1012" y="122"/>
                      <a:pt x="1014" y="108"/>
                    </a:cubicBezTo>
                    <a:cubicBezTo>
                      <a:pt x="1016" y="102"/>
                      <a:pt x="1016" y="95"/>
                      <a:pt x="1016" y="88"/>
                    </a:cubicBezTo>
                    <a:cubicBezTo>
                      <a:pt x="1016" y="81"/>
                      <a:pt x="1016" y="73"/>
                      <a:pt x="1016" y="67"/>
                    </a:cubicBezTo>
                    <a:cubicBezTo>
                      <a:pt x="1016" y="60"/>
                      <a:pt x="1015" y="54"/>
                      <a:pt x="1017" y="48"/>
                    </a:cubicBezTo>
                    <a:cubicBezTo>
                      <a:pt x="1018" y="41"/>
                      <a:pt x="1020" y="35"/>
                      <a:pt x="1023" y="29"/>
                    </a:cubicBezTo>
                    <a:cubicBezTo>
                      <a:pt x="1029" y="18"/>
                      <a:pt x="1039" y="10"/>
                      <a:pt x="1050" y="5"/>
                    </a:cubicBezTo>
                    <a:cubicBezTo>
                      <a:pt x="1061" y="1"/>
                      <a:pt x="1073" y="2"/>
                      <a:pt x="1084" y="2"/>
                    </a:cubicBezTo>
                    <a:cubicBezTo>
                      <a:pt x="1127" y="2"/>
                      <a:pt x="1164" y="2"/>
                      <a:pt x="1194" y="2"/>
                    </a:cubicBezTo>
                    <a:cubicBezTo>
                      <a:pt x="1224" y="2"/>
                      <a:pt x="1247" y="2"/>
                      <a:pt x="1262" y="2"/>
                    </a:cubicBezTo>
                    <a:cubicBezTo>
                      <a:pt x="1277" y="2"/>
                      <a:pt x="1285" y="3"/>
                      <a:pt x="1285" y="3"/>
                    </a:cubicBezTo>
                    <a:cubicBezTo>
                      <a:pt x="1285" y="3"/>
                      <a:pt x="1277" y="3"/>
                      <a:pt x="1262" y="3"/>
                    </a:cubicBezTo>
                    <a:cubicBezTo>
                      <a:pt x="1247" y="3"/>
                      <a:pt x="1224" y="3"/>
                      <a:pt x="1194" y="3"/>
                    </a:cubicBezTo>
                    <a:cubicBezTo>
                      <a:pt x="1164" y="3"/>
                      <a:pt x="1127" y="3"/>
                      <a:pt x="1084" y="3"/>
                    </a:cubicBezTo>
                    <a:cubicBezTo>
                      <a:pt x="1073" y="3"/>
                      <a:pt x="1061" y="2"/>
                      <a:pt x="1051" y="7"/>
                    </a:cubicBezTo>
                    <a:cubicBezTo>
                      <a:pt x="1040" y="11"/>
                      <a:pt x="1030" y="19"/>
                      <a:pt x="1024" y="30"/>
                    </a:cubicBezTo>
                    <a:cubicBezTo>
                      <a:pt x="1021" y="36"/>
                      <a:pt x="1019" y="42"/>
                      <a:pt x="1018" y="48"/>
                    </a:cubicBezTo>
                    <a:cubicBezTo>
                      <a:pt x="1017" y="54"/>
                      <a:pt x="1018" y="61"/>
                      <a:pt x="1018" y="68"/>
                    </a:cubicBezTo>
                    <a:lnTo>
                      <a:pt x="1018" y="88"/>
                    </a:lnTo>
                    <a:cubicBezTo>
                      <a:pt x="1018" y="95"/>
                      <a:pt x="1018" y="102"/>
                      <a:pt x="1016" y="109"/>
                    </a:cubicBezTo>
                    <a:cubicBezTo>
                      <a:pt x="1013" y="123"/>
                      <a:pt x="1005" y="136"/>
                      <a:pt x="992" y="144"/>
                    </a:cubicBezTo>
                    <a:cubicBezTo>
                      <a:pt x="985" y="148"/>
                      <a:pt x="978" y="151"/>
                      <a:pt x="970" y="152"/>
                    </a:cubicBezTo>
                    <a:cubicBezTo>
                      <a:pt x="962" y="153"/>
                      <a:pt x="954" y="152"/>
                      <a:pt x="947" y="152"/>
                    </a:cubicBezTo>
                    <a:cubicBezTo>
                      <a:pt x="915" y="152"/>
                      <a:pt x="882" y="152"/>
                      <a:pt x="848" y="152"/>
                    </a:cubicBezTo>
                    <a:cubicBezTo>
                      <a:pt x="779" y="152"/>
                      <a:pt x="704" y="152"/>
                      <a:pt x="624" y="152"/>
                    </a:cubicBezTo>
                    <a:cubicBezTo>
                      <a:pt x="604" y="152"/>
                      <a:pt x="583" y="152"/>
                      <a:pt x="562" y="152"/>
                    </a:cubicBezTo>
                    <a:lnTo>
                      <a:pt x="547" y="152"/>
                    </a:lnTo>
                    <a:cubicBezTo>
                      <a:pt x="542" y="152"/>
                      <a:pt x="536" y="152"/>
                      <a:pt x="531" y="151"/>
                    </a:cubicBezTo>
                    <a:cubicBezTo>
                      <a:pt x="520" y="148"/>
                      <a:pt x="510" y="142"/>
                      <a:pt x="503" y="134"/>
                    </a:cubicBezTo>
                    <a:cubicBezTo>
                      <a:pt x="496" y="126"/>
                      <a:pt x="491" y="115"/>
                      <a:pt x="490" y="104"/>
                    </a:cubicBezTo>
                    <a:cubicBezTo>
                      <a:pt x="489" y="98"/>
                      <a:pt x="489" y="92"/>
                      <a:pt x="489" y="87"/>
                    </a:cubicBezTo>
                    <a:cubicBezTo>
                      <a:pt x="489" y="81"/>
                      <a:pt x="489" y="76"/>
                      <a:pt x="489" y="71"/>
                    </a:cubicBezTo>
                    <a:cubicBezTo>
                      <a:pt x="489" y="60"/>
                      <a:pt x="490" y="49"/>
                      <a:pt x="486" y="38"/>
                    </a:cubicBezTo>
                    <a:cubicBezTo>
                      <a:pt x="482" y="28"/>
                      <a:pt x="475" y="19"/>
                      <a:pt x="466" y="12"/>
                    </a:cubicBezTo>
                    <a:cubicBezTo>
                      <a:pt x="457" y="6"/>
                      <a:pt x="446" y="3"/>
                      <a:pt x="435" y="4"/>
                    </a:cubicBezTo>
                    <a:lnTo>
                      <a:pt x="329" y="4"/>
                    </a:lnTo>
                    <a:cubicBezTo>
                      <a:pt x="280" y="4"/>
                      <a:pt x="231" y="4"/>
                      <a:pt x="180" y="4"/>
                    </a:cubicBezTo>
                    <a:cubicBezTo>
                      <a:pt x="155" y="3"/>
                      <a:pt x="130" y="7"/>
                      <a:pt x="106" y="18"/>
                    </a:cubicBezTo>
                    <a:cubicBezTo>
                      <a:pt x="83" y="28"/>
                      <a:pt x="62" y="44"/>
                      <a:pt x="45" y="64"/>
                    </a:cubicBezTo>
                    <a:cubicBezTo>
                      <a:pt x="28" y="84"/>
                      <a:pt x="16" y="109"/>
                      <a:pt x="10" y="135"/>
                    </a:cubicBezTo>
                    <a:cubicBezTo>
                      <a:pt x="8" y="141"/>
                      <a:pt x="8" y="148"/>
                      <a:pt x="6" y="154"/>
                    </a:cubicBezTo>
                    <a:cubicBezTo>
                      <a:pt x="6" y="161"/>
                      <a:pt x="5" y="168"/>
                      <a:pt x="5" y="175"/>
                    </a:cubicBezTo>
                    <a:cubicBezTo>
                      <a:pt x="5" y="188"/>
                      <a:pt x="5" y="202"/>
                      <a:pt x="5" y="216"/>
                    </a:cubicBezTo>
                    <a:cubicBezTo>
                      <a:pt x="5" y="326"/>
                      <a:pt x="5" y="441"/>
                      <a:pt x="5" y="560"/>
                    </a:cubicBezTo>
                    <a:cubicBezTo>
                      <a:pt x="5" y="798"/>
                      <a:pt x="5" y="1052"/>
                      <a:pt x="5" y="1320"/>
                    </a:cubicBezTo>
                    <a:cubicBezTo>
                      <a:pt x="5" y="1587"/>
                      <a:pt x="5" y="1869"/>
                      <a:pt x="5" y="2160"/>
                    </a:cubicBezTo>
                    <a:cubicBezTo>
                      <a:pt x="5" y="2306"/>
                      <a:pt x="5" y="2454"/>
                      <a:pt x="5" y="2604"/>
                    </a:cubicBezTo>
                    <a:cubicBezTo>
                      <a:pt x="5" y="2680"/>
                      <a:pt x="5" y="2755"/>
                      <a:pt x="5" y="2832"/>
                    </a:cubicBezTo>
                    <a:cubicBezTo>
                      <a:pt x="5" y="2851"/>
                      <a:pt x="5" y="2870"/>
                      <a:pt x="5" y="2889"/>
                    </a:cubicBezTo>
                    <a:cubicBezTo>
                      <a:pt x="5" y="2908"/>
                      <a:pt x="7" y="2927"/>
                      <a:pt x="12" y="2945"/>
                    </a:cubicBezTo>
                    <a:cubicBezTo>
                      <a:pt x="23" y="2981"/>
                      <a:pt x="46" y="3014"/>
                      <a:pt x="78" y="3035"/>
                    </a:cubicBezTo>
                    <a:cubicBezTo>
                      <a:pt x="109" y="3057"/>
                      <a:pt x="148" y="3067"/>
                      <a:pt x="186" y="3065"/>
                    </a:cubicBezTo>
                    <a:cubicBezTo>
                      <a:pt x="224" y="3065"/>
                      <a:pt x="262" y="3065"/>
                      <a:pt x="301" y="3065"/>
                    </a:cubicBezTo>
                    <a:cubicBezTo>
                      <a:pt x="377" y="3065"/>
                      <a:pt x="453" y="3065"/>
                      <a:pt x="528" y="3065"/>
                    </a:cubicBezTo>
                    <a:cubicBezTo>
                      <a:pt x="678" y="3065"/>
                      <a:pt x="826" y="3066"/>
                      <a:pt x="972" y="3066"/>
                    </a:cubicBezTo>
                    <a:cubicBezTo>
                      <a:pt x="1045" y="3066"/>
                      <a:pt x="1117" y="3066"/>
                      <a:pt x="1188" y="3066"/>
                    </a:cubicBezTo>
                    <a:cubicBezTo>
                      <a:pt x="1224" y="3066"/>
                      <a:pt x="1260" y="3066"/>
                      <a:pt x="1295" y="3065"/>
                    </a:cubicBezTo>
                    <a:cubicBezTo>
                      <a:pt x="1330" y="3064"/>
                      <a:pt x="1363" y="3050"/>
                      <a:pt x="1390" y="3028"/>
                    </a:cubicBezTo>
                    <a:cubicBezTo>
                      <a:pt x="1404" y="3017"/>
                      <a:pt x="1415" y="3004"/>
                      <a:pt x="1425" y="2990"/>
                    </a:cubicBezTo>
                    <a:cubicBezTo>
                      <a:pt x="1434" y="2976"/>
                      <a:pt x="1441" y="2960"/>
                      <a:pt x="1446" y="2943"/>
                    </a:cubicBezTo>
                    <a:cubicBezTo>
                      <a:pt x="1451" y="2927"/>
                      <a:pt x="1452" y="2910"/>
                      <a:pt x="1452" y="2893"/>
                    </a:cubicBezTo>
                    <a:cubicBezTo>
                      <a:pt x="1452" y="2876"/>
                      <a:pt x="1452" y="2858"/>
                      <a:pt x="1452" y="2841"/>
                    </a:cubicBezTo>
                    <a:cubicBezTo>
                      <a:pt x="1452" y="2773"/>
                      <a:pt x="1452" y="2705"/>
                      <a:pt x="1452" y="2638"/>
                    </a:cubicBezTo>
                    <a:cubicBezTo>
                      <a:pt x="1453" y="2103"/>
                      <a:pt x="1453" y="1621"/>
                      <a:pt x="1453" y="1216"/>
                    </a:cubicBezTo>
                    <a:cubicBezTo>
                      <a:pt x="1453" y="811"/>
                      <a:pt x="1454" y="484"/>
                      <a:pt x="1454" y="257"/>
                    </a:cubicBezTo>
                    <a:cubicBezTo>
                      <a:pt x="1454" y="229"/>
                      <a:pt x="1454" y="202"/>
                      <a:pt x="1454" y="177"/>
                    </a:cubicBezTo>
                    <a:cubicBezTo>
                      <a:pt x="1454" y="152"/>
                      <a:pt x="1450" y="129"/>
                      <a:pt x="1442" y="109"/>
                    </a:cubicBezTo>
                    <a:cubicBezTo>
                      <a:pt x="1433" y="89"/>
                      <a:pt x="1422" y="72"/>
                      <a:pt x="1410" y="58"/>
                    </a:cubicBezTo>
                    <a:cubicBezTo>
                      <a:pt x="1397" y="45"/>
                      <a:pt x="1384" y="34"/>
                      <a:pt x="1371" y="27"/>
                    </a:cubicBezTo>
                    <a:cubicBezTo>
                      <a:pt x="1346" y="12"/>
                      <a:pt x="1323" y="7"/>
                      <a:pt x="1308" y="5"/>
                    </a:cubicBezTo>
                    <a:cubicBezTo>
                      <a:pt x="1301" y="3"/>
                      <a:pt x="1295" y="3"/>
                      <a:pt x="1291" y="3"/>
                    </a:cubicBezTo>
                    <a:cubicBezTo>
                      <a:pt x="1287" y="3"/>
                      <a:pt x="1285" y="3"/>
                      <a:pt x="1285" y="3"/>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57" name="Google Shape;1157;p27"/>
              <p:cNvSpPr/>
              <p:nvPr/>
            </p:nvSpPr>
            <p:spPr>
              <a:xfrm>
                <a:off x="3995492" y="2211735"/>
                <a:ext cx="37541" cy="37542"/>
              </a:xfrm>
              <a:custGeom>
                <a:rect b="b" l="l" r="r" t="t"/>
                <a:pathLst>
                  <a:path extrusionOk="0" h="35" w="35">
                    <a:moveTo>
                      <a:pt x="1" y="32"/>
                    </a:moveTo>
                    <a:cubicBezTo>
                      <a:pt x="1" y="31"/>
                      <a:pt x="15" y="30"/>
                      <a:pt x="33" y="30"/>
                    </a:cubicBezTo>
                    <a:cubicBezTo>
                      <a:pt x="28" y="35"/>
                      <a:pt x="31" y="31"/>
                      <a:pt x="30" y="32"/>
                    </a:cubicBezTo>
                    <a:lnTo>
                      <a:pt x="30" y="32"/>
                    </a:lnTo>
                    <a:lnTo>
                      <a:pt x="30" y="26"/>
                    </a:lnTo>
                    <a:lnTo>
                      <a:pt x="31" y="20"/>
                    </a:lnTo>
                    <a:cubicBezTo>
                      <a:pt x="31" y="16"/>
                      <a:pt x="31" y="12"/>
                      <a:pt x="31" y="9"/>
                    </a:cubicBezTo>
                    <a:cubicBezTo>
                      <a:pt x="32" y="4"/>
                      <a:pt x="32" y="0"/>
                      <a:pt x="33" y="0"/>
                    </a:cubicBezTo>
                    <a:cubicBezTo>
                      <a:pt x="33" y="0"/>
                      <a:pt x="34" y="4"/>
                      <a:pt x="34" y="9"/>
                    </a:cubicBezTo>
                    <a:cubicBezTo>
                      <a:pt x="35" y="12"/>
                      <a:pt x="35" y="16"/>
                      <a:pt x="35" y="20"/>
                    </a:cubicBezTo>
                    <a:cubicBezTo>
                      <a:pt x="35" y="22"/>
                      <a:pt x="35" y="24"/>
                      <a:pt x="35" y="26"/>
                    </a:cubicBezTo>
                    <a:lnTo>
                      <a:pt x="35" y="32"/>
                    </a:lnTo>
                    <a:lnTo>
                      <a:pt x="35" y="32"/>
                    </a:lnTo>
                    <a:lnTo>
                      <a:pt x="35" y="32"/>
                    </a:lnTo>
                    <a:lnTo>
                      <a:pt x="35" y="32"/>
                    </a:lnTo>
                    <a:cubicBezTo>
                      <a:pt x="34" y="33"/>
                      <a:pt x="37" y="30"/>
                      <a:pt x="33" y="35"/>
                    </a:cubicBezTo>
                    <a:cubicBezTo>
                      <a:pt x="15" y="35"/>
                      <a:pt x="0" y="33"/>
                      <a:pt x="0" y="32"/>
                    </a:cubicBezTo>
                    <a:lnTo>
                      <a:pt x="1" y="32"/>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58" name="Google Shape;1158;p27"/>
              <p:cNvSpPr/>
              <p:nvPr/>
            </p:nvSpPr>
            <p:spPr>
              <a:xfrm>
                <a:off x="3863561" y="2243913"/>
                <a:ext cx="65429" cy="5363"/>
              </a:xfrm>
              <a:custGeom>
                <a:rect b="b" l="l" r="r" t="t"/>
                <a:pathLst>
                  <a:path extrusionOk="0" h="5" w="61">
                    <a:moveTo>
                      <a:pt x="0" y="2"/>
                    </a:moveTo>
                    <a:cubicBezTo>
                      <a:pt x="0" y="1"/>
                      <a:pt x="13" y="0"/>
                      <a:pt x="31" y="0"/>
                    </a:cubicBezTo>
                    <a:cubicBezTo>
                      <a:pt x="48" y="0"/>
                      <a:pt x="61" y="1"/>
                      <a:pt x="61" y="2"/>
                    </a:cubicBezTo>
                    <a:cubicBezTo>
                      <a:pt x="61" y="3"/>
                      <a:pt x="48" y="5"/>
                      <a:pt x="31" y="5"/>
                    </a:cubicBezTo>
                    <a:cubicBezTo>
                      <a:pt x="13" y="5"/>
                      <a:pt x="0" y="3"/>
                      <a:pt x="0"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59" name="Google Shape;1159;p27"/>
              <p:cNvSpPr/>
              <p:nvPr/>
            </p:nvSpPr>
            <p:spPr>
              <a:xfrm>
                <a:off x="3730557" y="2243913"/>
                <a:ext cx="66502" cy="5363"/>
              </a:xfrm>
              <a:custGeom>
                <a:rect b="b" l="l" r="r" t="t"/>
                <a:pathLst>
                  <a:path extrusionOk="0" h="5" w="62">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60" name="Google Shape;1160;p27"/>
              <p:cNvSpPr/>
              <p:nvPr/>
            </p:nvSpPr>
            <p:spPr>
              <a:xfrm>
                <a:off x="3597554" y="2243913"/>
                <a:ext cx="66502" cy="5363"/>
              </a:xfrm>
              <a:custGeom>
                <a:rect b="b" l="l" r="r" t="t"/>
                <a:pathLst>
                  <a:path extrusionOk="0" h="5" w="62">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61" name="Google Shape;1161;p27"/>
              <p:cNvSpPr/>
              <p:nvPr/>
            </p:nvSpPr>
            <p:spPr>
              <a:xfrm>
                <a:off x="3464550" y="2243913"/>
                <a:ext cx="66502" cy="5363"/>
              </a:xfrm>
              <a:custGeom>
                <a:rect b="b" l="l" r="r" t="t"/>
                <a:pathLst>
                  <a:path extrusionOk="0" h="5" w="62">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62" name="Google Shape;1162;p27"/>
              <p:cNvSpPr/>
              <p:nvPr/>
            </p:nvSpPr>
            <p:spPr>
              <a:xfrm>
                <a:off x="3331546" y="2243913"/>
                <a:ext cx="66502" cy="5363"/>
              </a:xfrm>
              <a:custGeom>
                <a:rect b="b" l="l" r="r" t="t"/>
                <a:pathLst>
                  <a:path extrusionOk="0" h="5" w="62">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63" name="Google Shape;1163;p27"/>
              <p:cNvSpPr/>
              <p:nvPr/>
            </p:nvSpPr>
            <p:spPr>
              <a:xfrm>
                <a:off x="3198543" y="2243913"/>
                <a:ext cx="66502" cy="5363"/>
              </a:xfrm>
              <a:custGeom>
                <a:rect b="b" l="l" r="r" t="t"/>
                <a:pathLst>
                  <a:path extrusionOk="0" h="5" w="62">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64" name="Google Shape;1164;p27"/>
              <p:cNvSpPr/>
              <p:nvPr/>
            </p:nvSpPr>
            <p:spPr>
              <a:xfrm>
                <a:off x="3065539" y="2243913"/>
                <a:ext cx="66502" cy="5363"/>
              </a:xfrm>
              <a:custGeom>
                <a:rect b="b" l="l" r="r" t="t"/>
                <a:pathLst>
                  <a:path extrusionOk="0" h="5" w="62">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65" name="Google Shape;1165;p27"/>
              <p:cNvSpPr/>
              <p:nvPr/>
            </p:nvSpPr>
            <p:spPr>
              <a:xfrm>
                <a:off x="2932536" y="2243913"/>
                <a:ext cx="66502" cy="5363"/>
              </a:xfrm>
              <a:custGeom>
                <a:rect b="b" l="l" r="r" t="t"/>
                <a:pathLst>
                  <a:path extrusionOk="0" h="5" w="62">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66" name="Google Shape;1166;p27"/>
              <p:cNvSpPr/>
              <p:nvPr/>
            </p:nvSpPr>
            <p:spPr>
              <a:xfrm>
                <a:off x="2829565" y="2211735"/>
                <a:ext cx="36469" cy="37542"/>
              </a:xfrm>
              <a:custGeom>
                <a:rect b="b" l="l" r="r" t="t"/>
                <a:pathLst>
                  <a:path extrusionOk="0" h="35" w="34">
                    <a:moveTo>
                      <a:pt x="2" y="0"/>
                    </a:moveTo>
                    <a:cubicBezTo>
                      <a:pt x="4" y="0"/>
                      <a:pt x="5" y="14"/>
                      <a:pt x="5" y="32"/>
                    </a:cubicBezTo>
                    <a:cubicBezTo>
                      <a:pt x="0" y="27"/>
                      <a:pt x="3" y="31"/>
                      <a:pt x="2" y="30"/>
                    </a:cubicBezTo>
                    <a:lnTo>
                      <a:pt x="9" y="30"/>
                    </a:lnTo>
                    <a:lnTo>
                      <a:pt x="15" y="30"/>
                    </a:lnTo>
                    <a:cubicBezTo>
                      <a:pt x="19" y="30"/>
                      <a:pt x="22" y="30"/>
                      <a:pt x="25" y="30"/>
                    </a:cubicBezTo>
                    <a:cubicBezTo>
                      <a:pt x="31" y="31"/>
                      <a:pt x="34" y="31"/>
                      <a:pt x="34" y="32"/>
                    </a:cubicBezTo>
                    <a:cubicBezTo>
                      <a:pt x="34" y="33"/>
                      <a:pt x="31" y="33"/>
                      <a:pt x="25" y="34"/>
                    </a:cubicBezTo>
                    <a:cubicBezTo>
                      <a:pt x="22" y="34"/>
                      <a:pt x="19" y="34"/>
                      <a:pt x="15" y="34"/>
                    </a:cubicBezTo>
                    <a:lnTo>
                      <a:pt x="9" y="34"/>
                    </a:lnTo>
                    <a:lnTo>
                      <a:pt x="5" y="35"/>
                    </a:lnTo>
                    <a:lnTo>
                      <a:pt x="2" y="35"/>
                    </a:lnTo>
                    <a:cubicBezTo>
                      <a:pt x="1" y="33"/>
                      <a:pt x="5" y="37"/>
                      <a:pt x="0" y="32"/>
                    </a:cubicBezTo>
                    <a:cubicBezTo>
                      <a:pt x="0" y="14"/>
                      <a:pt x="1" y="0"/>
                      <a:pt x="2" y="0"/>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67" name="Google Shape;1167;p27"/>
              <p:cNvSpPr/>
              <p:nvPr/>
            </p:nvSpPr>
            <p:spPr>
              <a:xfrm>
                <a:off x="2829565" y="2076585"/>
                <a:ext cx="5363" cy="67575"/>
              </a:xfrm>
              <a:custGeom>
                <a:rect b="b" l="l" r="r" t="t"/>
                <a:pathLst>
                  <a:path extrusionOk="0" h="63" w="5">
                    <a:moveTo>
                      <a:pt x="2" y="0"/>
                    </a:moveTo>
                    <a:cubicBezTo>
                      <a:pt x="4" y="0"/>
                      <a:pt x="5" y="14"/>
                      <a:pt x="5" y="32"/>
                    </a:cubicBezTo>
                    <a:cubicBezTo>
                      <a:pt x="5" y="49"/>
                      <a:pt x="3" y="63"/>
                      <a:pt x="2" y="63"/>
                    </a:cubicBezTo>
                    <a:cubicBezTo>
                      <a:pt x="0" y="63"/>
                      <a:pt x="0" y="49"/>
                      <a:pt x="0" y="32"/>
                    </a:cubicBezTo>
                    <a:cubicBezTo>
                      <a:pt x="0" y="14"/>
                      <a:pt x="1" y="0"/>
                      <a:pt x="2" y="0"/>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68" name="Google Shape;1168;p27"/>
              <p:cNvSpPr/>
              <p:nvPr/>
            </p:nvSpPr>
            <p:spPr>
              <a:xfrm>
                <a:off x="2829565" y="1942508"/>
                <a:ext cx="5363" cy="66502"/>
              </a:xfrm>
              <a:custGeom>
                <a:rect b="b" l="l" r="r" t="t"/>
                <a:pathLst>
                  <a:path extrusionOk="0" h="62" w="5">
                    <a:moveTo>
                      <a:pt x="2" y="0"/>
                    </a:moveTo>
                    <a:cubicBezTo>
                      <a:pt x="4" y="0"/>
                      <a:pt x="5" y="14"/>
                      <a:pt x="5" y="31"/>
                    </a:cubicBezTo>
                    <a:cubicBezTo>
                      <a:pt x="5" y="48"/>
                      <a:pt x="3" y="62"/>
                      <a:pt x="2" y="62"/>
                    </a:cubicBezTo>
                    <a:cubicBezTo>
                      <a:pt x="0" y="62"/>
                      <a:pt x="0" y="48"/>
                      <a:pt x="0" y="31"/>
                    </a:cubicBezTo>
                    <a:cubicBezTo>
                      <a:pt x="0" y="14"/>
                      <a:pt x="1" y="0"/>
                      <a:pt x="2" y="0"/>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69" name="Google Shape;1169;p27"/>
              <p:cNvSpPr/>
              <p:nvPr/>
            </p:nvSpPr>
            <p:spPr>
              <a:xfrm>
                <a:off x="2828492" y="1837392"/>
                <a:ext cx="37541" cy="37542"/>
              </a:xfrm>
              <a:custGeom>
                <a:rect b="b" l="l" r="r" t="t"/>
                <a:pathLst>
                  <a:path extrusionOk="0" h="35" w="35">
                    <a:moveTo>
                      <a:pt x="35" y="3"/>
                    </a:moveTo>
                    <a:cubicBezTo>
                      <a:pt x="35" y="4"/>
                      <a:pt x="21" y="5"/>
                      <a:pt x="3" y="5"/>
                    </a:cubicBezTo>
                    <a:cubicBezTo>
                      <a:pt x="8" y="0"/>
                      <a:pt x="5" y="4"/>
                      <a:pt x="6" y="3"/>
                    </a:cubicBezTo>
                    <a:lnTo>
                      <a:pt x="6" y="3"/>
                    </a:lnTo>
                    <a:lnTo>
                      <a:pt x="6" y="9"/>
                    </a:lnTo>
                    <a:lnTo>
                      <a:pt x="5" y="15"/>
                    </a:lnTo>
                    <a:cubicBezTo>
                      <a:pt x="5" y="19"/>
                      <a:pt x="5" y="22"/>
                      <a:pt x="5" y="25"/>
                    </a:cubicBezTo>
                    <a:cubicBezTo>
                      <a:pt x="4" y="31"/>
                      <a:pt x="4" y="35"/>
                      <a:pt x="3" y="35"/>
                    </a:cubicBezTo>
                    <a:cubicBezTo>
                      <a:pt x="3" y="35"/>
                      <a:pt x="2" y="31"/>
                      <a:pt x="2" y="25"/>
                    </a:cubicBezTo>
                    <a:cubicBezTo>
                      <a:pt x="1" y="22"/>
                      <a:pt x="1" y="19"/>
                      <a:pt x="1" y="15"/>
                    </a:cubicBezTo>
                    <a:lnTo>
                      <a:pt x="1" y="9"/>
                    </a:lnTo>
                    <a:lnTo>
                      <a:pt x="1" y="6"/>
                    </a:lnTo>
                    <a:lnTo>
                      <a:pt x="1" y="3"/>
                    </a:lnTo>
                    <a:lnTo>
                      <a:pt x="1" y="3"/>
                    </a:lnTo>
                    <a:lnTo>
                      <a:pt x="1" y="3"/>
                    </a:lnTo>
                    <a:lnTo>
                      <a:pt x="1" y="3"/>
                    </a:lnTo>
                    <a:cubicBezTo>
                      <a:pt x="2" y="2"/>
                      <a:pt x="-2" y="5"/>
                      <a:pt x="3" y="0"/>
                    </a:cubicBezTo>
                    <a:cubicBezTo>
                      <a:pt x="21" y="0"/>
                      <a:pt x="35" y="1"/>
                      <a:pt x="35"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70" name="Google Shape;1170;p27"/>
              <p:cNvSpPr/>
              <p:nvPr/>
            </p:nvSpPr>
            <p:spPr>
              <a:xfrm>
                <a:off x="2932536" y="1837392"/>
                <a:ext cx="66502" cy="5363"/>
              </a:xfrm>
              <a:custGeom>
                <a:rect b="b" l="l" r="r" t="t"/>
                <a:pathLst>
                  <a:path extrusionOk="0" h="5" w="62">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71" name="Google Shape;1171;p27"/>
              <p:cNvSpPr/>
              <p:nvPr/>
            </p:nvSpPr>
            <p:spPr>
              <a:xfrm>
                <a:off x="3065539" y="1837392"/>
                <a:ext cx="66502" cy="5363"/>
              </a:xfrm>
              <a:custGeom>
                <a:rect b="b" l="l" r="r" t="t"/>
                <a:pathLst>
                  <a:path extrusionOk="0" h="5" w="62">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72" name="Google Shape;1172;p27"/>
              <p:cNvSpPr/>
              <p:nvPr/>
            </p:nvSpPr>
            <p:spPr>
              <a:xfrm>
                <a:off x="3198543" y="1837392"/>
                <a:ext cx="66502" cy="5363"/>
              </a:xfrm>
              <a:custGeom>
                <a:rect b="b" l="l" r="r" t="t"/>
                <a:pathLst>
                  <a:path extrusionOk="0" h="5" w="62">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73" name="Google Shape;1173;p27"/>
              <p:cNvSpPr/>
              <p:nvPr/>
            </p:nvSpPr>
            <p:spPr>
              <a:xfrm>
                <a:off x="3331546" y="1837392"/>
                <a:ext cx="66502" cy="5363"/>
              </a:xfrm>
              <a:custGeom>
                <a:rect b="b" l="l" r="r" t="t"/>
                <a:pathLst>
                  <a:path extrusionOk="0" h="5" w="62">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74" name="Google Shape;1174;p27"/>
              <p:cNvSpPr/>
              <p:nvPr/>
            </p:nvSpPr>
            <p:spPr>
              <a:xfrm>
                <a:off x="3464550" y="1837392"/>
                <a:ext cx="66502" cy="5363"/>
              </a:xfrm>
              <a:custGeom>
                <a:rect b="b" l="l" r="r" t="t"/>
                <a:pathLst>
                  <a:path extrusionOk="0" h="5" w="62">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75" name="Google Shape;1175;p27"/>
              <p:cNvSpPr/>
              <p:nvPr/>
            </p:nvSpPr>
            <p:spPr>
              <a:xfrm>
                <a:off x="3597554" y="1837392"/>
                <a:ext cx="66502" cy="5363"/>
              </a:xfrm>
              <a:custGeom>
                <a:rect b="b" l="l" r="r" t="t"/>
                <a:pathLst>
                  <a:path extrusionOk="0" h="5" w="62">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76" name="Google Shape;1176;p27"/>
              <p:cNvSpPr/>
              <p:nvPr/>
            </p:nvSpPr>
            <p:spPr>
              <a:xfrm>
                <a:off x="3730557" y="1837392"/>
                <a:ext cx="66502" cy="5363"/>
              </a:xfrm>
              <a:custGeom>
                <a:rect b="b" l="l" r="r" t="t"/>
                <a:pathLst>
                  <a:path extrusionOk="0" h="5" w="62">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77" name="Google Shape;1177;p27"/>
              <p:cNvSpPr/>
              <p:nvPr/>
            </p:nvSpPr>
            <p:spPr>
              <a:xfrm>
                <a:off x="3863561" y="1837392"/>
                <a:ext cx="66502" cy="5363"/>
              </a:xfrm>
              <a:custGeom>
                <a:rect b="b" l="l" r="r" t="t"/>
                <a:pathLst>
                  <a:path extrusionOk="0" h="5" w="62">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78" name="Google Shape;1178;p27"/>
              <p:cNvSpPr/>
              <p:nvPr/>
            </p:nvSpPr>
            <p:spPr>
              <a:xfrm>
                <a:off x="3996565" y="1837392"/>
                <a:ext cx="36469" cy="37542"/>
              </a:xfrm>
              <a:custGeom>
                <a:rect b="b" l="l" r="r" t="t"/>
                <a:pathLst>
                  <a:path extrusionOk="0" h="35" w="34">
                    <a:moveTo>
                      <a:pt x="32" y="35"/>
                    </a:moveTo>
                    <a:cubicBezTo>
                      <a:pt x="30" y="35"/>
                      <a:pt x="29" y="20"/>
                      <a:pt x="29" y="3"/>
                    </a:cubicBezTo>
                    <a:cubicBezTo>
                      <a:pt x="34" y="7"/>
                      <a:pt x="31" y="4"/>
                      <a:pt x="32" y="5"/>
                    </a:cubicBezTo>
                    <a:lnTo>
                      <a:pt x="25" y="5"/>
                    </a:lnTo>
                    <a:lnTo>
                      <a:pt x="19" y="5"/>
                    </a:lnTo>
                    <a:cubicBezTo>
                      <a:pt x="15" y="5"/>
                      <a:pt x="12" y="5"/>
                      <a:pt x="9" y="4"/>
                    </a:cubicBezTo>
                    <a:cubicBezTo>
                      <a:pt x="3" y="4"/>
                      <a:pt x="0" y="3"/>
                      <a:pt x="0" y="3"/>
                    </a:cubicBezTo>
                    <a:cubicBezTo>
                      <a:pt x="0" y="2"/>
                      <a:pt x="3" y="1"/>
                      <a:pt x="9" y="1"/>
                    </a:cubicBezTo>
                    <a:cubicBezTo>
                      <a:pt x="12" y="1"/>
                      <a:pt x="15" y="1"/>
                      <a:pt x="19" y="0"/>
                    </a:cubicBezTo>
                    <a:cubicBezTo>
                      <a:pt x="21" y="0"/>
                      <a:pt x="23" y="0"/>
                      <a:pt x="25" y="0"/>
                    </a:cubicBezTo>
                    <a:lnTo>
                      <a:pt x="32" y="0"/>
                    </a:lnTo>
                    <a:cubicBezTo>
                      <a:pt x="33" y="1"/>
                      <a:pt x="29" y="-2"/>
                      <a:pt x="34" y="3"/>
                    </a:cubicBezTo>
                    <a:cubicBezTo>
                      <a:pt x="34" y="20"/>
                      <a:pt x="33" y="35"/>
                      <a:pt x="32" y="35"/>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79" name="Google Shape;1179;p27"/>
              <p:cNvSpPr/>
              <p:nvPr/>
            </p:nvSpPr>
            <p:spPr>
              <a:xfrm>
                <a:off x="4027670" y="1942508"/>
                <a:ext cx="5363" cy="66502"/>
              </a:xfrm>
              <a:custGeom>
                <a:rect b="b" l="l" r="r" t="t"/>
                <a:pathLst>
                  <a:path extrusionOk="0" h="62" w="5">
                    <a:moveTo>
                      <a:pt x="3" y="62"/>
                    </a:moveTo>
                    <a:cubicBezTo>
                      <a:pt x="1" y="62"/>
                      <a:pt x="0" y="48"/>
                      <a:pt x="0" y="31"/>
                    </a:cubicBezTo>
                    <a:cubicBezTo>
                      <a:pt x="0" y="14"/>
                      <a:pt x="1" y="0"/>
                      <a:pt x="3" y="0"/>
                    </a:cubicBezTo>
                    <a:cubicBezTo>
                      <a:pt x="4" y="0"/>
                      <a:pt x="5" y="14"/>
                      <a:pt x="5" y="31"/>
                    </a:cubicBezTo>
                    <a:cubicBezTo>
                      <a:pt x="5" y="48"/>
                      <a:pt x="4" y="62"/>
                      <a:pt x="3" y="62"/>
                    </a:cubicBezTo>
                    <a:close/>
                  </a:path>
                </a:pathLst>
              </a:custGeom>
              <a:solidFill>
                <a:srgbClr val="E8505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80" name="Google Shape;1180;p27"/>
              <p:cNvSpPr/>
              <p:nvPr/>
            </p:nvSpPr>
            <p:spPr>
              <a:xfrm>
                <a:off x="4027670" y="2076585"/>
                <a:ext cx="5363" cy="67575"/>
              </a:xfrm>
              <a:custGeom>
                <a:rect b="b" l="l" r="r" t="t"/>
                <a:pathLst>
                  <a:path extrusionOk="0" h="63" w="5">
                    <a:moveTo>
                      <a:pt x="3" y="63"/>
                    </a:moveTo>
                    <a:cubicBezTo>
                      <a:pt x="1" y="63"/>
                      <a:pt x="0" y="49"/>
                      <a:pt x="0" y="32"/>
                    </a:cubicBezTo>
                    <a:cubicBezTo>
                      <a:pt x="0" y="15"/>
                      <a:pt x="1" y="0"/>
                      <a:pt x="3" y="0"/>
                    </a:cubicBezTo>
                    <a:cubicBezTo>
                      <a:pt x="4" y="0"/>
                      <a:pt x="5" y="15"/>
                      <a:pt x="5" y="32"/>
                    </a:cubicBezTo>
                    <a:cubicBezTo>
                      <a:pt x="5" y="49"/>
                      <a:pt x="4" y="63"/>
                      <a:pt x="3" y="63"/>
                    </a:cubicBezTo>
                    <a:close/>
                  </a:path>
                </a:pathLst>
              </a:custGeom>
              <a:solidFill>
                <a:srgbClr val="E8505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81" name="Google Shape;1181;p27"/>
              <p:cNvSpPr/>
              <p:nvPr/>
            </p:nvSpPr>
            <p:spPr>
              <a:xfrm>
                <a:off x="2824202" y="1829883"/>
                <a:ext cx="21452" cy="20380"/>
              </a:xfrm>
              <a:custGeom>
                <a:rect b="b" l="l" r="r" t="t"/>
                <a:pathLst>
                  <a:path extrusionOk="0" h="19" w="20">
                    <a:moveTo>
                      <a:pt x="0" y="0"/>
                    </a:moveTo>
                    <a:lnTo>
                      <a:pt x="20" y="0"/>
                    </a:lnTo>
                    <a:lnTo>
                      <a:pt x="20" y="19"/>
                    </a:lnTo>
                    <a:lnTo>
                      <a:pt x="0" y="19"/>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82" name="Google Shape;1182;p27"/>
              <p:cNvSpPr/>
              <p:nvPr/>
            </p:nvSpPr>
            <p:spPr>
              <a:xfrm>
                <a:off x="2820984" y="2235332"/>
                <a:ext cx="21452" cy="21452"/>
              </a:xfrm>
              <a:custGeom>
                <a:rect b="b" l="l" r="r" t="t"/>
                <a:pathLst>
                  <a:path extrusionOk="0" h="20" w="20">
                    <a:moveTo>
                      <a:pt x="0" y="0"/>
                    </a:moveTo>
                    <a:lnTo>
                      <a:pt x="20" y="0"/>
                    </a:lnTo>
                    <a:lnTo>
                      <a:pt x="20" y="20"/>
                    </a:lnTo>
                    <a:lnTo>
                      <a:pt x="0" y="20"/>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83" name="Google Shape;1183;p27"/>
              <p:cNvSpPr/>
              <p:nvPr/>
            </p:nvSpPr>
            <p:spPr>
              <a:xfrm>
                <a:off x="3420573" y="2235332"/>
                <a:ext cx="21452" cy="21452"/>
              </a:xfrm>
              <a:custGeom>
                <a:rect b="b" l="l" r="r" t="t"/>
                <a:pathLst>
                  <a:path extrusionOk="0" h="20" w="20">
                    <a:moveTo>
                      <a:pt x="0" y="0"/>
                    </a:moveTo>
                    <a:lnTo>
                      <a:pt x="20" y="0"/>
                    </a:lnTo>
                    <a:lnTo>
                      <a:pt x="20" y="20"/>
                    </a:lnTo>
                    <a:lnTo>
                      <a:pt x="0" y="20"/>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84" name="Google Shape;1184;p27"/>
              <p:cNvSpPr/>
              <p:nvPr/>
            </p:nvSpPr>
            <p:spPr>
              <a:xfrm>
                <a:off x="3420573" y="1825593"/>
                <a:ext cx="21452" cy="20380"/>
              </a:xfrm>
              <a:custGeom>
                <a:rect b="b" l="l" r="r" t="t"/>
                <a:pathLst>
                  <a:path extrusionOk="0" h="19" w="20">
                    <a:moveTo>
                      <a:pt x="0" y="0"/>
                    </a:moveTo>
                    <a:lnTo>
                      <a:pt x="20" y="0"/>
                    </a:lnTo>
                    <a:lnTo>
                      <a:pt x="20" y="19"/>
                    </a:lnTo>
                    <a:lnTo>
                      <a:pt x="0" y="19"/>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85" name="Google Shape;1185;p27"/>
              <p:cNvSpPr/>
              <p:nvPr/>
            </p:nvSpPr>
            <p:spPr>
              <a:xfrm>
                <a:off x="3895739" y="1637885"/>
                <a:ext cx="134076" cy="2145"/>
              </a:xfrm>
              <a:custGeom>
                <a:rect b="b" l="l" r="r" t="t"/>
                <a:pathLst>
                  <a:path extrusionOk="0" h="2" w="125">
                    <a:moveTo>
                      <a:pt x="125" y="0"/>
                    </a:moveTo>
                    <a:cubicBezTo>
                      <a:pt x="125" y="1"/>
                      <a:pt x="96" y="2"/>
                      <a:pt x="62" y="2"/>
                    </a:cubicBezTo>
                    <a:cubicBezTo>
                      <a:pt x="27" y="2"/>
                      <a:pt x="0" y="2"/>
                      <a:pt x="0" y="1"/>
                    </a:cubicBezTo>
                    <a:cubicBezTo>
                      <a:pt x="0" y="1"/>
                      <a:pt x="27" y="0"/>
                      <a:pt x="62" y="0"/>
                    </a:cubicBezTo>
                    <a:cubicBezTo>
                      <a:pt x="96" y="-1"/>
                      <a:pt x="125" y="0"/>
                      <a:pt x="125" y="0"/>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86" name="Google Shape;1186;p27"/>
              <p:cNvSpPr/>
              <p:nvPr/>
            </p:nvSpPr>
            <p:spPr>
              <a:xfrm>
                <a:off x="3895739" y="1672209"/>
                <a:ext cx="134076" cy="2145"/>
              </a:xfrm>
              <a:custGeom>
                <a:rect b="b" l="l" r="r" t="t"/>
                <a:pathLst>
                  <a:path extrusionOk="0" h="2" w="125">
                    <a:moveTo>
                      <a:pt x="125" y="0"/>
                    </a:moveTo>
                    <a:cubicBezTo>
                      <a:pt x="125" y="1"/>
                      <a:pt x="97" y="1"/>
                      <a:pt x="63" y="2"/>
                    </a:cubicBezTo>
                    <a:cubicBezTo>
                      <a:pt x="28" y="2"/>
                      <a:pt x="0" y="2"/>
                      <a:pt x="0" y="2"/>
                    </a:cubicBezTo>
                    <a:cubicBezTo>
                      <a:pt x="0" y="1"/>
                      <a:pt x="28" y="0"/>
                      <a:pt x="63" y="0"/>
                    </a:cubicBezTo>
                    <a:cubicBezTo>
                      <a:pt x="97" y="-1"/>
                      <a:pt x="125" y="0"/>
                      <a:pt x="125" y="0"/>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87" name="Google Shape;1187;p27"/>
              <p:cNvSpPr/>
              <p:nvPr/>
            </p:nvSpPr>
            <p:spPr>
              <a:xfrm>
                <a:off x="3895739" y="1706532"/>
                <a:ext cx="135149" cy="2145"/>
              </a:xfrm>
              <a:custGeom>
                <a:rect b="b" l="l" r="r" t="t"/>
                <a:pathLst>
                  <a:path extrusionOk="0" h="2" w="126">
                    <a:moveTo>
                      <a:pt x="126" y="0"/>
                    </a:moveTo>
                    <a:cubicBezTo>
                      <a:pt x="126" y="1"/>
                      <a:pt x="98" y="1"/>
                      <a:pt x="63" y="2"/>
                    </a:cubicBezTo>
                    <a:cubicBezTo>
                      <a:pt x="28" y="2"/>
                      <a:pt x="0" y="2"/>
                      <a:pt x="0" y="2"/>
                    </a:cubicBezTo>
                    <a:cubicBezTo>
                      <a:pt x="0" y="1"/>
                      <a:pt x="28" y="0"/>
                      <a:pt x="63" y="0"/>
                    </a:cubicBezTo>
                    <a:cubicBezTo>
                      <a:pt x="98" y="-1"/>
                      <a:pt x="126" y="0"/>
                      <a:pt x="126" y="0"/>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88" name="Google Shape;1188;p27"/>
              <p:cNvSpPr/>
              <p:nvPr/>
            </p:nvSpPr>
            <p:spPr>
              <a:xfrm>
                <a:off x="3203906" y="2841360"/>
                <a:ext cx="415100" cy="4290"/>
              </a:xfrm>
              <a:custGeom>
                <a:rect b="b" l="l" r="r" t="t"/>
                <a:pathLst>
                  <a:path extrusionOk="0" h="4" w="387">
                    <a:moveTo>
                      <a:pt x="387" y="2"/>
                    </a:moveTo>
                    <a:cubicBezTo>
                      <a:pt x="387" y="3"/>
                      <a:pt x="300" y="4"/>
                      <a:pt x="193" y="4"/>
                    </a:cubicBezTo>
                    <a:cubicBezTo>
                      <a:pt x="86" y="4"/>
                      <a:pt x="0" y="3"/>
                      <a:pt x="0" y="2"/>
                    </a:cubicBezTo>
                    <a:cubicBezTo>
                      <a:pt x="0" y="1"/>
                      <a:pt x="86" y="0"/>
                      <a:pt x="193" y="0"/>
                    </a:cubicBezTo>
                    <a:cubicBezTo>
                      <a:pt x="300" y="0"/>
                      <a:pt x="387" y="1"/>
                      <a:pt x="387"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89" name="Google Shape;1189;p27"/>
              <p:cNvSpPr/>
              <p:nvPr/>
            </p:nvSpPr>
            <p:spPr>
              <a:xfrm>
                <a:off x="3203906" y="2926097"/>
                <a:ext cx="746537" cy="4290"/>
              </a:xfrm>
              <a:custGeom>
                <a:rect b="b" l="l" r="r" t="t"/>
                <a:pathLst>
                  <a:path extrusionOk="0" h="4" w="696">
                    <a:moveTo>
                      <a:pt x="696" y="2"/>
                    </a:moveTo>
                    <a:cubicBezTo>
                      <a:pt x="696" y="3"/>
                      <a:pt x="540" y="4"/>
                      <a:pt x="348" y="4"/>
                    </a:cubicBezTo>
                    <a:cubicBezTo>
                      <a:pt x="155" y="4"/>
                      <a:pt x="0" y="3"/>
                      <a:pt x="0" y="2"/>
                    </a:cubicBezTo>
                    <a:cubicBezTo>
                      <a:pt x="0" y="1"/>
                      <a:pt x="155" y="0"/>
                      <a:pt x="348" y="0"/>
                    </a:cubicBezTo>
                    <a:cubicBezTo>
                      <a:pt x="540" y="0"/>
                      <a:pt x="696" y="1"/>
                      <a:pt x="696"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90" name="Google Shape;1190;p27"/>
              <p:cNvSpPr/>
              <p:nvPr/>
            </p:nvSpPr>
            <p:spPr>
              <a:xfrm>
                <a:off x="3203906" y="2987236"/>
                <a:ext cx="737956" cy="4290"/>
              </a:xfrm>
              <a:custGeom>
                <a:rect b="b" l="l" r="r" t="t"/>
                <a:pathLst>
                  <a:path extrusionOk="0" h="4" w="688">
                    <a:moveTo>
                      <a:pt x="688" y="2"/>
                    </a:moveTo>
                    <a:cubicBezTo>
                      <a:pt x="688" y="3"/>
                      <a:pt x="534" y="4"/>
                      <a:pt x="344" y="4"/>
                    </a:cubicBezTo>
                    <a:cubicBezTo>
                      <a:pt x="154" y="4"/>
                      <a:pt x="0" y="3"/>
                      <a:pt x="0" y="2"/>
                    </a:cubicBezTo>
                    <a:cubicBezTo>
                      <a:pt x="0" y="1"/>
                      <a:pt x="154" y="0"/>
                      <a:pt x="344" y="0"/>
                    </a:cubicBezTo>
                    <a:cubicBezTo>
                      <a:pt x="534" y="0"/>
                      <a:pt x="688" y="1"/>
                      <a:pt x="688"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91" name="Google Shape;1191;p27"/>
              <p:cNvSpPr/>
              <p:nvPr/>
            </p:nvSpPr>
            <p:spPr>
              <a:xfrm>
                <a:off x="3203906" y="3045157"/>
                <a:ext cx="435480" cy="4290"/>
              </a:xfrm>
              <a:custGeom>
                <a:rect b="b" l="l" r="r" t="t"/>
                <a:pathLst>
                  <a:path extrusionOk="0" h="4" w="406">
                    <a:moveTo>
                      <a:pt x="406" y="2"/>
                    </a:moveTo>
                    <a:cubicBezTo>
                      <a:pt x="406" y="3"/>
                      <a:pt x="315" y="4"/>
                      <a:pt x="203" y="4"/>
                    </a:cubicBezTo>
                    <a:cubicBezTo>
                      <a:pt x="91" y="4"/>
                      <a:pt x="0" y="3"/>
                      <a:pt x="0" y="2"/>
                    </a:cubicBezTo>
                    <a:cubicBezTo>
                      <a:pt x="0" y="1"/>
                      <a:pt x="91" y="0"/>
                      <a:pt x="203" y="0"/>
                    </a:cubicBezTo>
                    <a:cubicBezTo>
                      <a:pt x="315" y="0"/>
                      <a:pt x="406" y="1"/>
                      <a:pt x="406"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92" name="Google Shape;1192;p27"/>
              <p:cNvSpPr/>
              <p:nvPr/>
            </p:nvSpPr>
            <p:spPr>
              <a:xfrm>
                <a:off x="3203906" y="3768101"/>
                <a:ext cx="415100" cy="4290"/>
              </a:xfrm>
              <a:custGeom>
                <a:rect b="b" l="l" r="r" t="t"/>
                <a:pathLst>
                  <a:path extrusionOk="0" h="4" w="387">
                    <a:moveTo>
                      <a:pt x="387" y="2"/>
                    </a:moveTo>
                    <a:cubicBezTo>
                      <a:pt x="387" y="3"/>
                      <a:pt x="300" y="4"/>
                      <a:pt x="193" y="4"/>
                    </a:cubicBezTo>
                    <a:cubicBezTo>
                      <a:pt x="86" y="4"/>
                      <a:pt x="0" y="3"/>
                      <a:pt x="0" y="2"/>
                    </a:cubicBezTo>
                    <a:cubicBezTo>
                      <a:pt x="0" y="1"/>
                      <a:pt x="86" y="0"/>
                      <a:pt x="193" y="0"/>
                    </a:cubicBezTo>
                    <a:cubicBezTo>
                      <a:pt x="300" y="0"/>
                      <a:pt x="387" y="1"/>
                      <a:pt x="387"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93" name="Google Shape;1193;p27"/>
              <p:cNvSpPr/>
              <p:nvPr/>
            </p:nvSpPr>
            <p:spPr>
              <a:xfrm>
                <a:off x="3203906" y="3852837"/>
                <a:ext cx="746537" cy="5363"/>
              </a:xfrm>
              <a:custGeom>
                <a:rect b="b" l="l" r="r" t="t"/>
                <a:pathLst>
                  <a:path extrusionOk="0" h="5" w="696">
                    <a:moveTo>
                      <a:pt x="696" y="3"/>
                    </a:moveTo>
                    <a:cubicBezTo>
                      <a:pt x="696" y="4"/>
                      <a:pt x="540" y="5"/>
                      <a:pt x="348" y="5"/>
                    </a:cubicBezTo>
                    <a:cubicBezTo>
                      <a:pt x="155" y="5"/>
                      <a:pt x="0" y="4"/>
                      <a:pt x="0" y="3"/>
                    </a:cubicBezTo>
                    <a:cubicBezTo>
                      <a:pt x="0" y="1"/>
                      <a:pt x="155" y="0"/>
                      <a:pt x="348" y="0"/>
                    </a:cubicBezTo>
                    <a:cubicBezTo>
                      <a:pt x="540" y="0"/>
                      <a:pt x="696" y="1"/>
                      <a:pt x="696" y="3"/>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94" name="Google Shape;1194;p27"/>
              <p:cNvSpPr/>
              <p:nvPr/>
            </p:nvSpPr>
            <p:spPr>
              <a:xfrm>
                <a:off x="3203906" y="3913976"/>
                <a:ext cx="737956" cy="5363"/>
              </a:xfrm>
              <a:custGeom>
                <a:rect b="b" l="l" r="r" t="t"/>
                <a:pathLst>
                  <a:path extrusionOk="0" h="5" w="688">
                    <a:moveTo>
                      <a:pt x="688" y="2"/>
                    </a:moveTo>
                    <a:cubicBezTo>
                      <a:pt x="688" y="4"/>
                      <a:pt x="534" y="5"/>
                      <a:pt x="344" y="5"/>
                    </a:cubicBezTo>
                    <a:cubicBezTo>
                      <a:pt x="154" y="5"/>
                      <a:pt x="0" y="3"/>
                      <a:pt x="0" y="2"/>
                    </a:cubicBezTo>
                    <a:cubicBezTo>
                      <a:pt x="0" y="0"/>
                      <a:pt x="154" y="0"/>
                      <a:pt x="344" y="0"/>
                    </a:cubicBezTo>
                    <a:cubicBezTo>
                      <a:pt x="534" y="0"/>
                      <a:pt x="688" y="1"/>
                      <a:pt x="688"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95" name="Google Shape;1195;p27"/>
              <p:cNvSpPr/>
              <p:nvPr/>
            </p:nvSpPr>
            <p:spPr>
              <a:xfrm>
                <a:off x="3203906" y="3971898"/>
                <a:ext cx="435480" cy="5363"/>
              </a:xfrm>
              <a:custGeom>
                <a:rect b="b" l="l" r="r" t="t"/>
                <a:pathLst>
                  <a:path extrusionOk="0" h="5" w="406">
                    <a:moveTo>
                      <a:pt x="406" y="3"/>
                    </a:moveTo>
                    <a:cubicBezTo>
                      <a:pt x="406" y="4"/>
                      <a:pt x="315" y="5"/>
                      <a:pt x="203" y="5"/>
                    </a:cubicBezTo>
                    <a:cubicBezTo>
                      <a:pt x="91" y="5"/>
                      <a:pt x="0" y="4"/>
                      <a:pt x="0" y="3"/>
                    </a:cubicBezTo>
                    <a:cubicBezTo>
                      <a:pt x="0" y="1"/>
                      <a:pt x="91" y="0"/>
                      <a:pt x="203" y="0"/>
                    </a:cubicBezTo>
                    <a:cubicBezTo>
                      <a:pt x="315" y="0"/>
                      <a:pt x="406" y="1"/>
                      <a:pt x="406" y="3"/>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96" name="Google Shape;1196;p27"/>
              <p:cNvSpPr/>
              <p:nvPr/>
            </p:nvSpPr>
            <p:spPr>
              <a:xfrm>
                <a:off x="3204978" y="2421967"/>
                <a:ext cx="415100" cy="4290"/>
              </a:xfrm>
              <a:custGeom>
                <a:rect b="b" l="l" r="r" t="t"/>
                <a:pathLst>
                  <a:path extrusionOk="0" h="4" w="387">
                    <a:moveTo>
                      <a:pt x="387" y="2"/>
                    </a:moveTo>
                    <a:cubicBezTo>
                      <a:pt x="387" y="3"/>
                      <a:pt x="300" y="4"/>
                      <a:pt x="193" y="4"/>
                    </a:cubicBezTo>
                    <a:cubicBezTo>
                      <a:pt x="86" y="4"/>
                      <a:pt x="0" y="3"/>
                      <a:pt x="0" y="2"/>
                    </a:cubicBezTo>
                    <a:cubicBezTo>
                      <a:pt x="0" y="1"/>
                      <a:pt x="86" y="0"/>
                      <a:pt x="193" y="0"/>
                    </a:cubicBezTo>
                    <a:cubicBezTo>
                      <a:pt x="300" y="0"/>
                      <a:pt x="387" y="1"/>
                      <a:pt x="387"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97" name="Google Shape;1197;p27"/>
              <p:cNvSpPr/>
              <p:nvPr/>
            </p:nvSpPr>
            <p:spPr>
              <a:xfrm>
                <a:off x="3204978" y="2506704"/>
                <a:ext cx="746537" cy="4290"/>
              </a:xfrm>
              <a:custGeom>
                <a:rect b="b" l="l" r="r" t="t"/>
                <a:pathLst>
                  <a:path extrusionOk="0" h="4" w="696">
                    <a:moveTo>
                      <a:pt x="696" y="2"/>
                    </a:moveTo>
                    <a:cubicBezTo>
                      <a:pt x="696" y="3"/>
                      <a:pt x="540" y="4"/>
                      <a:pt x="348" y="4"/>
                    </a:cubicBezTo>
                    <a:cubicBezTo>
                      <a:pt x="155" y="4"/>
                      <a:pt x="0" y="3"/>
                      <a:pt x="0" y="2"/>
                    </a:cubicBezTo>
                    <a:cubicBezTo>
                      <a:pt x="0" y="1"/>
                      <a:pt x="155" y="0"/>
                      <a:pt x="348" y="0"/>
                    </a:cubicBezTo>
                    <a:cubicBezTo>
                      <a:pt x="540" y="0"/>
                      <a:pt x="696" y="1"/>
                      <a:pt x="696"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98" name="Google Shape;1198;p27"/>
              <p:cNvSpPr/>
              <p:nvPr/>
            </p:nvSpPr>
            <p:spPr>
              <a:xfrm>
                <a:off x="3204978" y="2567843"/>
                <a:ext cx="737956" cy="4290"/>
              </a:xfrm>
              <a:custGeom>
                <a:rect b="b" l="l" r="r" t="t"/>
                <a:pathLst>
                  <a:path extrusionOk="0" h="4" w="688">
                    <a:moveTo>
                      <a:pt x="688" y="2"/>
                    </a:moveTo>
                    <a:cubicBezTo>
                      <a:pt x="688" y="3"/>
                      <a:pt x="534" y="4"/>
                      <a:pt x="344" y="4"/>
                    </a:cubicBezTo>
                    <a:cubicBezTo>
                      <a:pt x="154" y="4"/>
                      <a:pt x="0" y="3"/>
                      <a:pt x="0" y="2"/>
                    </a:cubicBezTo>
                    <a:cubicBezTo>
                      <a:pt x="0" y="1"/>
                      <a:pt x="154" y="0"/>
                      <a:pt x="344" y="0"/>
                    </a:cubicBezTo>
                    <a:cubicBezTo>
                      <a:pt x="534" y="0"/>
                      <a:pt x="688" y="1"/>
                      <a:pt x="688"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99" name="Google Shape;1199;p27"/>
              <p:cNvSpPr/>
              <p:nvPr/>
            </p:nvSpPr>
            <p:spPr>
              <a:xfrm>
                <a:off x="3204978" y="2625764"/>
                <a:ext cx="435480" cy="4290"/>
              </a:xfrm>
              <a:custGeom>
                <a:rect b="b" l="l" r="r" t="t"/>
                <a:pathLst>
                  <a:path extrusionOk="0" h="4" w="406">
                    <a:moveTo>
                      <a:pt x="406" y="2"/>
                    </a:moveTo>
                    <a:cubicBezTo>
                      <a:pt x="406" y="3"/>
                      <a:pt x="315" y="4"/>
                      <a:pt x="203" y="4"/>
                    </a:cubicBezTo>
                    <a:cubicBezTo>
                      <a:pt x="91" y="4"/>
                      <a:pt x="0" y="3"/>
                      <a:pt x="0" y="2"/>
                    </a:cubicBezTo>
                    <a:cubicBezTo>
                      <a:pt x="0" y="1"/>
                      <a:pt x="91" y="0"/>
                      <a:pt x="203" y="0"/>
                    </a:cubicBezTo>
                    <a:cubicBezTo>
                      <a:pt x="315" y="0"/>
                      <a:pt x="406" y="1"/>
                      <a:pt x="406"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00" name="Google Shape;1200;p27"/>
              <p:cNvSpPr/>
              <p:nvPr/>
            </p:nvSpPr>
            <p:spPr>
              <a:xfrm>
                <a:off x="3024780" y="2642926"/>
                <a:ext cx="69720" cy="5363"/>
              </a:xfrm>
              <a:custGeom>
                <a:rect b="b" l="l" r="r" t="t"/>
                <a:pathLst>
                  <a:path extrusionOk="0" h="5" w="65">
                    <a:moveTo>
                      <a:pt x="0" y="3"/>
                    </a:moveTo>
                    <a:cubicBezTo>
                      <a:pt x="0" y="2"/>
                      <a:pt x="15" y="0"/>
                      <a:pt x="33" y="0"/>
                    </a:cubicBezTo>
                    <a:cubicBezTo>
                      <a:pt x="50" y="0"/>
                      <a:pt x="65" y="2"/>
                      <a:pt x="65" y="3"/>
                    </a:cubicBezTo>
                    <a:cubicBezTo>
                      <a:pt x="65" y="4"/>
                      <a:pt x="50" y="5"/>
                      <a:pt x="33" y="5"/>
                    </a:cubicBezTo>
                    <a:cubicBezTo>
                      <a:pt x="15" y="5"/>
                      <a:pt x="0" y="4"/>
                      <a:pt x="0"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01" name="Google Shape;1201;p27"/>
              <p:cNvSpPr/>
              <p:nvPr/>
            </p:nvSpPr>
            <p:spPr>
              <a:xfrm>
                <a:off x="2887486" y="2642926"/>
                <a:ext cx="68647" cy="5363"/>
              </a:xfrm>
              <a:custGeom>
                <a:rect b="b" l="l" r="r" t="t"/>
                <a:pathLst>
                  <a:path extrusionOk="0" h="5" w="64">
                    <a:moveTo>
                      <a:pt x="0" y="3"/>
                    </a:moveTo>
                    <a:cubicBezTo>
                      <a:pt x="0" y="2"/>
                      <a:pt x="14" y="0"/>
                      <a:pt x="32" y="0"/>
                    </a:cubicBezTo>
                    <a:cubicBezTo>
                      <a:pt x="50" y="0"/>
                      <a:pt x="64" y="2"/>
                      <a:pt x="64" y="3"/>
                    </a:cubicBezTo>
                    <a:cubicBezTo>
                      <a:pt x="64" y="4"/>
                      <a:pt x="50" y="5"/>
                      <a:pt x="32" y="5"/>
                    </a:cubicBezTo>
                    <a:cubicBezTo>
                      <a:pt x="14" y="5"/>
                      <a:pt x="0" y="4"/>
                      <a:pt x="0"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02" name="Google Shape;1202;p27"/>
              <p:cNvSpPr/>
              <p:nvPr/>
            </p:nvSpPr>
            <p:spPr>
              <a:xfrm>
                <a:off x="2859598" y="2533519"/>
                <a:ext cx="5363" cy="68647"/>
              </a:xfrm>
              <a:custGeom>
                <a:rect b="b" l="l" r="r" t="t"/>
                <a:pathLst>
                  <a:path extrusionOk="0" h="64" w="5">
                    <a:moveTo>
                      <a:pt x="2" y="0"/>
                    </a:moveTo>
                    <a:cubicBezTo>
                      <a:pt x="4" y="0"/>
                      <a:pt x="5" y="14"/>
                      <a:pt x="5" y="32"/>
                    </a:cubicBezTo>
                    <a:cubicBezTo>
                      <a:pt x="5" y="49"/>
                      <a:pt x="3" y="64"/>
                      <a:pt x="2" y="64"/>
                    </a:cubicBezTo>
                    <a:cubicBezTo>
                      <a:pt x="0" y="64"/>
                      <a:pt x="0" y="49"/>
                      <a:pt x="0" y="32"/>
                    </a:cubicBezTo>
                    <a:cubicBezTo>
                      <a:pt x="0" y="14"/>
                      <a:pt x="1" y="0"/>
                      <a:pt x="2" y="0"/>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03" name="Google Shape;1203;p27"/>
              <p:cNvSpPr/>
              <p:nvPr/>
            </p:nvSpPr>
            <p:spPr>
              <a:xfrm>
                <a:off x="2859598" y="2411241"/>
                <a:ext cx="20380" cy="53631"/>
              </a:xfrm>
              <a:custGeom>
                <a:rect b="b" l="l" r="r" t="t"/>
                <a:pathLst>
                  <a:path extrusionOk="0" h="50" w="19">
                    <a:moveTo>
                      <a:pt x="19" y="3"/>
                    </a:moveTo>
                    <a:cubicBezTo>
                      <a:pt x="19" y="3"/>
                      <a:pt x="12" y="4"/>
                      <a:pt x="2" y="5"/>
                    </a:cubicBezTo>
                    <a:lnTo>
                      <a:pt x="4" y="3"/>
                    </a:lnTo>
                    <a:cubicBezTo>
                      <a:pt x="5" y="7"/>
                      <a:pt x="5" y="12"/>
                      <a:pt x="5" y="18"/>
                    </a:cubicBezTo>
                    <a:cubicBezTo>
                      <a:pt x="5" y="36"/>
                      <a:pt x="3" y="50"/>
                      <a:pt x="2" y="50"/>
                    </a:cubicBezTo>
                    <a:cubicBezTo>
                      <a:pt x="0" y="50"/>
                      <a:pt x="0" y="36"/>
                      <a:pt x="0" y="18"/>
                    </a:cubicBezTo>
                    <a:cubicBezTo>
                      <a:pt x="0" y="12"/>
                      <a:pt x="0" y="7"/>
                      <a:pt x="0" y="3"/>
                    </a:cubicBezTo>
                    <a:lnTo>
                      <a:pt x="0" y="0"/>
                    </a:lnTo>
                    <a:lnTo>
                      <a:pt x="2" y="0"/>
                    </a:lnTo>
                    <a:cubicBezTo>
                      <a:pt x="12" y="1"/>
                      <a:pt x="19" y="2"/>
                      <a:pt x="19"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04" name="Google Shape;1204;p27"/>
              <p:cNvSpPr/>
              <p:nvPr/>
            </p:nvSpPr>
            <p:spPr>
              <a:xfrm>
                <a:off x="2948625" y="2411241"/>
                <a:ext cx="68647" cy="5363"/>
              </a:xfrm>
              <a:custGeom>
                <a:rect b="b" l="l" r="r" t="t"/>
                <a:pathLst>
                  <a:path extrusionOk="0" h="5" w="64">
                    <a:moveTo>
                      <a:pt x="64" y="3"/>
                    </a:moveTo>
                    <a:cubicBezTo>
                      <a:pt x="64" y="4"/>
                      <a:pt x="49" y="5"/>
                      <a:pt x="32" y="5"/>
                    </a:cubicBezTo>
                    <a:cubicBezTo>
                      <a:pt x="14" y="5"/>
                      <a:pt x="0" y="4"/>
                      <a:pt x="0" y="3"/>
                    </a:cubicBezTo>
                    <a:cubicBezTo>
                      <a:pt x="0" y="1"/>
                      <a:pt x="14" y="0"/>
                      <a:pt x="32" y="0"/>
                    </a:cubicBezTo>
                    <a:cubicBezTo>
                      <a:pt x="49" y="0"/>
                      <a:pt x="64" y="1"/>
                      <a:pt x="64"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05" name="Google Shape;1205;p27"/>
              <p:cNvSpPr/>
              <p:nvPr/>
            </p:nvSpPr>
            <p:spPr>
              <a:xfrm>
                <a:off x="3086991" y="2412314"/>
                <a:ext cx="9653" cy="63284"/>
              </a:xfrm>
              <a:custGeom>
                <a:rect b="b" l="l" r="r" t="t"/>
                <a:pathLst>
                  <a:path extrusionOk="0" h="59" w="9">
                    <a:moveTo>
                      <a:pt x="7" y="59"/>
                    </a:moveTo>
                    <a:cubicBezTo>
                      <a:pt x="5" y="59"/>
                      <a:pt x="4" y="44"/>
                      <a:pt x="4" y="27"/>
                    </a:cubicBezTo>
                    <a:cubicBezTo>
                      <a:pt x="4" y="16"/>
                      <a:pt x="5" y="7"/>
                      <a:pt x="5" y="1"/>
                    </a:cubicBezTo>
                    <a:lnTo>
                      <a:pt x="7" y="3"/>
                    </a:lnTo>
                    <a:cubicBezTo>
                      <a:pt x="2" y="3"/>
                      <a:pt x="0" y="2"/>
                      <a:pt x="0" y="1"/>
                    </a:cubicBezTo>
                    <a:cubicBezTo>
                      <a:pt x="0" y="1"/>
                      <a:pt x="2" y="0"/>
                      <a:pt x="7" y="0"/>
                    </a:cubicBezTo>
                    <a:lnTo>
                      <a:pt x="8" y="0"/>
                    </a:lnTo>
                    <a:lnTo>
                      <a:pt x="8" y="1"/>
                    </a:lnTo>
                    <a:cubicBezTo>
                      <a:pt x="9" y="7"/>
                      <a:pt x="9" y="16"/>
                      <a:pt x="9" y="27"/>
                    </a:cubicBezTo>
                    <a:cubicBezTo>
                      <a:pt x="9" y="44"/>
                      <a:pt x="8" y="59"/>
                      <a:pt x="7" y="59"/>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06" name="Google Shape;1206;p27"/>
              <p:cNvSpPr/>
              <p:nvPr/>
            </p:nvSpPr>
            <p:spPr>
              <a:xfrm>
                <a:off x="3091282" y="2544246"/>
                <a:ext cx="5363" cy="68647"/>
              </a:xfrm>
              <a:custGeom>
                <a:rect b="b" l="l" r="r" t="t"/>
                <a:pathLst>
                  <a:path extrusionOk="0" h="64" w="5">
                    <a:moveTo>
                      <a:pt x="3" y="64"/>
                    </a:moveTo>
                    <a:cubicBezTo>
                      <a:pt x="1" y="64"/>
                      <a:pt x="0" y="50"/>
                      <a:pt x="0" y="32"/>
                    </a:cubicBezTo>
                    <a:cubicBezTo>
                      <a:pt x="0" y="14"/>
                      <a:pt x="1" y="0"/>
                      <a:pt x="3" y="0"/>
                    </a:cubicBezTo>
                    <a:cubicBezTo>
                      <a:pt x="4" y="0"/>
                      <a:pt x="5" y="14"/>
                      <a:pt x="5" y="32"/>
                    </a:cubicBezTo>
                    <a:cubicBezTo>
                      <a:pt x="5" y="50"/>
                      <a:pt x="4" y="64"/>
                      <a:pt x="3" y="64"/>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07" name="Google Shape;1207;p27"/>
              <p:cNvSpPr/>
              <p:nvPr/>
            </p:nvSpPr>
            <p:spPr>
              <a:xfrm>
                <a:off x="3078410" y="2634345"/>
                <a:ext cx="25743" cy="25743"/>
              </a:xfrm>
              <a:custGeom>
                <a:rect b="b" l="l" r="r" t="t"/>
                <a:pathLst>
                  <a:path extrusionOk="0" h="24" w="24">
                    <a:moveTo>
                      <a:pt x="0" y="0"/>
                    </a:moveTo>
                    <a:lnTo>
                      <a:pt x="24" y="0"/>
                    </a:lnTo>
                    <a:lnTo>
                      <a:pt x="24" y="24"/>
                    </a:lnTo>
                    <a:lnTo>
                      <a:pt x="0" y="24"/>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08" name="Google Shape;1208;p27"/>
              <p:cNvSpPr/>
              <p:nvPr/>
            </p:nvSpPr>
            <p:spPr>
              <a:xfrm>
                <a:off x="3078410" y="2395152"/>
                <a:ext cx="25743" cy="25743"/>
              </a:xfrm>
              <a:custGeom>
                <a:rect b="b" l="l" r="r" t="t"/>
                <a:pathLst>
                  <a:path extrusionOk="0" h="24" w="24">
                    <a:moveTo>
                      <a:pt x="0" y="0"/>
                    </a:moveTo>
                    <a:lnTo>
                      <a:pt x="24" y="0"/>
                    </a:lnTo>
                    <a:lnTo>
                      <a:pt x="24" y="24"/>
                    </a:lnTo>
                    <a:lnTo>
                      <a:pt x="0" y="24"/>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09" name="Google Shape;1209;p27"/>
              <p:cNvSpPr/>
              <p:nvPr/>
            </p:nvSpPr>
            <p:spPr>
              <a:xfrm>
                <a:off x="2848872" y="2634345"/>
                <a:ext cx="25743" cy="25743"/>
              </a:xfrm>
              <a:custGeom>
                <a:rect b="b" l="l" r="r" t="t"/>
                <a:pathLst>
                  <a:path extrusionOk="0" h="24" w="24">
                    <a:moveTo>
                      <a:pt x="0" y="0"/>
                    </a:moveTo>
                    <a:lnTo>
                      <a:pt x="24" y="0"/>
                    </a:lnTo>
                    <a:lnTo>
                      <a:pt x="24" y="24"/>
                    </a:lnTo>
                    <a:lnTo>
                      <a:pt x="0" y="24"/>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10" name="Google Shape;1210;p27"/>
              <p:cNvSpPr/>
              <p:nvPr/>
            </p:nvSpPr>
            <p:spPr>
              <a:xfrm>
                <a:off x="2848872" y="2401588"/>
                <a:ext cx="25743" cy="24670"/>
              </a:xfrm>
              <a:custGeom>
                <a:rect b="b" l="l" r="r" t="t"/>
                <a:pathLst>
                  <a:path extrusionOk="0" h="23" w="24">
                    <a:moveTo>
                      <a:pt x="0" y="0"/>
                    </a:moveTo>
                    <a:lnTo>
                      <a:pt x="24" y="0"/>
                    </a:lnTo>
                    <a:lnTo>
                      <a:pt x="24" y="23"/>
                    </a:lnTo>
                    <a:lnTo>
                      <a:pt x="0" y="23"/>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11" name="Google Shape;1211;p27"/>
              <p:cNvSpPr/>
              <p:nvPr/>
            </p:nvSpPr>
            <p:spPr>
              <a:xfrm>
                <a:off x="3024780" y="3070900"/>
                <a:ext cx="69720" cy="5363"/>
              </a:xfrm>
              <a:custGeom>
                <a:rect b="b" l="l" r="r" t="t"/>
                <a:pathLst>
                  <a:path extrusionOk="0" h="5" w="65">
                    <a:moveTo>
                      <a:pt x="0" y="2"/>
                    </a:moveTo>
                    <a:cubicBezTo>
                      <a:pt x="0" y="1"/>
                      <a:pt x="15" y="0"/>
                      <a:pt x="33" y="0"/>
                    </a:cubicBezTo>
                    <a:cubicBezTo>
                      <a:pt x="50" y="0"/>
                      <a:pt x="65" y="0"/>
                      <a:pt x="65" y="2"/>
                    </a:cubicBezTo>
                    <a:cubicBezTo>
                      <a:pt x="65" y="3"/>
                      <a:pt x="50" y="5"/>
                      <a:pt x="33" y="5"/>
                    </a:cubicBezTo>
                    <a:cubicBezTo>
                      <a:pt x="15" y="5"/>
                      <a:pt x="0" y="4"/>
                      <a:pt x="0"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12" name="Google Shape;1212;p27"/>
              <p:cNvSpPr/>
              <p:nvPr/>
            </p:nvSpPr>
            <p:spPr>
              <a:xfrm>
                <a:off x="2887486" y="3070900"/>
                <a:ext cx="68647" cy="5363"/>
              </a:xfrm>
              <a:custGeom>
                <a:rect b="b" l="l" r="r" t="t"/>
                <a:pathLst>
                  <a:path extrusionOk="0" h="5" w="64">
                    <a:moveTo>
                      <a:pt x="0" y="2"/>
                    </a:moveTo>
                    <a:cubicBezTo>
                      <a:pt x="0" y="1"/>
                      <a:pt x="14" y="0"/>
                      <a:pt x="32" y="0"/>
                    </a:cubicBezTo>
                    <a:cubicBezTo>
                      <a:pt x="50" y="0"/>
                      <a:pt x="64" y="0"/>
                      <a:pt x="64" y="2"/>
                    </a:cubicBezTo>
                    <a:cubicBezTo>
                      <a:pt x="64" y="3"/>
                      <a:pt x="50" y="5"/>
                      <a:pt x="32" y="5"/>
                    </a:cubicBezTo>
                    <a:cubicBezTo>
                      <a:pt x="14" y="5"/>
                      <a:pt x="0" y="4"/>
                      <a:pt x="0"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13" name="Google Shape;1213;p27"/>
              <p:cNvSpPr/>
              <p:nvPr/>
            </p:nvSpPr>
            <p:spPr>
              <a:xfrm>
                <a:off x="2859598" y="2961493"/>
                <a:ext cx="5363" cy="68647"/>
              </a:xfrm>
              <a:custGeom>
                <a:rect b="b" l="l" r="r" t="t"/>
                <a:pathLst>
                  <a:path extrusionOk="0" h="64" w="5">
                    <a:moveTo>
                      <a:pt x="2" y="0"/>
                    </a:moveTo>
                    <a:cubicBezTo>
                      <a:pt x="4" y="0"/>
                      <a:pt x="5" y="14"/>
                      <a:pt x="5" y="32"/>
                    </a:cubicBezTo>
                    <a:cubicBezTo>
                      <a:pt x="5" y="49"/>
                      <a:pt x="3" y="64"/>
                      <a:pt x="2" y="64"/>
                    </a:cubicBezTo>
                    <a:cubicBezTo>
                      <a:pt x="0" y="64"/>
                      <a:pt x="0" y="49"/>
                      <a:pt x="0" y="32"/>
                    </a:cubicBezTo>
                    <a:cubicBezTo>
                      <a:pt x="0" y="14"/>
                      <a:pt x="1" y="0"/>
                      <a:pt x="2" y="0"/>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14" name="Google Shape;1214;p27"/>
              <p:cNvSpPr/>
              <p:nvPr/>
            </p:nvSpPr>
            <p:spPr>
              <a:xfrm>
                <a:off x="2859598" y="2839215"/>
                <a:ext cx="20380" cy="52558"/>
              </a:xfrm>
              <a:custGeom>
                <a:rect b="b" l="l" r="r" t="t"/>
                <a:pathLst>
                  <a:path extrusionOk="0" h="49" w="19">
                    <a:moveTo>
                      <a:pt x="19" y="2"/>
                    </a:moveTo>
                    <a:cubicBezTo>
                      <a:pt x="19" y="3"/>
                      <a:pt x="12" y="4"/>
                      <a:pt x="2" y="4"/>
                    </a:cubicBezTo>
                    <a:lnTo>
                      <a:pt x="4" y="2"/>
                    </a:lnTo>
                    <a:cubicBezTo>
                      <a:pt x="5" y="6"/>
                      <a:pt x="5" y="12"/>
                      <a:pt x="5" y="17"/>
                    </a:cubicBezTo>
                    <a:cubicBezTo>
                      <a:pt x="5" y="35"/>
                      <a:pt x="3" y="49"/>
                      <a:pt x="2" y="49"/>
                    </a:cubicBezTo>
                    <a:cubicBezTo>
                      <a:pt x="0" y="49"/>
                      <a:pt x="0" y="35"/>
                      <a:pt x="0" y="17"/>
                    </a:cubicBezTo>
                    <a:cubicBezTo>
                      <a:pt x="0" y="12"/>
                      <a:pt x="0" y="6"/>
                      <a:pt x="0" y="2"/>
                    </a:cubicBezTo>
                    <a:lnTo>
                      <a:pt x="0" y="0"/>
                    </a:lnTo>
                    <a:lnTo>
                      <a:pt x="2" y="0"/>
                    </a:lnTo>
                    <a:cubicBezTo>
                      <a:pt x="12" y="0"/>
                      <a:pt x="19" y="1"/>
                      <a:pt x="19"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15" name="Google Shape;1215;p27"/>
              <p:cNvSpPr/>
              <p:nvPr/>
            </p:nvSpPr>
            <p:spPr>
              <a:xfrm>
                <a:off x="2948625" y="2838142"/>
                <a:ext cx="68647" cy="5363"/>
              </a:xfrm>
              <a:custGeom>
                <a:rect b="b" l="l" r="r" t="t"/>
                <a:pathLst>
                  <a:path extrusionOk="0" h="5" w="64">
                    <a:moveTo>
                      <a:pt x="64" y="3"/>
                    </a:moveTo>
                    <a:cubicBezTo>
                      <a:pt x="64" y="4"/>
                      <a:pt x="49" y="5"/>
                      <a:pt x="32" y="5"/>
                    </a:cubicBezTo>
                    <a:cubicBezTo>
                      <a:pt x="14" y="5"/>
                      <a:pt x="0" y="4"/>
                      <a:pt x="0" y="3"/>
                    </a:cubicBezTo>
                    <a:cubicBezTo>
                      <a:pt x="0" y="2"/>
                      <a:pt x="14" y="0"/>
                      <a:pt x="32" y="0"/>
                    </a:cubicBezTo>
                    <a:cubicBezTo>
                      <a:pt x="49" y="0"/>
                      <a:pt x="64" y="2"/>
                      <a:pt x="64" y="3"/>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16" name="Google Shape;1216;p27"/>
              <p:cNvSpPr/>
              <p:nvPr/>
            </p:nvSpPr>
            <p:spPr>
              <a:xfrm>
                <a:off x="3086991" y="2839215"/>
                <a:ext cx="9653" cy="63284"/>
              </a:xfrm>
              <a:custGeom>
                <a:rect b="b" l="l" r="r" t="t"/>
                <a:pathLst>
                  <a:path extrusionOk="0" h="59" w="9">
                    <a:moveTo>
                      <a:pt x="7" y="59"/>
                    </a:moveTo>
                    <a:cubicBezTo>
                      <a:pt x="5" y="59"/>
                      <a:pt x="4" y="45"/>
                      <a:pt x="4" y="27"/>
                    </a:cubicBezTo>
                    <a:cubicBezTo>
                      <a:pt x="4" y="17"/>
                      <a:pt x="5" y="8"/>
                      <a:pt x="5" y="2"/>
                    </a:cubicBezTo>
                    <a:lnTo>
                      <a:pt x="7" y="3"/>
                    </a:lnTo>
                    <a:cubicBezTo>
                      <a:pt x="2" y="3"/>
                      <a:pt x="0" y="3"/>
                      <a:pt x="0" y="2"/>
                    </a:cubicBezTo>
                    <a:cubicBezTo>
                      <a:pt x="0" y="1"/>
                      <a:pt x="2" y="1"/>
                      <a:pt x="7" y="0"/>
                    </a:cubicBezTo>
                    <a:lnTo>
                      <a:pt x="8" y="0"/>
                    </a:lnTo>
                    <a:lnTo>
                      <a:pt x="8" y="2"/>
                    </a:lnTo>
                    <a:cubicBezTo>
                      <a:pt x="9" y="8"/>
                      <a:pt x="9" y="17"/>
                      <a:pt x="9" y="27"/>
                    </a:cubicBezTo>
                    <a:cubicBezTo>
                      <a:pt x="9" y="45"/>
                      <a:pt x="8" y="59"/>
                      <a:pt x="7" y="59"/>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17" name="Google Shape;1217;p27"/>
              <p:cNvSpPr/>
              <p:nvPr/>
            </p:nvSpPr>
            <p:spPr>
              <a:xfrm>
                <a:off x="3091282" y="2971147"/>
                <a:ext cx="5363" cy="69720"/>
              </a:xfrm>
              <a:custGeom>
                <a:rect b="b" l="l" r="r" t="t"/>
                <a:pathLst>
                  <a:path extrusionOk="0" h="65" w="5">
                    <a:moveTo>
                      <a:pt x="3" y="65"/>
                    </a:moveTo>
                    <a:cubicBezTo>
                      <a:pt x="1" y="65"/>
                      <a:pt x="0" y="49"/>
                      <a:pt x="0" y="32"/>
                    </a:cubicBezTo>
                    <a:cubicBezTo>
                      <a:pt x="0" y="14"/>
                      <a:pt x="1" y="0"/>
                      <a:pt x="3" y="0"/>
                    </a:cubicBezTo>
                    <a:cubicBezTo>
                      <a:pt x="4" y="0"/>
                      <a:pt x="5" y="14"/>
                      <a:pt x="5" y="32"/>
                    </a:cubicBezTo>
                    <a:cubicBezTo>
                      <a:pt x="5" y="49"/>
                      <a:pt x="4" y="65"/>
                      <a:pt x="3" y="65"/>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18" name="Google Shape;1218;p27"/>
              <p:cNvSpPr/>
              <p:nvPr/>
            </p:nvSpPr>
            <p:spPr>
              <a:xfrm>
                <a:off x="3078410" y="3062319"/>
                <a:ext cx="25743" cy="25743"/>
              </a:xfrm>
              <a:custGeom>
                <a:rect b="b" l="l" r="r" t="t"/>
                <a:pathLst>
                  <a:path extrusionOk="0" h="24" w="24">
                    <a:moveTo>
                      <a:pt x="0" y="0"/>
                    </a:moveTo>
                    <a:lnTo>
                      <a:pt x="24" y="0"/>
                    </a:lnTo>
                    <a:lnTo>
                      <a:pt x="24" y="24"/>
                    </a:lnTo>
                    <a:lnTo>
                      <a:pt x="0" y="24"/>
                    </a:lnTo>
                    <a:lnTo>
                      <a:pt x="0" y="0"/>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19" name="Google Shape;1219;p27"/>
              <p:cNvSpPr/>
              <p:nvPr/>
            </p:nvSpPr>
            <p:spPr>
              <a:xfrm>
                <a:off x="3078410" y="2822053"/>
                <a:ext cx="25743" cy="25743"/>
              </a:xfrm>
              <a:custGeom>
                <a:rect b="b" l="l" r="r" t="t"/>
                <a:pathLst>
                  <a:path extrusionOk="0" h="24" w="24">
                    <a:moveTo>
                      <a:pt x="0" y="0"/>
                    </a:moveTo>
                    <a:lnTo>
                      <a:pt x="24" y="0"/>
                    </a:lnTo>
                    <a:lnTo>
                      <a:pt x="24" y="24"/>
                    </a:lnTo>
                    <a:lnTo>
                      <a:pt x="0" y="24"/>
                    </a:lnTo>
                    <a:lnTo>
                      <a:pt x="0" y="0"/>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0" name="Google Shape;1220;p27"/>
              <p:cNvSpPr/>
              <p:nvPr/>
            </p:nvSpPr>
            <p:spPr>
              <a:xfrm>
                <a:off x="2848872" y="3062319"/>
                <a:ext cx="25743" cy="25743"/>
              </a:xfrm>
              <a:custGeom>
                <a:rect b="b" l="l" r="r" t="t"/>
                <a:pathLst>
                  <a:path extrusionOk="0" h="24" w="24">
                    <a:moveTo>
                      <a:pt x="0" y="0"/>
                    </a:moveTo>
                    <a:lnTo>
                      <a:pt x="24" y="0"/>
                    </a:lnTo>
                    <a:lnTo>
                      <a:pt x="24" y="24"/>
                    </a:lnTo>
                    <a:lnTo>
                      <a:pt x="0" y="24"/>
                    </a:lnTo>
                    <a:lnTo>
                      <a:pt x="0" y="0"/>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1" name="Google Shape;1221;p27"/>
              <p:cNvSpPr/>
              <p:nvPr/>
            </p:nvSpPr>
            <p:spPr>
              <a:xfrm>
                <a:off x="2848872" y="2828489"/>
                <a:ext cx="25743" cy="25743"/>
              </a:xfrm>
              <a:custGeom>
                <a:rect b="b" l="l" r="r" t="t"/>
                <a:pathLst>
                  <a:path extrusionOk="0" h="24" w="24">
                    <a:moveTo>
                      <a:pt x="0" y="0"/>
                    </a:moveTo>
                    <a:lnTo>
                      <a:pt x="24" y="0"/>
                    </a:lnTo>
                    <a:lnTo>
                      <a:pt x="24" y="24"/>
                    </a:lnTo>
                    <a:lnTo>
                      <a:pt x="0" y="24"/>
                    </a:lnTo>
                    <a:lnTo>
                      <a:pt x="0" y="0"/>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2" name="Google Shape;1222;p27"/>
              <p:cNvSpPr/>
              <p:nvPr/>
            </p:nvSpPr>
            <p:spPr>
              <a:xfrm>
                <a:off x="2860671" y="3414137"/>
                <a:ext cx="5363" cy="68647"/>
              </a:xfrm>
              <a:custGeom>
                <a:rect b="b" l="l" r="r" t="t"/>
                <a:pathLst>
                  <a:path extrusionOk="0" h="64" w="5">
                    <a:moveTo>
                      <a:pt x="3" y="0"/>
                    </a:moveTo>
                    <a:cubicBezTo>
                      <a:pt x="4" y="0"/>
                      <a:pt x="5" y="14"/>
                      <a:pt x="5" y="32"/>
                    </a:cubicBezTo>
                    <a:cubicBezTo>
                      <a:pt x="5" y="49"/>
                      <a:pt x="4" y="64"/>
                      <a:pt x="3" y="64"/>
                    </a:cubicBezTo>
                    <a:cubicBezTo>
                      <a:pt x="1" y="64"/>
                      <a:pt x="0" y="49"/>
                      <a:pt x="0" y="32"/>
                    </a:cubicBezTo>
                    <a:cubicBezTo>
                      <a:pt x="0" y="14"/>
                      <a:pt x="1" y="0"/>
                      <a:pt x="3" y="0"/>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3" name="Google Shape;1223;p27"/>
              <p:cNvSpPr/>
              <p:nvPr/>
            </p:nvSpPr>
            <p:spPr>
              <a:xfrm>
                <a:off x="2860671" y="3291859"/>
                <a:ext cx="20380" cy="52558"/>
              </a:xfrm>
              <a:custGeom>
                <a:rect b="b" l="l" r="r" t="t"/>
                <a:pathLst>
                  <a:path extrusionOk="0" h="49" w="19">
                    <a:moveTo>
                      <a:pt x="19" y="2"/>
                    </a:moveTo>
                    <a:cubicBezTo>
                      <a:pt x="19" y="3"/>
                      <a:pt x="12" y="3"/>
                      <a:pt x="3" y="4"/>
                    </a:cubicBezTo>
                    <a:lnTo>
                      <a:pt x="5" y="2"/>
                    </a:lnTo>
                    <a:cubicBezTo>
                      <a:pt x="5" y="6"/>
                      <a:pt x="5" y="12"/>
                      <a:pt x="5" y="17"/>
                    </a:cubicBezTo>
                    <a:cubicBezTo>
                      <a:pt x="5" y="35"/>
                      <a:pt x="4" y="49"/>
                      <a:pt x="3" y="49"/>
                    </a:cubicBezTo>
                    <a:cubicBezTo>
                      <a:pt x="1" y="49"/>
                      <a:pt x="0" y="35"/>
                      <a:pt x="0" y="17"/>
                    </a:cubicBezTo>
                    <a:cubicBezTo>
                      <a:pt x="0" y="12"/>
                      <a:pt x="0" y="6"/>
                      <a:pt x="0" y="2"/>
                    </a:cubicBezTo>
                    <a:lnTo>
                      <a:pt x="0" y="0"/>
                    </a:lnTo>
                    <a:lnTo>
                      <a:pt x="3" y="0"/>
                    </a:lnTo>
                    <a:cubicBezTo>
                      <a:pt x="13" y="0"/>
                      <a:pt x="19" y="1"/>
                      <a:pt x="19"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4" name="Google Shape;1224;p27"/>
              <p:cNvSpPr/>
              <p:nvPr/>
            </p:nvSpPr>
            <p:spPr>
              <a:xfrm>
                <a:off x="2949697" y="3290786"/>
                <a:ext cx="69720" cy="5363"/>
              </a:xfrm>
              <a:custGeom>
                <a:rect b="b" l="l" r="r" t="t"/>
                <a:pathLst>
                  <a:path extrusionOk="0" h="5" w="65">
                    <a:moveTo>
                      <a:pt x="65" y="3"/>
                    </a:moveTo>
                    <a:cubicBezTo>
                      <a:pt x="65" y="4"/>
                      <a:pt x="50" y="5"/>
                      <a:pt x="33" y="5"/>
                    </a:cubicBezTo>
                    <a:cubicBezTo>
                      <a:pt x="15" y="5"/>
                      <a:pt x="0" y="4"/>
                      <a:pt x="0" y="3"/>
                    </a:cubicBezTo>
                    <a:cubicBezTo>
                      <a:pt x="0" y="2"/>
                      <a:pt x="15" y="0"/>
                      <a:pt x="33" y="0"/>
                    </a:cubicBezTo>
                    <a:cubicBezTo>
                      <a:pt x="50" y="0"/>
                      <a:pt x="65" y="2"/>
                      <a:pt x="65"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5" name="Google Shape;1225;p27"/>
              <p:cNvSpPr/>
              <p:nvPr/>
            </p:nvSpPr>
            <p:spPr>
              <a:xfrm>
                <a:off x="3088064" y="3291859"/>
                <a:ext cx="9653" cy="63284"/>
              </a:xfrm>
              <a:custGeom>
                <a:rect b="b" l="l" r="r" t="t"/>
                <a:pathLst>
                  <a:path extrusionOk="0" h="59" w="9">
                    <a:moveTo>
                      <a:pt x="7" y="59"/>
                    </a:moveTo>
                    <a:cubicBezTo>
                      <a:pt x="6" y="59"/>
                      <a:pt x="4" y="45"/>
                      <a:pt x="4" y="27"/>
                    </a:cubicBezTo>
                    <a:cubicBezTo>
                      <a:pt x="4" y="17"/>
                      <a:pt x="5" y="8"/>
                      <a:pt x="5" y="2"/>
                    </a:cubicBezTo>
                    <a:lnTo>
                      <a:pt x="7" y="3"/>
                    </a:lnTo>
                    <a:cubicBezTo>
                      <a:pt x="2" y="3"/>
                      <a:pt x="0" y="2"/>
                      <a:pt x="0" y="2"/>
                    </a:cubicBezTo>
                    <a:cubicBezTo>
                      <a:pt x="0" y="1"/>
                      <a:pt x="2" y="1"/>
                      <a:pt x="7" y="0"/>
                    </a:cubicBezTo>
                    <a:lnTo>
                      <a:pt x="8" y="0"/>
                    </a:lnTo>
                    <a:lnTo>
                      <a:pt x="8" y="2"/>
                    </a:lnTo>
                    <a:cubicBezTo>
                      <a:pt x="9" y="8"/>
                      <a:pt x="9" y="17"/>
                      <a:pt x="9" y="27"/>
                    </a:cubicBezTo>
                    <a:cubicBezTo>
                      <a:pt x="9" y="45"/>
                      <a:pt x="8" y="59"/>
                      <a:pt x="7" y="59"/>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6" name="Google Shape;1226;p27"/>
              <p:cNvSpPr/>
              <p:nvPr/>
            </p:nvSpPr>
            <p:spPr>
              <a:xfrm>
                <a:off x="3092354" y="3423791"/>
                <a:ext cx="5363" cy="69720"/>
              </a:xfrm>
              <a:custGeom>
                <a:rect b="b" l="l" r="r" t="t"/>
                <a:pathLst>
                  <a:path extrusionOk="0" h="65" w="5">
                    <a:moveTo>
                      <a:pt x="3" y="65"/>
                    </a:moveTo>
                    <a:cubicBezTo>
                      <a:pt x="2" y="65"/>
                      <a:pt x="0" y="49"/>
                      <a:pt x="0" y="32"/>
                    </a:cubicBezTo>
                    <a:cubicBezTo>
                      <a:pt x="0" y="14"/>
                      <a:pt x="2" y="0"/>
                      <a:pt x="3" y="0"/>
                    </a:cubicBezTo>
                    <a:cubicBezTo>
                      <a:pt x="4" y="0"/>
                      <a:pt x="5" y="14"/>
                      <a:pt x="5" y="32"/>
                    </a:cubicBezTo>
                    <a:cubicBezTo>
                      <a:pt x="5" y="49"/>
                      <a:pt x="4" y="65"/>
                      <a:pt x="3" y="65"/>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7" name="Google Shape;1227;p27"/>
              <p:cNvSpPr/>
              <p:nvPr/>
            </p:nvSpPr>
            <p:spPr>
              <a:xfrm>
                <a:off x="3080556" y="3514963"/>
                <a:ext cx="25743" cy="25743"/>
              </a:xfrm>
              <a:custGeom>
                <a:rect b="b" l="l" r="r" t="t"/>
                <a:pathLst>
                  <a:path extrusionOk="0" h="24" w="24">
                    <a:moveTo>
                      <a:pt x="0" y="0"/>
                    </a:moveTo>
                    <a:lnTo>
                      <a:pt x="24" y="0"/>
                    </a:lnTo>
                    <a:lnTo>
                      <a:pt x="24" y="24"/>
                    </a:lnTo>
                    <a:lnTo>
                      <a:pt x="0" y="24"/>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8" name="Google Shape;1228;p27"/>
              <p:cNvSpPr/>
              <p:nvPr/>
            </p:nvSpPr>
            <p:spPr>
              <a:xfrm>
                <a:off x="3080556" y="3274697"/>
                <a:ext cx="25743" cy="25743"/>
              </a:xfrm>
              <a:custGeom>
                <a:rect b="b" l="l" r="r" t="t"/>
                <a:pathLst>
                  <a:path extrusionOk="0" h="24" w="24">
                    <a:moveTo>
                      <a:pt x="0" y="0"/>
                    </a:moveTo>
                    <a:lnTo>
                      <a:pt x="24" y="0"/>
                    </a:lnTo>
                    <a:lnTo>
                      <a:pt x="24" y="24"/>
                    </a:lnTo>
                    <a:lnTo>
                      <a:pt x="0" y="24"/>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9" name="Google Shape;1229;p27"/>
              <p:cNvSpPr/>
              <p:nvPr/>
            </p:nvSpPr>
            <p:spPr>
              <a:xfrm>
                <a:off x="2849945" y="3514963"/>
                <a:ext cx="25743" cy="25743"/>
              </a:xfrm>
              <a:custGeom>
                <a:rect b="b" l="l" r="r" t="t"/>
                <a:pathLst>
                  <a:path extrusionOk="0" h="24" w="24">
                    <a:moveTo>
                      <a:pt x="0" y="0"/>
                    </a:moveTo>
                    <a:lnTo>
                      <a:pt x="24" y="0"/>
                    </a:lnTo>
                    <a:lnTo>
                      <a:pt x="24" y="24"/>
                    </a:lnTo>
                    <a:lnTo>
                      <a:pt x="0" y="24"/>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0" name="Google Shape;1230;p27"/>
              <p:cNvSpPr/>
              <p:nvPr/>
            </p:nvSpPr>
            <p:spPr>
              <a:xfrm>
                <a:off x="2849945" y="3281133"/>
                <a:ext cx="25743" cy="25743"/>
              </a:xfrm>
              <a:custGeom>
                <a:rect b="b" l="l" r="r" t="t"/>
                <a:pathLst>
                  <a:path extrusionOk="0" h="24" w="24">
                    <a:moveTo>
                      <a:pt x="0" y="0"/>
                    </a:moveTo>
                    <a:lnTo>
                      <a:pt x="24" y="0"/>
                    </a:lnTo>
                    <a:lnTo>
                      <a:pt x="24" y="24"/>
                    </a:lnTo>
                    <a:lnTo>
                      <a:pt x="0" y="24"/>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1" name="Google Shape;1231;p27"/>
              <p:cNvSpPr/>
              <p:nvPr/>
            </p:nvSpPr>
            <p:spPr>
              <a:xfrm>
                <a:off x="3024780" y="3975116"/>
                <a:ext cx="69720" cy="5363"/>
              </a:xfrm>
              <a:custGeom>
                <a:rect b="b" l="l" r="r" t="t"/>
                <a:pathLst>
                  <a:path extrusionOk="0" h="5" w="65">
                    <a:moveTo>
                      <a:pt x="0" y="2"/>
                    </a:moveTo>
                    <a:cubicBezTo>
                      <a:pt x="0" y="1"/>
                      <a:pt x="15" y="0"/>
                      <a:pt x="33" y="0"/>
                    </a:cubicBezTo>
                    <a:cubicBezTo>
                      <a:pt x="50" y="0"/>
                      <a:pt x="65" y="1"/>
                      <a:pt x="65" y="2"/>
                    </a:cubicBezTo>
                    <a:cubicBezTo>
                      <a:pt x="65" y="3"/>
                      <a:pt x="50" y="5"/>
                      <a:pt x="33" y="5"/>
                    </a:cubicBezTo>
                    <a:cubicBezTo>
                      <a:pt x="15" y="5"/>
                      <a:pt x="0" y="3"/>
                      <a:pt x="0"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2" name="Google Shape;1232;p27"/>
              <p:cNvSpPr/>
              <p:nvPr/>
            </p:nvSpPr>
            <p:spPr>
              <a:xfrm>
                <a:off x="2887486" y="3975116"/>
                <a:ext cx="68647" cy="5363"/>
              </a:xfrm>
              <a:custGeom>
                <a:rect b="b" l="l" r="r" t="t"/>
                <a:pathLst>
                  <a:path extrusionOk="0" h="5" w="64">
                    <a:moveTo>
                      <a:pt x="0" y="2"/>
                    </a:moveTo>
                    <a:cubicBezTo>
                      <a:pt x="0" y="1"/>
                      <a:pt x="14" y="0"/>
                      <a:pt x="32" y="0"/>
                    </a:cubicBezTo>
                    <a:cubicBezTo>
                      <a:pt x="50" y="0"/>
                      <a:pt x="64" y="1"/>
                      <a:pt x="64" y="2"/>
                    </a:cubicBezTo>
                    <a:cubicBezTo>
                      <a:pt x="64" y="3"/>
                      <a:pt x="50" y="5"/>
                      <a:pt x="32" y="5"/>
                    </a:cubicBezTo>
                    <a:cubicBezTo>
                      <a:pt x="14" y="5"/>
                      <a:pt x="0" y="3"/>
                      <a:pt x="0"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3" name="Google Shape;1233;p27"/>
              <p:cNvSpPr/>
              <p:nvPr/>
            </p:nvSpPr>
            <p:spPr>
              <a:xfrm>
                <a:off x="2859598" y="3864636"/>
                <a:ext cx="5363" cy="69720"/>
              </a:xfrm>
              <a:custGeom>
                <a:rect b="b" l="l" r="r" t="t"/>
                <a:pathLst>
                  <a:path extrusionOk="0" h="65" w="5">
                    <a:moveTo>
                      <a:pt x="2" y="0"/>
                    </a:moveTo>
                    <a:cubicBezTo>
                      <a:pt x="4" y="0"/>
                      <a:pt x="5" y="15"/>
                      <a:pt x="5" y="33"/>
                    </a:cubicBezTo>
                    <a:cubicBezTo>
                      <a:pt x="5" y="50"/>
                      <a:pt x="3" y="65"/>
                      <a:pt x="2" y="65"/>
                    </a:cubicBezTo>
                    <a:cubicBezTo>
                      <a:pt x="0" y="65"/>
                      <a:pt x="0" y="50"/>
                      <a:pt x="0" y="33"/>
                    </a:cubicBezTo>
                    <a:cubicBezTo>
                      <a:pt x="0" y="15"/>
                      <a:pt x="1" y="0"/>
                      <a:pt x="2" y="0"/>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4" name="Google Shape;1234;p27"/>
              <p:cNvSpPr/>
              <p:nvPr/>
            </p:nvSpPr>
            <p:spPr>
              <a:xfrm>
                <a:off x="2859598" y="3743430"/>
                <a:ext cx="20380" cy="52558"/>
              </a:xfrm>
              <a:custGeom>
                <a:rect b="b" l="l" r="r" t="t"/>
                <a:pathLst>
                  <a:path extrusionOk="0" h="49" w="19">
                    <a:moveTo>
                      <a:pt x="19" y="2"/>
                    </a:moveTo>
                    <a:cubicBezTo>
                      <a:pt x="19" y="3"/>
                      <a:pt x="12" y="3"/>
                      <a:pt x="2" y="4"/>
                    </a:cubicBezTo>
                    <a:lnTo>
                      <a:pt x="4" y="2"/>
                    </a:lnTo>
                    <a:cubicBezTo>
                      <a:pt x="5" y="6"/>
                      <a:pt x="5" y="11"/>
                      <a:pt x="5" y="17"/>
                    </a:cubicBezTo>
                    <a:cubicBezTo>
                      <a:pt x="5" y="35"/>
                      <a:pt x="3" y="49"/>
                      <a:pt x="2" y="49"/>
                    </a:cubicBezTo>
                    <a:cubicBezTo>
                      <a:pt x="0" y="49"/>
                      <a:pt x="0" y="35"/>
                      <a:pt x="0" y="17"/>
                    </a:cubicBezTo>
                    <a:cubicBezTo>
                      <a:pt x="0" y="11"/>
                      <a:pt x="0" y="6"/>
                      <a:pt x="0" y="2"/>
                    </a:cubicBezTo>
                    <a:lnTo>
                      <a:pt x="0" y="0"/>
                    </a:lnTo>
                    <a:lnTo>
                      <a:pt x="2" y="0"/>
                    </a:lnTo>
                    <a:cubicBezTo>
                      <a:pt x="12" y="0"/>
                      <a:pt x="19" y="1"/>
                      <a:pt x="19"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5" name="Google Shape;1235;p27"/>
              <p:cNvSpPr/>
              <p:nvPr/>
            </p:nvSpPr>
            <p:spPr>
              <a:xfrm>
                <a:off x="2948625" y="3742358"/>
                <a:ext cx="68647" cy="5363"/>
              </a:xfrm>
              <a:custGeom>
                <a:rect b="b" l="l" r="r" t="t"/>
                <a:pathLst>
                  <a:path extrusionOk="0" h="5" w="64">
                    <a:moveTo>
                      <a:pt x="64" y="3"/>
                    </a:moveTo>
                    <a:cubicBezTo>
                      <a:pt x="64" y="4"/>
                      <a:pt x="49" y="5"/>
                      <a:pt x="32" y="5"/>
                    </a:cubicBezTo>
                    <a:cubicBezTo>
                      <a:pt x="14" y="5"/>
                      <a:pt x="0" y="4"/>
                      <a:pt x="0" y="3"/>
                    </a:cubicBezTo>
                    <a:cubicBezTo>
                      <a:pt x="0" y="1"/>
                      <a:pt x="14" y="0"/>
                      <a:pt x="32" y="0"/>
                    </a:cubicBezTo>
                    <a:cubicBezTo>
                      <a:pt x="49" y="0"/>
                      <a:pt x="64" y="1"/>
                      <a:pt x="64" y="3"/>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6" name="Google Shape;1236;p27"/>
              <p:cNvSpPr/>
              <p:nvPr/>
            </p:nvSpPr>
            <p:spPr>
              <a:xfrm>
                <a:off x="3086991" y="3743430"/>
                <a:ext cx="9653" cy="63284"/>
              </a:xfrm>
              <a:custGeom>
                <a:rect b="b" l="l" r="r" t="t"/>
                <a:pathLst>
                  <a:path extrusionOk="0" h="59" w="9">
                    <a:moveTo>
                      <a:pt x="7" y="59"/>
                    </a:moveTo>
                    <a:cubicBezTo>
                      <a:pt x="5" y="59"/>
                      <a:pt x="4" y="45"/>
                      <a:pt x="4" y="27"/>
                    </a:cubicBezTo>
                    <a:cubicBezTo>
                      <a:pt x="4" y="17"/>
                      <a:pt x="5" y="8"/>
                      <a:pt x="5" y="2"/>
                    </a:cubicBezTo>
                    <a:lnTo>
                      <a:pt x="7" y="3"/>
                    </a:lnTo>
                    <a:cubicBezTo>
                      <a:pt x="2" y="3"/>
                      <a:pt x="0" y="2"/>
                      <a:pt x="0" y="2"/>
                    </a:cubicBezTo>
                    <a:cubicBezTo>
                      <a:pt x="0" y="1"/>
                      <a:pt x="2" y="1"/>
                      <a:pt x="7" y="0"/>
                    </a:cubicBezTo>
                    <a:lnTo>
                      <a:pt x="8" y="0"/>
                    </a:lnTo>
                    <a:lnTo>
                      <a:pt x="8" y="2"/>
                    </a:lnTo>
                    <a:cubicBezTo>
                      <a:pt x="9" y="8"/>
                      <a:pt x="9" y="17"/>
                      <a:pt x="9" y="27"/>
                    </a:cubicBezTo>
                    <a:cubicBezTo>
                      <a:pt x="9" y="45"/>
                      <a:pt x="8" y="59"/>
                      <a:pt x="7" y="59"/>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7" name="Google Shape;1237;p27"/>
              <p:cNvSpPr/>
              <p:nvPr/>
            </p:nvSpPr>
            <p:spPr>
              <a:xfrm>
                <a:off x="3091282" y="3875362"/>
                <a:ext cx="5363" cy="68647"/>
              </a:xfrm>
              <a:custGeom>
                <a:rect b="b" l="l" r="r" t="t"/>
                <a:pathLst>
                  <a:path extrusionOk="0" h="64" w="5">
                    <a:moveTo>
                      <a:pt x="3" y="64"/>
                    </a:moveTo>
                    <a:cubicBezTo>
                      <a:pt x="1" y="64"/>
                      <a:pt x="0" y="49"/>
                      <a:pt x="0" y="32"/>
                    </a:cubicBezTo>
                    <a:cubicBezTo>
                      <a:pt x="0" y="14"/>
                      <a:pt x="1" y="0"/>
                      <a:pt x="3" y="0"/>
                    </a:cubicBezTo>
                    <a:cubicBezTo>
                      <a:pt x="4" y="0"/>
                      <a:pt x="5" y="14"/>
                      <a:pt x="5" y="32"/>
                    </a:cubicBezTo>
                    <a:cubicBezTo>
                      <a:pt x="5" y="50"/>
                      <a:pt x="4" y="64"/>
                      <a:pt x="3" y="64"/>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8" name="Google Shape;1238;p27"/>
              <p:cNvSpPr/>
              <p:nvPr/>
            </p:nvSpPr>
            <p:spPr>
              <a:xfrm>
                <a:off x="3078410" y="3966535"/>
                <a:ext cx="25743" cy="24670"/>
              </a:xfrm>
              <a:custGeom>
                <a:rect b="b" l="l" r="r" t="t"/>
                <a:pathLst>
                  <a:path extrusionOk="0" h="23" w="24">
                    <a:moveTo>
                      <a:pt x="0" y="0"/>
                    </a:moveTo>
                    <a:lnTo>
                      <a:pt x="24" y="0"/>
                    </a:lnTo>
                    <a:lnTo>
                      <a:pt x="24" y="23"/>
                    </a:lnTo>
                    <a:lnTo>
                      <a:pt x="0" y="23"/>
                    </a:lnTo>
                    <a:lnTo>
                      <a:pt x="0" y="0"/>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9" name="Google Shape;1239;p27"/>
              <p:cNvSpPr/>
              <p:nvPr/>
            </p:nvSpPr>
            <p:spPr>
              <a:xfrm>
                <a:off x="3078410" y="3726269"/>
                <a:ext cx="25743" cy="25743"/>
              </a:xfrm>
              <a:custGeom>
                <a:rect b="b" l="l" r="r" t="t"/>
                <a:pathLst>
                  <a:path extrusionOk="0" h="24" w="24">
                    <a:moveTo>
                      <a:pt x="0" y="0"/>
                    </a:moveTo>
                    <a:lnTo>
                      <a:pt x="24" y="0"/>
                    </a:lnTo>
                    <a:lnTo>
                      <a:pt x="24" y="24"/>
                    </a:lnTo>
                    <a:lnTo>
                      <a:pt x="0" y="24"/>
                    </a:lnTo>
                    <a:lnTo>
                      <a:pt x="0" y="0"/>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40" name="Google Shape;1240;p27"/>
              <p:cNvSpPr/>
              <p:nvPr/>
            </p:nvSpPr>
            <p:spPr>
              <a:xfrm>
                <a:off x="2848872" y="3966535"/>
                <a:ext cx="25743" cy="24670"/>
              </a:xfrm>
              <a:custGeom>
                <a:rect b="b" l="l" r="r" t="t"/>
                <a:pathLst>
                  <a:path extrusionOk="0" h="23" w="24">
                    <a:moveTo>
                      <a:pt x="0" y="0"/>
                    </a:moveTo>
                    <a:lnTo>
                      <a:pt x="24" y="0"/>
                    </a:lnTo>
                    <a:lnTo>
                      <a:pt x="24" y="23"/>
                    </a:lnTo>
                    <a:lnTo>
                      <a:pt x="0" y="23"/>
                    </a:lnTo>
                    <a:lnTo>
                      <a:pt x="0" y="0"/>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41" name="Google Shape;1241;p27"/>
              <p:cNvSpPr/>
              <p:nvPr/>
            </p:nvSpPr>
            <p:spPr>
              <a:xfrm>
                <a:off x="2848872" y="3732704"/>
                <a:ext cx="25743" cy="25743"/>
              </a:xfrm>
              <a:custGeom>
                <a:rect b="b" l="l" r="r" t="t"/>
                <a:pathLst>
                  <a:path extrusionOk="0" h="24" w="24">
                    <a:moveTo>
                      <a:pt x="0" y="0"/>
                    </a:moveTo>
                    <a:lnTo>
                      <a:pt x="24" y="0"/>
                    </a:lnTo>
                    <a:lnTo>
                      <a:pt x="24" y="24"/>
                    </a:lnTo>
                    <a:lnTo>
                      <a:pt x="0" y="24"/>
                    </a:lnTo>
                    <a:lnTo>
                      <a:pt x="0" y="0"/>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42" name="Google Shape;1242;p27"/>
              <p:cNvSpPr/>
              <p:nvPr/>
            </p:nvSpPr>
            <p:spPr>
              <a:xfrm>
                <a:off x="3024780" y="4441704"/>
                <a:ext cx="69720" cy="5363"/>
              </a:xfrm>
              <a:custGeom>
                <a:rect b="b" l="l" r="r" t="t"/>
                <a:pathLst>
                  <a:path extrusionOk="0" h="5" w="65">
                    <a:moveTo>
                      <a:pt x="0" y="3"/>
                    </a:moveTo>
                    <a:cubicBezTo>
                      <a:pt x="0" y="1"/>
                      <a:pt x="15" y="0"/>
                      <a:pt x="33" y="0"/>
                    </a:cubicBezTo>
                    <a:cubicBezTo>
                      <a:pt x="50" y="0"/>
                      <a:pt x="65" y="1"/>
                      <a:pt x="65" y="3"/>
                    </a:cubicBezTo>
                    <a:cubicBezTo>
                      <a:pt x="65" y="4"/>
                      <a:pt x="50" y="5"/>
                      <a:pt x="33" y="5"/>
                    </a:cubicBezTo>
                    <a:cubicBezTo>
                      <a:pt x="15" y="5"/>
                      <a:pt x="0" y="4"/>
                      <a:pt x="0"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43" name="Google Shape;1243;p27"/>
              <p:cNvSpPr/>
              <p:nvPr/>
            </p:nvSpPr>
            <p:spPr>
              <a:xfrm>
                <a:off x="2887486" y="4441704"/>
                <a:ext cx="68647" cy="5363"/>
              </a:xfrm>
              <a:custGeom>
                <a:rect b="b" l="l" r="r" t="t"/>
                <a:pathLst>
                  <a:path extrusionOk="0" h="5" w="64">
                    <a:moveTo>
                      <a:pt x="0" y="3"/>
                    </a:moveTo>
                    <a:cubicBezTo>
                      <a:pt x="0" y="1"/>
                      <a:pt x="14" y="0"/>
                      <a:pt x="32" y="0"/>
                    </a:cubicBezTo>
                    <a:cubicBezTo>
                      <a:pt x="50" y="0"/>
                      <a:pt x="64" y="1"/>
                      <a:pt x="64" y="3"/>
                    </a:cubicBezTo>
                    <a:cubicBezTo>
                      <a:pt x="64" y="4"/>
                      <a:pt x="50" y="5"/>
                      <a:pt x="32" y="5"/>
                    </a:cubicBezTo>
                    <a:cubicBezTo>
                      <a:pt x="14" y="5"/>
                      <a:pt x="0" y="4"/>
                      <a:pt x="0"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44" name="Google Shape;1244;p27"/>
              <p:cNvSpPr/>
              <p:nvPr/>
            </p:nvSpPr>
            <p:spPr>
              <a:xfrm>
                <a:off x="2859598" y="4332297"/>
                <a:ext cx="5363" cy="68647"/>
              </a:xfrm>
              <a:custGeom>
                <a:rect b="b" l="l" r="r" t="t"/>
                <a:pathLst>
                  <a:path extrusionOk="0" h="64" w="5">
                    <a:moveTo>
                      <a:pt x="2" y="0"/>
                    </a:moveTo>
                    <a:cubicBezTo>
                      <a:pt x="4" y="0"/>
                      <a:pt x="5" y="14"/>
                      <a:pt x="5" y="32"/>
                    </a:cubicBezTo>
                    <a:cubicBezTo>
                      <a:pt x="5" y="50"/>
                      <a:pt x="3" y="64"/>
                      <a:pt x="2" y="64"/>
                    </a:cubicBezTo>
                    <a:cubicBezTo>
                      <a:pt x="0" y="64"/>
                      <a:pt x="0" y="50"/>
                      <a:pt x="0" y="32"/>
                    </a:cubicBezTo>
                    <a:cubicBezTo>
                      <a:pt x="0" y="14"/>
                      <a:pt x="1" y="0"/>
                      <a:pt x="2" y="0"/>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45" name="Google Shape;1245;p27"/>
              <p:cNvSpPr/>
              <p:nvPr/>
            </p:nvSpPr>
            <p:spPr>
              <a:xfrm>
                <a:off x="2859598" y="4210019"/>
                <a:ext cx="20380" cy="53631"/>
              </a:xfrm>
              <a:custGeom>
                <a:rect b="b" l="l" r="r" t="t"/>
                <a:pathLst>
                  <a:path extrusionOk="0" h="50" w="19">
                    <a:moveTo>
                      <a:pt x="19" y="2"/>
                    </a:moveTo>
                    <a:cubicBezTo>
                      <a:pt x="19" y="3"/>
                      <a:pt x="12" y="4"/>
                      <a:pt x="2" y="4"/>
                    </a:cubicBezTo>
                    <a:lnTo>
                      <a:pt x="4" y="2"/>
                    </a:lnTo>
                    <a:cubicBezTo>
                      <a:pt x="5" y="7"/>
                      <a:pt x="5" y="12"/>
                      <a:pt x="5" y="17"/>
                    </a:cubicBezTo>
                    <a:cubicBezTo>
                      <a:pt x="5" y="35"/>
                      <a:pt x="3" y="50"/>
                      <a:pt x="2" y="50"/>
                    </a:cubicBezTo>
                    <a:cubicBezTo>
                      <a:pt x="0" y="50"/>
                      <a:pt x="0" y="35"/>
                      <a:pt x="0" y="17"/>
                    </a:cubicBezTo>
                    <a:cubicBezTo>
                      <a:pt x="0" y="12"/>
                      <a:pt x="0" y="7"/>
                      <a:pt x="0" y="2"/>
                    </a:cubicBezTo>
                    <a:lnTo>
                      <a:pt x="0" y="0"/>
                    </a:lnTo>
                    <a:lnTo>
                      <a:pt x="2" y="0"/>
                    </a:lnTo>
                    <a:cubicBezTo>
                      <a:pt x="12" y="0"/>
                      <a:pt x="19" y="1"/>
                      <a:pt x="19"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46" name="Google Shape;1246;p27"/>
              <p:cNvSpPr/>
              <p:nvPr/>
            </p:nvSpPr>
            <p:spPr>
              <a:xfrm>
                <a:off x="2948625" y="4210019"/>
                <a:ext cx="68647" cy="5363"/>
              </a:xfrm>
              <a:custGeom>
                <a:rect b="b" l="l" r="r" t="t"/>
                <a:pathLst>
                  <a:path extrusionOk="0" h="5" w="64">
                    <a:moveTo>
                      <a:pt x="64" y="2"/>
                    </a:moveTo>
                    <a:cubicBezTo>
                      <a:pt x="64" y="3"/>
                      <a:pt x="49" y="5"/>
                      <a:pt x="32" y="5"/>
                    </a:cubicBezTo>
                    <a:cubicBezTo>
                      <a:pt x="14" y="5"/>
                      <a:pt x="0" y="3"/>
                      <a:pt x="0" y="2"/>
                    </a:cubicBezTo>
                    <a:cubicBezTo>
                      <a:pt x="0" y="1"/>
                      <a:pt x="14" y="0"/>
                      <a:pt x="32" y="0"/>
                    </a:cubicBezTo>
                    <a:cubicBezTo>
                      <a:pt x="49" y="0"/>
                      <a:pt x="64" y="1"/>
                      <a:pt x="64"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47" name="Google Shape;1247;p27"/>
              <p:cNvSpPr/>
              <p:nvPr/>
            </p:nvSpPr>
            <p:spPr>
              <a:xfrm>
                <a:off x="3086991" y="4211091"/>
                <a:ext cx="9653" cy="62212"/>
              </a:xfrm>
              <a:custGeom>
                <a:rect b="b" l="l" r="r" t="t"/>
                <a:pathLst>
                  <a:path extrusionOk="0" h="58" w="9">
                    <a:moveTo>
                      <a:pt x="7" y="58"/>
                    </a:moveTo>
                    <a:cubicBezTo>
                      <a:pt x="5" y="58"/>
                      <a:pt x="4" y="44"/>
                      <a:pt x="4" y="26"/>
                    </a:cubicBezTo>
                    <a:cubicBezTo>
                      <a:pt x="4" y="16"/>
                      <a:pt x="5" y="7"/>
                      <a:pt x="5" y="1"/>
                    </a:cubicBezTo>
                    <a:lnTo>
                      <a:pt x="7" y="3"/>
                    </a:lnTo>
                    <a:cubicBezTo>
                      <a:pt x="2" y="2"/>
                      <a:pt x="0" y="2"/>
                      <a:pt x="0" y="1"/>
                    </a:cubicBezTo>
                    <a:cubicBezTo>
                      <a:pt x="0" y="0"/>
                      <a:pt x="2" y="0"/>
                      <a:pt x="7" y="0"/>
                    </a:cubicBezTo>
                    <a:lnTo>
                      <a:pt x="8" y="0"/>
                    </a:lnTo>
                    <a:lnTo>
                      <a:pt x="8" y="1"/>
                    </a:lnTo>
                    <a:cubicBezTo>
                      <a:pt x="9" y="7"/>
                      <a:pt x="9" y="16"/>
                      <a:pt x="9" y="26"/>
                    </a:cubicBezTo>
                    <a:cubicBezTo>
                      <a:pt x="9" y="44"/>
                      <a:pt x="8" y="58"/>
                      <a:pt x="7" y="58"/>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48" name="Google Shape;1248;p27"/>
              <p:cNvSpPr/>
              <p:nvPr/>
            </p:nvSpPr>
            <p:spPr>
              <a:xfrm>
                <a:off x="3091282" y="4343023"/>
                <a:ext cx="5363" cy="68647"/>
              </a:xfrm>
              <a:custGeom>
                <a:rect b="b" l="l" r="r" t="t"/>
                <a:pathLst>
                  <a:path extrusionOk="0" h="64" w="5">
                    <a:moveTo>
                      <a:pt x="3" y="64"/>
                    </a:moveTo>
                    <a:cubicBezTo>
                      <a:pt x="1" y="64"/>
                      <a:pt x="0" y="49"/>
                      <a:pt x="0" y="32"/>
                    </a:cubicBezTo>
                    <a:cubicBezTo>
                      <a:pt x="0" y="14"/>
                      <a:pt x="1" y="0"/>
                      <a:pt x="3" y="0"/>
                    </a:cubicBezTo>
                    <a:cubicBezTo>
                      <a:pt x="4" y="0"/>
                      <a:pt x="5" y="14"/>
                      <a:pt x="5" y="32"/>
                    </a:cubicBezTo>
                    <a:cubicBezTo>
                      <a:pt x="5" y="50"/>
                      <a:pt x="4" y="64"/>
                      <a:pt x="3" y="64"/>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49" name="Google Shape;1249;p27"/>
              <p:cNvSpPr/>
              <p:nvPr/>
            </p:nvSpPr>
            <p:spPr>
              <a:xfrm>
                <a:off x="3078410" y="4433123"/>
                <a:ext cx="25743" cy="25743"/>
              </a:xfrm>
              <a:custGeom>
                <a:rect b="b" l="l" r="r" t="t"/>
                <a:pathLst>
                  <a:path extrusionOk="0" h="24" w="24">
                    <a:moveTo>
                      <a:pt x="0" y="0"/>
                    </a:moveTo>
                    <a:lnTo>
                      <a:pt x="24" y="0"/>
                    </a:lnTo>
                    <a:lnTo>
                      <a:pt x="24" y="24"/>
                    </a:lnTo>
                    <a:lnTo>
                      <a:pt x="0" y="24"/>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50" name="Google Shape;1250;p27"/>
              <p:cNvSpPr/>
              <p:nvPr/>
            </p:nvSpPr>
            <p:spPr>
              <a:xfrm>
                <a:off x="3078410" y="4192857"/>
                <a:ext cx="25743" cy="25743"/>
              </a:xfrm>
              <a:custGeom>
                <a:rect b="b" l="l" r="r" t="t"/>
                <a:pathLst>
                  <a:path extrusionOk="0" h="24" w="24">
                    <a:moveTo>
                      <a:pt x="0" y="0"/>
                    </a:moveTo>
                    <a:lnTo>
                      <a:pt x="24" y="0"/>
                    </a:lnTo>
                    <a:lnTo>
                      <a:pt x="24" y="24"/>
                    </a:lnTo>
                    <a:lnTo>
                      <a:pt x="0" y="24"/>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51" name="Google Shape;1251;p27"/>
              <p:cNvSpPr/>
              <p:nvPr/>
            </p:nvSpPr>
            <p:spPr>
              <a:xfrm>
                <a:off x="2848872" y="4433123"/>
                <a:ext cx="25743" cy="25743"/>
              </a:xfrm>
              <a:custGeom>
                <a:rect b="b" l="l" r="r" t="t"/>
                <a:pathLst>
                  <a:path extrusionOk="0" h="24" w="24">
                    <a:moveTo>
                      <a:pt x="0" y="0"/>
                    </a:moveTo>
                    <a:lnTo>
                      <a:pt x="24" y="0"/>
                    </a:lnTo>
                    <a:lnTo>
                      <a:pt x="24" y="24"/>
                    </a:lnTo>
                    <a:lnTo>
                      <a:pt x="0" y="24"/>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52" name="Google Shape;1252;p27"/>
              <p:cNvSpPr/>
              <p:nvPr/>
            </p:nvSpPr>
            <p:spPr>
              <a:xfrm>
                <a:off x="2848872" y="4199292"/>
                <a:ext cx="25743" cy="25743"/>
              </a:xfrm>
              <a:custGeom>
                <a:rect b="b" l="l" r="r" t="t"/>
                <a:pathLst>
                  <a:path extrusionOk="0" h="24" w="24">
                    <a:moveTo>
                      <a:pt x="0" y="0"/>
                    </a:moveTo>
                    <a:lnTo>
                      <a:pt x="24" y="0"/>
                    </a:lnTo>
                    <a:lnTo>
                      <a:pt x="24" y="24"/>
                    </a:lnTo>
                    <a:lnTo>
                      <a:pt x="0" y="24"/>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53" name="Google Shape;1253;p27"/>
              <p:cNvSpPr/>
              <p:nvPr/>
            </p:nvSpPr>
            <p:spPr>
              <a:xfrm>
                <a:off x="3194252" y="3283278"/>
                <a:ext cx="416173" cy="5363"/>
              </a:xfrm>
              <a:custGeom>
                <a:rect b="b" l="l" r="r" t="t"/>
                <a:pathLst>
                  <a:path extrusionOk="0" h="5" w="388">
                    <a:moveTo>
                      <a:pt x="388" y="3"/>
                    </a:moveTo>
                    <a:cubicBezTo>
                      <a:pt x="388" y="4"/>
                      <a:pt x="301" y="5"/>
                      <a:pt x="194" y="5"/>
                    </a:cubicBezTo>
                    <a:cubicBezTo>
                      <a:pt x="87" y="5"/>
                      <a:pt x="0" y="4"/>
                      <a:pt x="0" y="3"/>
                    </a:cubicBezTo>
                    <a:cubicBezTo>
                      <a:pt x="0" y="1"/>
                      <a:pt x="87" y="0"/>
                      <a:pt x="194" y="0"/>
                    </a:cubicBezTo>
                    <a:cubicBezTo>
                      <a:pt x="301" y="0"/>
                      <a:pt x="388" y="1"/>
                      <a:pt x="388"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54" name="Google Shape;1254;p27"/>
              <p:cNvSpPr/>
              <p:nvPr/>
            </p:nvSpPr>
            <p:spPr>
              <a:xfrm>
                <a:off x="3194252" y="3369087"/>
                <a:ext cx="747609" cy="4290"/>
              </a:xfrm>
              <a:custGeom>
                <a:rect b="b" l="l" r="r" t="t"/>
                <a:pathLst>
                  <a:path extrusionOk="0" h="4" w="697">
                    <a:moveTo>
                      <a:pt x="697" y="2"/>
                    </a:moveTo>
                    <a:cubicBezTo>
                      <a:pt x="697" y="3"/>
                      <a:pt x="540" y="4"/>
                      <a:pt x="348" y="4"/>
                    </a:cubicBezTo>
                    <a:cubicBezTo>
                      <a:pt x="155" y="4"/>
                      <a:pt x="0" y="3"/>
                      <a:pt x="0" y="2"/>
                    </a:cubicBezTo>
                    <a:cubicBezTo>
                      <a:pt x="0" y="1"/>
                      <a:pt x="155" y="0"/>
                      <a:pt x="348" y="0"/>
                    </a:cubicBezTo>
                    <a:cubicBezTo>
                      <a:pt x="540" y="0"/>
                      <a:pt x="697" y="1"/>
                      <a:pt x="697"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55" name="Google Shape;1255;p27"/>
              <p:cNvSpPr/>
              <p:nvPr/>
            </p:nvSpPr>
            <p:spPr>
              <a:xfrm>
                <a:off x="3194252" y="3430227"/>
                <a:ext cx="737956" cy="4290"/>
              </a:xfrm>
              <a:custGeom>
                <a:rect b="b" l="l" r="r" t="t"/>
                <a:pathLst>
                  <a:path extrusionOk="0" h="4" w="688">
                    <a:moveTo>
                      <a:pt x="688" y="2"/>
                    </a:moveTo>
                    <a:cubicBezTo>
                      <a:pt x="688" y="3"/>
                      <a:pt x="534" y="4"/>
                      <a:pt x="344" y="4"/>
                    </a:cubicBezTo>
                    <a:cubicBezTo>
                      <a:pt x="154" y="4"/>
                      <a:pt x="0" y="3"/>
                      <a:pt x="0" y="2"/>
                    </a:cubicBezTo>
                    <a:cubicBezTo>
                      <a:pt x="0" y="1"/>
                      <a:pt x="153" y="0"/>
                      <a:pt x="344" y="0"/>
                    </a:cubicBezTo>
                    <a:cubicBezTo>
                      <a:pt x="534" y="0"/>
                      <a:pt x="688" y="1"/>
                      <a:pt x="688"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56" name="Google Shape;1256;p27"/>
              <p:cNvSpPr/>
              <p:nvPr/>
            </p:nvSpPr>
            <p:spPr>
              <a:xfrm>
                <a:off x="3194252" y="3488148"/>
                <a:ext cx="436552" cy="4290"/>
              </a:xfrm>
              <a:custGeom>
                <a:rect b="b" l="l" r="r" t="t"/>
                <a:pathLst>
                  <a:path extrusionOk="0" h="4" w="407">
                    <a:moveTo>
                      <a:pt x="407" y="2"/>
                    </a:moveTo>
                    <a:cubicBezTo>
                      <a:pt x="407" y="3"/>
                      <a:pt x="316" y="4"/>
                      <a:pt x="204" y="4"/>
                    </a:cubicBezTo>
                    <a:cubicBezTo>
                      <a:pt x="91" y="4"/>
                      <a:pt x="0" y="3"/>
                      <a:pt x="0" y="2"/>
                    </a:cubicBezTo>
                    <a:cubicBezTo>
                      <a:pt x="0" y="1"/>
                      <a:pt x="91" y="0"/>
                      <a:pt x="204" y="0"/>
                    </a:cubicBezTo>
                    <a:cubicBezTo>
                      <a:pt x="316" y="0"/>
                      <a:pt x="407" y="1"/>
                      <a:pt x="407"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57" name="Google Shape;1257;p27"/>
              <p:cNvSpPr/>
              <p:nvPr/>
            </p:nvSpPr>
            <p:spPr>
              <a:xfrm>
                <a:off x="3194252" y="4230398"/>
                <a:ext cx="416173" cy="4290"/>
              </a:xfrm>
              <a:custGeom>
                <a:rect b="b" l="l" r="r" t="t"/>
                <a:pathLst>
                  <a:path extrusionOk="0" h="4" w="388">
                    <a:moveTo>
                      <a:pt x="388" y="2"/>
                    </a:moveTo>
                    <a:cubicBezTo>
                      <a:pt x="388" y="3"/>
                      <a:pt x="301" y="4"/>
                      <a:pt x="194" y="4"/>
                    </a:cubicBezTo>
                    <a:cubicBezTo>
                      <a:pt x="87" y="4"/>
                      <a:pt x="0" y="3"/>
                      <a:pt x="0" y="2"/>
                    </a:cubicBezTo>
                    <a:cubicBezTo>
                      <a:pt x="0" y="1"/>
                      <a:pt x="87" y="0"/>
                      <a:pt x="194" y="0"/>
                    </a:cubicBezTo>
                    <a:cubicBezTo>
                      <a:pt x="301" y="0"/>
                      <a:pt x="388" y="1"/>
                      <a:pt x="388"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58" name="Google Shape;1258;p27"/>
              <p:cNvSpPr/>
              <p:nvPr/>
            </p:nvSpPr>
            <p:spPr>
              <a:xfrm>
                <a:off x="3194252" y="4315135"/>
                <a:ext cx="747609" cy="5363"/>
              </a:xfrm>
              <a:custGeom>
                <a:rect b="b" l="l" r="r" t="t"/>
                <a:pathLst>
                  <a:path extrusionOk="0" h="5" w="697">
                    <a:moveTo>
                      <a:pt x="697" y="3"/>
                    </a:moveTo>
                    <a:cubicBezTo>
                      <a:pt x="697" y="4"/>
                      <a:pt x="540" y="5"/>
                      <a:pt x="348" y="5"/>
                    </a:cubicBezTo>
                    <a:cubicBezTo>
                      <a:pt x="155" y="5"/>
                      <a:pt x="0" y="4"/>
                      <a:pt x="0" y="3"/>
                    </a:cubicBezTo>
                    <a:cubicBezTo>
                      <a:pt x="0" y="1"/>
                      <a:pt x="155" y="0"/>
                      <a:pt x="348" y="0"/>
                    </a:cubicBezTo>
                    <a:cubicBezTo>
                      <a:pt x="540" y="0"/>
                      <a:pt x="697" y="1"/>
                      <a:pt x="697" y="3"/>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59" name="Google Shape;1259;p27"/>
              <p:cNvSpPr/>
              <p:nvPr/>
            </p:nvSpPr>
            <p:spPr>
              <a:xfrm>
                <a:off x="3194252" y="4376274"/>
                <a:ext cx="737956" cy="5363"/>
              </a:xfrm>
              <a:custGeom>
                <a:rect b="b" l="l" r="r" t="t"/>
                <a:pathLst>
                  <a:path extrusionOk="0" h="5" w="688">
                    <a:moveTo>
                      <a:pt x="688" y="2"/>
                    </a:moveTo>
                    <a:cubicBezTo>
                      <a:pt x="688" y="4"/>
                      <a:pt x="534" y="5"/>
                      <a:pt x="344" y="5"/>
                    </a:cubicBezTo>
                    <a:cubicBezTo>
                      <a:pt x="154" y="5"/>
                      <a:pt x="0" y="3"/>
                      <a:pt x="0" y="2"/>
                    </a:cubicBezTo>
                    <a:cubicBezTo>
                      <a:pt x="0" y="0"/>
                      <a:pt x="153" y="0"/>
                      <a:pt x="344" y="0"/>
                    </a:cubicBezTo>
                    <a:cubicBezTo>
                      <a:pt x="534" y="0"/>
                      <a:pt x="688" y="1"/>
                      <a:pt x="688"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60" name="Google Shape;1260;p27"/>
              <p:cNvSpPr/>
              <p:nvPr/>
            </p:nvSpPr>
            <p:spPr>
              <a:xfrm>
                <a:off x="3194252" y="4434195"/>
                <a:ext cx="436552" cy="5363"/>
              </a:xfrm>
              <a:custGeom>
                <a:rect b="b" l="l" r="r" t="t"/>
                <a:pathLst>
                  <a:path extrusionOk="0" h="5" w="407">
                    <a:moveTo>
                      <a:pt x="407" y="2"/>
                    </a:moveTo>
                    <a:cubicBezTo>
                      <a:pt x="407" y="4"/>
                      <a:pt x="316" y="5"/>
                      <a:pt x="204" y="5"/>
                    </a:cubicBezTo>
                    <a:cubicBezTo>
                      <a:pt x="91" y="5"/>
                      <a:pt x="0" y="3"/>
                      <a:pt x="0" y="2"/>
                    </a:cubicBezTo>
                    <a:cubicBezTo>
                      <a:pt x="0" y="0"/>
                      <a:pt x="91" y="0"/>
                      <a:pt x="204" y="0"/>
                    </a:cubicBezTo>
                    <a:cubicBezTo>
                      <a:pt x="316" y="0"/>
                      <a:pt x="407" y="1"/>
                      <a:pt x="407"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61" name="Google Shape;1261;p27"/>
              <p:cNvSpPr/>
              <p:nvPr/>
            </p:nvSpPr>
            <p:spPr>
              <a:xfrm>
                <a:off x="2834928" y="1593908"/>
                <a:ext cx="106188" cy="109407"/>
              </a:xfrm>
              <a:custGeom>
                <a:rect b="b" l="l" r="r" t="t"/>
                <a:pathLst>
                  <a:path extrusionOk="0" h="102" w="99">
                    <a:moveTo>
                      <a:pt x="1" y="101"/>
                    </a:moveTo>
                    <a:cubicBezTo>
                      <a:pt x="1" y="101"/>
                      <a:pt x="2" y="101"/>
                      <a:pt x="4" y="101"/>
                    </a:cubicBezTo>
                    <a:cubicBezTo>
                      <a:pt x="6" y="101"/>
                      <a:pt x="8" y="101"/>
                      <a:pt x="11" y="101"/>
                    </a:cubicBezTo>
                    <a:cubicBezTo>
                      <a:pt x="17" y="101"/>
                      <a:pt x="26" y="101"/>
                      <a:pt x="37" y="100"/>
                    </a:cubicBezTo>
                    <a:lnTo>
                      <a:pt x="36" y="101"/>
                    </a:lnTo>
                    <a:cubicBezTo>
                      <a:pt x="36" y="95"/>
                      <a:pt x="36" y="89"/>
                      <a:pt x="35" y="82"/>
                    </a:cubicBezTo>
                    <a:cubicBezTo>
                      <a:pt x="35" y="79"/>
                      <a:pt x="35" y="75"/>
                      <a:pt x="35" y="71"/>
                    </a:cubicBezTo>
                    <a:cubicBezTo>
                      <a:pt x="36" y="67"/>
                      <a:pt x="40" y="64"/>
                      <a:pt x="44" y="63"/>
                    </a:cubicBezTo>
                    <a:cubicBezTo>
                      <a:pt x="48" y="63"/>
                      <a:pt x="52" y="63"/>
                      <a:pt x="57" y="63"/>
                    </a:cubicBezTo>
                    <a:cubicBezTo>
                      <a:pt x="61" y="64"/>
                      <a:pt x="65" y="68"/>
                      <a:pt x="65" y="73"/>
                    </a:cubicBezTo>
                    <a:cubicBezTo>
                      <a:pt x="65" y="82"/>
                      <a:pt x="65" y="91"/>
                      <a:pt x="66" y="101"/>
                    </a:cubicBezTo>
                    <a:lnTo>
                      <a:pt x="64" y="100"/>
                    </a:lnTo>
                    <a:cubicBezTo>
                      <a:pt x="75" y="100"/>
                      <a:pt x="86" y="99"/>
                      <a:pt x="97" y="99"/>
                    </a:cubicBezTo>
                    <a:lnTo>
                      <a:pt x="96" y="101"/>
                    </a:lnTo>
                    <a:cubicBezTo>
                      <a:pt x="96" y="87"/>
                      <a:pt x="96" y="74"/>
                      <a:pt x="96" y="60"/>
                    </a:cubicBezTo>
                    <a:cubicBezTo>
                      <a:pt x="96" y="56"/>
                      <a:pt x="96" y="53"/>
                      <a:pt x="96" y="49"/>
                    </a:cubicBezTo>
                    <a:cubicBezTo>
                      <a:pt x="96" y="46"/>
                      <a:pt x="94" y="44"/>
                      <a:pt x="91" y="42"/>
                    </a:cubicBezTo>
                    <a:cubicBezTo>
                      <a:pt x="86" y="37"/>
                      <a:pt x="81" y="32"/>
                      <a:pt x="77" y="28"/>
                    </a:cubicBezTo>
                    <a:cubicBezTo>
                      <a:pt x="72" y="23"/>
                      <a:pt x="67" y="18"/>
                      <a:pt x="63" y="14"/>
                    </a:cubicBezTo>
                    <a:cubicBezTo>
                      <a:pt x="61" y="12"/>
                      <a:pt x="58" y="9"/>
                      <a:pt x="56" y="7"/>
                    </a:cubicBezTo>
                    <a:cubicBezTo>
                      <a:pt x="54" y="5"/>
                      <a:pt x="52" y="3"/>
                      <a:pt x="49" y="2"/>
                    </a:cubicBezTo>
                    <a:cubicBezTo>
                      <a:pt x="47" y="2"/>
                      <a:pt x="44" y="2"/>
                      <a:pt x="42" y="4"/>
                    </a:cubicBezTo>
                    <a:cubicBezTo>
                      <a:pt x="40" y="5"/>
                      <a:pt x="38" y="8"/>
                      <a:pt x="36" y="10"/>
                    </a:cubicBezTo>
                    <a:cubicBezTo>
                      <a:pt x="32" y="14"/>
                      <a:pt x="28" y="18"/>
                      <a:pt x="24" y="22"/>
                    </a:cubicBezTo>
                    <a:cubicBezTo>
                      <a:pt x="17" y="29"/>
                      <a:pt x="9" y="36"/>
                      <a:pt x="3" y="43"/>
                    </a:cubicBezTo>
                    <a:cubicBezTo>
                      <a:pt x="1" y="47"/>
                      <a:pt x="2" y="51"/>
                      <a:pt x="2" y="55"/>
                    </a:cubicBezTo>
                    <a:cubicBezTo>
                      <a:pt x="2" y="59"/>
                      <a:pt x="2" y="63"/>
                      <a:pt x="2" y="67"/>
                    </a:cubicBezTo>
                    <a:cubicBezTo>
                      <a:pt x="2" y="74"/>
                      <a:pt x="2" y="80"/>
                      <a:pt x="2" y="85"/>
                    </a:cubicBezTo>
                    <a:lnTo>
                      <a:pt x="2" y="97"/>
                    </a:lnTo>
                    <a:cubicBezTo>
                      <a:pt x="1" y="100"/>
                      <a:pt x="1" y="101"/>
                      <a:pt x="1" y="101"/>
                    </a:cubicBezTo>
                    <a:cubicBezTo>
                      <a:pt x="1" y="101"/>
                      <a:pt x="1" y="100"/>
                      <a:pt x="1" y="97"/>
                    </a:cubicBezTo>
                    <a:cubicBezTo>
                      <a:pt x="1" y="94"/>
                      <a:pt x="1" y="90"/>
                      <a:pt x="1" y="86"/>
                    </a:cubicBezTo>
                    <a:cubicBezTo>
                      <a:pt x="1" y="80"/>
                      <a:pt x="0" y="74"/>
                      <a:pt x="0" y="67"/>
                    </a:cubicBezTo>
                    <a:cubicBezTo>
                      <a:pt x="0" y="63"/>
                      <a:pt x="0" y="59"/>
                      <a:pt x="0" y="55"/>
                    </a:cubicBezTo>
                    <a:cubicBezTo>
                      <a:pt x="0" y="53"/>
                      <a:pt x="0" y="51"/>
                      <a:pt x="0" y="49"/>
                    </a:cubicBezTo>
                    <a:cubicBezTo>
                      <a:pt x="0" y="46"/>
                      <a:pt x="1" y="44"/>
                      <a:pt x="2" y="42"/>
                    </a:cubicBezTo>
                    <a:cubicBezTo>
                      <a:pt x="8" y="34"/>
                      <a:pt x="15" y="28"/>
                      <a:pt x="23" y="20"/>
                    </a:cubicBezTo>
                    <a:lnTo>
                      <a:pt x="34" y="8"/>
                    </a:lnTo>
                    <a:cubicBezTo>
                      <a:pt x="36" y="6"/>
                      <a:pt x="38" y="4"/>
                      <a:pt x="41" y="2"/>
                    </a:cubicBezTo>
                    <a:cubicBezTo>
                      <a:pt x="43" y="0"/>
                      <a:pt x="47" y="-1"/>
                      <a:pt x="50" y="0"/>
                    </a:cubicBezTo>
                    <a:cubicBezTo>
                      <a:pt x="54" y="1"/>
                      <a:pt x="56" y="4"/>
                      <a:pt x="58" y="6"/>
                    </a:cubicBezTo>
                    <a:lnTo>
                      <a:pt x="65" y="12"/>
                    </a:lnTo>
                    <a:cubicBezTo>
                      <a:pt x="69" y="17"/>
                      <a:pt x="74" y="21"/>
                      <a:pt x="79" y="26"/>
                    </a:cubicBezTo>
                    <a:cubicBezTo>
                      <a:pt x="83" y="30"/>
                      <a:pt x="88" y="35"/>
                      <a:pt x="93" y="40"/>
                    </a:cubicBezTo>
                    <a:cubicBezTo>
                      <a:pt x="94" y="41"/>
                      <a:pt x="96" y="42"/>
                      <a:pt x="97" y="44"/>
                    </a:cubicBezTo>
                    <a:cubicBezTo>
                      <a:pt x="98" y="45"/>
                      <a:pt x="98" y="47"/>
                      <a:pt x="98" y="49"/>
                    </a:cubicBezTo>
                    <a:lnTo>
                      <a:pt x="98" y="60"/>
                    </a:lnTo>
                    <a:cubicBezTo>
                      <a:pt x="99" y="74"/>
                      <a:pt x="99" y="87"/>
                      <a:pt x="99" y="101"/>
                    </a:cubicBezTo>
                    <a:lnTo>
                      <a:pt x="99" y="102"/>
                    </a:lnTo>
                    <a:lnTo>
                      <a:pt x="98" y="102"/>
                    </a:lnTo>
                    <a:cubicBezTo>
                      <a:pt x="86" y="102"/>
                      <a:pt x="75" y="102"/>
                      <a:pt x="65" y="102"/>
                    </a:cubicBezTo>
                    <a:lnTo>
                      <a:pt x="64" y="102"/>
                    </a:lnTo>
                    <a:lnTo>
                      <a:pt x="64" y="101"/>
                    </a:lnTo>
                    <a:cubicBezTo>
                      <a:pt x="64" y="91"/>
                      <a:pt x="64" y="82"/>
                      <a:pt x="64" y="74"/>
                    </a:cubicBezTo>
                    <a:cubicBezTo>
                      <a:pt x="64" y="70"/>
                      <a:pt x="61" y="66"/>
                      <a:pt x="57" y="66"/>
                    </a:cubicBezTo>
                    <a:cubicBezTo>
                      <a:pt x="53" y="65"/>
                      <a:pt x="49" y="66"/>
                      <a:pt x="45" y="66"/>
                    </a:cubicBezTo>
                    <a:cubicBezTo>
                      <a:pt x="41" y="66"/>
                      <a:pt x="39" y="69"/>
                      <a:pt x="38" y="72"/>
                    </a:cubicBezTo>
                    <a:cubicBezTo>
                      <a:pt x="38" y="75"/>
                      <a:pt x="38" y="79"/>
                      <a:pt x="38" y="82"/>
                    </a:cubicBezTo>
                    <a:cubicBezTo>
                      <a:pt x="38" y="89"/>
                      <a:pt x="38" y="96"/>
                      <a:pt x="38" y="101"/>
                    </a:cubicBezTo>
                    <a:lnTo>
                      <a:pt x="38" y="102"/>
                    </a:lnTo>
                    <a:lnTo>
                      <a:pt x="37" y="102"/>
                    </a:lnTo>
                    <a:cubicBezTo>
                      <a:pt x="26" y="102"/>
                      <a:pt x="17" y="102"/>
                      <a:pt x="11" y="102"/>
                    </a:cubicBezTo>
                    <a:cubicBezTo>
                      <a:pt x="8" y="102"/>
                      <a:pt x="6" y="102"/>
                      <a:pt x="4" y="102"/>
                    </a:cubicBezTo>
                    <a:cubicBezTo>
                      <a:pt x="2" y="102"/>
                      <a:pt x="1" y="102"/>
                      <a:pt x="1" y="102"/>
                    </a:cubicBezTo>
                    <a:lnTo>
                      <a:pt x="1" y="101"/>
                    </a:lnTo>
                    <a:close/>
                  </a:path>
                </a:pathLst>
              </a:custGeom>
              <a:solidFill>
                <a:schemeClr val="dk2"/>
              </a:solidFill>
              <a:ln cap="flat" cmpd="sng" w="9525">
                <a:solidFill>
                  <a:schemeClr val="dk2"/>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2" name="Google Shape;1262;p27"/>
              <p:cNvSpPr/>
              <p:nvPr/>
            </p:nvSpPr>
            <p:spPr>
              <a:xfrm>
                <a:off x="2372633" y="1999357"/>
                <a:ext cx="451569" cy="501984"/>
              </a:xfrm>
              <a:custGeom>
                <a:rect b="b" l="l" r="r" t="t"/>
                <a:pathLst>
                  <a:path extrusionOk="0" h="468" w="421">
                    <a:moveTo>
                      <a:pt x="421" y="2"/>
                    </a:moveTo>
                    <a:cubicBezTo>
                      <a:pt x="421" y="2"/>
                      <a:pt x="420" y="2"/>
                      <a:pt x="419" y="3"/>
                    </a:cubicBezTo>
                    <a:lnTo>
                      <a:pt x="412" y="3"/>
                    </a:lnTo>
                    <a:cubicBezTo>
                      <a:pt x="406" y="3"/>
                      <a:pt x="398" y="3"/>
                      <a:pt x="387" y="3"/>
                    </a:cubicBezTo>
                    <a:cubicBezTo>
                      <a:pt x="365" y="3"/>
                      <a:pt x="333" y="4"/>
                      <a:pt x="294" y="4"/>
                    </a:cubicBezTo>
                    <a:cubicBezTo>
                      <a:pt x="255" y="4"/>
                      <a:pt x="208" y="4"/>
                      <a:pt x="156" y="4"/>
                    </a:cubicBezTo>
                    <a:cubicBezTo>
                      <a:pt x="130" y="4"/>
                      <a:pt x="103" y="4"/>
                      <a:pt x="75" y="5"/>
                    </a:cubicBezTo>
                    <a:cubicBezTo>
                      <a:pt x="68" y="5"/>
                      <a:pt x="61" y="5"/>
                      <a:pt x="54" y="5"/>
                    </a:cubicBezTo>
                    <a:cubicBezTo>
                      <a:pt x="46" y="5"/>
                      <a:pt x="39" y="4"/>
                      <a:pt x="33" y="6"/>
                    </a:cubicBezTo>
                    <a:cubicBezTo>
                      <a:pt x="20" y="10"/>
                      <a:pt x="8" y="21"/>
                      <a:pt x="6" y="35"/>
                    </a:cubicBezTo>
                    <a:cubicBezTo>
                      <a:pt x="4" y="42"/>
                      <a:pt x="5" y="50"/>
                      <a:pt x="5" y="57"/>
                    </a:cubicBezTo>
                    <a:cubicBezTo>
                      <a:pt x="5" y="64"/>
                      <a:pt x="5" y="72"/>
                      <a:pt x="5" y="79"/>
                    </a:cubicBezTo>
                    <a:cubicBezTo>
                      <a:pt x="5" y="94"/>
                      <a:pt x="5" y="108"/>
                      <a:pt x="5" y="122"/>
                    </a:cubicBezTo>
                    <a:cubicBezTo>
                      <a:pt x="5" y="150"/>
                      <a:pt x="5" y="178"/>
                      <a:pt x="5" y="203"/>
                    </a:cubicBezTo>
                    <a:cubicBezTo>
                      <a:pt x="4" y="255"/>
                      <a:pt x="4" y="302"/>
                      <a:pt x="4" y="341"/>
                    </a:cubicBezTo>
                    <a:cubicBezTo>
                      <a:pt x="4" y="380"/>
                      <a:pt x="4" y="412"/>
                      <a:pt x="3" y="434"/>
                    </a:cubicBezTo>
                    <a:cubicBezTo>
                      <a:pt x="3" y="445"/>
                      <a:pt x="3" y="453"/>
                      <a:pt x="3" y="459"/>
                    </a:cubicBezTo>
                    <a:cubicBezTo>
                      <a:pt x="3" y="462"/>
                      <a:pt x="3" y="464"/>
                      <a:pt x="3" y="466"/>
                    </a:cubicBezTo>
                    <a:cubicBezTo>
                      <a:pt x="3" y="467"/>
                      <a:pt x="3" y="468"/>
                      <a:pt x="2" y="468"/>
                    </a:cubicBezTo>
                    <a:cubicBezTo>
                      <a:pt x="2" y="468"/>
                      <a:pt x="2" y="467"/>
                      <a:pt x="2" y="466"/>
                    </a:cubicBezTo>
                    <a:cubicBezTo>
                      <a:pt x="2" y="464"/>
                      <a:pt x="2" y="462"/>
                      <a:pt x="2" y="459"/>
                    </a:cubicBezTo>
                    <a:cubicBezTo>
                      <a:pt x="2" y="453"/>
                      <a:pt x="2" y="445"/>
                      <a:pt x="2" y="434"/>
                    </a:cubicBezTo>
                    <a:cubicBezTo>
                      <a:pt x="1" y="412"/>
                      <a:pt x="1" y="380"/>
                      <a:pt x="1" y="341"/>
                    </a:cubicBezTo>
                    <a:cubicBezTo>
                      <a:pt x="1" y="302"/>
                      <a:pt x="0" y="255"/>
                      <a:pt x="0" y="203"/>
                    </a:cubicBezTo>
                    <a:cubicBezTo>
                      <a:pt x="0" y="178"/>
                      <a:pt x="0" y="150"/>
                      <a:pt x="0" y="122"/>
                    </a:cubicBezTo>
                    <a:cubicBezTo>
                      <a:pt x="0" y="108"/>
                      <a:pt x="0" y="94"/>
                      <a:pt x="0" y="79"/>
                    </a:cubicBezTo>
                    <a:cubicBezTo>
                      <a:pt x="0" y="72"/>
                      <a:pt x="0" y="64"/>
                      <a:pt x="0" y="57"/>
                    </a:cubicBezTo>
                    <a:cubicBezTo>
                      <a:pt x="0" y="50"/>
                      <a:pt x="0" y="42"/>
                      <a:pt x="1" y="34"/>
                    </a:cubicBezTo>
                    <a:cubicBezTo>
                      <a:pt x="4" y="19"/>
                      <a:pt x="17" y="6"/>
                      <a:pt x="32" y="2"/>
                    </a:cubicBezTo>
                    <a:cubicBezTo>
                      <a:pt x="39" y="-1"/>
                      <a:pt x="47" y="0"/>
                      <a:pt x="54" y="0"/>
                    </a:cubicBezTo>
                    <a:cubicBezTo>
                      <a:pt x="61" y="0"/>
                      <a:pt x="68" y="0"/>
                      <a:pt x="75" y="0"/>
                    </a:cubicBezTo>
                    <a:cubicBezTo>
                      <a:pt x="103" y="0"/>
                      <a:pt x="130" y="0"/>
                      <a:pt x="156" y="0"/>
                    </a:cubicBezTo>
                    <a:cubicBezTo>
                      <a:pt x="208" y="0"/>
                      <a:pt x="255" y="0"/>
                      <a:pt x="294" y="1"/>
                    </a:cubicBezTo>
                    <a:cubicBezTo>
                      <a:pt x="333" y="1"/>
                      <a:pt x="365" y="1"/>
                      <a:pt x="387" y="1"/>
                    </a:cubicBezTo>
                    <a:cubicBezTo>
                      <a:pt x="398" y="2"/>
                      <a:pt x="406" y="2"/>
                      <a:pt x="412" y="2"/>
                    </a:cubicBezTo>
                    <a:lnTo>
                      <a:pt x="419" y="2"/>
                    </a:lnTo>
                    <a:cubicBezTo>
                      <a:pt x="420" y="2"/>
                      <a:pt x="421" y="2"/>
                      <a:pt x="421" y="2"/>
                    </a:cubicBezTo>
                    <a:close/>
                  </a:path>
                </a:pathLst>
              </a:custGeom>
              <a:solidFill>
                <a:schemeClr val="dk2"/>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3" name="Google Shape;1263;p27"/>
              <p:cNvSpPr/>
              <p:nvPr/>
            </p:nvSpPr>
            <p:spPr>
              <a:xfrm>
                <a:off x="2818839" y="1985413"/>
                <a:ext cx="31106" cy="31106"/>
              </a:xfrm>
              <a:custGeom>
                <a:rect b="b" l="l" r="r" t="t"/>
                <a:pathLst>
                  <a:path extrusionOk="0" h="29" w="29">
                    <a:moveTo>
                      <a:pt x="29" y="15"/>
                    </a:moveTo>
                    <a:cubicBezTo>
                      <a:pt x="29" y="22"/>
                      <a:pt x="22" y="29"/>
                      <a:pt x="14" y="29"/>
                    </a:cubicBezTo>
                    <a:cubicBezTo>
                      <a:pt x="6" y="29"/>
                      <a:pt x="0" y="23"/>
                      <a:pt x="0" y="15"/>
                    </a:cubicBezTo>
                    <a:cubicBezTo>
                      <a:pt x="0" y="6"/>
                      <a:pt x="6" y="0"/>
                      <a:pt x="14" y="0"/>
                    </a:cubicBezTo>
                    <a:cubicBezTo>
                      <a:pt x="22" y="0"/>
                      <a:pt x="29" y="6"/>
                      <a:pt x="29" y="15"/>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4" name="Google Shape;1264;p27"/>
              <p:cNvSpPr/>
              <p:nvPr/>
            </p:nvSpPr>
            <p:spPr>
              <a:xfrm>
                <a:off x="3051595" y="2086238"/>
                <a:ext cx="81518" cy="82591"/>
              </a:xfrm>
              <a:custGeom>
                <a:rect b="b" l="l" r="r" t="t"/>
                <a:pathLst>
                  <a:path extrusionOk="0" h="77" w="76">
                    <a:moveTo>
                      <a:pt x="76" y="39"/>
                    </a:moveTo>
                    <a:cubicBezTo>
                      <a:pt x="76" y="39"/>
                      <a:pt x="76" y="35"/>
                      <a:pt x="74" y="30"/>
                    </a:cubicBezTo>
                    <a:cubicBezTo>
                      <a:pt x="72" y="25"/>
                      <a:pt x="69" y="17"/>
                      <a:pt x="60" y="11"/>
                    </a:cubicBezTo>
                    <a:cubicBezTo>
                      <a:pt x="53" y="5"/>
                      <a:pt x="40" y="2"/>
                      <a:pt x="27" y="6"/>
                    </a:cubicBezTo>
                    <a:cubicBezTo>
                      <a:pt x="15" y="10"/>
                      <a:pt x="5" y="23"/>
                      <a:pt x="5" y="39"/>
                    </a:cubicBezTo>
                    <a:cubicBezTo>
                      <a:pt x="5" y="54"/>
                      <a:pt x="15" y="67"/>
                      <a:pt x="27" y="71"/>
                    </a:cubicBezTo>
                    <a:cubicBezTo>
                      <a:pt x="40" y="76"/>
                      <a:pt x="53" y="73"/>
                      <a:pt x="60" y="67"/>
                    </a:cubicBezTo>
                    <a:cubicBezTo>
                      <a:pt x="68" y="61"/>
                      <a:pt x="72" y="53"/>
                      <a:pt x="74" y="47"/>
                    </a:cubicBezTo>
                    <a:cubicBezTo>
                      <a:pt x="76" y="42"/>
                      <a:pt x="76" y="39"/>
                      <a:pt x="76" y="39"/>
                    </a:cubicBezTo>
                    <a:cubicBezTo>
                      <a:pt x="76" y="39"/>
                      <a:pt x="77" y="42"/>
                      <a:pt x="76" y="48"/>
                    </a:cubicBezTo>
                    <a:cubicBezTo>
                      <a:pt x="75" y="54"/>
                      <a:pt x="71" y="62"/>
                      <a:pt x="63" y="69"/>
                    </a:cubicBezTo>
                    <a:cubicBezTo>
                      <a:pt x="54" y="76"/>
                      <a:pt x="40" y="80"/>
                      <a:pt x="26" y="75"/>
                    </a:cubicBezTo>
                    <a:cubicBezTo>
                      <a:pt x="12" y="71"/>
                      <a:pt x="0" y="56"/>
                      <a:pt x="0" y="39"/>
                    </a:cubicBezTo>
                    <a:cubicBezTo>
                      <a:pt x="0" y="21"/>
                      <a:pt x="12" y="7"/>
                      <a:pt x="26" y="2"/>
                    </a:cubicBezTo>
                    <a:cubicBezTo>
                      <a:pt x="40" y="-3"/>
                      <a:pt x="54" y="1"/>
                      <a:pt x="63" y="8"/>
                    </a:cubicBezTo>
                    <a:cubicBezTo>
                      <a:pt x="71" y="15"/>
                      <a:pt x="75" y="24"/>
                      <a:pt x="76" y="30"/>
                    </a:cubicBezTo>
                    <a:cubicBezTo>
                      <a:pt x="77" y="35"/>
                      <a:pt x="76" y="39"/>
                      <a:pt x="76" y="39"/>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265" name="Google Shape;1265;p27"/>
            <p:cNvGrpSpPr/>
            <p:nvPr/>
          </p:nvGrpSpPr>
          <p:grpSpPr>
            <a:xfrm>
              <a:off x="3208196" y="591012"/>
              <a:ext cx="1467330" cy="599592"/>
              <a:chOff x="3208196" y="591012"/>
              <a:chExt cx="1467330" cy="599592"/>
            </a:xfrm>
          </p:grpSpPr>
          <p:sp>
            <p:nvSpPr>
              <p:cNvPr id="1266" name="Google Shape;1266;p27"/>
              <p:cNvSpPr/>
              <p:nvPr/>
            </p:nvSpPr>
            <p:spPr>
              <a:xfrm>
                <a:off x="3208196" y="591012"/>
                <a:ext cx="1467330" cy="599592"/>
              </a:xfrm>
              <a:custGeom>
                <a:rect b="b" l="l" r="r" t="t"/>
                <a:pathLst>
                  <a:path extrusionOk="0" h="559" w="1368">
                    <a:moveTo>
                      <a:pt x="1366" y="557"/>
                    </a:moveTo>
                    <a:cubicBezTo>
                      <a:pt x="1366" y="557"/>
                      <a:pt x="1366" y="553"/>
                      <a:pt x="1366" y="547"/>
                    </a:cubicBezTo>
                    <a:cubicBezTo>
                      <a:pt x="1366" y="540"/>
                      <a:pt x="1366" y="531"/>
                      <a:pt x="1366" y="518"/>
                    </a:cubicBezTo>
                    <a:cubicBezTo>
                      <a:pt x="1366" y="493"/>
                      <a:pt x="1365" y="456"/>
                      <a:pt x="1365" y="408"/>
                    </a:cubicBezTo>
                    <a:cubicBezTo>
                      <a:pt x="1365" y="312"/>
                      <a:pt x="1365" y="174"/>
                      <a:pt x="1364" y="3"/>
                    </a:cubicBezTo>
                    <a:lnTo>
                      <a:pt x="1366" y="4"/>
                    </a:lnTo>
                    <a:cubicBezTo>
                      <a:pt x="1019" y="4"/>
                      <a:pt x="536" y="5"/>
                      <a:pt x="2" y="5"/>
                    </a:cubicBezTo>
                    <a:lnTo>
                      <a:pt x="2" y="5"/>
                    </a:lnTo>
                    <a:lnTo>
                      <a:pt x="4" y="3"/>
                    </a:lnTo>
                    <a:cubicBezTo>
                      <a:pt x="4" y="197"/>
                      <a:pt x="4" y="384"/>
                      <a:pt x="4" y="557"/>
                    </a:cubicBezTo>
                    <a:lnTo>
                      <a:pt x="2" y="555"/>
                    </a:lnTo>
                    <a:cubicBezTo>
                      <a:pt x="398" y="555"/>
                      <a:pt x="738" y="555"/>
                      <a:pt x="980" y="556"/>
                    </a:cubicBezTo>
                    <a:cubicBezTo>
                      <a:pt x="1101" y="556"/>
                      <a:pt x="1198" y="556"/>
                      <a:pt x="1264" y="556"/>
                    </a:cubicBezTo>
                    <a:cubicBezTo>
                      <a:pt x="1297" y="556"/>
                      <a:pt x="1322" y="556"/>
                      <a:pt x="1340" y="556"/>
                    </a:cubicBezTo>
                    <a:cubicBezTo>
                      <a:pt x="1348" y="556"/>
                      <a:pt x="1355" y="556"/>
                      <a:pt x="1359" y="557"/>
                    </a:cubicBezTo>
                    <a:cubicBezTo>
                      <a:pt x="1364" y="557"/>
                      <a:pt x="1366" y="557"/>
                      <a:pt x="1366" y="557"/>
                    </a:cubicBezTo>
                    <a:cubicBezTo>
                      <a:pt x="1366" y="557"/>
                      <a:pt x="1364" y="557"/>
                      <a:pt x="1360" y="557"/>
                    </a:cubicBezTo>
                    <a:cubicBezTo>
                      <a:pt x="1355" y="557"/>
                      <a:pt x="1349" y="557"/>
                      <a:pt x="1340" y="557"/>
                    </a:cubicBezTo>
                    <a:cubicBezTo>
                      <a:pt x="1323" y="557"/>
                      <a:pt x="1298" y="557"/>
                      <a:pt x="1265" y="557"/>
                    </a:cubicBezTo>
                    <a:cubicBezTo>
                      <a:pt x="1199" y="557"/>
                      <a:pt x="1102" y="557"/>
                      <a:pt x="982" y="558"/>
                    </a:cubicBezTo>
                    <a:cubicBezTo>
                      <a:pt x="739" y="558"/>
                      <a:pt x="398" y="558"/>
                      <a:pt x="2" y="559"/>
                    </a:cubicBezTo>
                    <a:lnTo>
                      <a:pt x="0" y="559"/>
                    </a:lnTo>
                    <a:lnTo>
                      <a:pt x="0" y="557"/>
                    </a:lnTo>
                    <a:cubicBezTo>
                      <a:pt x="0" y="384"/>
                      <a:pt x="0" y="197"/>
                      <a:pt x="0" y="3"/>
                    </a:cubicBezTo>
                    <a:lnTo>
                      <a:pt x="0" y="0"/>
                    </a:lnTo>
                    <a:lnTo>
                      <a:pt x="3" y="0"/>
                    </a:lnTo>
                    <a:cubicBezTo>
                      <a:pt x="536" y="1"/>
                      <a:pt x="1019" y="1"/>
                      <a:pt x="1366" y="1"/>
                    </a:cubicBezTo>
                    <a:lnTo>
                      <a:pt x="1368" y="1"/>
                    </a:lnTo>
                    <a:lnTo>
                      <a:pt x="1368" y="3"/>
                    </a:lnTo>
                    <a:cubicBezTo>
                      <a:pt x="1367" y="174"/>
                      <a:pt x="1367" y="313"/>
                      <a:pt x="1367" y="409"/>
                    </a:cubicBezTo>
                    <a:cubicBezTo>
                      <a:pt x="1367" y="456"/>
                      <a:pt x="1366" y="493"/>
                      <a:pt x="1366" y="518"/>
                    </a:cubicBezTo>
                    <a:cubicBezTo>
                      <a:pt x="1366" y="531"/>
                      <a:pt x="1366" y="540"/>
                      <a:pt x="1366" y="547"/>
                    </a:cubicBezTo>
                    <a:cubicBezTo>
                      <a:pt x="1366" y="553"/>
                      <a:pt x="1366" y="557"/>
                      <a:pt x="1366" y="557"/>
                    </a:cubicBez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7" name="Google Shape;1267;p27"/>
              <p:cNvSpPr/>
              <p:nvPr/>
            </p:nvSpPr>
            <p:spPr>
              <a:xfrm>
                <a:off x="3211414" y="671458"/>
                <a:ext cx="1460895" cy="5363"/>
              </a:xfrm>
              <a:custGeom>
                <a:rect b="b" l="l" r="r" t="t"/>
                <a:pathLst>
                  <a:path extrusionOk="0" h="5" w="1362">
                    <a:moveTo>
                      <a:pt x="0" y="3"/>
                    </a:moveTo>
                    <a:cubicBezTo>
                      <a:pt x="0" y="1"/>
                      <a:pt x="305" y="0"/>
                      <a:pt x="681" y="0"/>
                    </a:cubicBezTo>
                    <a:cubicBezTo>
                      <a:pt x="1057" y="0"/>
                      <a:pt x="1362" y="1"/>
                      <a:pt x="1362" y="3"/>
                    </a:cubicBezTo>
                    <a:cubicBezTo>
                      <a:pt x="1362" y="4"/>
                      <a:pt x="1057" y="5"/>
                      <a:pt x="681" y="5"/>
                    </a:cubicBezTo>
                    <a:cubicBezTo>
                      <a:pt x="305" y="5"/>
                      <a:pt x="0" y="4"/>
                      <a:pt x="0" y="3"/>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8" name="Google Shape;1268;p27"/>
              <p:cNvSpPr/>
              <p:nvPr/>
            </p:nvSpPr>
            <p:spPr>
              <a:xfrm>
                <a:off x="3252173" y="627480"/>
                <a:ext cx="21452" cy="21452"/>
              </a:xfrm>
              <a:custGeom>
                <a:rect b="b" l="l" r="r" t="t"/>
                <a:pathLst>
                  <a:path extrusionOk="0" h="20" w="20">
                    <a:moveTo>
                      <a:pt x="20" y="10"/>
                    </a:moveTo>
                    <a:cubicBezTo>
                      <a:pt x="20" y="12"/>
                      <a:pt x="19" y="13"/>
                      <a:pt x="18" y="15"/>
                    </a:cubicBezTo>
                    <a:cubicBezTo>
                      <a:pt x="17" y="16"/>
                      <a:pt x="16" y="18"/>
                      <a:pt x="15" y="19"/>
                    </a:cubicBezTo>
                    <a:cubicBezTo>
                      <a:pt x="13" y="20"/>
                      <a:pt x="11" y="20"/>
                      <a:pt x="10" y="20"/>
                    </a:cubicBezTo>
                    <a:cubicBezTo>
                      <a:pt x="8" y="20"/>
                      <a:pt x="6" y="20"/>
                      <a:pt x="5" y="19"/>
                    </a:cubicBezTo>
                    <a:cubicBezTo>
                      <a:pt x="3" y="18"/>
                      <a:pt x="2" y="16"/>
                      <a:pt x="1" y="15"/>
                    </a:cubicBezTo>
                    <a:cubicBezTo>
                      <a:pt x="0" y="13"/>
                      <a:pt x="0" y="12"/>
                      <a:pt x="0" y="10"/>
                    </a:cubicBezTo>
                    <a:cubicBezTo>
                      <a:pt x="0" y="8"/>
                      <a:pt x="0" y="7"/>
                      <a:pt x="1" y="5"/>
                    </a:cubicBezTo>
                    <a:cubicBezTo>
                      <a:pt x="2" y="4"/>
                      <a:pt x="3" y="3"/>
                      <a:pt x="5" y="2"/>
                    </a:cubicBezTo>
                    <a:cubicBezTo>
                      <a:pt x="6" y="1"/>
                      <a:pt x="8" y="0"/>
                      <a:pt x="10" y="0"/>
                    </a:cubicBezTo>
                    <a:cubicBezTo>
                      <a:pt x="11" y="0"/>
                      <a:pt x="13" y="1"/>
                      <a:pt x="15" y="2"/>
                    </a:cubicBezTo>
                    <a:cubicBezTo>
                      <a:pt x="16" y="2"/>
                      <a:pt x="17" y="4"/>
                      <a:pt x="18" y="5"/>
                    </a:cubicBezTo>
                    <a:cubicBezTo>
                      <a:pt x="19" y="7"/>
                      <a:pt x="20" y="8"/>
                      <a:pt x="20" y="10"/>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9" name="Google Shape;1269;p27"/>
              <p:cNvSpPr/>
              <p:nvPr/>
            </p:nvSpPr>
            <p:spPr>
              <a:xfrm>
                <a:off x="3288642" y="627480"/>
                <a:ext cx="20380" cy="21452"/>
              </a:xfrm>
              <a:custGeom>
                <a:rect b="b" l="l" r="r" t="t"/>
                <a:pathLst>
                  <a:path extrusionOk="0" h="20" w="19">
                    <a:moveTo>
                      <a:pt x="19" y="10"/>
                    </a:moveTo>
                    <a:cubicBezTo>
                      <a:pt x="19" y="16"/>
                      <a:pt x="14" y="20"/>
                      <a:pt x="9" y="20"/>
                    </a:cubicBezTo>
                    <a:cubicBezTo>
                      <a:pt x="3" y="20"/>
                      <a:pt x="0" y="15"/>
                      <a:pt x="0" y="10"/>
                    </a:cubicBezTo>
                    <a:cubicBezTo>
                      <a:pt x="0" y="4"/>
                      <a:pt x="3" y="0"/>
                      <a:pt x="9" y="0"/>
                    </a:cubicBezTo>
                    <a:cubicBezTo>
                      <a:pt x="14" y="0"/>
                      <a:pt x="19" y="5"/>
                      <a:pt x="19" y="10"/>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70" name="Google Shape;1270;p27"/>
              <p:cNvSpPr/>
              <p:nvPr/>
            </p:nvSpPr>
            <p:spPr>
              <a:xfrm>
                <a:off x="3324038" y="627480"/>
                <a:ext cx="21452" cy="21452"/>
              </a:xfrm>
              <a:custGeom>
                <a:rect b="b" l="l" r="r" t="t"/>
                <a:pathLst>
                  <a:path extrusionOk="0" h="20" w="20">
                    <a:moveTo>
                      <a:pt x="20" y="10"/>
                    </a:moveTo>
                    <a:cubicBezTo>
                      <a:pt x="20" y="16"/>
                      <a:pt x="15" y="20"/>
                      <a:pt x="10" y="20"/>
                    </a:cubicBezTo>
                    <a:cubicBezTo>
                      <a:pt x="4" y="20"/>
                      <a:pt x="0" y="15"/>
                      <a:pt x="0" y="10"/>
                    </a:cubicBezTo>
                    <a:cubicBezTo>
                      <a:pt x="0" y="4"/>
                      <a:pt x="4" y="0"/>
                      <a:pt x="10" y="0"/>
                    </a:cubicBezTo>
                    <a:cubicBezTo>
                      <a:pt x="15" y="0"/>
                      <a:pt x="20" y="5"/>
                      <a:pt x="20" y="10"/>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71" name="Google Shape;1271;p27"/>
              <p:cNvSpPr/>
              <p:nvPr/>
            </p:nvSpPr>
            <p:spPr>
              <a:xfrm>
                <a:off x="3334764" y="771211"/>
                <a:ext cx="352889" cy="352890"/>
              </a:xfrm>
              <a:custGeom>
                <a:rect b="b" l="l" r="r" t="t"/>
                <a:pathLst>
                  <a:path extrusionOk="0" h="329" w="329">
                    <a:moveTo>
                      <a:pt x="0" y="0"/>
                    </a:moveTo>
                    <a:lnTo>
                      <a:pt x="329" y="0"/>
                    </a:lnTo>
                    <a:lnTo>
                      <a:pt x="329" y="329"/>
                    </a:lnTo>
                    <a:lnTo>
                      <a:pt x="0" y="32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72" name="Google Shape;1272;p27"/>
              <p:cNvSpPr/>
              <p:nvPr/>
            </p:nvSpPr>
            <p:spPr>
              <a:xfrm>
                <a:off x="3334764" y="771211"/>
                <a:ext cx="352889" cy="352890"/>
              </a:xfrm>
              <a:custGeom>
                <a:rect b="b" l="l" r="r" t="t"/>
                <a:pathLst>
                  <a:path extrusionOk="0" h="329" w="329">
                    <a:moveTo>
                      <a:pt x="0" y="0"/>
                    </a:moveTo>
                    <a:lnTo>
                      <a:pt x="329" y="0"/>
                    </a:lnTo>
                    <a:lnTo>
                      <a:pt x="329" y="329"/>
                    </a:lnTo>
                    <a:lnTo>
                      <a:pt x="0" y="329"/>
                    </a:lnTo>
                    <a:lnTo>
                      <a:pt x="0" y="0"/>
                    </a:ln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73" name="Google Shape;1273;p27"/>
              <p:cNvSpPr/>
              <p:nvPr/>
            </p:nvSpPr>
            <p:spPr>
              <a:xfrm>
                <a:off x="3759518" y="863456"/>
                <a:ext cx="813038" cy="4290"/>
              </a:xfrm>
              <a:custGeom>
                <a:rect b="b" l="l" r="r" t="t"/>
                <a:pathLst>
                  <a:path extrusionOk="0" h="4" w="758">
                    <a:moveTo>
                      <a:pt x="758" y="2"/>
                    </a:moveTo>
                    <a:cubicBezTo>
                      <a:pt x="758" y="3"/>
                      <a:pt x="588" y="4"/>
                      <a:pt x="379" y="4"/>
                    </a:cubicBezTo>
                    <a:cubicBezTo>
                      <a:pt x="170" y="4"/>
                      <a:pt x="0" y="3"/>
                      <a:pt x="0" y="2"/>
                    </a:cubicBezTo>
                    <a:cubicBezTo>
                      <a:pt x="0" y="1"/>
                      <a:pt x="170" y="0"/>
                      <a:pt x="379" y="0"/>
                    </a:cubicBezTo>
                    <a:cubicBezTo>
                      <a:pt x="588" y="0"/>
                      <a:pt x="758" y="1"/>
                      <a:pt x="758"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74" name="Google Shape;1274;p27"/>
              <p:cNvSpPr/>
              <p:nvPr/>
            </p:nvSpPr>
            <p:spPr>
              <a:xfrm>
                <a:off x="3759518" y="935321"/>
                <a:ext cx="813038" cy="4290"/>
              </a:xfrm>
              <a:custGeom>
                <a:rect b="b" l="l" r="r" t="t"/>
                <a:pathLst>
                  <a:path extrusionOk="0" h="4" w="758">
                    <a:moveTo>
                      <a:pt x="758" y="2"/>
                    </a:moveTo>
                    <a:cubicBezTo>
                      <a:pt x="758" y="3"/>
                      <a:pt x="588" y="4"/>
                      <a:pt x="379" y="4"/>
                    </a:cubicBezTo>
                    <a:cubicBezTo>
                      <a:pt x="170" y="4"/>
                      <a:pt x="0" y="3"/>
                      <a:pt x="0" y="2"/>
                    </a:cubicBezTo>
                    <a:cubicBezTo>
                      <a:pt x="0" y="1"/>
                      <a:pt x="170" y="0"/>
                      <a:pt x="379" y="0"/>
                    </a:cubicBezTo>
                    <a:cubicBezTo>
                      <a:pt x="588" y="0"/>
                      <a:pt x="758" y="1"/>
                      <a:pt x="758"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75" name="Google Shape;1275;p27"/>
              <p:cNvSpPr/>
              <p:nvPr/>
            </p:nvSpPr>
            <p:spPr>
              <a:xfrm>
                <a:off x="3759518" y="1007187"/>
                <a:ext cx="523434" cy="4290"/>
              </a:xfrm>
              <a:custGeom>
                <a:rect b="b" l="l" r="r" t="t"/>
                <a:pathLst>
                  <a:path extrusionOk="0" h="4" w="488">
                    <a:moveTo>
                      <a:pt x="488" y="2"/>
                    </a:moveTo>
                    <a:cubicBezTo>
                      <a:pt x="488" y="2"/>
                      <a:pt x="486" y="2"/>
                      <a:pt x="483" y="3"/>
                    </a:cubicBezTo>
                    <a:cubicBezTo>
                      <a:pt x="479" y="3"/>
                      <a:pt x="474" y="3"/>
                      <a:pt x="469" y="3"/>
                    </a:cubicBezTo>
                    <a:cubicBezTo>
                      <a:pt x="456" y="3"/>
                      <a:pt x="438" y="3"/>
                      <a:pt x="416" y="4"/>
                    </a:cubicBezTo>
                    <a:cubicBezTo>
                      <a:pt x="372" y="4"/>
                      <a:pt x="311" y="4"/>
                      <a:pt x="244" y="4"/>
                    </a:cubicBezTo>
                    <a:cubicBezTo>
                      <a:pt x="177" y="4"/>
                      <a:pt x="116" y="4"/>
                      <a:pt x="72" y="4"/>
                    </a:cubicBezTo>
                    <a:cubicBezTo>
                      <a:pt x="50" y="3"/>
                      <a:pt x="32" y="3"/>
                      <a:pt x="19" y="3"/>
                    </a:cubicBezTo>
                    <a:cubicBezTo>
                      <a:pt x="14" y="3"/>
                      <a:pt x="9" y="3"/>
                      <a:pt x="5" y="3"/>
                    </a:cubicBezTo>
                    <a:cubicBezTo>
                      <a:pt x="2" y="2"/>
                      <a:pt x="0" y="2"/>
                      <a:pt x="0" y="2"/>
                    </a:cubicBezTo>
                    <a:cubicBezTo>
                      <a:pt x="0" y="2"/>
                      <a:pt x="2" y="2"/>
                      <a:pt x="5" y="2"/>
                    </a:cubicBezTo>
                    <a:cubicBezTo>
                      <a:pt x="9" y="2"/>
                      <a:pt x="14" y="1"/>
                      <a:pt x="19" y="1"/>
                    </a:cubicBezTo>
                    <a:cubicBezTo>
                      <a:pt x="32" y="1"/>
                      <a:pt x="50" y="1"/>
                      <a:pt x="72" y="1"/>
                    </a:cubicBezTo>
                    <a:cubicBezTo>
                      <a:pt x="116" y="0"/>
                      <a:pt x="177" y="0"/>
                      <a:pt x="244" y="0"/>
                    </a:cubicBezTo>
                    <a:cubicBezTo>
                      <a:pt x="311" y="0"/>
                      <a:pt x="372" y="0"/>
                      <a:pt x="416" y="1"/>
                    </a:cubicBezTo>
                    <a:cubicBezTo>
                      <a:pt x="438" y="1"/>
                      <a:pt x="456" y="1"/>
                      <a:pt x="469" y="1"/>
                    </a:cubicBezTo>
                    <a:cubicBezTo>
                      <a:pt x="474" y="1"/>
                      <a:pt x="479" y="2"/>
                      <a:pt x="483" y="2"/>
                    </a:cubicBezTo>
                    <a:cubicBezTo>
                      <a:pt x="486" y="2"/>
                      <a:pt x="488" y="2"/>
                      <a:pt x="488"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1276" name="Google Shape;1276;p27"/>
          <p:cNvSpPr txBox="1"/>
          <p:nvPr/>
        </p:nvSpPr>
        <p:spPr>
          <a:xfrm>
            <a:off x="0" y="4827900"/>
            <a:ext cx="9144000" cy="3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850">
                <a:solidFill>
                  <a:srgbClr val="5A6B85"/>
                </a:solidFill>
                <a:latin typeface="Calibri"/>
                <a:ea typeface="Calibri"/>
                <a:cs typeface="Calibri"/>
                <a:sym typeface="Calibri"/>
              </a:rPr>
              <a:t>Sources: QRTRAC 2026, Wave Connect 2026, Uniqode 2026, IMQRScan 2026</a:t>
            </a:r>
            <a:endParaRPr sz="850">
              <a:solidFill>
                <a:srgbClr val="5A6B85"/>
              </a:solidFill>
              <a:latin typeface="Calibri"/>
              <a:ea typeface="Calibri"/>
              <a:cs typeface="Calibri"/>
              <a:sym typeface="Calibri"/>
            </a:endParaRPr>
          </a:p>
        </p:txBody>
      </p:sp>
      <p:sp>
        <p:nvSpPr>
          <p:cNvPr id="1277" name="Google Shape;1277;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grpSp>
        <p:nvGrpSpPr>
          <p:cNvPr id="1282" name="Google Shape;1282;p28"/>
          <p:cNvGrpSpPr/>
          <p:nvPr/>
        </p:nvGrpSpPr>
        <p:grpSpPr>
          <a:xfrm>
            <a:off x="6263955" y="626351"/>
            <a:ext cx="2247117" cy="2329445"/>
            <a:chOff x="6263955" y="626351"/>
            <a:chExt cx="2247117" cy="2329445"/>
          </a:xfrm>
        </p:grpSpPr>
        <p:grpSp>
          <p:nvGrpSpPr>
            <p:cNvPr id="1283" name="Google Shape;1283;p28"/>
            <p:cNvGrpSpPr/>
            <p:nvPr/>
          </p:nvGrpSpPr>
          <p:grpSpPr>
            <a:xfrm>
              <a:off x="6263955" y="1032289"/>
              <a:ext cx="1317496" cy="1923507"/>
              <a:chOff x="6263955" y="1032289"/>
              <a:chExt cx="1317496" cy="1923507"/>
            </a:xfrm>
          </p:grpSpPr>
          <p:sp>
            <p:nvSpPr>
              <p:cNvPr id="1284" name="Google Shape;1284;p28"/>
              <p:cNvSpPr/>
              <p:nvPr/>
            </p:nvSpPr>
            <p:spPr>
              <a:xfrm>
                <a:off x="6437173" y="1032289"/>
                <a:ext cx="571635" cy="571635"/>
              </a:xfrm>
              <a:custGeom>
                <a:rect b="b" l="l" r="r" t="t"/>
                <a:pathLst>
                  <a:path extrusionOk="0" h="533" w="533">
                    <a:moveTo>
                      <a:pt x="301" y="486"/>
                    </a:moveTo>
                    <a:cubicBezTo>
                      <a:pt x="281" y="489"/>
                      <a:pt x="261" y="490"/>
                      <a:pt x="242" y="488"/>
                    </a:cubicBezTo>
                    <a:lnTo>
                      <a:pt x="213" y="533"/>
                    </a:lnTo>
                    <a:lnTo>
                      <a:pt x="128" y="501"/>
                    </a:lnTo>
                    <a:lnTo>
                      <a:pt x="136" y="446"/>
                    </a:lnTo>
                    <a:cubicBezTo>
                      <a:pt x="120" y="435"/>
                      <a:pt x="106" y="421"/>
                      <a:pt x="93" y="406"/>
                    </a:cubicBezTo>
                    <a:lnTo>
                      <a:pt x="40" y="416"/>
                    </a:lnTo>
                    <a:lnTo>
                      <a:pt x="3" y="334"/>
                    </a:lnTo>
                    <a:lnTo>
                      <a:pt x="47" y="301"/>
                    </a:lnTo>
                    <a:cubicBezTo>
                      <a:pt x="44" y="282"/>
                      <a:pt x="43" y="262"/>
                      <a:pt x="45" y="242"/>
                    </a:cubicBezTo>
                    <a:lnTo>
                      <a:pt x="0" y="212"/>
                    </a:lnTo>
                    <a:lnTo>
                      <a:pt x="33" y="128"/>
                    </a:lnTo>
                    <a:lnTo>
                      <a:pt x="87" y="135"/>
                    </a:lnTo>
                    <a:cubicBezTo>
                      <a:pt x="98" y="120"/>
                      <a:pt x="112" y="105"/>
                      <a:pt x="127" y="93"/>
                    </a:cubicBezTo>
                    <a:lnTo>
                      <a:pt x="117" y="39"/>
                    </a:lnTo>
                    <a:lnTo>
                      <a:pt x="199" y="3"/>
                    </a:lnTo>
                    <a:lnTo>
                      <a:pt x="231" y="46"/>
                    </a:lnTo>
                    <a:cubicBezTo>
                      <a:pt x="251" y="43"/>
                      <a:pt x="270" y="43"/>
                      <a:pt x="290" y="45"/>
                    </a:cubicBezTo>
                    <a:lnTo>
                      <a:pt x="320" y="0"/>
                    </a:lnTo>
                    <a:lnTo>
                      <a:pt x="405" y="32"/>
                    </a:lnTo>
                    <a:lnTo>
                      <a:pt x="397" y="86"/>
                    </a:lnTo>
                    <a:cubicBezTo>
                      <a:pt x="413" y="98"/>
                      <a:pt x="427" y="111"/>
                      <a:pt x="440" y="127"/>
                    </a:cubicBezTo>
                    <a:lnTo>
                      <a:pt x="493" y="116"/>
                    </a:lnTo>
                    <a:lnTo>
                      <a:pt x="530" y="199"/>
                    </a:lnTo>
                    <a:lnTo>
                      <a:pt x="486" y="231"/>
                    </a:lnTo>
                    <a:cubicBezTo>
                      <a:pt x="489" y="251"/>
                      <a:pt x="489" y="271"/>
                      <a:pt x="487" y="290"/>
                    </a:cubicBezTo>
                    <a:lnTo>
                      <a:pt x="533" y="321"/>
                    </a:lnTo>
                    <a:lnTo>
                      <a:pt x="500" y="405"/>
                    </a:lnTo>
                    <a:lnTo>
                      <a:pt x="446" y="397"/>
                    </a:lnTo>
                    <a:cubicBezTo>
                      <a:pt x="435" y="413"/>
                      <a:pt x="421" y="427"/>
                      <a:pt x="405" y="440"/>
                    </a:cubicBezTo>
                    <a:lnTo>
                      <a:pt x="416" y="493"/>
                    </a:lnTo>
                    <a:lnTo>
                      <a:pt x="333" y="530"/>
                    </a:lnTo>
                    <a:lnTo>
                      <a:pt x="301" y="486"/>
                    </a:lnTo>
                    <a:moveTo>
                      <a:pt x="301" y="357"/>
                    </a:moveTo>
                    <a:cubicBezTo>
                      <a:pt x="350" y="335"/>
                      <a:pt x="373" y="277"/>
                      <a:pt x="351" y="229"/>
                    </a:cubicBezTo>
                    <a:cubicBezTo>
                      <a:pt x="329" y="180"/>
                      <a:pt x="272" y="157"/>
                      <a:pt x="224" y="179"/>
                    </a:cubicBezTo>
                    <a:cubicBezTo>
                      <a:pt x="175" y="201"/>
                      <a:pt x="152" y="258"/>
                      <a:pt x="174" y="307"/>
                    </a:cubicBezTo>
                    <a:cubicBezTo>
                      <a:pt x="195" y="356"/>
                      <a:pt x="252" y="378"/>
                      <a:pt x="301" y="357"/>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85" name="Google Shape;1285;p28"/>
              <p:cNvSpPr/>
              <p:nvPr/>
            </p:nvSpPr>
            <p:spPr>
              <a:xfrm>
                <a:off x="6263955" y="2037749"/>
                <a:ext cx="918047" cy="918047"/>
              </a:xfrm>
              <a:custGeom>
                <a:rect b="b" l="l" r="r" t="t"/>
                <a:pathLst>
                  <a:path extrusionOk="0" h="856" w="856">
                    <a:moveTo>
                      <a:pt x="266" y="738"/>
                    </a:moveTo>
                    <a:cubicBezTo>
                      <a:pt x="238" y="724"/>
                      <a:pt x="213" y="706"/>
                      <a:pt x="190" y="685"/>
                    </a:cubicBezTo>
                    <a:lnTo>
                      <a:pt x="109" y="714"/>
                    </a:lnTo>
                    <a:lnTo>
                      <a:pt x="33" y="594"/>
                    </a:lnTo>
                    <a:lnTo>
                      <a:pt x="94" y="533"/>
                    </a:lnTo>
                    <a:cubicBezTo>
                      <a:pt x="84" y="503"/>
                      <a:pt x="79" y="473"/>
                      <a:pt x="78" y="441"/>
                    </a:cubicBezTo>
                    <a:lnTo>
                      <a:pt x="0" y="404"/>
                    </a:lnTo>
                    <a:lnTo>
                      <a:pt x="31" y="265"/>
                    </a:lnTo>
                    <a:lnTo>
                      <a:pt x="117" y="265"/>
                    </a:lnTo>
                    <a:cubicBezTo>
                      <a:pt x="132" y="237"/>
                      <a:pt x="150" y="212"/>
                      <a:pt x="171" y="189"/>
                    </a:cubicBezTo>
                    <a:lnTo>
                      <a:pt x="142" y="109"/>
                    </a:lnTo>
                    <a:lnTo>
                      <a:pt x="262" y="33"/>
                    </a:lnTo>
                    <a:lnTo>
                      <a:pt x="323" y="94"/>
                    </a:lnTo>
                    <a:cubicBezTo>
                      <a:pt x="352" y="84"/>
                      <a:pt x="382" y="79"/>
                      <a:pt x="414" y="78"/>
                    </a:cubicBezTo>
                    <a:lnTo>
                      <a:pt x="450" y="0"/>
                    </a:lnTo>
                    <a:lnTo>
                      <a:pt x="589" y="31"/>
                    </a:lnTo>
                    <a:lnTo>
                      <a:pt x="590" y="117"/>
                    </a:lnTo>
                    <a:cubicBezTo>
                      <a:pt x="618" y="132"/>
                      <a:pt x="643" y="150"/>
                      <a:pt x="666" y="170"/>
                    </a:cubicBezTo>
                    <a:lnTo>
                      <a:pt x="747" y="142"/>
                    </a:lnTo>
                    <a:lnTo>
                      <a:pt x="823" y="261"/>
                    </a:lnTo>
                    <a:lnTo>
                      <a:pt x="762" y="322"/>
                    </a:lnTo>
                    <a:cubicBezTo>
                      <a:pt x="771" y="351"/>
                      <a:pt x="777" y="382"/>
                      <a:pt x="778" y="413"/>
                    </a:cubicBezTo>
                    <a:lnTo>
                      <a:pt x="856" y="450"/>
                    </a:lnTo>
                    <a:lnTo>
                      <a:pt x="825" y="589"/>
                    </a:lnTo>
                    <a:lnTo>
                      <a:pt x="739" y="589"/>
                    </a:lnTo>
                    <a:cubicBezTo>
                      <a:pt x="724" y="617"/>
                      <a:pt x="706" y="643"/>
                      <a:pt x="685" y="665"/>
                    </a:cubicBezTo>
                    <a:lnTo>
                      <a:pt x="714" y="746"/>
                    </a:lnTo>
                    <a:lnTo>
                      <a:pt x="594" y="823"/>
                    </a:lnTo>
                    <a:lnTo>
                      <a:pt x="533" y="762"/>
                    </a:lnTo>
                    <a:cubicBezTo>
                      <a:pt x="503" y="771"/>
                      <a:pt x="473" y="777"/>
                      <a:pt x="441" y="778"/>
                    </a:cubicBezTo>
                    <a:lnTo>
                      <a:pt x="404" y="856"/>
                    </a:lnTo>
                    <a:lnTo>
                      <a:pt x="266" y="824"/>
                    </a:lnTo>
                    <a:lnTo>
                      <a:pt x="266" y="738"/>
                    </a:lnTo>
                    <a:moveTo>
                      <a:pt x="388" y="575"/>
                    </a:moveTo>
                    <a:cubicBezTo>
                      <a:pt x="470" y="594"/>
                      <a:pt x="552" y="542"/>
                      <a:pt x="570" y="459"/>
                    </a:cubicBezTo>
                    <a:cubicBezTo>
                      <a:pt x="589" y="377"/>
                      <a:pt x="537" y="295"/>
                      <a:pt x="455" y="277"/>
                    </a:cubicBezTo>
                    <a:cubicBezTo>
                      <a:pt x="372" y="258"/>
                      <a:pt x="292" y="310"/>
                      <a:pt x="273" y="393"/>
                    </a:cubicBezTo>
                    <a:cubicBezTo>
                      <a:pt x="255" y="475"/>
                      <a:pt x="306" y="557"/>
                      <a:pt x="388" y="575"/>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1286" name="Google Shape;1286;p28"/>
              <p:cNvGrpSpPr/>
              <p:nvPr/>
            </p:nvGrpSpPr>
            <p:grpSpPr>
              <a:xfrm>
                <a:off x="7043064" y="1551909"/>
                <a:ext cx="538387" cy="536243"/>
                <a:chOff x="7043064" y="1551909"/>
                <a:chExt cx="538387" cy="536243"/>
              </a:xfrm>
            </p:grpSpPr>
            <p:sp>
              <p:nvSpPr>
                <p:cNvPr id="1287" name="Google Shape;1287;p28"/>
                <p:cNvSpPr/>
                <p:nvPr/>
              </p:nvSpPr>
              <p:spPr>
                <a:xfrm>
                  <a:off x="7211444" y="1722434"/>
                  <a:ext cx="194120" cy="193047"/>
                </a:xfrm>
                <a:custGeom>
                  <a:rect b="b" l="l" r="r" t="t"/>
                  <a:pathLst>
                    <a:path extrusionOk="0" h="180" w="181">
                      <a:moveTo>
                        <a:pt x="71" y="177"/>
                      </a:moveTo>
                      <a:cubicBezTo>
                        <a:pt x="71" y="177"/>
                        <a:pt x="63" y="177"/>
                        <a:pt x="50" y="171"/>
                      </a:cubicBezTo>
                      <a:cubicBezTo>
                        <a:pt x="37" y="165"/>
                        <a:pt x="19" y="152"/>
                        <a:pt x="8" y="128"/>
                      </a:cubicBezTo>
                      <a:cubicBezTo>
                        <a:pt x="3" y="117"/>
                        <a:pt x="-1" y="103"/>
                        <a:pt x="0" y="87"/>
                      </a:cubicBezTo>
                      <a:cubicBezTo>
                        <a:pt x="0" y="72"/>
                        <a:pt x="4" y="56"/>
                        <a:pt x="14" y="42"/>
                      </a:cubicBezTo>
                      <a:cubicBezTo>
                        <a:pt x="18" y="34"/>
                        <a:pt x="24" y="28"/>
                        <a:pt x="31" y="23"/>
                      </a:cubicBezTo>
                      <a:cubicBezTo>
                        <a:pt x="37" y="17"/>
                        <a:pt x="45" y="12"/>
                        <a:pt x="54" y="8"/>
                      </a:cubicBezTo>
                      <a:cubicBezTo>
                        <a:pt x="71" y="0"/>
                        <a:pt x="91" y="-1"/>
                        <a:pt x="110" y="3"/>
                      </a:cubicBezTo>
                      <a:cubicBezTo>
                        <a:pt x="129" y="7"/>
                        <a:pt x="147" y="18"/>
                        <a:pt x="159" y="31"/>
                      </a:cubicBezTo>
                      <a:cubicBezTo>
                        <a:pt x="165" y="38"/>
                        <a:pt x="170" y="46"/>
                        <a:pt x="173" y="54"/>
                      </a:cubicBezTo>
                      <a:cubicBezTo>
                        <a:pt x="177" y="62"/>
                        <a:pt x="179" y="71"/>
                        <a:pt x="180" y="79"/>
                      </a:cubicBezTo>
                      <a:cubicBezTo>
                        <a:pt x="183" y="96"/>
                        <a:pt x="179" y="113"/>
                        <a:pt x="173" y="127"/>
                      </a:cubicBezTo>
                      <a:cubicBezTo>
                        <a:pt x="167" y="141"/>
                        <a:pt x="158" y="152"/>
                        <a:pt x="148" y="160"/>
                      </a:cubicBezTo>
                      <a:cubicBezTo>
                        <a:pt x="128" y="176"/>
                        <a:pt x="106" y="180"/>
                        <a:pt x="92" y="180"/>
                      </a:cubicBezTo>
                      <a:cubicBezTo>
                        <a:pt x="78" y="180"/>
                        <a:pt x="71" y="177"/>
                        <a:pt x="71" y="177"/>
                      </a:cubicBezTo>
                      <a:cubicBezTo>
                        <a:pt x="71" y="176"/>
                        <a:pt x="78" y="179"/>
                        <a:pt x="92" y="178"/>
                      </a:cubicBezTo>
                      <a:cubicBezTo>
                        <a:pt x="106" y="178"/>
                        <a:pt x="127" y="173"/>
                        <a:pt x="146" y="157"/>
                      </a:cubicBezTo>
                      <a:cubicBezTo>
                        <a:pt x="155" y="149"/>
                        <a:pt x="164" y="138"/>
                        <a:pt x="170" y="125"/>
                      </a:cubicBezTo>
                      <a:cubicBezTo>
                        <a:pt x="175" y="112"/>
                        <a:pt x="178" y="96"/>
                        <a:pt x="176" y="80"/>
                      </a:cubicBezTo>
                      <a:cubicBezTo>
                        <a:pt x="175" y="72"/>
                        <a:pt x="172" y="64"/>
                        <a:pt x="169" y="56"/>
                      </a:cubicBezTo>
                      <a:cubicBezTo>
                        <a:pt x="165" y="48"/>
                        <a:pt x="161" y="41"/>
                        <a:pt x="155" y="34"/>
                      </a:cubicBezTo>
                      <a:cubicBezTo>
                        <a:pt x="143" y="22"/>
                        <a:pt x="127" y="12"/>
                        <a:pt x="109" y="8"/>
                      </a:cubicBezTo>
                      <a:cubicBezTo>
                        <a:pt x="91" y="4"/>
                        <a:pt x="72" y="6"/>
                        <a:pt x="56" y="13"/>
                      </a:cubicBezTo>
                      <a:cubicBezTo>
                        <a:pt x="48" y="16"/>
                        <a:pt x="40" y="21"/>
                        <a:pt x="34" y="27"/>
                      </a:cubicBezTo>
                      <a:cubicBezTo>
                        <a:pt x="27" y="31"/>
                        <a:pt x="22" y="37"/>
                        <a:pt x="17" y="44"/>
                      </a:cubicBezTo>
                      <a:cubicBezTo>
                        <a:pt x="8" y="58"/>
                        <a:pt x="4" y="73"/>
                        <a:pt x="4" y="88"/>
                      </a:cubicBezTo>
                      <a:cubicBezTo>
                        <a:pt x="3" y="102"/>
                        <a:pt x="6" y="116"/>
                        <a:pt x="11" y="127"/>
                      </a:cubicBezTo>
                      <a:cubicBezTo>
                        <a:pt x="22" y="150"/>
                        <a:pt x="38" y="162"/>
                        <a:pt x="51" y="169"/>
                      </a:cubicBezTo>
                      <a:cubicBezTo>
                        <a:pt x="63" y="175"/>
                        <a:pt x="71" y="177"/>
                        <a:pt x="71" y="177"/>
                      </a:cubicBezTo>
                      <a:close/>
                    </a:path>
                  </a:pathLst>
                </a:custGeom>
                <a:solidFill>
                  <a:schemeClr val="lt2"/>
                </a:solidFill>
                <a:ln>
                  <a:noFill/>
                </a:ln>
              </p:spPr>
              <p:txBody>
                <a:bodyPr anchorCtr="1" anchor="ctr" bIns="19800" lIns="90000" spcFirstLastPara="1" rIns="90000" wrap="square" tIns="198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88" name="Google Shape;1288;p28"/>
                <p:cNvSpPr/>
                <p:nvPr/>
              </p:nvSpPr>
              <p:spPr>
                <a:xfrm>
                  <a:off x="7043064" y="1551909"/>
                  <a:ext cx="538387" cy="536243"/>
                </a:xfrm>
                <a:custGeom>
                  <a:rect b="b" l="l" r="r" t="t"/>
                  <a:pathLst>
                    <a:path extrusionOk="0" h="500" w="502">
                      <a:moveTo>
                        <a:pt x="157" y="431"/>
                      </a:moveTo>
                      <a:cubicBezTo>
                        <a:pt x="157" y="431"/>
                        <a:pt x="157" y="432"/>
                        <a:pt x="157" y="434"/>
                      </a:cubicBezTo>
                      <a:cubicBezTo>
                        <a:pt x="157" y="436"/>
                        <a:pt x="157" y="440"/>
                        <a:pt x="157" y="443"/>
                      </a:cubicBezTo>
                      <a:cubicBezTo>
                        <a:pt x="157" y="452"/>
                        <a:pt x="158" y="465"/>
                        <a:pt x="158" y="481"/>
                      </a:cubicBezTo>
                      <a:lnTo>
                        <a:pt x="157" y="480"/>
                      </a:lnTo>
                      <a:cubicBezTo>
                        <a:pt x="178" y="485"/>
                        <a:pt x="205" y="490"/>
                        <a:pt x="238" y="498"/>
                      </a:cubicBezTo>
                      <a:lnTo>
                        <a:pt x="236" y="498"/>
                      </a:lnTo>
                      <a:cubicBezTo>
                        <a:pt x="243" y="485"/>
                        <a:pt x="250" y="470"/>
                        <a:pt x="258" y="453"/>
                      </a:cubicBezTo>
                      <a:lnTo>
                        <a:pt x="258" y="452"/>
                      </a:lnTo>
                      <a:lnTo>
                        <a:pt x="259" y="452"/>
                      </a:lnTo>
                      <a:cubicBezTo>
                        <a:pt x="275" y="452"/>
                        <a:pt x="293" y="449"/>
                        <a:pt x="311" y="443"/>
                      </a:cubicBezTo>
                      <a:lnTo>
                        <a:pt x="312" y="443"/>
                      </a:lnTo>
                      <a:lnTo>
                        <a:pt x="313" y="443"/>
                      </a:lnTo>
                      <a:cubicBezTo>
                        <a:pt x="324" y="454"/>
                        <a:pt x="336" y="466"/>
                        <a:pt x="349" y="479"/>
                      </a:cubicBezTo>
                      <a:lnTo>
                        <a:pt x="346" y="478"/>
                      </a:lnTo>
                      <a:cubicBezTo>
                        <a:pt x="368" y="464"/>
                        <a:pt x="392" y="450"/>
                        <a:pt x="416" y="434"/>
                      </a:cubicBezTo>
                      <a:lnTo>
                        <a:pt x="415" y="436"/>
                      </a:lnTo>
                      <a:cubicBezTo>
                        <a:pt x="410" y="422"/>
                        <a:pt x="404" y="406"/>
                        <a:pt x="398" y="389"/>
                      </a:cubicBezTo>
                      <a:lnTo>
                        <a:pt x="398" y="388"/>
                      </a:lnTo>
                      <a:lnTo>
                        <a:pt x="399" y="387"/>
                      </a:lnTo>
                      <a:cubicBezTo>
                        <a:pt x="410" y="375"/>
                        <a:pt x="421" y="360"/>
                        <a:pt x="429" y="344"/>
                      </a:cubicBezTo>
                      <a:lnTo>
                        <a:pt x="430" y="342"/>
                      </a:lnTo>
                      <a:lnTo>
                        <a:pt x="431" y="342"/>
                      </a:lnTo>
                      <a:cubicBezTo>
                        <a:pt x="447" y="342"/>
                        <a:pt x="464" y="342"/>
                        <a:pt x="481" y="342"/>
                      </a:cubicBezTo>
                      <a:lnTo>
                        <a:pt x="479" y="344"/>
                      </a:lnTo>
                      <a:cubicBezTo>
                        <a:pt x="485" y="319"/>
                        <a:pt x="491" y="291"/>
                        <a:pt x="497" y="263"/>
                      </a:cubicBezTo>
                      <a:lnTo>
                        <a:pt x="498" y="266"/>
                      </a:lnTo>
                      <a:cubicBezTo>
                        <a:pt x="484" y="259"/>
                        <a:pt x="469" y="252"/>
                        <a:pt x="453" y="245"/>
                      </a:cubicBezTo>
                      <a:lnTo>
                        <a:pt x="452" y="244"/>
                      </a:lnTo>
                      <a:lnTo>
                        <a:pt x="452" y="242"/>
                      </a:lnTo>
                      <a:cubicBezTo>
                        <a:pt x="451" y="226"/>
                        <a:pt x="448" y="208"/>
                        <a:pt x="443" y="190"/>
                      </a:cubicBezTo>
                      <a:lnTo>
                        <a:pt x="442" y="189"/>
                      </a:lnTo>
                      <a:lnTo>
                        <a:pt x="443" y="188"/>
                      </a:lnTo>
                      <a:cubicBezTo>
                        <a:pt x="454" y="178"/>
                        <a:pt x="466" y="165"/>
                        <a:pt x="478" y="153"/>
                      </a:cubicBezTo>
                      <a:lnTo>
                        <a:pt x="478" y="156"/>
                      </a:lnTo>
                      <a:cubicBezTo>
                        <a:pt x="464" y="134"/>
                        <a:pt x="449" y="110"/>
                        <a:pt x="434" y="86"/>
                      </a:cubicBezTo>
                      <a:lnTo>
                        <a:pt x="437" y="87"/>
                      </a:lnTo>
                      <a:cubicBezTo>
                        <a:pt x="422" y="93"/>
                        <a:pt x="406" y="99"/>
                        <a:pt x="390" y="104"/>
                      </a:cubicBezTo>
                      <a:lnTo>
                        <a:pt x="388" y="105"/>
                      </a:lnTo>
                      <a:lnTo>
                        <a:pt x="387" y="104"/>
                      </a:lnTo>
                      <a:cubicBezTo>
                        <a:pt x="375" y="92"/>
                        <a:pt x="360" y="81"/>
                        <a:pt x="344" y="73"/>
                      </a:cubicBezTo>
                      <a:lnTo>
                        <a:pt x="344" y="73"/>
                      </a:lnTo>
                      <a:cubicBezTo>
                        <a:pt x="343" y="72"/>
                        <a:pt x="345" y="75"/>
                        <a:pt x="342" y="71"/>
                      </a:cubicBezTo>
                      <a:lnTo>
                        <a:pt x="342" y="71"/>
                      </a:lnTo>
                      <a:lnTo>
                        <a:pt x="342" y="46"/>
                      </a:lnTo>
                      <a:cubicBezTo>
                        <a:pt x="342" y="37"/>
                        <a:pt x="342" y="29"/>
                        <a:pt x="342" y="21"/>
                      </a:cubicBezTo>
                      <a:lnTo>
                        <a:pt x="344" y="23"/>
                      </a:lnTo>
                      <a:cubicBezTo>
                        <a:pt x="317" y="17"/>
                        <a:pt x="290" y="11"/>
                        <a:pt x="264" y="5"/>
                      </a:cubicBezTo>
                      <a:lnTo>
                        <a:pt x="267" y="4"/>
                      </a:lnTo>
                      <a:cubicBezTo>
                        <a:pt x="260" y="19"/>
                        <a:pt x="252" y="34"/>
                        <a:pt x="245" y="49"/>
                      </a:cubicBezTo>
                      <a:lnTo>
                        <a:pt x="245" y="50"/>
                      </a:lnTo>
                      <a:lnTo>
                        <a:pt x="243" y="50"/>
                      </a:lnTo>
                      <a:cubicBezTo>
                        <a:pt x="225" y="51"/>
                        <a:pt x="207" y="54"/>
                        <a:pt x="191" y="59"/>
                      </a:cubicBezTo>
                      <a:lnTo>
                        <a:pt x="189" y="60"/>
                      </a:lnTo>
                      <a:lnTo>
                        <a:pt x="188" y="59"/>
                      </a:lnTo>
                      <a:cubicBezTo>
                        <a:pt x="176" y="47"/>
                        <a:pt x="165" y="35"/>
                        <a:pt x="153" y="23"/>
                      </a:cubicBezTo>
                      <a:lnTo>
                        <a:pt x="156" y="24"/>
                      </a:lnTo>
                      <a:cubicBezTo>
                        <a:pt x="132" y="39"/>
                        <a:pt x="109" y="53"/>
                        <a:pt x="86" y="68"/>
                      </a:cubicBezTo>
                      <a:lnTo>
                        <a:pt x="87" y="65"/>
                      </a:lnTo>
                      <a:cubicBezTo>
                        <a:pt x="93" y="81"/>
                        <a:pt x="98" y="97"/>
                        <a:pt x="104" y="112"/>
                      </a:cubicBezTo>
                      <a:lnTo>
                        <a:pt x="104" y="113"/>
                      </a:lnTo>
                      <a:lnTo>
                        <a:pt x="103" y="114"/>
                      </a:lnTo>
                      <a:cubicBezTo>
                        <a:pt x="91" y="128"/>
                        <a:pt x="81" y="143"/>
                        <a:pt x="72" y="158"/>
                      </a:cubicBezTo>
                      <a:lnTo>
                        <a:pt x="72" y="159"/>
                      </a:lnTo>
                      <a:lnTo>
                        <a:pt x="71" y="159"/>
                      </a:lnTo>
                      <a:cubicBezTo>
                        <a:pt x="53" y="159"/>
                        <a:pt x="37" y="159"/>
                        <a:pt x="21" y="159"/>
                      </a:cubicBezTo>
                      <a:lnTo>
                        <a:pt x="23" y="158"/>
                      </a:lnTo>
                      <a:cubicBezTo>
                        <a:pt x="16" y="186"/>
                        <a:pt x="10" y="212"/>
                        <a:pt x="4" y="237"/>
                      </a:cubicBezTo>
                      <a:lnTo>
                        <a:pt x="3" y="235"/>
                      </a:lnTo>
                      <a:cubicBezTo>
                        <a:pt x="19" y="242"/>
                        <a:pt x="34" y="250"/>
                        <a:pt x="48" y="256"/>
                      </a:cubicBezTo>
                      <a:lnTo>
                        <a:pt x="49" y="257"/>
                      </a:lnTo>
                      <a:lnTo>
                        <a:pt x="49" y="258"/>
                      </a:lnTo>
                      <a:cubicBezTo>
                        <a:pt x="50" y="277"/>
                        <a:pt x="53" y="294"/>
                        <a:pt x="58" y="311"/>
                      </a:cubicBezTo>
                      <a:lnTo>
                        <a:pt x="59" y="312"/>
                      </a:lnTo>
                      <a:lnTo>
                        <a:pt x="58" y="312"/>
                      </a:lnTo>
                      <a:cubicBezTo>
                        <a:pt x="45" y="325"/>
                        <a:pt x="34" y="337"/>
                        <a:pt x="23" y="348"/>
                      </a:cubicBezTo>
                      <a:lnTo>
                        <a:pt x="23" y="346"/>
                      </a:lnTo>
                      <a:cubicBezTo>
                        <a:pt x="40" y="373"/>
                        <a:pt x="54" y="396"/>
                        <a:pt x="67" y="416"/>
                      </a:cubicBezTo>
                      <a:lnTo>
                        <a:pt x="66" y="415"/>
                      </a:lnTo>
                      <a:cubicBezTo>
                        <a:pt x="84" y="409"/>
                        <a:pt x="100" y="403"/>
                        <a:pt x="113" y="399"/>
                      </a:cubicBezTo>
                      <a:lnTo>
                        <a:pt x="113" y="399"/>
                      </a:lnTo>
                      <a:lnTo>
                        <a:pt x="113" y="399"/>
                      </a:lnTo>
                      <a:cubicBezTo>
                        <a:pt x="127" y="411"/>
                        <a:pt x="138" y="419"/>
                        <a:pt x="145" y="424"/>
                      </a:cubicBezTo>
                      <a:cubicBezTo>
                        <a:pt x="149" y="426"/>
                        <a:pt x="152" y="428"/>
                        <a:pt x="154" y="429"/>
                      </a:cubicBezTo>
                      <a:cubicBezTo>
                        <a:pt x="156" y="430"/>
                        <a:pt x="157" y="431"/>
                        <a:pt x="157" y="431"/>
                      </a:cubicBezTo>
                      <a:cubicBezTo>
                        <a:pt x="157" y="431"/>
                        <a:pt x="156" y="430"/>
                        <a:pt x="154" y="429"/>
                      </a:cubicBezTo>
                      <a:cubicBezTo>
                        <a:pt x="152" y="428"/>
                        <a:pt x="149" y="427"/>
                        <a:pt x="145" y="424"/>
                      </a:cubicBezTo>
                      <a:cubicBezTo>
                        <a:pt x="137" y="420"/>
                        <a:pt x="126" y="412"/>
                        <a:pt x="112" y="400"/>
                      </a:cubicBezTo>
                      <a:lnTo>
                        <a:pt x="113" y="400"/>
                      </a:lnTo>
                      <a:cubicBezTo>
                        <a:pt x="100" y="405"/>
                        <a:pt x="85" y="411"/>
                        <a:pt x="66" y="417"/>
                      </a:cubicBezTo>
                      <a:lnTo>
                        <a:pt x="65" y="418"/>
                      </a:lnTo>
                      <a:lnTo>
                        <a:pt x="65" y="417"/>
                      </a:lnTo>
                      <a:cubicBezTo>
                        <a:pt x="52" y="397"/>
                        <a:pt x="38" y="374"/>
                        <a:pt x="20" y="347"/>
                      </a:cubicBezTo>
                      <a:lnTo>
                        <a:pt x="20" y="346"/>
                      </a:lnTo>
                      <a:lnTo>
                        <a:pt x="21" y="346"/>
                      </a:lnTo>
                      <a:cubicBezTo>
                        <a:pt x="31" y="335"/>
                        <a:pt x="43" y="323"/>
                        <a:pt x="56" y="310"/>
                      </a:cubicBezTo>
                      <a:lnTo>
                        <a:pt x="55" y="312"/>
                      </a:lnTo>
                      <a:cubicBezTo>
                        <a:pt x="50" y="295"/>
                        <a:pt x="47" y="278"/>
                        <a:pt x="46" y="258"/>
                      </a:cubicBezTo>
                      <a:lnTo>
                        <a:pt x="47" y="260"/>
                      </a:lnTo>
                      <a:cubicBezTo>
                        <a:pt x="33" y="253"/>
                        <a:pt x="18" y="246"/>
                        <a:pt x="2" y="238"/>
                      </a:cubicBezTo>
                      <a:lnTo>
                        <a:pt x="0" y="238"/>
                      </a:lnTo>
                      <a:lnTo>
                        <a:pt x="1" y="236"/>
                      </a:lnTo>
                      <a:cubicBezTo>
                        <a:pt x="6" y="211"/>
                        <a:pt x="12" y="185"/>
                        <a:pt x="19" y="157"/>
                      </a:cubicBezTo>
                      <a:lnTo>
                        <a:pt x="19" y="155"/>
                      </a:lnTo>
                      <a:lnTo>
                        <a:pt x="21" y="155"/>
                      </a:lnTo>
                      <a:cubicBezTo>
                        <a:pt x="37" y="155"/>
                        <a:pt x="53" y="155"/>
                        <a:pt x="70" y="155"/>
                      </a:cubicBezTo>
                      <a:lnTo>
                        <a:pt x="68" y="156"/>
                      </a:lnTo>
                      <a:cubicBezTo>
                        <a:pt x="77" y="140"/>
                        <a:pt x="87" y="125"/>
                        <a:pt x="100" y="111"/>
                      </a:cubicBezTo>
                      <a:lnTo>
                        <a:pt x="99" y="114"/>
                      </a:lnTo>
                      <a:cubicBezTo>
                        <a:pt x="94" y="98"/>
                        <a:pt x="88" y="83"/>
                        <a:pt x="82" y="67"/>
                      </a:cubicBezTo>
                      <a:lnTo>
                        <a:pt x="82" y="65"/>
                      </a:lnTo>
                      <a:lnTo>
                        <a:pt x="83" y="64"/>
                      </a:lnTo>
                      <a:cubicBezTo>
                        <a:pt x="106" y="49"/>
                        <a:pt x="129" y="35"/>
                        <a:pt x="153" y="20"/>
                      </a:cubicBezTo>
                      <a:lnTo>
                        <a:pt x="155" y="19"/>
                      </a:lnTo>
                      <a:lnTo>
                        <a:pt x="156" y="20"/>
                      </a:lnTo>
                      <a:cubicBezTo>
                        <a:pt x="168" y="32"/>
                        <a:pt x="179" y="43"/>
                        <a:pt x="192" y="55"/>
                      </a:cubicBezTo>
                      <a:lnTo>
                        <a:pt x="189" y="55"/>
                      </a:lnTo>
                      <a:cubicBezTo>
                        <a:pt x="206" y="49"/>
                        <a:pt x="224" y="46"/>
                        <a:pt x="243" y="45"/>
                      </a:cubicBezTo>
                      <a:lnTo>
                        <a:pt x="240" y="47"/>
                      </a:lnTo>
                      <a:cubicBezTo>
                        <a:pt x="248" y="32"/>
                        <a:pt x="255" y="17"/>
                        <a:pt x="262" y="2"/>
                      </a:cubicBezTo>
                      <a:lnTo>
                        <a:pt x="263" y="0"/>
                      </a:lnTo>
                      <a:lnTo>
                        <a:pt x="265" y="0"/>
                      </a:lnTo>
                      <a:cubicBezTo>
                        <a:pt x="291" y="6"/>
                        <a:pt x="318" y="12"/>
                        <a:pt x="345" y="18"/>
                      </a:cubicBezTo>
                      <a:lnTo>
                        <a:pt x="347" y="19"/>
                      </a:lnTo>
                      <a:lnTo>
                        <a:pt x="347" y="21"/>
                      </a:lnTo>
                      <a:cubicBezTo>
                        <a:pt x="347" y="29"/>
                        <a:pt x="347" y="37"/>
                        <a:pt x="347" y="46"/>
                      </a:cubicBezTo>
                      <a:lnTo>
                        <a:pt x="347" y="71"/>
                      </a:lnTo>
                      <a:lnTo>
                        <a:pt x="347" y="71"/>
                      </a:lnTo>
                      <a:cubicBezTo>
                        <a:pt x="345" y="66"/>
                        <a:pt x="347" y="69"/>
                        <a:pt x="346" y="68"/>
                      </a:cubicBezTo>
                      <a:lnTo>
                        <a:pt x="346" y="68"/>
                      </a:lnTo>
                      <a:cubicBezTo>
                        <a:pt x="363" y="77"/>
                        <a:pt x="378" y="88"/>
                        <a:pt x="390" y="100"/>
                      </a:cubicBezTo>
                      <a:lnTo>
                        <a:pt x="388" y="99"/>
                      </a:lnTo>
                      <a:cubicBezTo>
                        <a:pt x="404" y="93"/>
                        <a:pt x="420" y="88"/>
                        <a:pt x="435" y="83"/>
                      </a:cubicBezTo>
                      <a:lnTo>
                        <a:pt x="437" y="82"/>
                      </a:lnTo>
                      <a:lnTo>
                        <a:pt x="438" y="84"/>
                      </a:lnTo>
                      <a:cubicBezTo>
                        <a:pt x="453" y="108"/>
                        <a:pt x="468" y="131"/>
                        <a:pt x="482" y="153"/>
                      </a:cubicBezTo>
                      <a:lnTo>
                        <a:pt x="483" y="155"/>
                      </a:lnTo>
                      <a:lnTo>
                        <a:pt x="482" y="156"/>
                      </a:lnTo>
                      <a:cubicBezTo>
                        <a:pt x="469" y="169"/>
                        <a:pt x="457" y="181"/>
                        <a:pt x="446" y="191"/>
                      </a:cubicBezTo>
                      <a:lnTo>
                        <a:pt x="447" y="188"/>
                      </a:lnTo>
                      <a:cubicBezTo>
                        <a:pt x="453" y="206"/>
                        <a:pt x="456" y="225"/>
                        <a:pt x="456" y="242"/>
                      </a:cubicBezTo>
                      <a:lnTo>
                        <a:pt x="455" y="240"/>
                      </a:lnTo>
                      <a:cubicBezTo>
                        <a:pt x="470" y="247"/>
                        <a:pt x="486" y="255"/>
                        <a:pt x="500" y="261"/>
                      </a:cubicBezTo>
                      <a:lnTo>
                        <a:pt x="502" y="262"/>
                      </a:lnTo>
                      <a:lnTo>
                        <a:pt x="501" y="264"/>
                      </a:lnTo>
                      <a:cubicBezTo>
                        <a:pt x="495" y="292"/>
                        <a:pt x="489" y="319"/>
                        <a:pt x="483" y="344"/>
                      </a:cubicBezTo>
                      <a:lnTo>
                        <a:pt x="483" y="346"/>
                      </a:lnTo>
                      <a:lnTo>
                        <a:pt x="481" y="346"/>
                      </a:lnTo>
                      <a:cubicBezTo>
                        <a:pt x="463" y="346"/>
                        <a:pt x="446" y="346"/>
                        <a:pt x="431" y="346"/>
                      </a:cubicBezTo>
                      <a:lnTo>
                        <a:pt x="433" y="345"/>
                      </a:lnTo>
                      <a:cubicBezTo>
                        <a:pt x="424" y="362"/>
                        <a:pt x="413" y="377"/>
                        <a:pt x="401" y="389"/>
                      </a:cubicBezTo>
                      <a:lnTo>
                        <a:pt x="402" y="387"/>
                      </a:lnTo>
                      <a:cubicBezTo>
                        <a:pt x="408" y="404"/>
                        <a:pt x="413" y="420"/>
                        <a:pt x="419" y="435"/>
                      </a:cubicBezTo>
                      <a:lnTo>
                        <a:pt x="419" y="436"/>
                      </a:lnTo>
                      <a:lnTo>
                        <a:pt x="418" y="437"/>
                      </a:lnTo>
                      <a:cubicBezTo>
                        <a:pt x="393" y="452"/>
                        <a:pt x="370" y="467"/>
                        <a:pt x="348" y="481"/>
                      </a:cubicBezTo>
                      <a:lnTo>
                        <a:pt x="347" y="482"/>
                      </a:lnTo>
                      <a:lnTo>
                        <a:pt x="346" y="481"/>
                      </a:lnTo>
                      <a:cubicBezTo>
                        <a:pt x="333" y="468"/>
                        <a:pt x="321" y="456"/>
                        <a:pt x="310" y="445"/>
                      </a:cubicBezTo>
                      <a:lnTo>
                        <a:pt x="312" y="446"/>
                      </a:lnTo>
                      <a:cubicBezTo>
                        <a:pt x="294" y="452"/>
                        <a:pt x="276" y="454"/>
                        <a:pt x="259" y="455"/>
                      </a:cubicBezTo>
                      <a:lnTo>
                        <a:pt x="260" y="454"/>
                      </a:lnTo>
                      <a:cubicBezTo>
                        <a:pt x="252" y="470"/>
                        <a:pt x="245" y="486"/>
                        <a:pt x="238" y="499"/>
                      </a:cubicBezTo>
                      <a:lnTo>
                        <a:pt x="238" y="500"/>
                      </a:lnTo>
                      <a:lnTo>
                        <a:pt x="237" y="500"/>
                      </a:lnTo>
                      <a:cubicBezTo>
                        <a:pt x="204" y="492"/>
                        <a:pt x="177" y="486"/>
                        <a:pt x="157" y="481"/>
                      </a:cubicBezTo>
                      <a:lnTo>
                        <a:pt x="156" y="481"/>
                      </a:lnTo>
                      <a:lnTo>
                        <a:pt x="156" y="481"/>
                      </a:lnTo>
                      <a:cubicBezTo>
                        <a:pt x="156" y="465"/>
                        <a:pt x="156" y="452"/>
                        <a:pt x="156" y="444"/>
                      </a:cubicBezTo>
                      <a:cubicBezTo>
                        <a:pt x="156" y="440"/>
                        <a:pt x="156" y="436"/>
                        <a:pt x="156" y="434"/>
                      </a:cubicBezTo>
                      <a:cubicBezTo>
                        <a:pt x="156" y="432"/>
                        <a:pt x="157" y="431"/>
                        <a:pt x="157" y="431"/>
                      </a:cubicBez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sp>
          <p:nvSpPr>
            <p:cNvPr id="1289" name="Google Shape;1289;p28"/>
            <p:cNvSpPr/>
            <p:nvPr/>
          </p:nvSpPr>
          <p:spPr>
            <a:xfrm>
              <a:off x="7759261" y="626351"/>
              <a:ext cx="751812" cy="820451"/>
            </a:xfrm>
            <a:custGeom>
              <a:rect b="b" l="l" r="r" t="t"/>
              <a:pathLst>
                <a:path extrusionOk="0" h="765" w="701">
                  <a:moveTo>
                    <a:pt x="423" y="395"/>
                  </a:moveTo>
                  <a:cubicBezTo>
                    <a:pt x="494" y="365"/>
                    <a:pt x="545" y="292"/>
                    <a:pt x="545" y="206"/>
                  </a:cubicBezTo>
                  <a:cubicBezTo>
                    <a:pt x="545" y="92"/>
                    <a:pt x="460" y="0"/>
                    <a:pt x="353" y="0"/>
                  </a:cubicBezTo>
                  <a:cubicBezTo>
                    <a:pt x="247" y="-1"/>
                    <a:pt x="161" y="91"/>
                    <a:pt x="160" y="204"/>
                  </a:cubicBezTo>
                  <a:cubicBezTo>
                    <a:pt x="160" y="291"/>
                    <a:pt x="211" y="365"/>
                    <a:pt x="283" y="395"/>
                  </a:cubicBezTo>
                  <a:cubicBezTo>
                    <a:pt x="-13" y="440"/>
                    <a:pt x="0" y="761"/>
                    <a:pt x="0" y="761"/>
                  </a:cubicBezTo>
                  <a:lnTo>
                    <a:pt x="700" y="765"/>
                  </a:lnTo>
                  <a:cubicBezTo>
                    <a:pt x="700" y="765"/>
                    <a:pt x="716" y="439"/>
                    <a:pt x="423" y="395"/>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1290" name="Google Shape;1290;p28"/>
          <p:cNvSpPr txBox="1"/>
          <p:nvPr>
            <p:ph type="title"/>
          </p:nvPr>
        </p:nvSpPr>
        <p:spPr>
          <a:xfrm>
            <a:off x="0" y="3093100"/>
            <a:ext cx="9144000" cy="825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$12.04B           $33.14B</a:t>
            </a:r>
            <a:endParaRPr/>
          </a:p>
        </p:txBody>
      </p:sp>
      <p:sp>
        <p:nvSpPr>
          <p:cNvPr id="1291" name="Google Shape;1291;p28"/>
          <p:cNvSpPr txBox="1"/>
          <p:nvPr>
            <p:ph idx="1" type="subTitle"/>
          </p:nvPr>
        </p:nvSpPr>
        <p:spPr>
          <a:xfrm>
            <a:off x="1802250" y="3871225"/>
            <a:ext cx="5539500" cy="36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Global QR code market size prediction from 2025 to 2030</a:t>
            </a:r>
            <a:endParaRPr/>
          </a:p>
        </p:txBody>
      </p:sp>
      <p:sp>
        <p:nvSpPr>
          <p:cNvPr id="1292" name="Google Shape;1292;p28"/>
          <p:cNvSpPr/>
          <p:nvPr/>
        </p:nvSpPr>
        <p:spPr>
          <a:xfrm>
            <a:off x="7490448" y="2327673"/>
            <a:ext cx="246951" cy="246951"/>
          </a:xfrm>
          <a:custGeom>
            <a:rect b="b" l="l" r="r" t="t"/>
            <a:pathLst>
              <a:path extrusionOk="0" h="425" w="425">
                <a:moveTo>
                  <a:pt x="132" y="366"/>
                </a:moveTo>
                <a:cubicBezTo>
                  <a:pt x="118" y="359"/>
                  <a:pt x="106" y="350"/>
                  <a:pt x="94" y="340"/>
                </a:cubicBezTo>
                <a:lnTo>
                  <a:pt x="54" y="354"/>
                </a:lnTo>
                <a:lnTo>
                  <a:pt x="16" y="295"/>
                </a:lnTo>
                <a:lnTo>
                  <a:pt x="47" y="264"/>
                </a:lnTo>
                <a:cubicBezTo>
                  <a:pt x="42" y="250"/>
                  <a:pt x="39" y="235"/>
                  <a:pt x="39" y="219"/>
                </a:cubicBezTo>
                <a:lnTo>
                  <a:pt x="0" y="201"/>
                </a:lnTo>
                <a:lnTo>
                  <a:pt x="15" y="132"/>
                </a:lnTo>
                <a:lnTo>
                  <a:pt x="58" y="132"/>
                </a:lnTo>
                <a:cubicBezTo>
                  <a:pt x="65" y="118"/>
                  <a:pt x="74" y="105"/>
                  <a:pt x="85" y="94"/>
                </a:cubicBezTo>
                <a:lnTo>
                  <a:pt x="70" y="54"/>
                </a:lnTo>
                <a:lnTo>
                  <a:pt x="130" y="16"/>
                </a:lnTo>
                <a:lnTo>
                  <a:pt x="160" y="46"/>
                </a:lnTo>
                <a:cubicBezTo>
                  <a:pt x="175" y="42"/>
                  <a:pt x="190" y="39"/>
                  <a:pt x="206" y="38"/>
                </a:cubicBezTo>
                <a:lnTo>
                  <a:pt x="224" y="0"/>
                </a:lnTo>
                <a:lnTo>
                  <a:pt x="293" y="15"/>
                </a:lnTo>
                <a:lnTo>
                  <a:pt x="293" y="58"/>
                </a:lnTo>
                <a:cubicBezTo>
                  <a:pt x="307" y="65"/>
                  <a:pt x="319" y="74"/>
                  <a:pt x="331" y="84"/>
                </a:cubicBezTo>
                <a:lnTo>
                  <a:pt x="371" y="70"/>
                </a:lnTo>
                <a:lnTo>
                  <a:pt x="409" y="130"/>
                </a:lnTo>
                <a:lnTo>
                  <a:pt x="378" y="160"/>
                </a:lnTo>
                <a:cubicBezTo>
                  <a:pt x="383" y="175"/>
                  <a:pt x="386" y="190"/>
                  <a:pt x="386" y="205"/>
                </a:cubicBezTo>
                <a:lnTo>
                  <a:pt x="425" y="224"/>
                </a:lnTo>
                <a:lnTo>
                  <a:pt x="410" y="292"/>
                </a:lnTo>
                <a:lnTo>
                  <a:pt x="367" y="292"/>
                </a:lnTo>
                <a:cubicBezTo>
                  <a:pt x="360" y="306"/>
                  <a:pt x="351" y="319"/>
                  <a:pt x="340" y="330"/>
                </a:cubicBezTo>
                <a:lnTo>
                  <a:pt x="355" y="370"/>
                </a:lnTo>
                <a:lnTo>
                  <a:pt x="295" y="408"/>
                </a:lnTo>
                <a:lnTo>
                  <a:pt x="265" y="378"/>
                </a:lnTo>
                <a:cubicBezTo>
                  <a:pt x="250" y="383"/>
                  <a:pt x="235" y="385"/>
                  <a:pt x="219" y="386"/>
                </a:cubicBezTo>
                <a:lnTo>
                  <a:pt x="201" y="425"/>
                </a:lnTo>
                <a:lnTo>
                  <a:pt x="132" y="409"/>
                </a:lnTo>
                <a:lnTo>
                  <a:pt x="132" y="366"/>
                </a:lnTo>
                <a:moveTo>
                  <a:pt x="193" y="285"/>
                </a:moveTo>
                <a:cubicBezTo>
                  <a:pt x="234" y="295"/>
                  <a:pt x="274" y="269"/>
                  <a:pt x="283" y="228"/>
                </a:cubicBezTo>
                <a:cubicBezTo>
                  <a:pt x="292" y="187"/>
                  <a:pt x="267" y="147"/>
                  <a:pt x="226" y="137"/>
                </a:cubicBezTo>
                <a:cubicBezTo>
                  <a:pt x="185" y="128"/>
                  <a:pt x="145" y="154"/>
                  <a:pt x="135" y="195"/>
                </a:cubicBezTo>
                <a:cubicBezTo>
                  <a:pt x="126" y="236"/>
                  <a:pt x="152" y="276"/>
                  <a:pt x="193" y="285"/>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1293" name="Google Shape;1293;p28"/>
          <p:cNvGrpSpPr/>
          <p:nvPr/>
        </p:nvGrpSpPr>
        <p:grpSpPr>
          <a:xfrm>
            <a:off x="1044898" y="539509"/>
            <a:ext cx="1338461" cy="3039400"/>
            <a:chOff x="1044898" y="539509"/>
            <a:chExt cx="1338461" cy="3039400"/>
          </a:xfrm>
        </p:grpSpPr>
        <p:grpSp>
          <p:nvGrpSpPr>
            <p:cNvPr id="1294" name="Google Shape;1294;p28"/>
            <p:cNvGrpSpPr/>
            <p:nvPr/>
          </p:nvGrpSpPr>
          <p:grpSpPr>
            <a:xfrm>
              <a:off x="1044898" y="539509"/>
              <a:ext cx="1338461" cy="3039400"/>
              <a:chOff x="974898" y="504109"/>
              <a:chExt cx="1338461" cy="3039400"/>
            </a:xfrm>
          </p:grpSpPr>
          <p:sp>
            <p:nvSpPr>
              <p:cNvPr id="1295" name="Google Shape;1295;p28"/>
              <p:cNvSpPr/>
              <p:nvPr/>
            </p:nvSpPr>
            <p:spPr>
              <a:xfrm>
                <a:off x="1473603" y="1772837"/>
                <a:ext cx="839756" cy="839756"/>
              </a:xfrm>
              <a:custGeom>
                <a:rect b="b" l="l" r="r" t="t"/>
                <a:pathLst>
                  <a:path extrusionOk="0" h="783" w="783">
                    <a:moveTo>
                      <a:pt x="714" y="341"/>
                    </a:moveTo>
                    <a:cubicBezTo>
                      <a:pt x="718" y="370"/>
                      <a:pt x="719" y="399"/>
                      <a:pt x="716" y="427"/>
                    </a:cubicBezTo>
                    <a:lnTo>
                      <a:pt x="783" y="472"/>
                    </a:lnTo>
                    <a:lnTo>
                      <a:pt x="735" y="595"/>
                    </a:lnTo>
                    <a:lnTo>
                      <a:pt x="655" y="584"/>
                    </a:lnTo>
                    <a:cubicBezTo>
                      <a:pt x="639" y="607"/>
                      <a:pt x="619" y="628"/>
                      <a:pt x="596" y="647"/>
                    </a:cubicBezTo>
                    <a:lnTo>
                      <a:pt x="611" y="725"/>
                    </a:lnTo>
                    <a:lnTo>
                      <a:pt x="490" y="779"/>
                    </a:lnTo>
                    <a:lnTo>
                      <a:pt x="442" y="715"/>
                    </a:lnTo>
                    <a:cubicBezTo>
                      <a:pt x="413" y="719"/>
                      <a:pt x="384" y="720"/>
                      <a:pt x="356" y="717"/>
                    </a:cubicBezTo>
                    <a:lnTo>
                      <a:pt x="311" y="783"/>
                    </a:lnTo>
                    <a:lnTo>
                      <a:pt x="187" y="736"/>
                    </a:lnTo>
                    <a:lnTo>
                      <a:pt x="199" y="656"/>
                    </a:lnTo>
                    <a:cubicBezTo>
                      <a:pt x="176" y="639"/>
                      <a:pt x="155" y="620"/>
                      <a:pt x="136" y="597"/>
                    </a:cubicBezTo>
                    <a:lnTo>
                      <a:pt x="58" y="612"/>
                    </a:lnTo>
                    <a:lnTo>
                      <a:pt x="4" y="491"/>
                    </a:lnTo>
                    <a:lnTo>
                      <a:pt x="68" y="443"/>
                    </a:lnTo>
                    <a:cubicBezTo>
                      <a:pt x="64" y="414"/>
                      <a:pt x="63" y="385"/>
                      <a:pt x="66" y="357"/>
                    </a:cubicBezTo>
                    <a:lnTo>
                      <a:pt x="0" y="312"/>
                    </a:lnTo>
                    <a:lnTo>
                      <a:pt x="47" y="188"/>
                    </a:lnTo>
                    <a:lnTo>
                      <a:pt x="127" y="200"/>
                    </a:lnTo>
                    <a:cubicBezTo>
                      <a:pt x="144" y="177"/>
                      <a:pt x="163" y="155"/>
                      <a:pt x="186" y="137"/>
                    </a:cubicBezTo>
                    <a:lnTo>
                      <a:pt x="171" y="58"/>
                    </a:lnTo>
                    <a:lnTo>
                      <a:pt x="292" y="5"/>
                    </a:lnTo>
                    <a:lnTo>
                      <a:pt x="340" y="69"/>
                    </a:lnTo>
                    <a:cubicBezTo>
                      <a:pt x="369" y="64"/>
                      <a:pt x="398" y="64"/>
                      <a:pt x="426" y="67"/>
                    </a:cubicBezTo>
                    <a:lnTo>
                      <a:pt x="471" y="0"/>
                    </a:lnTo>
                    <a:lnTo>
                      <a:pt x="595" y="48"/>
                    </a:lnTo>
                    <a:lnTo>
                      <a:pt x="583" y="127"/>
                    </a:lnTo>
                    <a:cubicBezTo>
                      <a:pt x="606" y="144"/>
                      <a:pt x="628" y="164"/>
                      <a:pt x="646" y="187"/>
                    </a:cubicBezTo>
                    <a:lnTo>
                      <a:pt x="724" y="171"/>
                    </a:lnTo>
                    <a:lnTo>
                      <a:pt x="778" y="293"/>
                    </a:lnTo>
                    <a:lnTo>
                      <a:pt x="714" y="341"/>
                    </a:lnTo>
                    <a:moveTo>
                      <a:pt x="524" y="340"/>
                    </a:moveTo>
                    <a:cubicBezTo>
                      <a:pt x="492" y="268"/>
                      <a:pt x="408" y="235"/>
                      <a:pt x="336" y="267"/>
                    </a:cubicBezTo>
                    <a:cubicBezTo>
                      <a:pt x="264" y="299"/>
                      <a:pt x="231" y="383"/>
                      <a:pt x="263" y="455"/>
                    </a:cubicBezTo>
                    <a:cubicBezTo>
                      <a:pt x="295" y="527"/>
                      <a:pt x="379" y="559"/>
                      <a:pt x="451" y="528"/>
                    </a:cubicBezTo>
                    <a:cubicBezTo>
                      <a:pt x="523" y="496"/>
                      <a:pt x="555" y="412"/>
                      <a:pt x="524" y="340"/>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96" name="Google Shape;1296;p28"/>
              <p:cNvSpPr/>
              <p:nvPr/>
            </p:nvSpPr>
            <p:spPr>
              <a:xfrm>
                <a:off x="1444648" y="1370184"/>
                <a:ext cx="275629" cy="274556"/>
              </a:xfrm>
              <a:custGeom>
                <a:rect b="b" l="l" r="r" t="t"/>
                <a:pathLst>
                  <a:path extrusionOk="0" h="256" w="257">
                    <a:moveTo>
                      <a:pt x="234" y="111"/>
                    </a:moveTo>
                    <a:cubicBezTo>
                      <a:pt x="236" y="121"/>
                      <a:pt x="236" y="130"/>
                      <a:pt x="235" y="139"/>
                    </a:cubicBezTo>
                    <a:lnTo>
                      <a:pt x="257" y="154"/>
                    </a:lnTo>
                    <a:lnTo>
                      <a:pt x="241" y="195"/>
                    </a:lnTo>
                    <a:lnTo>
                      <a:pt x="215" y="191"/>
                    </a:lnTo>
                    <a:cubicBezTo>
                      <a:pt x="210" y="198"/>
                      <a:pt x="203" y="205"/>
                      <a:pt x="196" y="211"/>
                    </a:cubicBezTo>
                    <a:lnTo>
                      <a:pt x="201" y="237"/>
                    </a:lnTo>
                    <a:lnTo>
                      <a:pt x="161" y="255"/>
                    </a:lnTo>
                    <a:lnTo>
                      <a:pt x="145" y="234"/>
                    </a:lnTo>
                    <a:cubicBezTo>
                      <a:pt x="136" y="235"/>
                      <a:pt x="126" y="235"/>
                      <a:pt x="117" y="234"/>
                    </a:cubicBezTo>
                    <a:lnTo>
                      <a:pt x="102" y="256"/>
                    </a:lnTo>
                    <a:lnTo>
                      <a:pt x="62" y="241"/>
                    </a:lnTo>
                    <a:lnTo>
                      <a:pt x="65" y="215"/>
                    </a:lnTo>
                    <a:cubicBezTo>
                      <a:pt x="58" y="209"/>
                      <a:pt x="51" y="203"/>
                      <a:pt x="45" y="195"/>
                    </a:cubicBezTo>
                    <a:lnTo>
                      <a:pt x="19" y="200"/>
                    </a:lnTo>
                    <a:lnTo>
                      <a:pt x="2" y="160"/>
                    </a:lnTo>
                    <a:lnTo>
                      <a:pt x="23" y="145"/>
                    </a:lnTo>
                    <a:cubicBezTo>
                      <a:pt x="21" y="135"/>
                      <a:pt x="21" y="126"/>
                      <a:pt x="22" y="116"/>
                    </a:cubicBezTo>
                    <a:lnTo>
                      <a:pt x="0" y="102"/>
                    </a:lnTo>
                    <a:lnTo>
                      <a:pt x="16" y="61"/>
                    </a:lnTo>
                    <a:lnTo>
                      <a:pt x="42" y="65"/>
                    </a:lnTo>
                    <a:cubicBezTo>
                      <a:pt x="47" y="57"/>
                      <a:pt x="54" y="50"/>
                      <a:pt x="61" y="44"/>
                    </a:cubicBezTo>
                    <a:lnTo>
                      <a:pt x="56" y="19"/>
                    </a:lnTo>
                    <a:lnTo>
                      <a:pt x="96" y="1"/>
                    </a:lnTo>
                    <a:lnTo>
                      <a:pt x="112" y="22"/>
                    </a:lnTo>
                    <a:cubicBezTo>
                      <a:pt x="121" y="21"/>
                      <a:pt x="131" y="20"/>
                      <a:pt x="140" y="21"/>
                    </a:cubicBezTo>
                    <a:lnTo>
                      <a:pt x="155" y="0"/>
                    </a:lnTo>
                    <a:lnTo>
                      <a:pt x="195" y="15"/>
                    </a:lnTo>
                    <a:lnTo>
                      <a:pt x="192" y="41"/>
                    </a:lnTo>
                    <a:cubicBezTo>
                      <a:pt x="199" y="47"/>
                      <a:pt x="206" y="53"/>
                      <a:pt x="212" y="61"/>
                    </a:cubicBezTo>
                    <a:lnTo>
                      <a:pt x="238" y="56"/>
                    </a:lnTo>
                    <a:lnTo>
                      <a:pt x="255" y="95"/>
                    </a:lnTo>
                    <a:lnTo>
                      <a:pt x="234" y="111"/>
                    </a:lnTo>
                    <a:moveTo>
                      <a:pt x="172" y="111"/>
                    </a:moveTo>
                    <a:cubicBezTo>
                      <a:pt x="161" y="87"/>
                      <a:pt x="134" y="77"/>
                      <a:pt x="110" y="87"/>
                    </a:cubicBezTo>
                    <a:cubicBezTo>
                      <a:pt x="87" y="98"/>
                      <a:pt x="76" y="125"/>
                      <a:pt x="87" y="149"/>
                    </a:cubicBezTo>
                    <a:cubicBezTo>
                      <a:pt x="97" y="172"/>
                      <a:pt x="125" y="183"/>
                      <a:pt x="148" y="172"/>
                    </a:cubicBezTo>
                    <a:cubicBezTo>
                      <a:pt x="172" y="162"/>
                      <a:pt x="182" y="134"/>
                      <a:pt x="172" y="111"/>
                    </a:cubicBez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97" name="Google Shape;1297;p28"/>
              <p:cNvSpPr/>
              <p:nvPr/>
            </p:nvSpPr>
            <p:spPr>
              <a:xfrm>
                <a:off x="1378148" y="504109"/>
                <a:ext cx="531953" cy="531953"/>
              </a:xfrm>
              <a:custGeom>
                <a:rect b="b" l="l" r="r" t="t"/>
                <a:pathLst>
                  <a:path extrusionOk="0" h="496" w="496">
                    <a:moveTo>
                      <a:pt x="452" y="216"/>
                    </a:moveTo>
                    <a:cubicBezTo>
                      <a:pt x="455" y="234"/>
                      <a:pt x="455" y="252"/>
                      <a:pt x="453" y="270"/>
                    </a:cubicBezTo>
                    <a:lnTo>
                      <a:pt x="496" y="299"/>
                    </a:lnTo>
                    <a:lnTo>
                      <a:pt x="465" y="377"/>
                    </a:lnTo>
                    <a:lnTo>
                      <a:pt x="415" y="370"/>
                    </a:lnTo>
                    <a:cubicBezTo>
                      <a:pt x="405" y="384"/>
                      <a:pt x="392" y="398"/>
                      <a:pt x="377" y="409"/>
                    </a:cubicBezTo>
                    <a:lnTo>
                      <a:pt x="387" y="459"/>
                    </a:lnTo>
                    <a:lnTo>
                      <a:pt x="311" y="493"/>
                    </a:lnTo>
                    <a:lnTo>
                      <a:pt x="280" y="453"/>
                    </a:lnTo>
                    <a:cubicBezTo>
                      <a:pt x="262" y="456"/>
                      <a:pt x="244" y="456"/>
                      <a:pt x="226" y="454"/>
                    </a:cubicBezTo>
                    <a:lnTo>
                      <a:pt x="197" y="496"/>
                    </a:lnTo>
                    <a:lnTo>
                      <a:pt x="119" y="466"/>
                    </a:lnTo>
                    <a:lnTo>
                      <a:pt x="126" y="416"/>
                    </a:lnTo>
                    <a:cubicBezTo>
                      <a:pt x="112" y="405"/>
                      <a:pt x="98" y="392"/>
                      <a:pt x="86" y="378"/>
                    </a:cubicBezTo>
                    <a:lnTo>
                      <a:pt x="37" y="388"/>
                    </a:lnTo>
                    <a:lnTo>
                      <a:pt x="3" y="311"/>
                    </a:lnTo>
                    <a:lnTo>
                      <a:pt x="43" y="281"/>
                    </a:lnTo>
                    <a:cubicBezTo>
                      <a:pt x="40" y="262"/>
                      <a:pt x="40" y="244"/>
                      <a:pt x="42" y="226"/>
                    </a:cubicBezTo>
                    <a:lnTo>
                      <a:pt x="0" y="198"/>
                    </a:lnTo>
                    <a:lnTo>
                      <a:pt x="30" y="119"/>
                    </a:lnTo>
                    <a:lnTo>
                      <a:pt x="80" y="127"/>
                    </a:lnTo>
                    <a:cubicBezTo>
                      <a:pt x="91" y="112"/>
                      <a:pt x="103" y="98"/>
                      <a:pt x="118" y="87"/>
                    </a:cubicBezTo>
                    <a:lnTo>
                      <a:pt x="108" y="37"/>
                    </a:lnTo>
                    <a:lnTo>
                      <a:pt x="185" y="3"/>
                    </a:lnTo>
                    <a:lnTo>
                      <a:pt x="215" y="44"/>
                    </a:lnTo>
                    <a:cubicBezTo>
                      <a:pt x="233" y="41"/>
                      <a:pt x="252" y="40"/>
                      <a:pt x="270" y="42"/>
                    </a:cubicBezTo>
                    <a:lnTo>
                      <a:pt x="298" y="0"/>
                    </a:lnTo>
                    <a:lnTo>
                      <a:pt x="376" y="30"/>
                    </a:lnTo>
                    <a:lnTo>
                      <a:pt x="369" y="81"/>
                    </a:lnTo>
                    <a:cubicBezTo>
                      <a:pt x="384" y="91"/>
                      <a:pt x="397" y="104"/>
                      <a:pt x="409" y="118"/>
                    </a:cubicBezTo>
                    <a:lnTo>
                      <a:pt x="459" y="109"/>
                    </a:lnTo>
                    <a:lnTo>
                      <a:pt x="493" y="185"/>
                    </a:lnTo>
                    <a:lnTo>
                      <a:pt x="452" y="216"/>
                    </a:lnTo>
                    <a:moveTo>
                      <a:pt x="332" y="215"/>
                    </a:moveTo>
                    <a:cubicBezTo>
                      <a:pt x="311" y="170"/>
                      <a:pt x="258" y="149"/>
                      <a:pt x="213" y="169"/>
                    </a:cubicBezTo>
                    <a:cubicBezTo>
                      <a:pt x="167" y="189"/>
                      <a:pt x="147" y="243"/>
                      <a:pt x="167" y="288"/>
                    </a:cubicBezTo>
                    <a:cubicBezTo>
                      <a:pt x="187" y="334"/>
                      <a:pt x="240" y="354"/>
                      <a:pt x="286" y="334"/>
                    </a:cubicBezTo>
                    <a:cubicBezTo>
                      <a:pt x="331" y="314"/>
                      <a:pt x="352" y="260"/>
                      <a:pt x="332" y="215"/>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1298" name="Google Shape;1298;p28"/>
              <p:cNvGrpSpPr/>
              <p:nvPr/>
            </p:nvGrpSpPr>
            <p:grpSpPr>
              <a:xfrm>
                <a:off x="974898" y="2924685"/>
                <a:ext cx="469748" cy="618824"/>
                <a:chOff x="974898" y="2924685"/>
                <a:chExt cx="469748" cy="618824"/>
              </a:xfrm>
            </p:grpSpPr>
            <p:sp>
              <p:nvSpPr>
                <p:cNvPr id="1299" name="Google Shape;1299;p28"/>
                <p:cNvSpPr/>
                <p:nvPr/>
              </p:nvSpPr>
              <p:spPr>
                <a:xfrm>
                  <a:off x="974898" y="3120950"/>
                  <a:ext cx="196265" cy="195192"/>
                </a:xfrm>
                <a:custGeom>
                  <a:rect b="b" l="l" r="r" t="t"/>
                  <a:pathLst>
                    <a:path extrusionOk="0" h="182" w="183">
                      <a:moveTo>
                        <a:pt x="183" y="91"/>
                      </a:moveTo>
                      <a:cubicBezTo>
                        <a:pt x="183" y="141"/>
                        <a:pt x="142" y="182"/>
                        <a:pt x="92" y="182"/>
                      </a:cubicBezTo>
                      <a:cubicBezTo>
                        <a:pt x="41" y="182"/>
                        <a:pt x="0" y="142"/>
                        <a:pt x="0" y="91"/>
                      </a:cubicBezTo>
                      <a:cubicBezTo>
                        <a:pt x="0" y="41"/>
                        <a:pt x="40" y="0"/>
                        <a:pt x="91" y="0"/>
                      </a:cubicBezTo>
                      <a:cubicBezTo>
                        <a:pt x="141" y="0"/>
                        <a:pt x="183" y="40"/>
                        <a:pt x="183" y="91"/>
                      </a:cubicBezTo>
                      <a:close/>
                    </a:path>
                  </a:pathLst>
                </a:custGeom>
                <a:solidFill>
                  <a:schemeClr val="accent2"/>
                </a:solidFill>
                <a:ln>
                  <a:noFill/>
                </a:ln>
              </p:spPr>
              <p:txBody>
                <a:bodyPr anchorCtr="1" anchor="ctr" bIns="20500" lIns="90000" spcFirstLastPara="1" rIns="90000" wrap="square" tIns="205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0" name="Google Shape;1300;p28"/>
                <p:cNvSpPr/>
                <p:nvPr/>
              </p:nvSpPr>
              <p:spPr>
                <a:xfrm>
                  <a:off x="1249454" y="2924685"/>
                  <a:ext cx="195192" cy="195192"/>
                </a:xfrm>
                <a:custGeom>
                  <a:rect b="b" l="l" r="r" t="t"/>
                  <a:pathLst>
                    <a:path extrusionOk="0" h="182" w="182">
                      <a:moveTo>
                        <a:pt x="182" y="91"/>
                      </a:moveTo>
                      <a:cubicBezTo>
                        <a:pt x="182" y="141"/>
                        <a:pt x="141" y="182"/>
                        <a:pt x="91" y="182"/>
                      </a:cubicBezTo>
                      <a:cubicBezTo>
                        <a:pt x="40" y="182"/>
                        <a:pt x="0" y="142"/>
                        <a:pt x="0" y="91"/>
                      </a:cubicBezTo>
                      <a:cubicBezTo>
                        <a:pt x="0" y="41"/>
                        <a:pt x="40" y="0"/>
                        <a:pt x="91" y="0"/>
                      </a:cubicBezTo>
                      <a:cubicBezTo>
                        <a:pt x="141" y="0"/>
                        <a:pt x="182" y="41"/>
                        <a:pt x="182" y="91"/>
                      </a:cubicBezTo>
                      <a:close/>
                    </a:path>
                  </a:pathLst>
                </a:custGeom>
                <a:solidFill>
                  <a:schemeClr val="accent2"/>
                </a:solidFill>
                <a:ln>
                  <a:noFill/>
                </a:ln>
              </p:spPr>
              <p:txBody>
                <a:bodyPr anchorCtr="1" anchor="ctr" bIns="20500" lIns="90000" spcFirstLastPara="1" rIns="90000" wrap="square" tIns="205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1" name="Google Shape;1301;p28"/>
                <p:cNvSpPr/>
                <p:nvPr/>
              </p:nvSpPr>
              <p:spPr>
                <a:xfrm>
                  <a:off x="1249454" y="3330084"/>
                  <a:ext cx="195192" cy="213425"/>
                </a:xfrm>
                <a:custGeom>
                  <a:rect b="b" l="l" r="r" t="t"/>
                  <a:pathLst>
                    <a:path extrusionOk="0" h="199" w="182">
                      <a:moveTo>
                        <a:pt x="182" y="99"/>
                      </a:moveTo>
                      <a:cubicBezTo>
                        <a:pt x="182" y="154"/>
                        <a:pt x="142" y="199"/>
                        <a:pt x="91" y="199"/>
                      </a:cubicBezTo>
                      <a:cubicBezTo>
                        <a:pt x="41" y="199"/>
                        <a:pt x="0" y="155"/>
                        <a:pt x="0" y="100"/>
                      </a:cubicBezTo>
                      <a:cubicBezTo>
                        <a:pt x="0" y="45"/>
                        <a:pt x="41" y="0"/>
                        <a:pt x="91" y="0"/>
                      </a:cubicBezTo>
                      <a:cubicBezTo>
                        <a:pt x="142" y="0"/>
                        <a:pt x="182" y="45"/>
                        <a:pt x="182" y="99"/>
                      </a:cubicBezTo>
                      <a:close/>
                    </a:path>
                  </a:pathLst>
                </a:custGeom>
                <a:solidFill>
                  <a:schemeClr val="accent2"/>
                </a:solidFill>
                <a:ln>
                  <a:noFill/>
                </a:ln>
              </p:spPr>
              <p:txBody>
                <a:bodyPr anchorCtr="1" anchor="ctr" bIns="26625" lIns="90000" spcFirstLastPara="1" rIns="90000" wrap="square" tIns="266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2" name="Google Shape;1302;p28"/>
                <p:cNvSpPr/>
                <p:nvPr/>
              </p:nvSpPr>
              <p:spPr>
                <a:xfrm>
                  <a:off x="1043537" y="3236778"/>
                  <a:ext cx="274556" cy="188757"/>
                </a:xfrm>
                <a:custGeom>
                  <a:rect b="b" l="l" r="r" t="t"/>
                  <a:pathLst>
                    <a:path extrusionOk="0" h="176" w="256">
                      <a:moveTo>
                        <a:pt x="256" y="175"/>
                      </a:moveTo>
                      <a:cubicBezTo>
                        <a:pt x="252" y="181"/>
                        <a:pt x="192" y="146"/>
                        <a:pt x="121" y="98"/>
                      </a:cubicBezTo>
                      <a:cubicBezTo>
                        <a:pt x="50" y="50"/>
                        <a:pt x="-4" y="6"/>
                        <a:pt x="0" y="0"/>
                      </a:cubicBezTo>
                      <a:cubicBezTo>
                        <a:pt x="4" y="-6"/>
                        <a:pt x="64" y="29"/>
                        <a:pt x="135" y="77"/>
                      </a:cubicBezTo>
                      <a:cubicBezTo>
                        <a:pt x="206" y="125"/>
                        <a:pt x="260" y="169"/>
                        <a:pt x="256" y="175"/>
                      </a:cubicBezTo>
                      <a:close/>
                    </a:path>
                  </a:pathLst>
                </a:custGeom>
                <a:solidFill>
                  <a:schemeClr val="accent2"/>
                </a:solidFill>
                <a:ln>
                  <a:noFill/>
                </a:ln>
              </p:spPr>
              <p:txBody>
                <a:bodyPr anchorCtr="1" anchor="ctr" bIns="18350" lIns="90000" spcFirstLastPara="1" rIns="90000" wrap="square" tIns="183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3" name="Google Shape;1303;p28"/>
                <p:cNvSpPr/>
                <p:nvPr/>
              </p:nvSpPr>
              <p:spPr>
                <a:xfrm>
                  <a:off x="1085364" y="3015846"/>
                  <a:ext cx="241309" cy="187685"/>
                </a:xfrm>
                <a:custGeom>
                  <a:rect b="b" l="l" r="r" t="t"/>
                  <a:pathLst>
                    <a:path extrusionOk="0" h="175" w="225">
                      <a:moveTo>
                        <a:pt x="225" y="0"/>
                      </a:moveTo>
                      <a:cubicBezTo>
                        <a:pt x="229" y="5"/>
                        <a:pt x="182" y="49"/>
                        <a:pt x="120" y="96"/>
                      </a:cubicBezTo>
                      <a:cubicBezTo>
                        <a:pt x="58" y="145"/>
                        <a:pt x="4" y="179"/>
                        <a:pt x="0" y="174"/>
                      </a:cubicBezTo>
                      <a:cubicBezTo>
                        <a:pt x="-4" y="168"/>
                        <a:pt x="43" y="125"/>
                        <a:pt x="105" y="77"/>
                      </a:cubicBezTo>
                      <a:cubicBezTo>
                        <a:pt x="167" y="29"/>
                        <a:pt x="220" y="-6"/>
                        <a:pt x="225" y="0"/>
                      </a:cubicBezTo>
                      <a:close/>
                    </a:path>
                  </a:pathLst>
                </a:custGeom>
                <a:solidFill>
                  <a:schemeClr val="accent2"/>
                </a:solidFill>
                <a:ln>
                  <a:noFill/>
                </a:ln>
              </p:spPr>
              <p:txBody>
                <a:bodyPr anchorCtr="1" anchor="ctr" bIns="18000" lIns="90000" spcFirstLastPara="1" rIns="90000" wrap="square" tIns="18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1304" name="Google Shape;1304;p28"/>
            <p:cNvGrpSpPr/>
            <p:nvPr/>
          </p:nvGrpSpPr>
          <p:grpSpPr>
            <a:xfrm>
              <a:off x="1969377" y="1137371"/>
              <a:ext cx="413979" cy="415052"/>
              <a:chOff x="1527227" y="1107896"/>
              <a:chExt cx="413979" cy="415052"/>
            </a:xfrm>
          </p:grpSpPr>
          <p:sp>
            <p:nvSpPr>
              <p:cNvPr id="1305" name="Google Shape;1305;p28"/>
              <p:cNvSpPr/>
              <p:nvPr/>
            </p:nvSpPr>
            <p:spPr>
              <a:xfrm>
                <a:off x="1659143" y="1240884"/>
                <a:ext cx="153365" cy="154438"/>
              </a:xfrm>
              <a:custGeom>
                <a:rect b="b" l="l" r="r" t="t"/>
                <a:pathLst>
                  <a:path extrusionOk="0" h="144" w="143">
                    <a:moveTo>
                      <a:pt x="136" y="44"/>
                    </a:moveTo>
                    <a:cubicBezTo>
                      <a:pt x="136" y="44"/>
                      <a:pt x="137" y="45"/>
                      <a:pt x="138" y="48"/>
                    </a:cubicBezTo>
                    <a:cubicBezTo>
                      <a:pt x="139" y="51"/>
                      <a:pt x="140" y="55"/>
                      <a:pt x="142" y="60"/>
                    </a:cubicBezTo>
                    <a:cubicBezTo>
                      <a:pt x="144" y="71"/>
                      <a:pt x="144" y="88"/>
                      <a:pt x="135" y="106"/>
                    </a:cubicBezTo>
                    <a:cubicBezTo>
                      <a:pt x="126" y="124"/>
                      <a:pt x="105" y="142"/>
                      <a:pt x="77" y="144"/>
                    </a:cubicBezTo>
                    <a:cubicBezTo>
                      <a:pt x="64" y="145"/>
                      <a:pt x="49" y="142"/>
                      <a:pt x="37" y="135"/>
                    </a:cubicBezTo>
                    <a:cubicBezTo>
                      <a:pt x="24" y="128"/>
                      <a:pt x="13" y="116"/>
                      <a:pt x="6" y="101"/>
                    </a:cubicBezTo>
                    <a:cubicBezTo>
                      <a:pt x="0" y="87"/>
                      <a:pt x="-1" y="71"/>
                      <a:pt x="2" y="57"/>
                    </a:cubicBezTo>
                    <a:cubicBezTo>
                      <a:pt x="5" y="42"/>
                      <a:pt x="13" y="30"/>
                      <a:pt x="23" y="20"/>
                    </a:cubicBezTo>
                    <a:cubicBezTo>
                      <a:pt x="42" y="1"/>
                      <a:pt x="69" y="-2"/>
                      <a:pt x="89" y="3"/>
                    </a:cubicBezTo>
                    <a:cubicBezTo>
                      <a:pt x="109" y="8"/>
                      <a:pt x="121" y="20"/>
                      <a:pt x="128" y="29"/>
                    </a:cubicBezTo>
                    <a:cubicBezTo>
                      <a:pt x="131" y="33"/>
                      <a:pt x="133" y="37"/>
                      <a:pt x="134" y="40"/>
                    </a:cubicBezTo>
                    <a:cubicBezTo>
                      <a:pt x="135" y="43"/>
                      <a:pt x="136" y="44"/>
                      <a:pt x="136" y="44"/>
                    </a:cubicBezTo>
                    <a:cubicBezTo>
                      <a:pt x="135" y="44"/>
                      <a:pt x="133" y="39"/>
                      <a:pt x="126" y="30"/>
                    </a:cubicBezTo>
                    <a:cubicBezTo>
                      <a:pt x="119" y="22"/>
                      <a:pt x="107" y="11"/>
                      <a:pt x="88" y="7"/>
                    </a:cubicBezTo>
                    <a:cubicBezTo>
                      <a:pt x="70" y="2"/>
                      <a:pt x="44" y="6"/>
                      <a:pt x="26" y="24"/>
                    </a:cubicBezTo>
                    <a:cubicBezTo>
                      <a:pt x="17" y="33"/>
                      <a:pt x="10" y="45"/>
                      <a:pt x="8" y="58"/>
                    </a:cubicBezTo>
                    <a:cubicBezTo>
                      <a:pt x="4" y="71"/>
                      <a:pt x="6" y="86"/>
                      <a:pt x="12" y="99"/>
                    </a:cubicBezTo>
                    <a:cubicBezTo>
                      <a:pt x="18" y="112"/>
                      <a:pt x="28" y="123"/>
                      <a:pt x="39" y="130"/>
                    </a:cubicBezTo>
                    <a:cubicBezTo>
                      <a:pt x="51" y="137"/>
                      <a:pt x="64" y="139"/>
                      <a:pt x="77" y="139"/>
                    </a:cubicBezTo>
                    <a:cubicBezTo>
                      <a:pt x="102" y="137"/>
                      <a:pt x="122" y="121"/>
                      <a:pt x="131" y="104"/>
                    </a:cubicBezTo>
                    <a:cubicBezTo>
                      <a:pt x="141" y="88"/>
                      <a:pt x="141" y="71"/>
                      <a:pt x="139" y="60"/>
                    </a:cubicBezTo>
                    <a:cubicBezTo>
                      <a:pt x="138" y="50"/>
                      <a:pt x="135" y="44"/>
                      <a:pt x="136" y="44"/>
                    </a:cubicBezTo>
                    <a:close/>
                  </a:path>
                </a:pathLst>
              </a:custGeom>
              <a:solidFill>
                <a:schemeClr val="dk2"/>
              </a:solidFill>
              <a:ln>
                <a:noFill/>
              </a:ln>
            </p:spPr>
            <p:txBody>
              <a:bodyPr anchorCtr="1" anchor="ctr" bIns="6825" lIns="90000" spcFirstLastPara="1" rIns="90000" wrap="square" tIns="68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6" name="Google Shape;1306;p28"/>
              <p:cNvSpPr/>
              <p:nvPr/>
            </p:nvSpPr>
            <p:spPr>
              <a:xfrm>
                <a:off x="1527227" y="1107896"/>
                <a:ext cx="413979" cy="415052"/>
              </a:xfrm>
              <a:custGeom>
                <a:rect b="b" l="l" r="r" t="t"/>
                <a:pathLst>
                  <a:path extrusionOk="0" h="387" w="386">
                    <a:moveTo>
                      <a:pt x="351" y="168"/>
                    </a:moveTo>
                    <a:cubicBezTo>
                      <a:pt x="351" y="168"/>
                      <a:pt x="352" y="168"/>
                      <a:pt x="353" y="167"/>
                    </a:cubicBezTo>
                    <a:cubicBezTo>
                      <a:pt x="355" y="166"/>
                      <a:pt x="356" y="164"/>
                      <a:pt x="359" y="162"/>
                    </a:cubicBezTo>
                    <a:cubicBezTo>
                      <a:pt x="364" y="158"/>
                      <a:pt x="372" y="152"/>
                      <a:pt x="382" y="144"/>
                    </a:cubicBezTo>
                    <a:lnTo>
                      <a:pt x="382" y="145"/>
                    </a:lnTo>
                    <a:cubicBezTo>
                      <a:pt x="375" y="130"/>
                      <a:pt x="366" y="111"/>
                      <a:pt x="355" y="87"/>
                    </a:cubicBezTo>
                    <a:lnTo>
                      <a:pt x="357" y="88"/>
                    </a:lnTo>
                    <a:cubicBezTo>
                      <a:pt x="345" y="90"/>
                      <a:pt x="332" y="93"/>
                      <a:pt x="318" y="95"/>
                    </a:cubicBezTo>
                    <a:lnTo>
                      <a:pt x="317" y="96"/>
                    </a:lnTo>
                    <a:lnTo>
                      <a:pt x="317" y="95"/>
                    </a:lnTo>
                    <a:cubicBezTo>
                      <a:pt x="308" y="85"/>
                      <a:pt x="298" y="75"/>
                      <a:pt x="286" y="66"/>
                    </a:cubicBezTo>
                    <a:lnTo>
                      <a:pt x="286" y="66"/>
                    </a:lnTo>
                    <a:lnTo>
                      <a:pt x="286" y="64"/>
                    </a:lnTo>
                    <a:cubicBezTo>
                      <a:pt x="287" y="52"/>
                      <a:pt x="289" y="39"/>
                      <a:pt x="291" y="26"/>
                    </a:cubicBezTo>
                    <a:lnTo>
                      <a:pt x="293" y="28"/>
                    </a:lnTo>
                    <a:cubicBezTo>
                      <a:pt x="274" y="21"/>
                      <a:pt x="253" y="13"/>
                      <a:pt x="232" y="5"/>
                    </a:cubicBezTo>
                    <a:lnTo>
                      <a:pt x="235" y="4"/>
                    </a:lnTo>
                    <a:cubicBezTo>
                      <a:pt x="228" y="14"/>
                      <a:pt x="221" y="25"/>
                      <a:pt x="213" y="37"/>
                    </a:cubicBezTo>
                    <a:lnTo>
                      <a:pt x="212" y="38"/>
                    </a:lnTo>
                    <a:lnTo>
                      <a:pt x="211" y="38"/>
                    </a:lnTo>
                    <a:cubicBezTo>
                      <a:pt x="198" y="36"/>
                      <a:pt x="184" y="36"/>
                      <a:pt x="170" y="39"/>
                    </a:cubicBezTo>
                    <a:lnTo>
                      <a:pt x="168" y="39"/>
                    </a:lnTo>
                    <a:lnTo>
                      <a:pt x="167" y="38"/>
                    </a:lnTo>
                    <a:cubicBezTo>
                      <a:pt x="160" y="28"/>
                      <a:pt x="152" y="17"/>
                      <a:pt x="144" y="7"/>
                    </a:cubicBezTo>
                    <a:lnTo>
                      <a:pt x="147" y="7"/>
                    </a:lnTo>
                    <a:cubicBezTo>
                      <a:pt x="128" y="16"/>
                      <a:pt x="108" y="24"/>
                      <a:pt x="88" y="34"/>
                    </a:cubicBezTo>
                    <a:lnTo>
                      <a:pt x="89" y="31"/>
                    </a:lnTo>
                    <a:cubicBezTo>
                      <a:pt x="92" y="42"/>
                      <a:pt x="94" y="56"/>
                      <a:pt x="97" y="69"/>
                    </a:cubicBezTo>
                    <a:lnTo>
                      <a:pt x="97" y="70"/>
                    </a:lnTo>
                    <a:lnTo>
                      <a:pt x="96" y="71"/>
                    </a:lnTo>
                    <a:cubicBezTo>
                      <a:pt x="86" y="80"/>
                      <a:pt x="76" y="90"/>
                      <a:pt x="68" y="102"/>
                    </a:cubicBezTo>
                    <a:lnTo>
                      <a:pt x="67" y="103"/>
                    </a:lnTo>
                    <a:lnTo>
                      <a:pt x="65" y="103"/>
                    </a:lnTo>
                    <a:cubicBezTo>
                      <a:pt x="53" y="101"/>
                      <a:pt x="40" y="99"/>
                      <a:pt x="26" y="97"/>
                    </a:cubicBezTo>
                    <a:lnTo>
                      <a:pt x="29" y="95"/>
                    </a:lnTo>
                    <a:cubicBezTo>
                      <a:pt x="22" y="114"/>
                      <a:pt x="14" y="135"/>
                      <a:pt x="6" y="156"/>
                    </a:cubicBezTo>
                    <a:lnTo>
                      <a:pt x="5" y="152"/>
                    </a:lnTo>
                    <a:cubicBezTo>
                      <a:pt x="15" y="159"/>
                      <a:pt x="26" y="166"/>
                      <a:pt x="38" y="174"/>
                    </a:cubicBezTo>
                    <a:lnTo>
                      <a:pt x="39" y="175"/>
                    </a:lnTo>
                    <a:lnTo>
                      <a:pt x="39" y="177"/>
                    </a:lnTo>
                    <a:cubicBezTo>
                      <a:pt x="37" y="190"/>
                      <a:pt x="38" y="204"/>
                      <a:pt x="40" y="218"/>
                    </a:cubicBezTo>
                    <a:lnTo>
                      <a:pt x="40" y="218"/>
                    </a:lnTo>
                    <a:cubicBezTo>
                      <a:pt x="39" y="219"/>
                      <a:pt x="41" y="215"/>
                      <a:pt x="39" y="221"/>
                    </a:cubicBezTo>
                    <a:lnTo>
                      <a:pt x="38" y="221"/>
                    </a:lnTo>
                    <a:lnTo>
                      <a:pt x="38" y="221"/>
                    </a:lnTo>
                    <a:lnTo>
                      <a:pt x="38" y="221"/>
                    </a:lnTo>
                    <a:lnTo>
                      <a:pt x="37" y="222"/>
                    </a:lnTo>
                    <a:lnTo>
                      <a:pt x="35" y="224"/>
                    </a:lnTo>
                    <a:lnTo>
                      <a:pt x="31" y="226"/>
                    </a:lnTo>
                    <a:lnTo>
                      <a:pt x="23" y="232"/>
                    </a:lnTo>
                    <a:cubicBezTo>
                      <a:pt x="18" y="236"/>
                      <a:pt x="13" y="240"/>
                      <a:pt x="7" y="244"/>
                    </a:cubicBezTo>
                    <a:lnTo>
                      <a:pt x="8" y="240"/>
                    </a:lnTo>
                    <a:cubicBezTo>
                      <a:pt x="17" y="260"/>
                      <a:pt x="26" y="280"/>
                      <a:pt x="34" y="299"/>
                    </a:cubicBezTo>
                    <a:lnTo>
                      <a:pt x="31" y="298"/>
                    </a:lnTo>
                    <a:cubicBezTo>
                      <a:pt x="44" y="295"/>
                      <a:pt x="57" y="293"/>
                      <a:pt x="69" y="290"/>
                    </a:cubicBezTo>
                    <a:lnTo>
                      <a:pt x="71" y="290"/>
                    </a:lnTo>
                    <a:lnTo>
                      <a:pt x="72" y="291"/>
                    </a:lnTo>
                    <a:cubicBezTo>
                      <a:pt x="81" y="302"/>
                      <a:pt x="91" y="312"/>
                      <a:pt x="102" y="320"/>
                    </a:cubicBezTo>
                    <a:lnTo>
                      <a:pt x="103" y="321"/>
                    </a:lnTo>
                    <a:lnTo>
                      <a:pt x="103" y="322"/>
                    </a:lnTo>
                    <a:cubicBezTo>
                      <a:pt x="101" y="335"/>
                      <a:pt x="99" y="348"/>
                      <a:pt x="98" y="361"/>
                    </a:cubicBezTo>
                    <a:lnTo>
                      <a:pt x="96" y="358"/>
                    </a:lnTo>
                    <a:cubicBezTo>
                      <a:pt x="116" y="366"/>
                      <a:pt x="136" y="374"/>
                      <a:pt x="156" y="381"/>
                    </a:cubicBezTo>
                    <a:lnTo>
                      <a:pt x="153" y="382"/>
                    </a:lnTo>
                    <a:cubicBezTo>
                      <a:pt x="160" y="371"/>
                      <a:pt x="167" y="361"/>
                      <a:pt x="175" y="350"/>
                    </a:cubicBezTo>
                    <a:lnTo>
                      <a:pt x="175" y="349"/>
                    </a:lnTo>
                    <a:lnTo>
                      <a:pt x="177" y="349"/>
                    </a:lnTo>
                    <a:cubicBezTo>
                      <a:pt x="191" y="350"/>
                      <a:pt x="205" y="350"/>
                      <a:pt x="218" y="348"/>
                    </a:cubicBezTo>
                    <a:lnTo>
                      <a:pt x="220" y="348"/>
                    </a:lnTo>
                    <a:lnTo>
                      <a:pt x="221" y="349"/>
                    </a:lnTo>
                    <a:cubicBezTo>
                      <a:pt x="229" y="360"/>
                      <a:pt x="237" y="370"/>
                      <a:pt x="244" y="380"/>
                    </a:cubicBezTo>
                    <a:lnTo>
                      <a:pt x="241" y="380"/>
                    </a:lnTo>
                    <a:cubicBezTo>
                      <a:pt x="262" y="370"/>
                      <a:pt x="282" y="362"/>
                      <a:pt x="300" y="354"/>
                    </a:cubicBezTo>
                    <a:lnTo>
                      <a:pt x="299" y="356"/>
                    </a:lnTo>
                    <a:cubicBezTo>
                      <a:pt x="297" y="343"/>
                      <a:pt x="294" y="330"/>
                      <a:pt x="292" y="318"/>
                    </a:cubicBezTo>
                    <a:lnTo>
                      <a:pt x="292" y="317"/>
                    </a:lnTo>
                    <a:lnTo>
                      <a:pt x="293" y="316"/>
                    </a:lnTo>
                    <a:cubicBezTo>
                      <a:pt x="304" y="306"/>
                      <a:pt x="314" y="296"/>
                      <a:pt x="321" y="286"/>
                    </a:cubicBezTo>
                    <a:lnTo>
                      <a:pt x="322" y="285"/>
                    </a:lnTo>
                    <a:lnTo>
                      <a:pt x="323" y="285"/>
                    </a:lnTo>
                    <a:cubicBezTo>
                      <a:pt x="337" y="287"/>
                      <a:pt x="350" y="289"/>
                      <a:pt x="362" y="291"/>
                    </a:cubicBezTo>
                    <a:lnTo>
                      <a:pt x="360" y="292"/>
                    </a:lnTo>
                    <a:cubicBezTo>
                      <a:pt x="369" y="269"/>
                      <a:pt x="377" y="249"/>
                      <a:pt x="383" y="232"/>
                    </a:cubicBezTo>
                    <a:lnTo>
                      <a:pt x="384" y="233"/>
                    </a:lnTo>
                    <a:cubicBezTo>
                      <a:pt x="371" y="225"/>
                      <a:pt x="360" y="217"/>
                      <a:pt x="352" y="211"/>
                    </a:cubicBezTo>
                    <a:lnTo>
                      <a:pt x="351" y="211"/>
                    </a:lnTo>
                    <a:lnTo>
                      <a:pt x="351" y="210"/>
                    </a:lnTo>
                    <a:cubicBezTo>
                      <a:pt x="353" y="196"/>
                      <a:pt x="352" y="186"/>
                      <a:pt x="352" y="179"/>
                    </a:cubicBezTo>
                    <a:cubicBezTo>
                      <a:pt x="352" y="176"/>
                      <a:pt x="351" y="173"/>
                      <a:pt x="351" y="171"/>
                    </a:cubicBezTo>
                    <a:cubicBezTo>
                      <a:pt x="351" y="169"/>
                      <a:pt x="351" y="168"/>
                      <a:pt x="351" y="168"/>
                    </a:cubicBezTo>
                    <a:cubicBezTo>
                      <a:pt x="351" y="168"/>
                      <a:pt x="351" y="169"/>
                      <a:pt x="352" y="171"/>
                    </a:cubicBezTo>
                    <a:cubicBezTo>
                      <a:pt x="352" y="173"/>
                      <a:pt x="353" y="175"/>
                      <a:pt x="353" y="179"/>
                    </a:cubicBezTo>
                    <a:cubicBezTo>
                      <a:pt x="354" y="186"/>
                      <a:pt x="354" y="196"/>
                      <a:pt x="353" y="211"/>
                    </a:cubicBezTo>
                    <a:lnTo>
                      <a:pt x="353" y="210"/>
                    </a:lnTo>
                    <a:cubicBezTo>
                      <a:pt x="362" y="216"/>
                      <a:pt x="372" y="223"/>
                      <a:pt x="385" y="231"/>
                    </a:cubicBezTo>
                    <a:lnTo>
                      <a:pt x="386" y="232"/>
                    </a:lnTo>
                    <a:lnTo>
                      <a:pt x="386" y="233"/>
                    </a:lnTo>
                    <a:cubicBezTo>
                      <a:pt x="379" y="250"/>
                      <a:pt x="372" y="270"/>
                      <a:pt x="363" y="293"/>
                    </a:cubicBezTo>
                    <a:lnTo>
                      <a:pt x="362" y="294"/>
                    </a:lnTo>
                    <a:lnTo>
                      <a:pt x="361" y="294"/>
                    </a:lnTo>
                    <a:cubicBezTo>
                      <a:pt x="349" y="292"/>
                      <a:pt x="337" y="290"/>
                      <a:pt x="323" y="288"/>
                    </a:cubicBezTo>
                    <a:lnTo>
                      <a:pt x="324" y="288"/>
                    </a:lnTo>
                    <a:cubicBezTo>
                      <a:pt x="316" y="299"/>
                      <a:pt x="307" y="309"/>
                      <a:pt x="295" y="319"/>
                    </a:cubicBezTo>
                    <a:lnTo>
                      <a:pt x="296" y="317"/>
                    </a:lnTo>
                    <a:cubicBezTo>
                      <a:pt x="298" y="329"/>
                      <a:pt x="301" y="342"/>
                      <a:pt x="303" y="355"/>
                    </a:cubicBezTo>
                    <a:lnTo>
                      <a:pt x="304" y="357"/>
                    </a:lnTo>
                    <a:lnTo>
                      <a:pt x="302" y="358"/>
                    </a:lnTo>
                    <a:cubicBezTo>
                      <a:pt x="284" y="366"/>
                      <a:pt x="264" y="375"/>
                      <a:pt x="243" y="384"/>
                    </a:cubicBezTo>
                    <a:lnTo>
                      <a:pt x="241" y="385"/>
                    </a:lnTo>
                    <a:lnTo>
                      <a:pt x="240" y="383"/>
                    </a:lnTo>
                    <a:cubicBezTo>
                      <a:pt x="233" y="373"/>
                      <a:pt x="225" y="363"/>
                      <a:pt x="217" y="352"/>
                    </a:cubicBezTo>
                    <a:lnTo>
                      <a:pt x="219" y="353"/>
                    </a:lnTo>
                    <a:cubicBezTo>
                      <a:pt x="206" y="355"/>
                      <a:pt x="191" y="356"/>
                      <a:pt x="177" y="354"/>
                    </a:cubicBezTo>
                    <a:lnTo>
                      <a:pt x="179" y="353"/>
                    </a:lnTo>
                    <a:cubicBezTo>
                      <a:pt x="172" y="363"/>
                      <a:pt x="165" y="374"/>
                      <a:pt x="157" y="385"/>
                    </a:cubicBezTo>
                    <a:lnTo>
                      <a:pt x="156" y="387"/>
                    </a:lnTo>
                    <a:lnTo>
                      <a:pt x="154" y="386"/>
                    </a:lnTo>
                    <a:cubicBezTo>
                      <a:pt x="135" y="379"/>
                      <a:pt x="115" y="371"/>
                      <a:pt x="94" y="363"/>
                    </a:cubicBezTo>
                    <a:lnTo>
                      <a:pt x="92" y="362"/>
                    </a:lnTo>
                    <a:lnTo>
                      <a:pt x="92" y="360"/>
                    </a:lnTo>
                    <a:cubicBezTo>
                      <a:pt x="94" y="347"/>
                      <a:pt x="96" y="335"/>
                      <a:pt x="98" y="322"/>
                    </a:cubicBezTo>
                    <a:lnTo>
                      <a:pt x="99" y="324"/>
                    </a:lnTo>
                    <a:cubicBezTo>
                      <a:pt x="88" y="316"/>
                      <a:pt x="77" y="306"/>
                      <a:pt x="68" y="295"/>
                    </a:cubicBezTo>
                    <a:lnTo>
                      <a:pt x="71" y="296"/>
                    </a:lnTo>
                    <a:cubicBezTo>
                      <a:pt x="58" y="298"/>
                      <a:pt x="45" y="301"/>
                      <a:pt x="32" y="303"/>
                    </a:cubicBezTo>
                    <a:lnTo>
                      <a:pt x="30" y="304"/>
                    </a:lnTo>
                    <a:lnTo>
                      <a:pt x="29" y="302"/>
                    </a:lnTo>
                    <a:cubicBezTo>
                      <a:pt x="21" y="282"/>
                      <a:pt x="12" y="263"/>
                      <a:pt x="3" y="243"/>
                    </a:cubicBezTo>
                    <a:lnTo>
                      <a:pt x="2" y="240"/>
                    </a:lnTo>
                    <a:lnTo>
                      <a:pt x="4" y="239"/>
                    </a:lnTo>
                    <a:cubicBezTo>
                      <a:pt x="9" y="235"/>
                      <a:pt x="15" y="231"/>
                      <a:pt x="20" y="228"/>
                    </a:cubicBezTo>
                    <a:lnTo>
                      <a:pt x="28" y="222"/>
                    </a:lnTo>
                    <a:lnTo>
                      <a:pt x="32" y="219"/>
                    </a:lnTo>
                    <a:lnTo>
                      <a:pt x="34" y="217"/>
                    </a:lnTo>
                    <a:lnTo>
                      <a:pt x="35" y="217"/>
                    </a:lnTo>
                    <a:lnTo>
                      <a:pt x="35" y="216"/>
                    </a:lnTo>
                    <a:lnTo>
                      <a:pt x="35" y="216"/>
                    </a:lnTo>
                    <a:lnTo>
                      <a:pt x="36" y="216"/>
                    </a:lnTo>
                    <a:cubicBezTo>
                      <a:pt x="33" y="221"/>
                      <a:pt x="35" y="217"/>
                      <a:pt x="34" y="219"/>
                    </a:cubicBezTo>
                    <a:lnTo>
                      <a:pt x="34" y="219"/>
                    </a:lnTo>
                    <a:cubicBezTo>
                      <a:pt x="32" y="204"/>
                      <a:pt x="32" y="189"/>
                      <a:pt x="33" y="176"/>
                    </a:cubicBezTo>
                    <a:lnTo>
                      <a:pt x="35" y="178"/>
                    </a:lnTo>
                    <a:cubicBezTo>
                      <a:pt x="24" y="171"/>
                      <a:pt x="12" y="164"/>
                      <a:pt x="2" y="157"/>
                    </a:cubicBezTo>
                    <a:lnTo>
                      <a:pt x="0" y="155"/>
                    </a:lnTo>
                    <a:lnTo>
                      <a:pt x="1" y="153"/>
                    </a:lnTo>
                    <a:cubicBezTo>
                      <a:pt x="9" y="132"/>
                      <a:pt x="17" y="112"/>
                      <a:pt x="24" y="93"/>
                    </a:cubicBezTo>
                    <a:lnTo>
                      <a:pt x="25" y="91"/>
                    </a:lnTo>
                    <a:lnTo>
                      <a:pt x="27" y="91"/>
                    </a:lnTo>
                    <a:cubicBezTo>
                      <a:pt x="41" y="93"/>
                      <a:pt x="54" y="95"/>
                      <a:pt x="66" y="97"/>
                    </a:cubicBezTo>
                    <a:lnTo>
                      <a:pt x="63" y="98"/>
                    </a:lnTo>
                    <a:cubicBezTo>
                      <a:pt x="72" y="86"/>
                      <a:pt x="82" y="75"/>
                      <a:pt x="93" y="67"/>
                    </a:cubicBezTo>
                    <a:lnTo>
                      <a:pt x="92" y="70"/>
                    </a:lnTo>
                    <a:cubicBezTo>
                      <a:pt x="89" y="56"/>
                      <a:pt x="87" y="43"/>
                      <a:pt x="84" y="31"/>
                    </a:cubicBezTo>
                    <a:lnTo>
                      <a:pt x="84" y="29"/>
                    </a:lnTo>
                    <a:lnTo>
                      <a:pt x="86" y="28"/>
                    </a:lnTo>
                    <a:cubicBezTo>
                      <a:pt x="106" y="19"/>
                      <a:pt x="126" y="10"/>
                      <a:pt x="145" y="2"/>
                    </a:cubicBezTo>
                    <a:lnTo>
                      <a:pt x="147" y="1"/>
                    </a:lnTo>
                    <a:lnTo>
                      <a:pt x="148" y="3"/>
                    </a:lnTo>
                    <a:cubicBezTo>
                      <a:pt x="156" y="14"/>
                      <a:pt x="164" y="25"/>
                      <a:pt x="171" y="34"/>
                    </a:cubicBezTo>
                    <a:lnTo>
                      <a:pt x="169" y="33"/>
                    </a:lnTo>
                    <a:cubicBezTo>
                      <a:pt x="184" y="31"/>
                      <a:pt x="198" y="31"/>
                      <a:pt x="212" y="32"/>
                    </a:cubicBezTo>
                    <a:lnTo>
                      <a:pt x="209" y="33"/>
                    </a:lnTo>
                    <a:cubicBezTo>
                      <a:pt x="217" y="22"/>
                      <a:pt x="224" y="11"/>
                      <a:pt x="231" y="1"/>
                    </a:cubicBezTo>
                    <a:lnTo>
                      <a:pt x="232" y="0"/>
                    </a:lnTo>
                    <a:lnTo>
                      <a:pt x="234" y="0"/>
                    </a:lnTo>
                    <a:cubicBezTo>
                      <a:pt x="255" y="8"/>
                      <a:pt x="275" y="16"/>
                      <a:pt x="294" y="24"/>
                    </a:cubicBezTo>
                    <a:lnTo>
                      <a:pt x="295" y="24"/>
                    </a:lnTo>
                    <a:lnTo>
                      <a:pt x="295" y="26"/>
                    </a:lnTo>
                    <a:cubicBezTo>
                      <a:pt x="293" y="39"/>
                      <a:pt x="291" y="52"/>
                      <a:pt x="289" y="64"/>
                    </a:cubicBezTo>
                    <a:lnTo>
                      <a:pt x="289" y="63"/>
                    </a:lnTo>
                    <a:cubicBezTo>
                      <a:pt x="301" y="71"/>
                      <a:pt x="311" y="82"/>
                      <a:pt x="319" y="92"/>
                    </a:cubicBezTo>
                    <a:lnTo>
                      <a:pt x="318" y="92"/>
                    </a:lnTo>
                    <a:cubicBezTo>
                      <a:pt x="332" y="89"/>
                      <a:pt x="344" y="86"/>
                      <a:pt x="356" y="84"/>
                    </a:cubicBezTo>
                    <a:lnTo>
                      <a:pt x="357" y="84"/>
                    </a:lnTo>
                    <a:lnTo>
                      <a:pt x="358" y="85"/>
                    </a:lnTo>
                    <a:cubicBezTo>
                      <a:pt x="368" y="109"/>
                      <a:pt x="377" y="129"/>
                      <a:pt x="383" y="144"/>
                    </a:cubicBezTo>
                    <a:lnTo>
                      <a:pt x="384" y="145"/>
                    </a:lnTo>
                    <a:lnTo>
                      <a:pt x="383" y="145"/>
                    </a:lnTo>
                    <a:cubicBezTo>
                      <a:pt x="373" y="153"/>
                      <a:pt x="365" y="158"/>
                      <a:pt x="360" y="162"/>
                    </a:cubicBezTo>
                    <a:cubicBezTo>
                      <a:pt x="357" y="164"/>
                      <a:pt x="355" y="165"/>
                      <a:pt x="354" y="167"/>
                    </a:cubicBezTo>
                    <a:cubicBezTo>
                      <a:pt x="352" y="168"/>
                      <a:pt x="351" y="168"/>
                      <a:pt x="351" y="168"/>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1307" name="Google Shape;1307;p28"/>
          <p:cNvGrpSpPr/>
          <p:nvPr/>
        </p:nvGrpSpPr>
        <p:grpSpPr>
          <a:xfrm>
            <a:off x="2509880" y="539507"/>
            <a:ext cx="4124239" cy="2301057"/>
            <a:chOff x="2047382" y="464459"/>
            <a:chExt cx="5109315" cy="2850665"/>
          </a:xfrm>
        </p:grpSpPr>
        <p:grpSp>
          <p:nvGrpSpPr>
            <p:cNvPr id="1308" name="Google Shape;1308;p28"/>
            <p:cNvGrpSpPr/>
            <p:nvPr/>
          </p:nvGrpSpPr>
          <p:grpSpPr>
            <a:xfrm>
              <a:off x="2047382" y="744029"/>
              <a:ext cx="1079992" cy="2235059"/>
              <a:chOff x="2047382" y="864442"/>
              <a:chExt cx="1079992" cy="2235059"/>
            </a:xfrm>
          </p:grpSpPr>
          <p:sp>
            <p:nvSpPr>
              <p:cNvPr id="1309" name="Google Shape;1309;p28"/>
              <p:cNvSpPr/>
              <p:nvPr/>
            </p:nvSpPr>
            <p:spPr>
              <a:xfrm>
                <a:off x="2129963" y="997430"/>
                <a:ext cx="994194" cy="2096708"/>
              </a:xfrm>
              <a:custGeom>
                <a:rect b="b" l="l" r="r" t="t"/>
                <a:pathLst>
                  <a:path extrusionOk="0" h="1955" w="927">
                    <a:moveTo>
                      <a:pt x="761" y="1"/>
                    </a:moveTo>
                    <a:cubicBezTo>
                      <a:pt x="742" y="1"/>
                      <a:pt x="718" y="1"/>
                      <a:pt x="691" y="1"/>
                    </a:cubicBezTo>
                    <a:cubicBezTo>
                      <a:pt x="684" y="1"/>
                      <a:pt x="676" y="0"/>
                      <a:pt x="669" y="3"/>
                    </a:cubicBezTo>
                    <a:cubicBezTo>
                      <a:pt x="663" y="6"/>
                      <a:pt x="656" y="11"/>
                      <a:pt x="653" y="18"/>
                    </a:cubicBezTo>
                    <a:cubicBezTo>
                      <a:pt x="651" y="22"/>
                      <a:pt x="649" y="26"/>
                      <a:pt x="649" y="30"/>
                    </a:cubicBezTo>
                    <a:cubicBezTo>
                      <a:pt x="648" y="34"/>
                      <a:pt x="648" y="38"/>
                      <a:pt x="648" y="42"/>
                    </a:cubicBezTo>
                    <a:lnTo>
                      <a:pt x="648" y="55"/>
                    </a:lnTo>
                    <a:cubicBezTo>
                      <a:pt x="648" y="59"/>
                      <a:pt x="648" y="64"/>
                      <a:pt x="647" y="68"/>
                    </a:cubicBezTo>
                    <a:cubicBezTo>
                      <a:pt x="645" y="77"/>
                      <a:pt x="640" y="86"/>
                      <a:pt x="631" y="91"/>
                    </a:cubicBezTo>
                    <a:cubicBezTo>
                      <a:pt x="627" y="94"/>
                      <a:pt x="623" y="95"/>
                      <a:pt x="618" y="96"/>
                    </a:cubicBezTo>
                    <a:cubicBezTo>
                      <a:pt x="613" y="96"/>
                      <a:pt x="608" y="96"/>
                      <a:pt x="603" y="96"/>
                    </a:cubicBezTo>
                    <a:cubicBezTo>
                      <a:pt x="583" y="96"/>
                      <a:pt x="561" y="96"/>
                      <a:pt x="539" y="96"/>
                    </a:cubicBezTo>
                    <a:cubicBezTo>
                      <a:pt x="495" y="96"/>
                      <a:pt x="447" y="96"/>
                      <a:pt x="396" y="96"/>
                    </a:cubicBezTo>
                    <a:lnTo>
                      <a:pt x="357" y="96"/>
                    </a:lnTo>
                    <a:cubicBezTo>
                      <a:pt x="353" y="96"/>
                      <a:pt x="350" y="96"/>
                      <a:pt x="347" y="96"/>
                    </a:cubicBezTo>
                    <a:cubicBezTo>
                      <a:pt x="343" y="96"/>
                      <a:pt x="340" y="96"/>
                      <a:pt x="336" y="95"/>
                    </a:cubicBezTo>
                    <a:cubicBezTo>
                      <a:pt x="329" y="94"/>
                      <a:pt x="323" y="90"/>
                      <a:pt x="319" y="84"/>
                    </a:cubicBezTo>
                    <a:cubicBezTo>
                      <a:pt x="314" y="79"/>
                      <a:pt x="311" y="72"/>
                      <a:pt x="310" y="65"/>
                    </a:cubicBezTo>
                    <a:cubicBezTo>
                      <a:pt x="310" y="62"/>
                      <a:pt x="310" y="58"/>
                      <a:pt x="310" y="55"/>
                    </a:cubicBezTo>
                    <a:lnTo>
                      <a:pt x="310" y="44"/>
                    </a:lnTo>
                    <a:cubicBezTo>
                      <a:pt x="310" y="37"/>
                      <a:pt x="310" y="30"/>
                      <a:pt x="308" y="23"/>
                    </a:cubicBezTo>
                    <a:cubicBezTo>
                      <a:pt x="305" y="17"/>
                      <a:pt x="301" y="11"/>
                      <a:pt x="295" y="7"/>
                    </a:cubicBezTo>
                    <a:cubicBezTo>
                      <a:pt x="289" y="3"/>
                      <a:pt x="282" y="1"/>
                      <a:pt x="275" y="1"/>
                    </a:cubicBezTo>
                    <a:lnTo>
                      <a:pt x="252" y="1"/>
                    </a:lnTo>
                    <a:cubicBezTo>
                      <a:pt x="237" y="1"/>
                      <a:pt x="222" y="1"/>
                      <a:pt x="207" y="1"/>
                    </a:cubicBezTo>
                    <a:cubicBezTo>
                      <a:pt x="176" y="1"/>
                      <a:pt x="144" y="1"/>
                      <a:pt x="112" y="1"/>
                    </a:cubicBezTo>
                    <a:cubicBezTo>
                      <a:pt x="96" y="1"/>
                      <a:pt x="79" y="3"/>
                      <a:pt x="64" y="10"/>
                    </a:cubicBezTo>
                    <a:cubicBezTo>
                      <a:pt x="49" y="17"/>
                      <a:pt x="36" y="27"/>
                      <a:pt x="25" y="40"/>
                    </a:cubicBezTo>
                    <a:cubicBezTo>
                      <a:pt x="14" y="52"/>
                      <a:pt x="6" y="68"/>
                      <a:pt x="2" y="85"/>
                    </a:cubicBezTo>
                    <a:cubicBezTo>
                      <a:pt x="1" y="89"/>
                      <a:pt x="1" y="93"/>
                      <a:pt x="0" y="97"/>
                    </a:cubicBezTo>
                    <a:cubicBezTo>
                      <a:pt x="0" y="101"/>
                      <a:pt x="0" y="105"/>
                      <a:pt x="0" y="108"/>
                    </a:cubicBezTo>
                    <a:lnTo>
                      <a:pt x="0" y="813"/>
                    </a:lnTo>
                    <a:cubicBezTo>
                      <a:pt x="0" y="823"/>
                      <a:pt x="0" y="832"/>
                      <a:pt x="0" y="841"/>
                    </a:cubicBezTo>
                    <a:cubicBezTo>
                      <a:pt x="0" y="870"/>
                      <a:pt x="0" y="899"/>
                      <a:pt x="0" y="928"/>
                    </a:cubicBezTo>
                    <a:lnTo>
                      <a:pt x="0" y="1843"/>
                    </a:lnTo>
                    <a:cubicBezTo>
                      <a:pt x="0" y="1855"/>
                      <a:pt x="1" y="1866"/>
                      <a:pt x="4" y="1877"/>
                    </a:cubicBezTo>
                    <a:cubicBezTo>
                      <a:pt x="11" y="1900"/>
                      <a:pt x="26" y="1921"/>
                      <a:pt x="46" y="1935"/>
                    </a:cubicBezTo>
                    <a:cubicBezTo>
                      <a:pt x="66" y="1949"/>
                      <a:pt x="91" y="1955"/>
                      <a:pt x="115" y="1954"/>
                    </a:cubicBezTo>
                    <a:cubicBezTo>
                      <a:pt x="140" y="1954"/>
                      <a:pt x="164" y="1954"/>
                      <a:pt x="189" y="1954"/>
                    </a:cubicBezTo>
                    <a:cubicBezTo>
                      <a:pt x="238" y="1954"/>
                      <a:pt x="286" y="1954"/>
                      <a:pt x="334" y="1954"/>
                    </a:cubicBezTo>
                    <a:cubicBezTo>
                      <a:pt x="430" y="1954"/>
                      <a:pt x="525" y="1954"/>
                      <a:pt x="619" y="1954"/>
                    </a:cubicBezTo>
                    <a:cubicBezTo>
                      <a:pt x="665" y="1954"/>
                      <a:pt x="711" y="1954"/>
                      <a:pt x="757" y="1954"/>
                    </a:cubicBezTo>
                    <a:cubicBezTo>
                      <a:pt x="780" y="1954"/>
                      <a:pt x="803" y="1955"/>
                      <a:pt x="825" y="1954"/>
                    </a:cubicBezTo>
                    <a:cubicBezTo>
                      <a:pt x="848" y="1953"/>
                      <a:pt x="869" y="1944"/>
                      <a:pt x="887" y="1930"/>
                    </a:cubicBezTo>
                    <a:cubicBezTo>
                      <a:pt x="895" y="1923"/>
                      <a:pt x="903" y="1915"/>
                      <a:pt x="909" y="1906"/>
                    </a:cubicBezTo>
                    <a:cubicBezTo>
                      <a:pt x="915" y="1897"/>
                      <a:pt x="919" y="1887"/>
                      <a:pt x="922" y="1876"/>
                    </a:cubicBezTo>
                    <a:cubicBezTo>
                      <a:pt x="926" y="1866"/>
                      <a:pt x="926" y="1855"/>
                      <a:pt x="926" y="1844"/>
                    </a:cubicBezTo>
                    <a:lnTo>
                      <a:pt x="926" y="1811"/>
                    </a:lnTo>
                    <a:cubicBezTo>
                      <a:pt x="926" y="1767"/>
                      <a:pt x="926" y="1724"/>
                      <a:pt x="926" y="1681"/>
                    </a:cubicBezTo>
                    <a:cubicBezTo>
                      <a:pt x="927" y="1341"/>
                      <a:pt x="927" y="1033"/>
                      <a:pt x="927" y="775"/>
                    </a:cubicBezTo>
                    <a:cubicBezTo>
                      <a:pt x="927" y="517"/>
                      <a:pt x="927" y="308"/>
                      <a:pt x="927" y="163"/>
                    </a:cubicBezTo>
                    <a:cubicBezTo>
                      <a:pt x="927" y="145"/>
                      <a:pt x="927" y="128"/>
                      <a:pt x="927" y="112"/>
                    </a:cubicBezTo>
                    <a:cubicBezTo>
                      <a:pt x="928" y="96"/>
                      <a:pt x="925" y="81"/>
                      <a:pt x="920" y="68"/>
                    </a:cubicBezTo>
                    <a:cubicBezTo>
                      <a:pt x="914" y="55"/>
                      <a:pt x="907" y="44"/>
                      <a:pt x="899" y="36"/>
                    </a:cubicBezTo>
                    <a:cubicBezTo>
                      <a:pt x="891" y="27"/>
                      <a:pt x="883" y="21"/>
                      <a:pt x="874" y="16"/>
                    </a:cubicBezTo>
                    <a:cubicBezTo>
                      <a:pt x="858" y="6"/>
                      <a:pt x="844" y="3"/>
                      <a:pt x="834" y="2"/>
                    </a:cubicBezTo>
                    <a:cubicBezTo>
                      <a:pt x="829" y="1"/>
                      <a:pt x="825" y="1"/>
                      <a:pt x="823" y="1"/>
                    </a:cubicBezTo>
                    <a:cubicBezTo>
                      <a:pt x="820" y="0"/>
                      <a:pt x="819" y="0"/>
                      <a:pt x="819" y="0"/>
                    </a:cubicBezTo>
                    <a:cubicBezTo>
                      <a:pt x="819" y="0"/>
                      <a:pt x="814" y="0"/>
                      <a:pt x="804" y="0"/>
                    </a:cubicBezTo>
                    <a:cubicBezTo>
                      <a:pt x="795" y="0"/>
                      <a:pt x="780" y="0"/>
                      <a:pt x="761" y="1"/>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10" name="Google Shape;1310;p28"/>
              <p:cNvSpPr/>
              <p:nvPr/>
            </p:nvSpPr>
            <p:spPr>
              <a:xfrm>
                <a:off x="2131036" y="998503"/>
                <a:ext cx="996339" cy="2100998"/>
              </a:xfrm>
              <a:custGeom>
                <a:rect b="b" l="l" r="r" t="t"/>
                <a:pathLst>
                  <a:path extrusionOk="0" h="1959" w="929">
                    <a:moveTo>
                      <a:pt x="820" y="1"/>
                    </a:moveTo>
                    <a:cubicBezTo>
                      <a:pt x="820" y="1"/>
                      <a:pt x="821" y="1"/>
                      <a:pt x="823" y="1"/>
                    </a:cubicBezTo>
                    <a:cubicBezTo>
                      <a:pt x="826" y="2"/>
                      <a:pt x="830" y="1"/>
                      <a:pt x="834" y="2"/>
                    </a:cubicBezTo>
                    <a:cubicBezTo>
                      <a:pt x="844" y="3"/>
                      <a:pt x="859" y="6"/>
                      <a:pt x="875" y="16"/>
                    </a:cubicBezTo>
                    <a:cubicBezTo>
                      <a:pt x="883" y="21"/>
                      <a:pt x="892" y="28"/>
                      <a:pt x="900" y="36"/>
                    </a:cubicBezTo>
                    <a:cubicBezTo>
                      <a:pt x="908" y="45"/>
                      <a:pt x="915" y="56"/>
                      <a:pt x="920" y="69"/>
                    </a:cubicBezTo>
                    <a:cubicBezTo>
                      <a:pt x="926" y="82"/>
                      <a:pt x="929" y="97"/>
                      <a:pt x="929" y="113"/>
                    </a:cubicBezTo>
                    <a:cubicBezTo>
                      <a:pt x="929" y="129"/>
                      <a:pt x="929" y="146"/>
                      <a:pt x="929" y="164"/>
                    </a:cubicBezTo>
                    <a:cubicBezTo>
                      <a:pt x="929" y="308"/>
                      <a:pt x="929" y="517"/>
                      <a:pt x="929" y="776"/>
                    </a:cubicBezTo>
                    <a:cubicBezTo>
                      <a:pt x="929" y="1034"/>
                      <a:pt x="929" y="1342"/>
                      <a:pt x="929" y="1682"/>
                    </a:cubicBezTo>
                    <a:cubicBezTo>
                      <a:pt x="929" y="1725"/>
                      <a:pt x="929" y="1768"/>
                      <a:pt x="929" y="1812"/>
                    </a:cubicBezTo>
                    <a:lnTo>
                      <a:pt x="929" y="1845"/>
                    </a:lnTo>
                    <a:cubicBezTo>
                      <a:pt x="929" y="1856"/>
                      <a:pt x="928" y="1867"/>
                      <a:pt x="925" y="1878"/>
                    </a:cubicBezTo>
                    <a:cubicBezTo>
                      <a:pt x="922" y="1889"/>
                      <a:pt x="917" y="1899"/>
                      <a:pt x="911" y="1908"/>
                    </a:cubicBezTo>
                    <a:cubicBezTo>
                      <a:pt x="905" y="1918"/>
                      <a:pt x="897" y="1926"/>
                      <a:pt x="888" y="1933"/>
                    </a:cubicBezTo>
                    <a:cubicBezTo>
                      <a:pt x="871" y="1948"/>
                      <a:pt x="849" y="1957"/>
                      <a:pt x="826" y="1958"/>
                    </a:cubicBezTo>
                    <a:cubicBezTo>
                      <a:pt x="803" y="1958"/>
                      <a:pt x="780" y="1958"/>
                      <a:pt x="757" y="1958"/>
                    </a:cubicBezTo>
                    <a:cubicBezTo>
                      <a:pt x="712" y="1958"/>
                      <a:pt x="666" y="1958"/>
                      <a:pt x="619" y="1958"/>
                    </a:cubicBezTo>
                    <a:cubicBezTo>
                      <a:pt x="527" y="1958"/>
                      <a:pt x="432" y="1958"/>
                      <a:pt x="336" y="1958"/>
                    </a:cubicBezTo>
                    <a:cubicBezTo>
                      <a:pt x="288" y="1958"/>
                      <a:pt x="240" y="1958"/>
                      <a:pt x="191" y="1958"/>
                    </a:cubicBezTo>
                    <a:cubicBezTo>
                      <a:pt x="167" y="1958"/>
                      <a:pt x="142" y="1958"/>
                      <a:pt x="118" y="1958"/>
                    </a:cubicBezTo>
                    <a:cubicBezTo>
                      <a:pt x="93" y="1959"/>
                      <a:pt x="68" y="1953"/>
                      <a:pt x="47" y="1938"/>
                    </a:cubicBezTo>
                    <a:cubicBezTo>
                      <a:pt x="27" y="1924"/>
                      <a:pt x="11" y="1903"/>
                      <a:pt x="4" y="1879"/>
                    </a:cubicBezTo>
                    <a:cubicBezTo>
                      <a:pt x="0" y="1867"/>
                      <a:pt x="0" y="1855"/>
                      <a:pt x="0" y="1842"/>
                    </a:cubicBezTo>
                    <a:cubicBezTo>
                      <a:pt x="0" y="1830"/>
                      <a:pt x="0" y="1818"/>
                      <a:pt x="0" y="1806"/>
                    </a:cubicBezTo>
                    <a:cubicBezTo>
                      <a:pt x="0" y="1757"/>
                      <a:pt x="0" y="1709"/>
                      <a:pt x="0" y="1661"/>
                    </a:cubicBezTo>
                    <a:cubicBezTo>
                      <a:pt x="0" y="1566"/>
                      <a:pt x="0" y="1471"/>
                      <a:pt x="0" y="1378"/>
                    </a:cubicBezTo>
                    <a:cubicBezTo>
                      <a:pt x="0" y="1192"/>
                      <a:pt x="0" y="1013"/>
                      <a:pt x="0" y="842"/>
                    </a:cubicBezTo>
                    <a:cubicBezTo>
                      <a:pt x="0" y="672"/>
                      <a:pt x="0" y="509"/>
                      <a:pt x="0" y="357"/>
                    </a:cubicBezTo>
                    <a:cubicBezTo>
                      <a:pt x="0" y="281"/>
                      <a:pt x="0" y="208"/>
                      <a:pt x="0" y="137"/>
                    </a:cubicBezTo>
                    <a:cubicBezTo>
                      <a:pt x="0" y="129"/>
                      <a:pt x="0" y="120"/>
                      <a:pt x="0" y="111"/>
                    </a:cubicBezTo>
                    <a:cubicBezTo>
                      <a:pt x="0" y="107"/>
                      <a:pt x="1" y="102"/>
                      <a:pt x="1" y="98"/>
                    </a:cubicBezTo>
                    <a:cubicBezTo>
                      <a:pt x="2" y="94"/>
                      <a:pt x="2" y="89"/>
                      <a:pt x="3" y="85"/>
                    </a:cubicBezTo>
                    <a:cubicBezTo>
                      <a:pt x="7" y="68"/>
                      <a:pt x="15" y="52"/>
                      <a:pt x="26" y="39"/>
                    </a:cubicBezTo>
                    <a:cubicBezTo>
                      <a:pt x="37" y="26"/>
                      <a:pt x="51" y="16"/>
                      <a:pt x="66" y="9"/>
                    </a:cubicBezTo>
                    <a:cubicBezTo>
                      <a:pt x="82" y="2"/>
                      <a:pt x="98" y="0"/>
                      <a:pt x="114" y="0"/>
                    </a:cubicBezTo>
                    <a:cubicBezTo>
                      <a:pt x="147" y="0"/>
                      <a:pt x="178" y="0"/>
                      <a:pt x="209" y="0"/>
                    </a:cubicBezTo>
                    <a:cubicBezTo>
                      <a:pt x="224" y="0"/>
                      <a:pt x="239" y="0"/>
                      <a:pt x="254" y="0"/>
                    </a:cubicBezTo>
                    <a:cubicBezTo>
                      <a:pt x="262" y="0"/>
                      <a:pt x="269" y="0"/>
                      <a:pt x="277" y="0"/>
                    </a:cubicBezTo>
                    <a:cubicBezTo>
                      <a:pt x="284" y="0"/>
                      <a:pt x="292" y="2"/>
                      <a:pt x="298" y="6"/>
                    </a:cubicBezTo>
                    <a:cubicBezTo>
                      <a:pt x="304" y="10"/>
                      <a:pt x="309" y="16"/>
                      <a:pt x="311" y="23"/>
                    </a:cubicBezTo>
                    <a:cubicBezTo>
                      <a:pt x="314" y="30"/>
                      <a:pt x="313" y="38"/>
                      <a:pt x="313" y="45"/>
                    </a:cubicBezTo>
                    <a:cubicBezTo>
                      <a:pt x="313" y="48"/>
                      <a:pt x="313" y="51"/>
                      <a:pt x="313" y="55"/>
                    </a:cubicBezTo>
                    <a:cubicBezTo>
                      <a:pt x="313" y="58"/>
                      <a:pt x="313" y="62"/>
                      <a:pt x="314" y="66"/>
                    </a:cubicBezTo>
                    <a:cubicBezTo>
                      <a:pt x="315" y="72"/>
                      <a:pt x="318" y="79"/>
                      <a:pt x="322" y="84"/>
                    </a:cubicBezTo>
                    <a:cubicBezTo>
                      <a:pt x="326" y="89"/>
                      <a:pt x="332" y="93"/>
                      <a:pt x="339" y="94"/>
                    </a:cubicBezTo>
                    <a:cubicBezTo>
                      <a:pt x="342" y="95"/>
                      <a:pt x="345" y="95"/>
                      <a:pt x="348" y="95"/>
                    </a:cubicBezTo>
                    <a:lnTo>
                      <a:pt x="358" y="95"/>
                    </a:lnTo>
                    <a:cubicBezTo>
                      <a:pt x="371" y="95"/>
                      <a:pt x="385" y="95"/>
                      <a:pt x="397" y="95"/>
                    </a:cubicBezTo>
                    <a:cubicBezTo>
                      <a:pt x="449" y="95"/>
                      <a:pt x="496" y="95"/>
                      <a:pt x="540" y="95"/>
                    </a:cubicBezTo>
                    <a:cubicBezTo>
                      <a:pt x="562" y="95"/>
                      <a:pt x="583" y="95"/>
                      <a:pt x="603" y="95"/>
                    </a:cubicBezTo>
                    <a:cubicBezTo>
                      <a:pt x="608" y="95"/>
                      <a:pt x="613" y="96"/>
                      <a:pt x="618" y="95"/>
                    </a:cubicBezTo>
                    <a:cubicBezTo>
                      <a:pt x="623" y="95"/>
                      <a:pt x="627" y="93"/>
                      <a:pt x="631" y="90"/>
                    </a:cubicBezTo>
                    <a:cubicBezTo>
                      <a:pt x="639" y="86"/>
                      <a:pt x="645" y="77"/>
                      <a:pt x="647" y="69"/>
                    </a:cubicBezTo>
                    <a:cubicBezTo>
                      <a:pt x="648" y="64"/>
                      <a:pt x="647" y="60"/>
                      <a:pt x="647" y="56"/>
                    </a:cubicBezTo>
                    <a:cubicBezTo>
                      <a:pt x="647" y="51"/>
                      <a:pt x="647" y="47"/>
                      <a:pt x="647" y="43"/>
                    </a:cubicBezTo>
                    <a:cubicBezTo>
                      <a:pt x="647" y="38"/>
                      <a:pt x="647" y="34"/>
                      <a:pt x="648" y="30"/>
                    </a:cubicBezTo>
                    <a:cubicBezTo>
                      <a:pt x="649" y="26"/>
                      <a:pt x="650" y="22"/>
                      <a:pt x="652" y="18"/>
                    </a:cubicBezTo>
                    <a:cubicBezTo>
                      <a:pt x="656" y="11"/>
                      <a:pt x="662" y="6"/>
                      <a:pt x="669" y="3"/>
                    </a:cubicBezTo>
                    <a:cubicBezTo>
                      <a:pt x="676" y="0"/>
                      <a:pt x="684" y="1"/>
                      <a:pt x="691" y="1"/>
                    </a:cubicBezTo>
                    <a:cubicBezTo>
                      <a:pt x="719" y="1"/>
                      <a:pt x="742" y="1"/>
                      <a:pt x="761" y="1"/>
                    </a:cubicBezTo>
                    <a:cubicBezTo>
                      <a:pt x="780" y="1"/>
                      <a:pt x="795" y="1"/>
                      <a:pt x="804" y="1"/>
                    </a:cubicBezTo>
                    <a:cubicBezTo>
                      <a:pt x="814" y="1"/>
                      <a:pt x="819" y="1"/>
                      <a:pt x="819" y="1"/>
                    </a:cubicBezTo>
                    <a:cubicBezTo>
                      <a:pt x="819" y="1"/>
                      <a:pt x="814" y="1"/>
                      <a:pt x="804" y="1"/>
                    </a:cubicBezTo>
                    <a:cubicBezTo>
                      <a:pt x="795" y="1"/>
                      <a:pt x="780" y="1"/>
                      <a:pt x="761" y="2"/>
                    </a:cubicBezTo>
                    <a:cubicBezTo>
                      <a:pt x="742" y="2"/>
                      <a:pt x="719" y="2"/>
                      <a:pt x="691" y="2"/>
                    </a:cubicBezTo>
                    <a:cubicBezTo>
                      <a:pt x="684" y="2"/>
                      <a:pt x="676" y="1"/>
                      <a:pt x="670" y="4"/>
                    </a:cubicBezTo>
                    <a:cubicBezTo>
                      <a:pt x="663" y="7"/>
                      <a:pt x="657" y="12"/>
                      <a:pt x="653" y="19"/>
                    </a:cubicBezTo>
                    <a:cubicBezTo>
                      <a:pt x="651" y="22"/>
                      <a:pt x="650" y="26"/>
                      <a:pt x="649" y="30"/>
                    </a:cubicBezTo>
                    <a:cubicBezTo>
                      <a:pt x="648" y="34"/>
                      <a:pt x="649" y="38"/>
                      <a:pt x="648" y="42"/>
                    </a:cubicBezTo>
                    <a:cubicBezTo>
                      <a:pt x="648" y="47"/>
                      <a:pt x="648" y="51"/>
                      <a:pt x="648" y="55"/>
                    </a:cubicBezTo>
                    <a:cubicBezTo>
                      <a:pt x="648" y="60"/>
                      <a:pt x="649" y="64"/>
                      <a:pt x="648" y="69"/>
                    </a:cubicBezTo>
                    <a:cubicBezTo>
                      <a:pt x="646" y="78"/>
                      <a:pt x="640" y="86"/>
                      <a:pt x="632" y="91"/>
                    </a:cubicBezTo>
                    <a:cubicBezTo>
                      <a:pt x="628" y="94"/>
                      <a:pt x="623" y="96"/>
                      <a:pt x="618" y="96"/>
                    </a:cubicBezTo>
                    <a:cubicBezTo>
                      <a:pt x="613" y="97"/>
                      <a:pt x="608" y="97"/>
                      <a:pt x="603" y="97"/>
                    </a:cubicBezTo>
                    <a:cubicBezTo>
                      <a:pt x="583" y="97"/>
                      <a:pt x="562" y="97"/>
                      <a:pt x="540" y="97"/>
                    </a:cubicBezTo>
                    <a:cubicBezTo>
                      <a:pt x="496" y="97"/>
                      <a:pt x="448" y="97"/>
                      <a:pt x="397" y="97"/>
                    </a:cubicBezTo>
                    <a:cubicBezTo>
                      <a:pt x="384" y="97"/>
                      <a:pt x="371" y="97"/>
                      <a:pt x="358" y="97"/>
                    </a:cubicBezTo>
                    <a:lnTo>
                      <a:pt x="348" y="97"/>
                    </a:lnTo>
                    <a:cubicBezTo>
                      <a:pt x="345" y="97"/>
                      <a:pt x="341" y="97"/>
                      <a:pt x="338" y="96"/>
                    </a:cubicBezTo>
                    <a:cubicBezTo>
                      <a:pt x="331" y="94"/>
                      <a:pt x="325" y="90"/>
                      <a:pt x="320" y="85"/>
                    </a:cubicBezTo>
                    <a:cubicBezTo>
                      <a:pt x="316" y="80"/>
                      <a:pt x="313" y="73"/>
                      <a:pt x="312" y="66"/>
                    </a:cubicBezTo>
                    <a:cubicBezTo>
                      <a:pt x="311" y="62"/>
                      <a:pt x="312" y="58"/>
                      <a:pt x="312" y="55"/>
                    </a:cubicBezTo>
                    <a:cubicBezTo>
                      <a:pt x="312" y="51"/>
                      <a:pt x="312" y="48"/>
                      <a:pt x="312" y="44"/>
                    </a:cubicBezTo>
                    <a:cubicBezTo>
                      <a:pt x="312" y="37"/>
                      <a:pt x="312" y="30"/>
                      <a:pt x="309" y="24"/>
                    </a:cubicBezTo>
                    <a:cubicBezTo>
                      <a:pt x="307" y="17"/>
                      <a:pt x="303" y="11"/>
                      <a:pt x="297" y="7"/>
                    </a:cubicBezTo>
                    <a:cubicBezTo>
                      <a:pt x="291" y="3"/>
                      <a:pt x="284" y="1"/>
                      <a:pt x="277" y="2"/>
                    </a:cubicBezTo>
                    <a:lnTo>
                      <a:pt x="209" y="2"/>
                    </a:lnTo>
                    <a:cubicBezTo>
                      <a:pt x="178" y="2"/>
                      <a:pt x="147" y="2"/>
                      <a:pt x="114" y="2"/>
                    </a:cubicBezTo>
                    <a:cubicBezTo>
                      <a:pt x="98" y="1"/>
                      <a:pt x="82" y="4"/>
                      <a:pt x="67" y="11"/>
                    </a:cubicBezTo>
                    <a:cubicBezTo>
                      <a:pt x="52" y="17"/>
                      <a:pt x="38" y="27"/>
                      <a:pt x="28" y="40"/>
                    </a:cubicBezTo>
                    <a:cubicBezTo>
                      <a:pt x="17" y="53"/>
                      <a:pt x="9" y="69"/>
                      <a:pt x="5" y="85"/>
                    </a:cubicBezTo>
                    <a:cubicBezTo>
                      <a:pt x="4" y="89"/>
                      <a:pt x="4" y="94"/>
                      <a:pt x="3" y="98"/>
                    </a:cubicBezTo>
                    <a:cubicBezTo>
                      <a:pt x="3" y="102"/>
                      <a:pt x="3" y="106"/>
                      <a:pt x="3" y="111"/>
                    </a:cubicBezTo>
                    <a:cubicBezTo>
                      <a:pt x="3" y="119"/>
                      <a:pt x="3" y="128"/>
                      <a:pt x="3" y="137"/>
                    </a:cubicBezTo>
                    <a:cubicBezTo>
                      <a:pt x="3" y="208"/>
                      <a:pt x="3" y="281"/>
                      <a:pt x="3" y="357"/>
                    </a:cubicBezTo>
                    <a:cubicBezTo>
                      <a:pt x="3" y="509"/>
                      <a:pt x="3" y="671"/>
                      <a:pt x="3" y="842"/>
                    </a:cubicBezTo>
                    <a:cubicBezTo>
                      <a:pt x="3" y="1013"/>
                      <a:pt x="3" y="1192"/>
                      <a:pt x="3" y="1378"/>
                    </a:cubicBezTo>
                    <a:cubicBezTo>
                      <a:pt x="3" y="1471"/>
                      <a:pt x="3" y="1566"/>
                      <a:pt x="3" y="1660"/>
                    </a:cubicBezTo>
                    <a:cubicBezTo>
                      <a:pt x="3" y="1708"/>
                      <a:pt x="3" y="1757"/>
                      <a:pt x="3" y="1806"/>
                    </a:cubicBezTo>
                    <a:cubicBezTo>
                      <a:pt x="3" y="1818"/>
                      <a:pt x="3" y="1830"/>
                      <a:pt x="3" y="1842"/>
                    </a:cubicBezTo>
                    <a:cubicBezTo>
                      <a:pt x="3" y="1854"/>
                      <a:pt x="3" y="1866"/>
                      <a:pt x="7" y="1878"/>
                    </a:cubicBezTo>
                    <a:cubicBezTo>
                      <a:pt x="14" y="1901"/>
                      <a:pt x="29" y="1922"/>
                      <a:pt x="49" y="1936"/>
                    </a:cubicBezTo>
                    <a:cubicBezTo>
                      <a:pt x="69" y="1950"/>
                      <a:pt x="93" y="1956"/>
                      <a:pt x="118" y="1955"/>
                    </a:cubicBezTo>
                    <a:cubicBezTo>
                      <a:pt x="142" y="1955"/>
                      <a:pt x="166" y="1955"/>
                      <a:pt x="191" y="1955"/>
                    </a:cubicBezTo>
                    <a:cubicBezTo>
                      <a:pt x="239" y="1955"/>
                      <a:pt x="288" y="1955"/>
                      <a:pt x="336" y="1955"/>
                    </a:cubicBezTo>
                    <a:cubicBezTo>
                      <a:pt x="432" y="1955"/>
                      <a:pt x="526" y="1955"/>
                      <a:pt x="619" y="1955"/>
                    </a:cubicBezTo>
                    <a:cubicBezTo>
                      <a:pt x="666" y="1955"/>
                      <a:pt x="712" y="1955"/>
                      <a:pt x="757" y="1955"/>
                    </a:cubicBezTo>
                    <a:cubicBezTo>
                      <a:pt x="780" y="1955"/>
                      <a:pt x="803" y="1955"/>
                      <a:pt x="825" y="1954"/>
                    </a:cubicBezTo>
                    <a:cubicBezTo>
                      <a:pt x="848" y="1953"/>
                      <a:pt x="869" y="1945"/>
                      <a:pt x="886" y="1931"/>
                    </a:cubicBezTo>
                    <a:cubicBezTo>
                      <a:pt x="895" y="1924"/>
                      <a:pt x="902" y="1916"/>
                      <a:pt x="908" y="1906"/>
                    </a:cubicBezTo>
                    <a:cubicBezTo>
                      <a:pt x="914" y="1897"/>
                      <a:pt x="919" y="1887"/>
                      <a:pt x="922" y="1877"/>
                    </a:cubicBezTo>
                    <a:cubicBezTo>
                      <a:pt x="925" y="1866"/>
                      <a:pt x="926" y="1855"/>
                      <a:pt x="926" y="1844"/>
                    </a:cubicBezTo>
                    <a:lnTo>
                      <a:pt x="926" y="1812"/>
                    </a:lnTo>
                    <a:cubicBezTo>
                      <a:pt x="926" y="1768"/>
                      <a:pt x="926" y="1725"/>
                      <a:pt x="926" y="1682"/>
                    </a:cubicBezTo>
                    <a:cubicBezTo>
                      <a:pt x="926" y="1341"/>
                      <a:pt x="926" y="1034"/>
                      <a:pt x="926" y="775"/>
                    </a:cubicBezTo>
                    <a:cubicBezTo>
                      <a:pt x="926" y="517"/>
                      <a:pt x="927" y="308"/>
                      <a:pt x="927" y="164"/>
                    </a:cubicBezTo>
                    <a:cubicBezTo>
                      <a:pt x="927" y="145"/>
                      <a:pt x="927" y="128"/>
                      <a:pt x="927" y="112"/>
                    </a:cubicBezTo>
                    <a:cubicBezTo>
                      <a:pt x="927" y="96"/>
                      <a:pt x="924" y="82"/>
                      <a:pt x="919" y="69"/>
                    </a:cubicBezTo>
                    <a:cubicBezTo>
                      <a:pt x="914" y="56"/>
                      <a:pt x="907" y="45"/>
                      <a:pt x="899" y="36"/>
                    </a:cubicBezTo>
                    <a:cubicBezTo>
                      <a:pt x="891" y="28"/>
                      <a:pt x="882" y="21"/>
                      <a:pt x="874" y="16"/>
                    </a:cubicBezTo>
                    <a:cubicBezTo>
                      <a:pt x="858" y="7"/>
                      <a:pt x="843" y="3"/>
                      <a:pt x="834" y="2"/>
                    </a:cubicBezTo>
                    <a:cubicBezTo>
                      <a:pt x="829" y="1"/>
                      <a:pt x="825" y="1"/>
                      <a:pt x="823" y="1"/>
                    </a:cubicBezTo>
                    <a:cubicBezTo>
                      <a:pt x="820" y="1"/>
                      <a:pt x="819" y="1"/>
                      <a:pt x="819" y="1"/>
                    </a:cubicBezTo>
                    <a:lnTo>
                      <a:pt x="820" y="1"/>
                    </a:lnTo>
                    <a:close/>
                  </a:path>
                </a:pathLst>
              </a:custGeom>
              <a:solidFill>
                <a:schemeClr val="dk1"/>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11" name="Google Shape;1311;p28"/>
              <p:cNvSpPr/>
              <p:nvPr/>
            </p:nvSpPr>
            <p:spPr>
              <a:xfrm>
                <a:off x="2947196" y="1186188"/>
                <a:ext cx="85799" cy="3217"/>
              </a:xfrm>
              <a:custGeom>
                <a:rect b="b" l="l" r="r" t="t"/>
                <a:pathLst>
                  <a:path extrusionOk="0" h="3" w="80">
                    <a:moveTo>
                      <a:pt x="80" y="2"/>
                    </a:moveTo>
                    <a:cubicBezTo>
                      <a:pt x="80" y="2"/>
                      <a:pt x="62" y="3"/>
                      <a:pt x="40" y="3"/>
                    </a:cubicBezTo>
                    <a:cubicBezTo>
                      <a:pt x="17" y="3"/>
                      <a:pt x="0" y="3"/>
                      <a:pt x="0" y="3"/>
                    </a:cubicBezTo>
                    <a:cubicBezTo>
                      <a:pt x="0" y="2"/>
                      <a:pt x="17" y="1"/>
                      <a:pt x="40" y="1"/>
                    </a:cubicBezTo>
                    <a:cubicBezTo>
                      <a:pt x="62" y="0"/>
                      <a:pt x="80" y="1"/>
                      <a:pt x="80" y="2"/>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12" name="Google Shape;1312;p28"/>
              <p:cNvSpPr/>
              <p:nvPr/>
            </p:nvSpPr>
            <p:spPr>
              <a:xfrm>
                <a:off x="2947196" y="1209782"/>
                <a:ext cx="85799" cy="2145"/>
              </a:xfrm>
              <a:custGeom>
                <a:rect b="b" l="l" r="r" t="t"/>
                <a:pathLst>
                  <a:path extrusionOk="0" h="2" w="80">
                    <a:moveTo>
                      <a:pt x="80" y="0"/>
                    </a:moveTo>
                    <a:cubicBezTo>
                      <a:pt x="80" y="0"/>
                      <a:pt x="62" y="1"/>
                      <a:pt x="40" y="2"/>
                    </a:cubicBezTo>
                    <a:cubicBezTo>
                      <a:pt x="18" y="2"/>
                      <a:pt x="0" y="2"/>
                      <a:pt x="0" y="1"/>
                    </a:cubicBezTo>
                    <a:cubicBezTo>
                      <a:pt x="0" y="1"/>
                      <a:pt x="18" y="0"/>
                      <a:pt x="40" y="0"/>
                    </a:cubicBezTo>
                    <a:cubicBezTo>
                      <a:pt x="62" y="0"/>
                      <a:pt x="80" y="0"/>
                      <a:pt x="80" y="0"/>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13" name="Google Shape;1313;p28"/>
              <p:cNvSpPr/>
              <p:nvPr/>
            </p:nvSpPr>
            <p:spPr>
              <a:xfrm>
                <a:off x="2947196" y="1230159"/>
                <a:ext cx="85799" cy="3217"/>
              </a:xfrm>
              <a:custGeom>
                <a:rect b="b" l="l" r="r" t="t"/>
                <a:pathLst>
                  <a:path extrusionOk="0" h="3" w="80">
                    <a:moveTo>
                      <a:pt x="80" y="2"/>
                    </a:moveTo>
                    <a:cubicBezTo>
                      <a:pt x="80" y="2"/>
                      <a:pt x="62" y="3"/>
                      <a:pt x="40" y="3"/>
                    </a:cubicBezTo>
                    <a:cubicBezTo>
                      <a:pt x="18" y="3"/>
                      <a:pt x="0" y="3"/>
                      <a:pt x="0" y="3"/>
                    </a:cubicBezTo>
                    <a:cubicBezTo>
                      <a:pt x="0" y="2"/>
                      <a:pt x="18" y="1"/>
                      <a:pt x="40" y="1"/>
                    </a:cubicBezTo>
                    <a:cubicBezTo>
                      <a:pt x="62" y="0"/>
                      <a:pt x="80" y="1"/>
                      <a:pt x="80" y="2"/>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14" name="Google Shape;1314;p28"/>
              <p:cNvSpPr/>
              <p:nvPr/>
            </p:nvSpPr>
            <p:spPr>
              <a:xfrm>
                <a:off x="2423824" y="2020581"/>
                <a:ext cx="410762" cy="11797"/>
              </a:xfrm>
              <a:custGeom>
                <a:rect b="b" l="l" r="r" t="t"/>
                <a:pathLst>
                  <a:path extrusionOk="0" h="11" w="383">
                    <a:moveTo>
                      <a:pt x="383" y="6"/>
                    </a:moveTo>
                    <a:cubicBezTo>
                      <a:pt x="383" y="9"/>
                      <a:pt x="297" y="11"/>
                      <a:pt x="192" y="11"/>
                    </a:cubicBezTo>
                    <a:cubicBezTo>
                      <a:pt x="86" y="11"/>
                      <a:pt x="0" y="9"/>
                      <a:pt x="0" y="6"/>
                    </a:cubicBezTo>
                    <a:cubicBezTo>
                      <a:pt x="0" y="3"/>
                      <a:pt x="86" y="0"/>
                      <a:pt x="192" y="0"/>
                    </a:cubicBezTo>
                    <a:cubicBezTo>
                      <a:pt x="297" y="0"/>
                      <a:pt x="383" y="3"/>
                      <a:pt x="383" y="6"/>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15" name="Google Shape;1315;p28"/>
              <p:cNvSpPr/>
              <p:nvPr/>
            </p:nvSpPr>
            <p:spPr>
              <a:xfrm>
                <a:off x="2363765" y="1488628"/>
                <a:ext cx="533025" cy="402182"/>
              </a:xfrm>
              <a:custGeom>
                <a:rect b="b" l="l" r="r" t="t"/>
                <a:pathLst>
                  <a:path extrusionOk="0" h="375" w="497">
                    <a:moveTo>
                      <a:pt x="0" y="372"/>
                    </a:moveTo>
                    <a:lnTo>
                      <a:pt x="2" y="0"/>
                    </a:lnTo>
                    <a:lnTo>
                      <a:pt x="497" y="3"/>
                    </a:lnTo>
                    <a:lnTo>
                      <a:pt x="495" y="375"/>
                    </a:lnTo>
                    <a:lnTo>
                      <a:pt x="0" y="372"/>
                    </a:ln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16" name="Google Shape;1316;p28"/>
              <p:cNvSpPr/>
              <p:nvPr/>
            </p:nvSpPr>
            <p:spPr>
              <a:xfrm>
                <a:off x="2363765" y="1640921"/>
                <a:ext cx="529808" cy="249889"/>
              </a:xfrm>
              <a:custGeom>
                <a:rect b="b" l="l" r="r" t="t"/>
                <a:pathLst>
                  <a:path extrusionOk="0" h="233" w="494">
                    <a:moveTo>
                      <a:pt x="0" y="230"/>
                    </a:moveTo>
                    <a:lnTo>
                      <a:pt x="174" y="0"/>
                    </a:lnTo>
                    <a:lnTo>
                      <a:pt x="280" y="145"/>
                    </a:lnTo>
                    <a:lnTo>
                      <a:pt x="353" y="68"/>
                    </a:lnTo>
                    <a:lnTo>
                      <a:pt x="494" y="233"/>
                    </a:lnTo>
                    <a:lnTo>
                      <a:pt x="0" y="230"/>
                    </a:lnTo>
                    <a:close/>
                  </a:path>
                </a:pathLst>
              </a:custGeom>
              <a:solidFill>
                <a:srgbClr val="E8505B"/>
              </a:solidFill>
              <a:ln>
                <a:noFill/>
              </a:ln>
            </p:spPr>
            <p:txBody>
              <a:bodyPr anchorCtr="1" anchor="ctr" bIns="38875" lIns="90000" spcFirstLastPara="1" rIns="90000" wrap="square" tIns="388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17" name="Google Shape;1317;p28"/>
              <p:cNvSpPr/>
              <p:nvPr/>
            </p:nvSpPr>
            <p:spPr>
              <a:xfrm>
                <a:off x="2630814" y="1569065"/>
                <a:ext cx="82581" cy="83654"/>
              </a:xfrm>
              <a:custGeom>
                <a:rect b="b" l="l" r="r" t="t"/>
                <a:pathLst>
                  <a:path extrusionOk="0" h="78" w="77">
                    <a:moveTo>
                      <a:pt x="77" y="39"/>
                    </a:moveTo>
                    <a:cubicBezTo>
                      <a:pt x="77" y="61"/>
                      <a:pt x="60" y="78"/>
                      <a:pt x="38" y="78"/>
                    </a:cubicBezTo>
                    <a:cubicBezTo>
                      <a:pt x="17" y="78"/>
                      <a:pt x="-1" y="60"/>
                      <a:pt x="0" y="39"/>
                    </a:cubicBezTo>
                    <a:cubicBezTo>
                      <a:pt x="0" y="17"/>
                      <a:pt x="17" y="0"/>
                      <a:pt x="39" y="0"/>
                    </a:cubicBezTo>
                    <a:cubicBezTo>
                      <a:pt x="60" y="0"/>
                      <a:pt x="78" y="18"/>
                      <a:pt x="77" y="39"/>
                    </a:cubicBezTo>
                    <a:close/>
                  </a:path>
                </a:pathLst>
              </a:custGeom>
              <a:solidFill>
                <a:srgbClr val="E8505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18" name="Google Shape;1318;p28"/>
              <p:cNvSpPr/>
              <p:nvPr/>
            </p:nvSpPr>
            <p:spPr>
              <a:xfrm>
                <a:off x="2363765" y="1640921"/>
                <a:ext cx="529808" cy="249889"/>
              </a:xfrm>
              <a:custGeom>
                <a:rect b="b" l="l" r="r" t="t"/>
                <a:pathLst>
                  <a:path extrusionOk="0" h="233" w="494">
                    <a:moveTo>
                      <a:pt x="0" y="230"/>
                    </a:moveTo>
                    <a:lnTo>
                      <a:pt x="174" y="0"/>
                    </a:lnTo>
                    <a:lnTo>
                      <a:pt x="280" y="145"/>
                    </a:lnTo>
                    <a:lnTo>
                      <a:pt x="353" y="68"/>
                    </a:lnTo>
                    <a:lnTo>
                      <a:pt x="494" y="233"/>
                    </a:lnTo>
                    <a:lnTo>
                      <a:pt x="0" y="230"/>
                    </a:lnTo>
                    <a:close/>
                  </a:path>
                </a:pathLst>
              </a:custGeom>
              <a:solidFill>
                <a:schemeClr val="accent1"/>
              </a:solidFill>
              <a:ln>
                <a:noFill/>
              </a:ln>
            </p:spPr>
            <p:txBody>
              <a:bodyPr anchorCtr="1" anchor="ctr" bIns="38875" lIns="90000" spcFirstLastPara="1" rIns="90000" wrap="square" tIns="3887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19" name="Google Shape;1319;p28"/>
              <p:cNvSpPr/>
              <p:nvPr/>
            </p:nvSpPr>
            <p:spPr>
              <a:xfrm>
                <a:off x="2630814" y="1569065"/>
                <a:ext cx="82581" cy="83654"/>
              </a:xfrm>
              <a:custGeom>
                <a:rect b="b" l="l" r="r" t="t"/>
                <a:pathLst>
                  <a:path extrusionOk="0" h="78" w="77">
                    <a:moveTo>
                      <a:pt x="77" y="39"/>
                    </a:moveTo>
                    <a:cubicBezTo>
                      <a:pt x="77" y="61"/>
                      <a:pt x="60" y="78"/>
                      <a:pt x="38" y="78"/>
                    </a:cubicBezTo>
                    <a:cubicBezTo>
                      <a:pt x="17" y="78"/>
                      <a:pt x="-1" y="60"/>
                      <a:pt x="0" y="39"/>
                    </a:cubicBezTo>
                    <a:cubicBezTo>
                      <a:pt x="0" y="17"/>
                      <a:pt x="17" y="0"/>
                      <a:pt x="39" y="0"/>
                    </a:cubicBezTo>
                    <a:cubicBezTo>
                      <a:pt x="60" y="0"/>
                      <a:pt x="78" y="18"/>
                      <a:pt x="77" y="39"/>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20" name="Google Shape;1320;p28"/>
              <p:cNvSpPr/>
              <p:nvPr/>
            </p:nvSpPr>
            <p:spPr>
              <a:xfrm>
                <a:off x="2266169" y="2167511"/>
                <a:ext cx="728217" cy="11797"/>
              </a:xfrm>
              <a:custGeom>
                <a:rect b="b" l="l" r="r" t="t"/>
                <a:pathLst>
                  <a:path extrusionOk="0" h="11" w="679">
                    <a:moveTo>
                      <a:pt x="679" y="6"/>
                    </a:moveTo>
                    <a:cubicBezTo>
                      <a:pt x="679" y="9"/>
                      <a:pt x="527" y="11"/>
                      <a:pt x="340" y="11"/>
                    </a:cubicBezTo>
                    <a:cubicBezTo>
                      <a:pt x="152" y="11"/>
                      <a:pt x="0" y="9"/>
                      <a:pt x="0" y="6"/>
                    </a:cubicBezTo>
                    <a:cubicBezTo>
                      <a:pt x="0" y="3"/>
                      <a:pt x="152" y="0"/>
                      <a:pt x="340" y="0"/>
                    </a:cubicBezTo>
                    <a:cubicBezTo>
                      <a:pt x="527" y="0"/>
                      <a:pt x="679" y="3"/>
                      <a:pt x="679" y="6"/>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21" name="Google Shape;1321;p28"/>
              <p:cNvSpPr/>
              <p:nvPr/>
            </p:nvSpPr>
            <p:spPr>
              <a:xfrm>
                <a:off x="2266169" y="2269397"/>
                <a:ext cx="728217" cy="11797"/>
              </a:xfrm>
              <a:custGeom>
                <a:rect b="b" l="l" r="r" t="t"/>
                <a:pathLst>
                  <a:path extrusionOk="0" h="11" w="679">
                    <a:moveTo>
                      <a:pt x="679" y="5"/>
                    </a:moveTo>
                    <a:cubicBezTo>
                      <a:pt x="679" y="8"/>
                      <a:pt x="527" y="11"/>
                      <a:pt x="340" y="11"/>
                    </a:cubicBezTo>
                    <a:cubicBezTo>
                      <a:pt x="152" y="11"/>
                      <a:pt x="0" y="8"/>
                      <a:pt x="0" y="5"/>
                    </a:cubicBezTo>
                    <a:cubicBezTo>
                      <a:pt x="0" y="2"/>
                      <a:pt x="152" y="0"/>
                      <a:pt x="340" y="0"/>
                    </a:cubicBezTo>
                    <a:cubicBezTo>
                      <a:pt x="527" y="0"/>
                      <a:pt x="679" y="2"/>
                      <a:pt x="679" y="5"/>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22" name="Google Shape;1322;p28"/>
              <p:cNvSpPr/>
              <p:nvPr/>
            </p:nvSpPr>
            <p:spPr>
              <a:xfrm>
                <a:off x="2266169" y="2371283"/>
                <a:ext cx="728217" cy="11797"/>
              </a:xfrm>
              <a:custGeom>
                <a:rect b="b" l="l" r="r" t="t"/>
                <a:pathLst>
                  <a:path extrusionOk="0" h="11" w="679">
                    <a:moveTo>
                      <a:pt x="679" y="5"/>
                    </a:moveTo>
                    <a:cubicBezTo>
                      <a:pt x="679" y="8"/>
                      <a:pt x="527" y="11"/>
                      <a:pt x="340" y="11"/>
                    </a:cubicBezTo>
                    <a:cubicBezTo>
                      <a:pt x="152" y="11"/>
                      <a:pt x="0" y="8"/>
                      <a:pt x="0" y="5"/>
                    </a:cubicBezTo>
                    <a:cubicBezTo>
                      <a:pt x="0" y="2"/>
                      <a:pt x="152" y="0"/>
                      <a:pt x="340" y="0"/>
                    </a:cubicBezTo>
                    <a:cubicBezTo>
                      <a:pt x="527" y="0"/>
                      <a:pt x="679" y="2"/>
                      <a:pt x="679" y="5"/>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23" name="Google Shape;1323;p28"/>
              <p:cNvSpPr/>
              <p:nvPr/>
            </p:nvSpPr>
            <p:spPr>
              <a:xfrm>
                <a:off x="2266169" y="2472097"/>
                <a:ext cx="728217" cy="11797"/>
              </a:xfrm>
              <a:custGeom>
                <a:rect b="b" l="l" r="r" t="t"/>
                <a:pathLst>
                  <a:path extrusionOk="0" h="11" w="679">
                    <a:moveTo>
                      <a:pt x="679" y="6"/>
                    </a:moveTo>
                    <a:cubicBezTo>
                      <a:pt x="679" y="9"/>
                      <a:pt x="527" y="11"/>
                      <a:pt x="340" y="11"/>
                    </a:cubicBezTo>
                    <a:cubicBezTo>
                      <a:pt x="152" y="11"/>
                      <a:pt x="0" y="9"/>
                      <a:pt x="0" y="6"/>
                    </a:cubicBezTo>
                    <a:cubicBezTo>
                      <a:pt x="0" y="3"/>
                      <a:pt x="152" y="0"/>
                      <a:pt x="340" y="0"/>
                    </a:cubicBezTo>
                    <a:cubicBezTo>
                      <a:pt x="527" y="0"/>
                      <a:pt x="679" y="3"/>
                      <a:pt x="679" y="6"/>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24" name="Google Shape;1324;p28"/>
              <p:cNvSpPr/>
              <p:nvPr/>
            </p:nvSpPr>
            <p:spPr>
              <a:xfrm>
                <a:off x="2266169" y="2573983"/>
                <a:ext cx="728217" cy="11797"/>
              </a:xfrm>
              <a:custGeom>
                <a:rect b="b" l="l" r="r" t="t"/>
                <a:pathLst>
                  <a:path extrusionOk="0" h="11" w="679">
                    <a:moveTo>
                      <a:pt x="679" y="6"/>
                    </a:moveTo>
                    <a:cubicBezTo>
                      <a:pt x="679" y="9"/>
                      <a:pt x="527" y="11"/>
                      <a:pt x="340" y="11"/>
                    </a:cubicBezTo>
                    <a:cubicBezTo>
                      <a:pt x="152" y="11"/>
                      <a:pt x="0" y="9"/>
                      <a:pt x="0" y="6"/>
                    </a:cubicBezTo>
                    <a:cubicBezTo>
                      <a:pt x="0" y="2"/>
                      <a:pt x="152" y="0"/>
                      <a:pt x="340" y="0"/>
                    </a:cubicBezTo>
                    <a:cubicBezTo>
                      <a:pt x="527" y="0"/>
                      <a:pt x="679" y="2"/>
                      <a:pt x="679" y="6"/>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25" name="Google Shape;1325;p28"/>
              <p:cNvSpPr/>
              <p:nvPr/>
            </p:nvSpPr>
            <p:spPr>
              <a:xfrm>
                <a:off x="2419534" y="2666216"/>
                <a:ext cx="418269" cy="11797"/>
              </a:xfrm>
              <a:custGeom>
                <a:rect b="b" l="l" r="r" t="t"/>
                <a:pathLst>
                  <a:path extrusionOk="0" h="11" w="390">
                    <a:moveTo>
                      <a:pt x="390" y="6"/>
                    </a:moveTo>
                    <a:cubicBezTo>
                      <a:pt x="390" y="8"/>
                      <a:pt x="368" y="9"/>
                      <a:pt x="333" y="10"/>
                    </a:cubicBezTo>
                    <a:cubicBezTo>
                      <a:pt x="298" y="11"/>
                      <a:pt x="249" y="11"/>
                      <a:pt x="195" y="11"/>
                    </a:cubicBezTo>
                    <a:cubicBezTo>
                      <a:pt x="141" y="11"/>
                      <a:pt x="92" y="11"/>
                      <a:pt x="57" y="10"/>
                    </a:cubicBezTo>
                    <a:cubicBezTo>
                      <a:pt x="22" y="9"/>
                      <a:pt x="0" y="8"/>
                      <a:pt x="0" y="6"/>
                    </a:cubicBezTo>
                    <a:cubicBezTo>
                      <a:pt x="0" y="4"/>
                      <a:pt x="22" y="3"/>
                      <a:pt x="57" y="2"/>
                    </a:cubicBezTo>
                    <a:cubicBezTo>
                      <a:pt x="92" y="1"/>
                      <a:pt x="141" y="0"/>
                      <a:pt x="195" y="0"/>
                    </a:cubicBezTo>
                    <a:cubicBezTo>
                      <a:pt x="249" y="0"/>
                      <a:pt x="298" y="1"/>
                      <a:pt x="333" y="2"/>
                    </a:cubicBezTo>
                    <a:cubicBezTo>
                      <a:pt x="368" y="3"/>
                      <a:pt x="390" y="4"/>
                      <a:pt x="390" y="6"/>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26" name="Google Shape;1326;p28"/>
              <p:cNvSpPr/>
              <p:nvPr/>
            </p:nvSpPr>
            <p:spPr>
              <a:xfrm>
                <a:off x="2047382" y="864442"/>
                <a:ext cx="255251" cy="255251"/>
              </a:xfrm>
              <a:custGeom>
                <a:rect b="b" l="l" r="r" t="t"/>
                <a:pathLst>
                  <a:path extrusionOk="0" h="238" w="238">
                    <a:moveTo>
                      <a:pt x="146" y="4"/>
                    </a:moveTo>
                    <a:cubicBezTo>
                      <a:pt x="166" y="9"/>
                      <a:pt x="184" y="19"/>
                      <a:pt x="200" y="33"/>
                    </a:cubicBezTo>
                    <a:cubicBezTo>
                      <a:pt x="215" y="47"/>
                      <a:pt x="227" y="65"/>
                      <a:pt x="233" y="85"/>
                    </a:cubicBezTo>
                    <a:cubicBezTo>
                      <a:pt x="239" y="105"/>
                      <a:pt x="239" y="127"/>
                      <a:pt x="235" y="147"/>
                    </a:cubicBezTo>
                    <a:cubicBezTo>
                      <a:pt x="230" y="167"/>
                      <a:pt x="220" y="186"/>
                      <a:pt x="206" y="201"/>
                    </a:cubicBezTo>
                    <a:cubicBezTo>
                      <a:pt x="191" y="216"/>
                      <a:pt x="173" y="227"/>
                      <a:pt x="153" y="234"/>
                    </a:cubicBezTo>
                    <a:cubicBezTo>
                      <a:pt x="133" y="240"/>
                      <a:pt x="112" y="240"/>
                      <a:pt x="92" y="235"/>
                    </a:cubicBezTo>
                    <a:cubicBezTo>
                      <a:pt x="71" y="231"/>
                      <a:pt x="52" y="220"/>
                      <a:pt x="37" y="206"/>
                    </a:cubicBezTo>
                    <a:cubicBezTo>
                      <a:pt x="21" y="191"/>
                      <a:pt x="11" y="174"/>
                      <a:pt x="5" y="154"/>
                    </a:cubicBezTo>
                    <a:cubicBezTo>
                      <a:pt x="-1" y="134"/>
                      <a:pt x="-2" y="113"/>
                      <a:pt x="3" y="92"/>
                    </a:cubicBezTo>
                    <a:cubicBezTo>
                      <a:pt x="8" y="72"/>
                      <a:pt x="17" y="53"/>
                      <a:pt x="32" y="38"/>
                    </a:cubicBezTo>
                    <a:cubicBezTo>
                      <a:pt x="46" y="23"/>
                      <a:pt x="65" y="12"/>
                      <a:pt x="85" y="6"/>
                    </a:cubicBezTo>
                    <a:cubicBezTo>
                      <a:pt x="105" y="0"/>
                      <a:pt x="126" y="-1"/>
                      <a:pt x="146" y="4"/>
                    </a:cubicBezTo>
                    <a:close/>
                  </a:path>
                </a:pathLst>
              </a:custGeom>
              <a:solidFill>
                <a:schemeClr val="dk2"/>
              </a:solidFill>
              <a:ln>
                <a:noFill/>
              </a:ln>
            </p:spPr>
            <p:txBody>
              <a:bodyPr anchorCtr="1" anchor="ctr" bIns="40675" lIns="90000" spcFirstLastPara="1" rIns="90000" wrap="square" tIns="406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27" name="Google Shape;1327;p28"/>
              <p:cNvSpPr/>
              <p:nvPr/>
            </p:nvSpPr>
            <p:spPr>
              <a:xfrm>
                <a:off x="2118166" y="951314"/>
                <a:ext cx="112611" cy="82581"/>
              </a:xfrm>
              <a:custGeom>
                <a:rect b="b" l="l" r="r" t="t"/>
                <a:pathLst>
                  <a:path extrusionOk="0" h="77" w="105">
                    <a:moveTo>
                      <a:pt x="46" y="77"/>
                    </a:moveTo>
                    <a:cubicBezTo>
                      <a:pt x="44" y="77"/>
                      <a:pt x="43" y="77"/>
                      <a:pt x="42" y="76"/>
                    </a:cubicBezTo>
                    <a:lnTo>
                      <a:pt x="2" y="43"/>
                    </a:lnTo>
                    <a:cubicBezTo>
                      <a:pt x="0" y="41"/>
                      <a:pt x="0" y="38"/>
                      <a:pt x="1" y="35"/>
                    </a:cubicBezTo>
                    <a:cubicBezTo>
                      <a:pt x="3" y="33"/>
                      <a:pt x="7" y="33"/>
                      <a:pt x="9" y="35"/>
                    </a:cubicBezTo>
                    <a:lnTo>
                      <a:pt x="45" y="64"/>
                    </a:lnTo>
                    <a:lnTo>
                      <a:pt x="96" y="2"/>
                    </a:lnTo>
                    <a:cubicBezTo>
                      <a:pt x="98" y="0"/>
                      <a:pt x="101" y="-1"/>
                      <a:pt x="103" y="1"/>
                    </a:cubicBezTo>
                    <a:cubicBezTo>
                      <a:pt x="106" y="3"/>
                      <a:pt x="106" y="7"/>
                      <a:pt x="104" y="9"/>
                    </a:cubicBezTo>
                    <a:lnTo>
                      <a:pt x="50" y="75"/>
                    </a:lnTo>
                    <a:cubicBezTo>
                      <a:pt x="49" y="76"/>
                      <a:pt x="48" y="77"/>
                      <a:pt x="46" y="77"/>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28" name="Google Shape;1328;p28"/>
              <p:cNvSpPr/>
              <p:nvPr/>
            </p:nvSpPr>
            <p:spPr>
              <a:xfrm>
                <a:off x="2248487" y="1180798"/>
                <a:ext cx="74000" cy="81567"/>
              </a:xfrm>
              <a:custGeom>
                <a:rect b="b" l="l" r="r" t="t"/>
                <a:pathLst>
                  <a:path extrusionOk="0" h="97" w="88">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329" name="Google Shape;1329;p28"/>
            <p:cNvGrpSpPr/>
            <p:nvPr/>
          </p:nvGrpSpPr>
          <p:grpSpPr>
            <a:xfrm>
              <a:off x="6160359" y="821248"/>
              <a:ext cx="996339" cy="2100998"/>
              <a:chOff x="6160359" y="941661"/>
              <a:chExt cx="996339" cy="2100998"/>
            </a:xfrm>
          </p:grpSpPr>
          <p:sp>
            <p:nvSpPr>
              <p:cNvPr id="1330" name="Google Shape;1330;p28"/>
              <p:cNvSpPr/>
              <p:nvPr/>
            </p:nvSpPr>
            <p:spPr>
              <a:xfrm>
                <a:off x="6162504" y="942734"/>
                <a:ext cx="990976" cy="2096708"/>
              </a:xfrm>
              <a:custGeom>
                <a:rect b="b" l="l" r="r" t="t"/>
                <a:pathLst>
                  <a:path extrusionOk="0" h="1955" w="924">
                    <a:moveTo>
                      <a:pt x="758" y="1"/>
                    </a:moveTo>
                    <a:cubicBezTo>
                      <a:pt x="739" y="1"/>
                      <a:pt x="716" y="1"/>
                      <a:pt x="688" y="1"/>
                    </a:cubicBezTo>
                    <a:cubicBezTo>
                      <a:pt x="681" y="1"/>
                      <a:pt x="673" y="0"/>
                      <a:pt x="666" y="3"/>
                    </a:cubicBezTo>
                    <a:cubicBezTo>
                      <a:pt x="660" y="6"/>
                      <a:pt x="653" y="11"/>
                      <a:pt x="650" y="18"/>
                    </a:cubicBezTo>
                    <a:cubicBezTo>
                      <a:pt x="648" y="22"/>
                      <a:pt x="646" y="26"/>
                      <a:pt x="646" y="30"/>
                    </a:cubicBezTo>
                    <a:cubicBezTo>
                      <a:pt x="645" y="34"/>
                      <a:pt x="645" y="38"/>
                      <a:pt x="645" y="42"/>
                    </a:cubicBezTo>
                    <a:cubicBezTo>
                      <a:pt x="645" y="46"/>
                      <a:pt x="645" y="51"/>
                      <a:pt x="645" y="55"/>
                    </a:cubicBezTo>
                    <a:cubicBezTo>
                      <a:pt x="645" y="59"/>
                      <a:pt x="645" y="64"/>
                      <a:pt x="644" y="68"/>
                    </a:cubicBezTo>
                    <a:cubicBezTo>
                      <a:pt x="642" y="77"/>
                      <a:pt x="637" y="86"/>
                      <a:pt x="629" y="91"/>
                    </a:cubicBezTo>
                    <a:cubicBezTo>
                      <a:pt x="624" y="94"/>
                      <a:pt x="620" y="95"/>
                      <a:pt x="615" y="96"/>
                    </a:cubicBezTo>
                    <a:cubicBezTo>
                      <a:pt x="610" y="96"/>
                      <a:pt x="605" y="96"/>
                      <a:pt x="600" y="96"/>
                    </a:cubicBezTo>
                    <a:cubicBezTo>
                      <a:pt x="580" y="96"/>
                      <a:pt x="559" y="96"/>
                      <a:pt x="537" y="96"/>
                    </a:cubicBezTo>
                    <a:cubicBezTo>
                      <a:pt x="493" y="96"/>
                      <a:pt x="445" y="96"/>
                      <a:pt x="394" y="96"/>
                    </a:cubicBezTo>
                    <a:lnTo>
                      <a:pt x="355" y="96"/>
                    </a:lnTo>
                    <a:cubicBezTo>
                      <a:pt x="351" y="96"/>
                      <a:pt x="348" y="96"/>
                      <a:pt x="345" y="96"/>
                    </a:cubicBezTo>
                    <a:cubicBezTo>
                      <a:pt x="342" y="96"/>
                      <a:pt x="338" y="96"/>
                      <a:pt x="335" y="95"/>
                    </a:cubicBezTo>
                    <a:cubicBezTo>
                      <a:pt x="328" y="94"/>
                      <a:pt x="322" y="90"/>
                      <a:pt x="317" y="84"/>
                    </a:cubicBezTo>
                    <a:cubicBezTo>
                      <a:pt x="313" y="79"/>
                      <a:pt x="310" y="72"/>
                      <a:pt x="309" y="65"/>
                    </a:cubicBezTo>
                    <a:cubicBezTo>
                      <a:pt x="308" y="62"/>
                      <a:pt x="308" y="58"/>
                      <a:pt x="308" y="55"/>
                    </a:cubicBezTo>
                    <a:cubicBezTo>
                      <a:pt x="308" y="51"/>
                      <a:pt x="308" y="48"/>
                      <a:pt x="308" y="44"/>
                    </a:cubicBezTo>
                    <a:cubicBezTo>
                      <a:pt x="308" y="37"/>
                      <a:pt x="309" y="30"/>
                      <a:pt x="306" y="23"/>
                    </a:cubicBezTo>
                    <a:cubicBezTo>
                      <a:pt x="304" y="17"/>
                      <a:pt x="299" y="11"/>
                      <a:pt x="294" y="7"/>
                    </a:cubicBezTo>
                    <a:cubicBezTo>
                      <a:pt x="288" y="3"/>
                      <a:pt x="281" y="1"/>
                      <a:pt x="273" y="1"/>
                    </a:cubicBezTo>
                    <a:lnTo>
                      <a:pt x="251" y="1"/>
                    </a:lnTo>
                    <a:cubicBezTo>
                      <a:pt x="236" y="1"/>
                      <a:pt x="221" y="1"/>
                      <a:pt x="206" y="1"/>
                    </a:cubicBezTo>
                    <a:cubicBezTo>
                      <a:pt x="175" y="1"/>
                      <a:pt x="143" y="1"/>
                      <a:pt x="111" y="1"/>
                    </a:cubicBezTo>
                    <a:cubicBezTo>
                      <a:pt x="95" y="1"/>
                      <a:pt x="79" y="3"/>
                      <a:pt x="64" y="10"/>
                    </a:cubicBezTo>
                    <a:cubicBezTo>
                      <a:pt x="49" y="17"/>
                      <a:pt x="35" y="27"/>
                      <a:pt x="24" y="40"/>
                    </a:cubicBezTo>
                    <a:cubicBezTo>
                      <a:pt x="14" y="53"/>
                      <a:pt x="6" y="68"/>
                      <a:pt x="2" y="85"/>
                    </a:cubicBezTo>
                    <a:cubicBezTo>
                      <a:pt x="1" y="89"/>
                      <a:pt x="1" y="93"/>
                      <a:pt x="0" y="97"/>
                    </a:cubicBezTo>
                    <a:cubicBezTo>
                      <a:pt x="0" y="101"/>
                      <a:pt x="0" y="105"/>
                      <a:pt x="0" y="108"/>
                    </a:cubicBezTo>
                    <a:lnTo>
                      <a:pt x="0" y="813"/>
                    </a:lnTo>
                    <a:cubicBezTo>
                      <a:pt x="0" y="823"/>
                      <a:pt x="0" y="832"/>
                      <a:pt x="0" y="841"/>
                    </a:cubicBezTo>
                    <a:cubicBezTo>
                      <a:pt x="0" y="870"/>
                      <a:pt x="0" y="899"/>
                      <a:pt x="0" y="928"/>
                    </a:cubicBezTo>
                    <a:lnTo>
                      <a:pt x="0" y="1843"/>
                    </a:lnTo>
                    <a:cubicBezTo>
                      <a:pt x="0" y="1855"/>
                      <a:pt x="0" y="1866"/>
                      <a:pt x="4" y="1877"/>
                    </a:cubicBezTo>
                    <a:cubicBezTo>
                      <a:pt x="11" y="1901"/>
                      <a:pt x="26" y="1921"/>
                      <a:pt x="46" y="1935"/>
                    </a:cubicBezTo>
                    <a:cubicBezTo>
                      <a:pt x="66" y="1949"/>
                      <a:pt x="90" y="1955"/>
                      <a:pt x="115" y="1954"/>
                    </a:cubicBezTo>
                    <a:cubicBezTo>
                      <a:pt x="139" y="1954"/>
                      <a:pt x="163" y="1954"/>
                      <a:pt x="188" y="1954"/>
                    </a:cubicBezTo>
                    <a:cubicBezTo>
                      <a:pt x="236" y="1954"/>
                      <a:pt x="285" y="1954"/>
                      <a:pt x="333" y="1954"/>
                    </a:cubicBezTo>
                    <a:cubicBezTo>
                      <a:pt x="429" y="1954"/>
                      <a:pt x="523" y="1954"/>
                      <a:pt x="616" y="1954"/>
                    </a:cubicBezTo>
                    <a:cubicBezTo>
                      <a:pt x="663" y="1954"/>
                      <a:pt x="709" y="1954"/>
                      <a:pt x="754" y="1954"/>
                    </a:cubicBezTo>
                    <a:cubicBezTo>
                      <a:pt x="777" y="1954"/>
                      <a:pt x="800" y="1955"/>
                      <a:pt x="822" y="1954"/>
                    </a:cubicBezTo>
                    <a:cubicBezTo>
                      <a:pt x="844" y="1953"/>
                      <a:pt x="866" y="1944"/>
                      <a:pt x="883" y="1930"/>
                    </a:cubicBezTo>
                    <a:cubicBezTo>
                      <a:pt x="892" y="1923"/>
                      <a:pt x="899" y="1915"/>
                      <a:pt x="905" y="1906"/>
                    </a:cubicBezTo>
                    <a:cubicBezTo>
                      <a:pt x="911" y="1897"/>
                      <a:pt x="916" y="1887"/>
                      <a:pt x="919" y="1876"/>
                    </a:cubicBezTo>
                    <a:cubicBezTo>
                      <a:pt x="922" y="1866"/>
                      <a:pt x="923" y="1855"/>
                      <a:pt x="923" y="1844"/>
                    </a:cubicBezTo>
                    <a:cubicBezTo>
                      <a:pt x="923" y="1833"/>
                      <a:pt x="923" y="1822"/>
                      <a:pt x="923" y="1811"/>
                    </a:cubicBezTo>
                    <a:cubicBezTo>
                      <a:pt x="923" y="1767"/>
                      <a:pt x="923" y="1724"/>
                      <a:pt x="923" y="1681"/>
                    </a:cubicBezTo>
                    <a:cubicBezTo>
                      <a:pt x="923" y="1341"/>
                      <a:pt x="923" y="1033"/>
                      <a:pt x="923" y="775"/>
                    </a:cubicBezTo>
                    <a:cubicBezTo>
                      <a:pt x="923" y="517"/>
                      <a:pt x="924" y="308"/>
                      <a:pt x="924" y="163"/>
                    </a:cubicBezTo>
                    <a:cubicBezTo>
                      <a:pt x="924" y="145"/>
                      <a:pt x="924" y="128"/>
                      <a:pt x="924" y="112"/>
                    </a:cubicBezTo>
                    <a:cubicBezTo>
                      <a:pt x="924" y="96"/>
                      <a:pt x="921" y="81"/>
                      <a:pt x="916" y="68"/>
                    </a:cubicBezTo>
                    <a:cubicBezTo>
                      <a:pt x="911" y="55"/>
                      <a:pt x="904" y="45"/>
                      <a:pt x="896" y="36"/>
                    </a:cubicBezTo>
                    <a:cubicBezTo>
                      <a:pt x="888" y="27"/>
                      <a:pt x="879" y="21"/>
                      <a:pt x="871" y="16"/>
                    </a:cubicBezTo>
                    <a:cubicBezTo>
                      <a:pt x="855" y="6"/>
                      <a:pt x="840" y="3"/>
                      <a:pt x="831" y="2"/>
                    </a:cubicBezTo>
                    <a:cubicBezTo>
                      <a:pt x="826" y="1"/>
                      <a:pt x="822" y="1"/>
                      <a:pt x="820" y="1"/>
                    </a:cubicBezTo>
                    <a:cubicBezTo>
                      <a:pt x="817" y="0"/>
                      <a:pt x="816" y="0"/>
                      <a:pt x="816" y="0"/>
                    </a:cubicBezTo>
                    <a:cubicBezTo>
                      <a:pt x="816" y="0"/>
                      <a:pt x="811" y="0"/>
                      <a:pt x="801" y="0"/>
                    </a:cubicBezTo>
                    <a:cubicBezTo>
                      <a:pt x="792" y="0"/>
                      <a:pt x="777" y="0"/>
                      <a:pt x="758" y="1"/>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31" name="Google Shape;1331;p28"/>
              <p:cNvSpPr/>
              <p:nvPr/>
            </p:nvSpPr>
            <p:spPr>
              <a:xfrm>
                <a:off x="6324449" y="1733155"/>
                <a:ext cx="655288" cy="132988"/>
              </a:xfrm>
              <a:custGeom>
                <a:rect b="b" l="l" r="r" t="t"/>
                <a:pathLst>
                  <a:path extrusionOk="0" h="124" w="611">
                    <a:moveTo>
                      <a:pt x="0" y="0"/>
                    </a:moveTo>
                    <a:lnTo>
                      <a:pt x="611" y="0"/>
                    </a:lnTo>
                    <a:lnTo>
                      <a:pt x="611" y="124"/>
                    </a:lnTo>
                    <a:lnTo>
                      <a:pt x="0" y="124"/>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32" name="Google Shape;1332;p28"/>
              <p:cNvSpPr/>
              <p:nvPr/>
            </p:nvSpPr>
            <p:spPr>
              <a:xfrm>
                <a:off x="6160359" y="941661"/>
                <a:ext cx="996339" cy="2100998"/>
              </a:xfrm>
              <a:custGeom>
                <a:rect b="b" l="l" r="r" t="t"/>
                <a:pathLst>
                  <a:path extrusionOk="0" h="1959" w="929">
                    <a:moveTo>
                      <a:pt x="820" y="1"/>
                    </a:moveTo>
                    <a:cubicBezTo>
                      <a:pt x="820" y="1"/>
                      <a:pt x="821" y="1"/>
                      <a:pt x="824" y="1"/>
                    </a:cubicBezTo>
                    <a:cubicBezTo>
                      <a:pt x="826" y="1"/>
                      <a:pt x="830" y="1"/>
                      <a:pt x="835" y="2"/>
                    </a:cubicBezTo>
                    <a:cubicBezTo>
                      <a:pt x="844" y="3"/>
                      <a:pt x="859" y="6"/>
                      <a:pt x="875" y="16"/>
                    </a:cubicBezTo>
                    <a:cubicBezTo>
                      <a:pt x="884" y="21"/>
                      <a:pt x="892" y="28"/>
                      <a:pt x="900" y="36"/>
                    </a:cubicBezTo>
                    <a:cubicBezTo>
                      <a:pt x="908" y="45"/>
                      <a:pt x="915" y="56"/>
                      <a:pt x="921" y="69"/>
                    </a:cubicBezTo>
                    <a:cubicBezTo>
                      <a:pt x="926" y="82"/>
                      <a:pt x="929" y="97"/>
                      <a:pt x="929" y="113"/>
                    </a:cubicBezTo>
                    <a:cubicBezTo>
                      <a:pt x="929" y="129"/>
                      <a:pt x="929" y="146"/>
                      <a:pt x="929" y="164"/>
                    </a:cubicBezTo>
                    <a:cubicBezTo>
                      <a:pt x="929" y="308"/>
                      <a:pt x="929" y="517"/>
                      <a:pt x="929" y="776"/>
                    </a:cubicBezTo>
                    <a:cubicBezTo>
                      <a:pt x="929" y="1034"/>
                      <a:pt x="929" y="1342"/>
                      <a:pt x="929" y="1682"/>
                    </a:cubicBezTo>
                    <a:cubicBezTo>
                      <a:pt x="929" y="1725"/>
                      <a:pt x="929" y="1768"/>
                      <a:pt x="929" y="1812"/>
                    </a:cubicBezTo>
                    <a:lnTo>
                      <a:pt x="929" y="1845"/>
                    </a:lnTo>
                    <a:cubicBezTo>
                      <a:pt x="929" y="1856"/>
                      <a:pt x="928" y="1867"/>
                      <a:pt x="925" y="1878"/>
                    </a:cubicBezTo>
                    <a:cubicBezTo>
                      <a:pt x="922" y="1889"/>
                      <a:pt x="918" y="1899"/>
                      <a:pt x="911" y="1909"/>
                    </a:cubicBezTo>
                    <a:cubicBezTo>
                      <a:pt x="905" y="1918"/>
                      <a:pt x="897" y="1926"/>
                      <a:pt x="889" y="1934"/>
                    </a:cubicBezTo>
                    <a:cubicBezTo>
                      <a:pt x="871" y="1948"/>
                      <a:pt x="849" y="1957"/>
                      <a:pt x="826" y="1958"/>
                    </a:cubicBezTo>
                    <a:cubicBezTo>
                      <a:pt x="803" y="1958"/>
                      <a:pt x="781" y="1958"/>
                      <a:pt x="758" y="1958"/>
                    </a:cubicBezTo>
                    <a:cubicBezTo>
                      <a:pt x="712" y="1958"/>
                      <a:pt x="666" y="1958"/>
                      <a:pt x="620" y="1958"/>
                    </a:cubicBezTo>
                    <a:cubicBezTo>
                      <a:pt x="527" y="1958"/>
                      <a:pt x="432" y="1958"/>
                      <a:pt x="336" y="1958"/>
                    </a:cubicBezTo>
                    <a:cubicBezTo>
                      <a:pt x="288" y="1958"/>
                      <a:pt x="240" y="1958"/>
                      <a:pt x="191" y="1958"/>
                    </a:cubicBezTo>
                    <a:cubicBezTo>
                      <a:pt x="167" y="1958"/>
                      <a:pt x="143" y="1958"/>
                      <a:pt x="118" y="1958"/>
                    </a:cubicBezTo>
                    <a:cubicBezTo>
                      <a:pt x="94" y="1959"/>
                      <a:pt x="68" y="1953"/>
                      <a:pt x="48" y="1939"/>
                    </a:cubicBezTo>
                    <a:cubicBezTo>
                      <a:pt x="27" y="1924"/>
                      <a:pt x="12" y="1903"/>
                      <a:pt x="5" y="1879"/>
                    </a:cubicBezTo>
                    <a:cubicBezTo>
                      <a:pt x="1" y="1867"/>
                      <a:pt x="0" y="1855"/>
                      <a:pt x="0" y="1842"/>
                    </a:cubicBezTo>
                    <a:cubicBezTo>
                      <a:pt x="0" y="1830"/>
                      <a:pt x="0" y="1818"/>
                      <a:pt x="0" y="1806"/>
                    </a:cubicBezTo>
                    <a:cubicBezTo>
                      <a:pt x="0" y="1757"/>
                      <a:pt x="0" y="1709"/>
                      <a:pt x="0" y="1661"/>
                    </a:cubicBezTo>
                    <a:cubicBezTo>
                      <a:pt x="0" y="1566"/>
                      <a:pt x="0" y="1471"/>
                      <a:pt x="0" y="1378"/>
                    </a:cubicBezTo>
                    <a:cubicBezTo>
                      <a:pt x="0" y="1192"/>
                      <a:pt x="0" y="1013"/>
                      <a:pt x="0" y="842"/>
                    </a:cubicBezTo>
                    <a:cubicBezTo>
                      <a:pt x="0" y="672"/>
                      <a:pt x="1" y="509"/>
                      <a:pt x="1" y="357"/>
                    </a:cubicBezTo>
                    <a:cubicBezTo>
                      <a:pt x="1" y="281"/>
                      <a:pt x="1" y="208"/>
                      <a:pt x="1" y="137"/>
                    </a:cubicBezTo>
                    <a:cubicBezTo>
                      <a:pt x="1" y="129"/>
                      <a:pt x="1" y="120"/>
                      <a:pt x="1" y="111"/>
                    </a:cubicBezTo>
                    <a:cubicBezTo>
                      <a:pt x="1" y="107"/>
                      <a:pt x="1" y="102"/>
                      <a:pt x="1" y="98"/>
                    </a:cubicBezTo>
                    <a:cubicBezTo>
                      <a:pt x="2" y="94"/>
                      <a:pt x="2" y="89"/>
                      <a:pt x="4" y="85"/>
                    </a:cubicBezTo>
                    <a:cubicBezTo>
                      <a:pt x="8" y="68"/>
                      <a:pt x="15" y="52"/>
                      <a:pt x="26" y="39"/>
                    </a:cubicBezTo>
                    <a:cubicBezTo>
                      <a:pt x="37" y="26"/>
                      <a:pt x="51" y="16"/>
                      <a:pt x="67" y="9"/>
                    </a:cubicBezTo>
                    <a:cubicBezTo>
                      <a:pt x="82" y="2"/>
                      <a:pt x="99" y="0"/>
                      <a:pt x="115" y="0"/>
                    </a:cubicBezTo>
                    <a:cubicBezTo>
                      <a:pt x="147" y="0"/>
                      <a:pt x="179" y="0"/>
                      <a:pt x="209" y="0"/>
                    </a:cubicBezTo>
                    <a:cubicBezTo>
                      <a:pt x="225" y="0"/>
                      <a:pt x="240" y="0"/>
                      <a:pt x="255" y="0"/>
                    </a:cubicBezTo>
                    <a:cubicBezTo>
                      <a:pt x="262" y="0"/>
                      <a:pt x="270" y="0"/>
                      <a:pt x="277" y="0"/>
                    </a:cubicBezTo>
                    <a:cubicBezTo>
                      <a:pt x="285" y="0"/>
                      <a:pt x="292" y="2"/>
                      <a:pt x="299" y="6"/>
                    </a:cubicBezTo>
                    <a:cubicBezTo>
                      <a:pt x="305" y="10"/>
                      <a:pt x="309" y="17"/>
                      <a:pt x="312" y="23"/>
                    </a:cubicBezTo>
                    <a:cubicBezTo>
                      <a:pt x="314" y="30"/>
                      <a:pt x="314" y="38"/>
                      <a:pt x="314" y="45"/>
                    </a:cubicBezTo>
                    <a:cubicBezTo>
                      <a:pt x="314" y="48"/>
                      <a:pt x="314" y="52"/>
                      <a:pt x="314" y="55"/>
                    </a:cubicBezTo>
                    <a:cubicBezTo>
                      <a:pt x="314" y="59"/>
                      <a:pt x="314" y="62"/>
                      <a:pt x="314" y="66"/>
                    </a:cubicBezTo>
                    <a:cubicBezTo>
                      <a:pt x="315" y="73"/>
                      <a:pt x="318" y="79"/>
                      <a:pt x="322" y="84"/>
                    </a:cubicBezTo>
                    <a:cubicBezTo>
                      <a:pt x="327" y="89"/>
                      <a:pt x="333" y="93"/>
                      <a:pt x="339" y="94"/>
                    </a:cubicBezTo>
                    <a:cubicBezTo>
                      <a:pt x="342" y="95"/>
                      <a:pt x="345" y="95"/>
                      <a:pt x="349" y="95"/>
                    </a:cubicBezTo>
                    <a:lnTo>
                      <a:pt x="359" y="95"/>
                    </a:lnTo>
                    <a:cubicBezTo>
                      <a:pt x="372" y="95"/>
                      <a:pt x="385" y="95"/>
                      <a:pt x="398" y="95"/>
                    </a:cubicBezTo>
                    <a:cubicBezTo>
                      <a:pt x="449" y="95"/>
                      <a:pt x="497" y="95"/>
                      <a:pt x="541" y="96"/>
                    </a:cubicBezTo>
                    <a:cubicBezTo>
                      <a:pt x="563" y="96"/>
                      <a:pt x="584" y="96"/>
                      <a:pt x="604" y="96"/>
                    </a:cubicBezTo>
                    <a:cubicBezTo>
                      <a:pt x="609" y="96"/>
                      <a:pt x="614" y="96"/>
                      <a:pt x="619" y="95"/>
                    </a:cubicBezTo>
                    <a:cubicBezTo>
                      <a:pt x="623" y="95"/>
                      <a:pt x="628" y="93"/>
                      <a:pt x="632" y="91"/>
                    </a:cubicBezTo>
                    <a:cubicBezTo>
                      <a:pt x="640" y="86"/>
                      <a:pt x="645" y="77"/>
                      <a:pt x="647" y="69"/>
                    </a:cubicBezTo>
                    <a:cubicBezTo>
                      <a:pt x="648" y="64"/>
                      <a:pt x="648" y="60"/>
                      <a:pt x="648" y="56"/>
                    </a:cubicBezTo>
                    <a:cubicBezTo>
                      <a:pt x="648" y="51"/>
                      <a:pt x="648" y="47"/>
                      <a:pt x="648" y="43"/>
                    </a:cubicBezTo>
                    <a:cubicBezTo>
                      <a:pt x="648" y="38"/>
                      <a:pt x="648" y="34"/>
                      <a:pt x="648" y="30"/>
                    </a:cubicBezTo>
                    <a:cubicBezTo>
                      <a:pt x="649" y="26"/>
                      <a:pt x="650" y="22"/>
                      <a:pt x="652" y="18"/>
                    </a:cubicBezTo>
                    <a:cubicBezTo>
                      <a:pt x="656" y="11"/>
                      <a:pt x="663" y="6"/>
                      <a:pt x="670" y="3"/>
                    </a:cubicBezTo>
                    <a:cubicBezTo>
                      <a:pt x="677" y="0"/>
                      <a:pt x="684" y="1"/>
                      <a:pt x="691" y="1"/>
                    </a:cubicBezTo>
                    <a:cubicBezTo>
                      <a:pt x="719" y="1"/>
                      <a:pt x="743" y="1"/>
                      <a:pt x="762" y="1"/>
                    </a:cubicBezTo>
                    <a:cubicBezTo>
                      <a:pt x="781" y="1"/>
                      <a:pt x="795" y="1"/>
                      <a:pt x="805" y="1"/>
                    </a:cubicBezTo>
                    <a:cubicBezTo>
                      <a:pt x="815" y="1"/>
                      <a:pt x="820" y="1"/>
                      <a:pt x="820" y="1"/>
                    </a:cubicBezTo>
                    <a:cubicBezTo>
                      <a:pt x="820" y="1"/>
                      <a:pt x="815" y="1"/>
                      <a:pt x="805" y="1"/>
                    </a:cubicBezTo>
                    <a:cubicBezTo>
                      <a:pt x="795" y="1"/>
                      <a:pt x="781" y="1"/>
                      <a:pt x="762" y="2"/>
                    </a:cubicBezTo>
                    <a:cubicBezTo>
                      <a:pt x="743" y="2"/>
                      <a:pt x="719" y="2"/>
                      <a:pt x="691" y="2"/>
                    </a:cubicBezTo>
                    <a:cubicBezTo>
                      <a:pt x="684" y="2"/>
                      <a:pt x="677" y="1"/>
                      <a:pt x="670" y="4"/>
                    </a:cubicBezTo>
                    <a:cubicBezTo>
                      <a:pt x="663" y="7"/>
                      <a:pt x="657" y="12"/>
                      <a:pt x="653" y="19"/>
                    </a:cubicBezTo>
                    <a:cubicBezTo>
                      <a:pt x="651" y="22"/>
                      <a:pt x="650" y="26"/>
                      <a:pt x="649" y="30"/>
                    </a:cubicBezTo>
                    <a:cubicBezTo>
                      <a:pt x="649" y="34"/>
                      <a:pt x="649" y="38"/>
                      <a:pt x="649" y="42"/>
                    </a:cubicBezTo>
                    <a:lnTo>
                      <a:pt x="649" y="55"/>
                    </a:lnTo>
                    <a:cubicBezTo>
                      <a:pt x="649" y="60"/>
                      <a:pt x="649" y="64"/>
                      <a:pt x="648" y="69"/>
                    </a:cubicBezTo>
                    <a:cubicBezTo>
                      <a:pt x="646" y="78"/>
                      <a:pt x="641" y="86"/>
                      <a:pt x="632" y="92"/>
                    </a:cubicBezTo>
                    <a:cubicBezTo>
                      <a:pt x="628" y="94"/>
                      <a:pt x="623" y="96"/>
                      <a:pt x="618" y="96"/>
                    </a:cubicBezTo>
                    <a:cubicBezTo>
                      <a:pt x="613" y="97"/>
                      <a:pt x="609" y="97"/>
                      <a:pt x="604" y="97"/>
                    </a:cubicBezTo>
                    <a:cubicBezTo>
                      <a:pt x="584" y="97"/>
                      <a:pt x="562" y="97"/>
                      <a:pt x="541" y="97"/>
                    </a:cubicBezTo>
                    <a:cubicBezTo>
                      <a:pt x="497" y="97"/>
                      <a:pt x="449" y="97"/>
                      <a:pt x="398" y="97"/>
                    </a:cubicBezTo>
                    <a:lnTo>
                      <a:pt x="358" y="97"/>
                    </a:lnTo>
                    <a:cubicBezTo>
                      <a:pt x="355" y="97"/>
                      <a:pt x="351" y="97"/>
                      <a:pt x="348" y="97"/>
                    </a:cubicBezTo>
                    <a:cubicBezTo>
                      <a:pt x="344" y="97"/>
                      <a:pt x="342" y="97"/>
                      <a:pt x="338" y="96"/>
                    </a:cubicBezTo>
                    <a:cubicBezTo>
                      <a:pt x="332" y="94"/>
                      <a:pt x="325" y="90"/>
                      <a:pt x="321" y="85"/>
                    </a:cubicBezTo>
                    <a:cubicBezTo>
                      <a:pt x="316" y="80"/>
                      <a:pt x="313" y="73"/>
                      <a:pt x="312" y="66"/>
                    </a:cubicBezTo>
                    <a:cubicBezTo>
                      <a:pt x="312" y="62"/>
                      <a:pt x="312" y="58"/>
                      <a:pt x="312" y="55"/>
                    </a:cubicBezTo>
                    <a:cubicBezTo>
                      <a:pt x="312" y="51"/>
                      <a:pt x="312" y="48"/>
                      <a:pt x="312" y="45"/>
                    </a:cubicBezTo>
                    <a:cubicBezTo>
                      <a:pt x="312" y="37"/>
                      <a:pt x="313" y="30"/>
                      <a:pt x="310" y="24"/>
                    </a:cubicBezTo>
                    <a:cubicBezTo>
                      <a:pt x="308" y="17"/>
                      <a:pt x="303" y="11"/>
                      <a:pt x="297" y="7"/>
                    </a:cubicBezTo>
                    <a:cubicBezTo>
                      <a:pt x="291" y="3"/>
                      <a:pt x="284" y="1"/>
                      <a:pt x="277" y="2"/>
                    </a:cubicBezTo>
                    <a:lnTo>
                      <a:pt x="209" y="2"/>
                    </a:lnTo>
                    <a:cubicBezTo>
                      <a:pt x="179" y="2"/>
                      <a:pt x="147" y="2"/>
                      <a:pt x="115" y="2"/>
                    </a:cubicBezTo>
                    <a:cubicBezTo>
                      <a:pt x="99" y="1"/>
                      <a:pt x="82" y="4"/>
                      <a:pt x="67" y="11"/>
                    </a:cubicBezTo>
                    <a:cubicBezTo>
                      <a:pt x="52" y="17"/>
                      <a:pt x="39" y="27"/>
                      <a:pt x="28" y="40"/>
                    </a:cubicBezTo>
                    <a:cubicBezTo>
                      <a:pt x="17" y="53"/>
                      <a:pt x="10" y="69"/>
                      <a:pt x="6" y="85"/>
                    </a:cubicBezTo>
                    <a:cubicBezTo>
                      <a:pt x="5" y="89"/>
                      <a:pt x="4" y="94"/>
                      <a:pt x="4" y="98"/>
                    </a:cubicBezTo>
                    <a:cubicBezTo>
                      <a:pt x="3" y="102"/>
                      <a:pt x="3" y="106"/>
                      <a:pt x="3" y="111"/>
                    </a:cubicBezTo>
                    <a:cubicBezTo>
                      <a:pt x="3" y="120"/>
                      <a:pt x="3" y="128"/>
                      <a:pt x="3" y="137"/>
                    </a:cubicBezTo>
                    <a:cubicBezTo>
                      <a:pt x="3" y="208"/>
                      <a:pt x="3" y="281"/>
                      <a:pt x="3" y="357"/>
                    </a:cubicBezTo>
                    <a:cubicBezTo>
                      <a:pt x="3" y="509"/>
                      <a:pt x="3" y="671"/>
                      <a:pt x="3" y="842"/>
                    </a:cubicBezTo>
                    <a:cubicBezTo>
                      <a:pt x="3" y="1013"/>
                      <a:pt x="3" y="1192"/>
                      <a:pt x="3" y="1378"/>
                    </a:cubicBezTo>
                    <a:cubicBezTo>
                      <a:pt x="3" y="1471"/>
                      <a:pt x="3" y="1566"/>
                      <a:pt x="3" y="1661"/>
                    </a:cubicBezTo>
                    <a:cubicBezTo>
                      <a:pt x="3" y="1709"/>
                      <a:pt x="3" y="1757"/>
                      <a:pt x="3" y="1806"/>
                    </a:cubicBezTo>
                    <a:cubicBezTo>
                      <a:pt x="3" y="1818"/>
                      <a:pt x="3" y="1830"/>
                      <a:pt x="3" y="1842"/>
                    </a:cubicBezTo>
                    <a:cubicBezTo>
                      <a:pt x="3" y="1854"/>
                      <a:pt x="4" y="1866"/>
                      <a:pt x="7" y="1878"/>
                    </a:cubicBezTo>
                    <a:cubicBezTo>
                      <a:pt x="14" y="1901"/>
                      <a:pt x="29" y="1922"/>
                      <a:pt x="49" y="1936"/>
                    </a:cubicBezTo>
                    <a:cubicBezTo>
                      <a:pt x="69" y="1950"/>
                      <a:pt x="94" y="1956"/>
                      <a:pt x="118" y="1955"/>
                    </a:cubicBezTo>
                    <a:cubicBezTo>
                      <a:pt x="143" y="1955"/>
                      <a:pt x="167" y="1955"/>
                      <a:pt x="191" y="1955"/>
                    </a:cubicBezTo>
                    <a:cubicBezTo>
                      <a:pt x="240" y="1955"/>
                      <a:pt x="288" y="1955"/>
                      <a:pt x="336" y="1955"/>
                    </a:cubicBezTo>
                    <a:cubicBezTo>
                      <a:pt x="432" y="1955"/>
                      <a:pt x="527" y="1955"/>
                      <a:pt x="620" y="1955"/>
                    </a:cubicBezTo>
                    <a:cubicBezTo>
                      <a:pt x="666" y="1955"/>
                      <a:pt x="712" y="1955"/>
                      <a:pt x="758" y="1955"/>
                    </a:cubicBezTo>
                    <a:cubicBezTo>
                      <a:pt x="780" y="1955"/>
                      <a:pt x="803" y="1955"/>
                      <a:pt x="826" y="1955"/>
                    </a:cubicBezTo>
                    <a:cubicBezTo>
                      <a:pt x="848" y="1953"/>
                      <a:pt x="869" y="1945"/>
                      <a:pt x="887" y="1931"/>
                    </a:cubicBezTo>
                    <a:cubicBezTo>
                      <a:pt x="895" y="1924"/>
                      <a:pt x="903" y="1917"/>
                      <a:pt x="909" y="1907"/>
                    </a:cubicBezTo>
                    <a:cubicBezTo>
                      <a:pt x="915" y="1898"/>
                      <a:pt x="919" y="1887"/>
                      <a:pt x="922" y="1877"/>
                    </a:cubicBezTo>
                    <a:cubicBezTo>
                      <a:pt x="925" y="1866"/>
                      <a:pt x="926" y="1855"/>
                      <a:pt x="926" y="1845"/>
                    </a:cubicBezTo>
                    <a:cubicBezTo>
                      <a:pt x="926" y="1834"/>
                      <a:pt x="926" y="1823"/>
                      <a:pt x="926" y="1812"/>
                    </a:cubicBezTo>
                    <a:cubicBezTo>
                      <a:pt x="926" y="1768"/>
                      <a:pt x="926" y="1725"/>
                      <a:pt x="926" y="1682"/>
                    </a:cubicBezTo>
                    <a:cubicBezTo>
                      <a:pt x="926" y="1341"/>
                      <a:pt x="927" y="1034"/>
                      <a:pt x="927" y="775"/>
                    </a:cubicBezTo>
                    <a:cubicBezTo>
                      <a:pt x="927" y="517"/>
                      <a:pt x="927" y="308"/>
                      <a:pt x="927" y="164"/>
                    </a:cubicBezTo>
                    <a:cubicBezTo>
                      <a:pt x="927" y="146"/>
                      <a:pt x="927" y="129"/>
                      <a:pt x="927" y="112"/>
                    </a:cubicBezTo>
                    <a:cubicBezTo>
                      <a:pt x="928" y="96"/>
                      <a:pt x="925" y="82"/>
                      <a:pt x="920" y="69"/>
                    </a:cubicBezTo>
                    <a:cubicBezTo>
                      <a:pt x="914" y="56"/>
                      <a:pt x="907" y="45"/>
                      <a:pt x="899" y="36"/>
                    </a:cubicBezTo>
                    <a:cubicBezTo>
                      <a:pt x="891" y="28"/>
                      <a:pt x="883" y="21"/>
                      <a:pt x="875" y="16"/>
                    </a:cubicBezTo>
                    <a:cubicBezTo>
                      <a:pt x="858" y="7"/>
                      <a:pt x="844" y="3"/>
                      <a:pt x="834" y="2"/>
                    </a:cubicBezTo>
                    <a:cubicBezTo>
                      <a:pt x="829" y="1"/>
                      <a:pt x="826" y="1"/>
                      <a:pt x="823" y="1"/>
                    </a:cubicBezTo>
                    <a:cubicBezTo>
                      <a:pt x="821" y="1"/>
                      <a:pt x="820" y="1"/>
                      <a:pt x="820" y="1"/>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33" name="Google Shape;1333;p28"/>
              <p:cNvSpPr/>
              <p:nvPr/>
            </p:nvSpPr>
            <p:spPr>
              <a:xfrm>
                <a:off x="6976519" y="1129346"/>
                <a:ext cx="85799" cy="3217"/>
              </a:xfrm>
              <a:custGeom>
                <a:rect b="b" l="l" r="r" t="t"/>
                <a:pathLst>
                  <a:path extrusionOk="0" h="3" w="80">
                    <a:moveTo>
                      <a:pt x="80" y="2"/>
                    </a:moveTo>
                    <a:cubicBezTo>
                      <a:pt x="80" y="2"/>
                      <a:pt x="62" y="3"/>
                      <a:pt x="40" y="3"/>
                    </a:cubicBezTo>
                    <a:cubicBezTo>
                      <a:pt x="18" y="3"/>
                      <a:pt x="0" y="3"/>
                      <a:pt x="0" y="2"/>
                    </a:cubicBezTo>
                    <a:cubicBezTo>
                      <a:pt x="0" y="2"/>
                      <a:pt x="18" y="1"/>
                      <a:pt x="40" y="1"/>
                    </a:cubicBezTo>
                    <a:cubicBezTo>
                      <a:pt x="62" y="0"/>
                      <a:pt x="80" y="1"/>
                      <a:pt x="80" y="2"/>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34" name="Google Shape;1334;p28"/>
              <p:cNvSpPr/>
              <p:nvPr/>
            </p:nvSpPr>
            <p:spPr>
              <a:xfrm>
                <a:off x="6976519" y="1152941"/>
                <a:ext cx="85799" cy="1072"/>
              </a:xfrm>
              <a:custGeom>
                <a:rect b="b" l="l" r="r" t="t"/>
                <a:pathLst>
                  <a:path extrusionOk="0" h="1" w="80">
                    <a:moveTo>
                      <a:pt x="80" y="0"/>
                    </a:moveTo>
                    <a:cubicBezTo>
                      <a:pt x="80" y="0"/>
                      <a:pt x="62" y="0"/>
                      <a:pt x="40" y="1"/>
                    </a:cubicBezTo>
                    <a:cubicBezTo>
                      <a:pt x="18" y="1"/>
                      <a:pt x="0" y="1"/>
                      <a:pt x="0" y="1"/>
                    </a:cubicBezTo>
                    <a:cubicBezTo>
                      <a:pt x="0" y="0"/>
                      <a:pt x="18" y="0"/>
                      <a:pt x="40" y="0"/>
                    </a:cubicBezTo>
                    <a:cubicBezTo>
                      <a:pt x="62" y="0"/>
                      <a:pt x="80" y="0"/>
                      <a:pt x="80" y="0"/>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35" name="Google Shape;1335;p28"/>
              <p:cNvSpPr/>
              <p:nvPr/>
            </p:nvSpPr>
            <p:spPr>
              <a:xfrm>
                <a:off x="6976519" y="1174390"/>
                <a:ext cx="85799" cy="2145"/>
              </a:xfrm>
              <a:custGeom>
                <a:rect b="b" l="l" r="r" t="t"/>
                <a:pathLst>
                  <a:path extrusionOk="0" h="2" w="80">
                    <a:moveTo>
                      <a:pt x="80" y="1"/>
                    </a:moveTo>
                    <a:cubicBezTo>
                      <a:pt x="80" y="1"/>
                      <a:pt x="62" y="2"/>
                      <a:pt x="40" y="2"/>
                    </a:cubicBezTo>
                    <a:cubicBezTo>
                      <a:pt x="18" y="2"/>
                      <a:pt x="0" y="2"/>
                      <a:pt x="0" y="1"/>
                    </a:cubicBezTo>
                    <a:cubicBezTo>
                      <a:pt x="0" y="1"/>
                      <a:pt x="18" y="0"/>
                      <a:pt x="40" y="0"/>
                    </a:cubicBezTo>
                    <a:cubicBezTo>
                      <a:pt x="62" y="0"/>
                      <a:pt x="80" y="0"/>
                      <a:pt x="80" y="1"/>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36" name="Google Shape;1336;p28"/>
              <p:cNvSpPr/>
              <p:nvPr/>
            </p:nvSpPr>
            <p:spPr>
              <a:xfrm>
                <a:off x="6326594" y="1932637"/>
                <a:ext cx="654216" cy="132988"/>
              </a:xfrm>
              <a:custGeom>
                <a:rect b="b" l="l" r="r" t="t"/>
                <a:pathLst>
                  <a:path extrusionOk="0" h="124" w="610">
                    <a:moveTo>
                      <a:pt x="0" y="0"/>
                    </a:moveTo>
                    <a:lnTo>
                      <a:pt x="610" y="0"/>
                    </a:lnTo>
                    <a:lnTo>
                      <a:pt x="610" y="124"/>
                    </a:lnTo>
                    <a:lnTo>
                      <a:pt x="0" y="124"/>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37" name="Google Shape;1337;p28"/>
              <p:cNvSpPr/>
              <p:nvPr/>
            </p:nvSpPr>
            <p:spPr>
              <a:xfrm>
                <a:off x="6326594" y="2126757"/>
                <a:ext cx="654216" cy="132988"/>
              </a:xfrm>
              <a:custGeom>
                <a:rect b="b" l="l" r="r" t="t"/>
                <a:pathLst>
                  <a:path extrusionOk="0" h="124" w="610">
                    <a:moveTo>
                      <a:pt x="0" y="0"/>
                    </a:moveTo>
                    <a:lnTo>
                      <a:pt x="610" y="0"/>
                    </a:lnTo>
                    <a:lnTo>
                      <a:pt x="610" y="124"/>
                    </a:lnTo>
                    <a:lnTo>
                      <a:pt x="0" y="124"/>
                    </a:lnTo>
                    <a:lnTo>
                      <a:pt x="0" y="0"/>
                    </a:ln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38" name="Google Shape;1338;p28"/>
              <p:cNvSpPr/>
              <p:nvPr/>
            </p:nvSpPr>
            <p:spPr>
              <a:xfrm>
                <a:off x="6428480" y="2391660"/>
                <a:ext cx="462241" cy="134061"/>
              </a:xfrm>
              <a:custGeom>
                <a:rect b="b" l="l" r="r" t="t"/>
                <a:pathLst>
                  <a:path extrusionOk="0" h="125" w="431">
                    <a:moveTo>
                      <a:pt x="368" y="125"/>
                    </a:moveTo>
                    <a:lnTo>
                      <a:pt x="62" y="125"/>
                    </a:lnTo>
                    <a:cubicBezTo>
                      <a:pt x="28" y="125"/>
                      <a:pt x="0" y="97"/>
                      <a:pt x="0" y="63"/>
                    </a:cubicBezTo>
                    <a:lnTo>
                      <a:pt x="0" y="63"/>
                    </a:lnTo>
                    <a:cubicBezTo>
                      <a:pt x="0" y="28"/>
                      <a:pt x="28" y="0"/>
                      <a:pt x="62" y="0"/>
                    </a:cubicBezTo>
                    <a:lnTo>
                      <a:pt x="368" y="0"/>
                    </a:lnTo>
                    <a:cubicBezTo>
                      <a:pt x="403" y="0"/>
                      <a:pt x="431" y="28"/>
                      <a:pt x="431" y="63"/>
                    </a:cubicBezTo>
                    <a:lnTo>
                      <a:pt x="431" y="63"/>
                    </a:lnTo>
                    <a:cubicBezTo>
                      <a:pt x="431" y="97"/>
                      <a:pt x="403" y="125"/>
                      <a:pt x="368" y="125"/>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39" name="Google Shape;1339;p28"/>
              <p:cNvSpPr/>
              <p:nvPr/>
            </p:nvSpPr>
            <p:spPr>
              <a:xfrm>
                <a:off x="6452075" y="1588369"/>
                <a:ext cx="410762" cy="11797"/>
              </a:xfrm>
              <a:custGeom>
                <a:rect b="b" l="l" r="r" t="t"/>
                <a:pathLst>
                  <a:path extrusionOk="0" h="11" w="383">
                    <a:moveTo>
                      <a:pt x="383" y="6"/>
                    </a:moveTo>
                    <a:cubicBezTo>
                      <a:pt x="383" y="9"/>
                      <a:pt x="297" y="11"/>
                      <a:pt x="192" y="11"/>
                    </a:cubicBezTo>
                    <a:cubicBezTo>
                      <a:pt x="86" y="11"/>
                      <a:pt x="0" y="9"/>
                      <a:pt x="0" y="6"/>
                    </a:cubicBezTo>
                    <a:cubicBezTo>
                      <a:pt x="0" y="3"/>
                      <a:pt x="86" y="0"/>
                      <a:pt x="192" y="0"/>
                    </a:cubicBezTo>
                    <a:cubicBezTo>
                      <a:pt x="297" y="0"/>
                      <a:pt x="383" y="3"/>
                      <a:pt x="383" y="6"/>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40" name="Google Shape;1340;p28"/>
              <p:cNvSpPr/>
              <p:nvPr/>
            </p:nvSpPr>
            <p:spPr>
              <a:xfrm>
                <a:off x="6296737" y="1123961"/>
                <a:ext cx="74000" cy="81567"/>
              </a:xfrm>
              <a:custGeom>
                <a:rect b="b" l="l" r="r" t="t"/>
                <a:pathLst>
                  <a:path extrusionOk="0" h="97" w="88">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341" name="Google Shape;1341;p28"/>
            <p:cNvGrpSpPr/>
            <p:nvPr/>
          </p:nvGrpSpPr>
          <p:grpSpPr>
            <a:xfrm>
              <a:off x="3010473" y="749633"/>
              <a:ext cx="1111094" cy="2343380"/>
              <a:chOff x="3010473" y="825833"/>
              <a:chExt cx="1111094" cy="2343380"/>
            </a:xfrm>
          </p:grpSpPr>
          <p:sp>
            <p:nvSpPr>
              <p:cNvPr id="1342" name="Google Shape;1342;p28"/>
              <p:cNvSpPr/>
              <p:nvPr/>
            </p:nvSpPr>
            <p:spPr>
              <a:xfrm>
                <a:off x="3013690" y="826905"/>
                <a:ext cx="1105732" cy="2338017"/>
              </a:xfrm>
              <a:custGeom>
                <a:rect b="b" l="l" r="r" t="t"/>
                <a:pathLst>
                  <a:path extrusionOk="0" h="2180" w="1031">
                    <a:moveTo>
                      <a:pt x="846" y="1"/>
                    </a:moveTo>
                    <a:cubicBezTo>
                      <a:pt x="825" y="1"/>
                      <a:pt x="798" y="1"/>
                      <a:pt x="767" y="1"/>
                    </a:cubicBezTo>
                    <a:cubicBezTo>
                      <a:pt x="760" y="1"/>
                      <a:pt x="751" y="0"/>
                      <a:pt x="744" y="4"/>
                    </a:cubicBezTo>
                    <a:cubicBezTo>
                      <a:pt x="736" y="7"/>
                      <a:pt x="729" y="13"/>
                      <a:pt x="725" y="20"/>
                    </a:cubicBezTo>
                    <a:cubicBezTo>
                      <a:pt x="723" y="24"/>
                      <a:pt x="721" y="28"/>
                      <a:pt x="721" y="33"/>
                    </a:cubicBezTo>
                    <a:cubicBezTo>
                      <a:pt x="720" y="37"/>
                      <a:pt x="720" y="42"/>
                      <a:pt x="720" y="47"/>
                    </a:cubicBezTo>
                    <a:cubicBezTo>
                      <a:pt x="720" y="51"/>
                      <a:pt x="720" y="56"/>
                      <a:pt x="720" y="61"/>
                    </a:cubicBezTo>
                    <a:cubicBezTo>
                      <a:pt x="720" y="66"/>
                      <a:pt x="720" y="71"/>
                      <a:pt x="719" y="76"/>
                    </a:cubicBezTo>
                    <a:cubicBezTo>
                      <a:pt x="717" y="86"/>
                      <a:pt x="711" y="95"/>
                      <a:pt x="702" y="101"/>
                    </a:cubicBezTo>
                    <a:cubicBezTo>
                      <a:pt x="697" y="103"/>
                      <a:pt x="692" y="106"/>
                      <a:pt x="686" y="107"/>
                    </a:cubicBezTo>
                    <a:cubicBezTo>
                      <a:pt x="681" y="107"/>
                      <a:pt x="675" y="107"/>
                      <a:pt x="670" y="107"/>
                    </a:cubicBezTo>
                    <a:cubicBezTo>
                      <a:pt x="647" y="107"/>
                      <a:pt x="624" y="107"/>
                      <a:pt x="599" y="107"/>
                    </a:cubicBezTo>
                    <a:cubicBezTo>
                      <a:pt x="550" y="107"/>
                      <a:pt x="497" y="107"/>
                      <a:pt x="440" y="107"/>
                    </a:cubicBezTo>
                    <a:cubicBezTo>
                      <a:pt x="426" y="107"/>
                      <a:pt x="411" y="107"/>
                      <a:pt x="396" y="107"/>
                    </a:cubicBezTo>
                    <a:cubicBezTo>
                      <a:pt x="393" y="107"/>
                      <a:pt x="389" y="107"/>
                      <a:pt x="385" y="107"/>
                    </a:cubicBezTo>
                    <a:cubicBezTo>
                      <a:pt x="381" y="107"/>
                      <a:pt x="377" y="107"/>
                      <a:pt x="374" y="106"/>
                    </a:cubicBezTo>
                    <a:cubicBezTo>
                      <a:pt x="366" y="104"/>
                      <a:pt x="359" y="100"/>
                      <a:pt x="354" y="94"/>
                    </a:cubicBezTo>
                    <a:cubicBezTo>
                      <a:pt x="349" y="88"/>
                      <a:pt x="346" y="80"/>
                      <a:pt x="345" y="73"/>
                    </a:cubicBezTo>
                    <a:cubicBezTo>
                      <a:pt x="344" y="69"/>
                      <a:pt x="344" y="65"/>
                      <a:pt x="344" y="61"/>
                    </a:cubicBezTo>
                    <a:cubicBezTo>
                      <a:pt x="344" y="57"/>
                      <a:pt x="344" y="53"/>
                      <a:pt x="344" y="49"/>
                    </a:cubicBezTo>
                    <a:cubicBezTo>
                      <a:pt x="344" y="41"/>
                      <a:pt x="345" y="33"/>
                      <a:pt x="342" y="26"/>
                    </a:cubicBezTo>
                    <a:cubicBezTo>
                      <a:pt x="339" y="18"/>
                      <a:pt x="334" y="12"/>
                      <a:pt x="328" y="7"/>
                    </a:cubicBezTo>
                    <a:cubicBezTo>
                      <a:pt x="321" y="3"/>
                      <a:pt x="313" y="1"/>
                      <a:pt x="305" y="1"/>
                    </a:cubicBezTo>
                    <a:lnTo>
                      <a:pt x="124" y="1"/>
                    </a:lnTo>
                    <a:cubicBezTo>
                      <a:pt x="106" y="1"/>
                      <a:pt x="88" y="4"/>
                      <a:pt x="71" y="11"/>
                    </a:cubicBezTo>
                    <a:cubicBezTo>
                      <a:pt x="55" y="19"/>
                      <a:pt x="40" y="30"/>
                      <a:pt x="28" y="44"/>
                    </a:cubicBezTo>
                    <a:cubicBezTo>
                      <a:pt x="15" y="58"/>
                      <a:pt x="7" y="76"/>
                      <a:pt x="3" y="94"/>
                    </a:cubicBezTo>
                    <a:cubicBezTo>
                      <a:pt x="2" y="99"/>
                      <a:pt x="1" y="104"/>
                      <a:pt x="0" y="108"/>
                    </a:cubicBezTo>
                    <a:cubicBezTo>
                      <a:pt x="0" y="112"/>
                      <a:pt x="0" y="116"/>
                      <a:pt x="0" y="120"/>
                    </a:cubicBezTo>
                    <a:lnTo>
                      <a:pt x="0" y="907"/>
                    </a:lnTo>
                    <a:cubicBezTo>
                      <a:pt x="0" y="917"/>
                      <a:pt x="0" y="928"/>
                      <a:pt x="0" y="938"/>
                    </a:cubicBezTo>
                    <a:cubicBezTo>
                      <a:pt x="0" y="970"/>
                      <a:pt x="0" y="1002"/>
                      <a:pt x="0" y="1035"/>
                    </a:cubicBezTo>
                    <a:lnTo>
                      <a:pt x="0" y="2056"/>
                    </a:lnTo>
                    <a:cubicBezTo>
                      <a:pt x="0" y="2069"/>
                      <a:pt x="1" y="2081"/>
                      <a:pt x="5" y="2094"/>
                    </a:cubicBezTo>
                    <a:cubicBezTo>
                      <a:pt x="12" y="2120"/>
                      <a:pt x="29" y="2143"/>
                      <a:pt x="51" y="2158"/>
                    </a:cubicBezTo>
                    <a:cubicBezTo>
                      <a:pt x="74" y="2174"/>
                      <a:pt x="101" y="2181"/>
                      <a:pt x="128" y="2179"/>
                    </a:cubicBezTo>
                    <a:cubicBezTo>
                      <a:pt x="155" y="2179"/>
                      <a:pt x="183" y="2179"/>
                      <a:pt x="210" y="2179"/>
                    </a:cubicBezTo>
                    <a:cubicBezTo>
                      <a:pt x="264" y="2179"/>
                      <a:pt x="318" y="2179"/>
                      <a:pt x="371" y="2179"/>
                    </a:cubicBezTo>
                    <a:cubicBezTo>
                      <a:pt x="478" y="2179"/>
                      <a:pt x="584" y="2179"/>
                      <a:pt x="687" y="2179"/>
                    </a:cubicBezTo>
                    <a:cubicBezTo>
                      <a:pt x="739" y="2179"/>
                      <a:pt x="791" y="2179"/>
                      <a:pt x="841" y="2179"/>
                    </a:cubicBezTo>
                    <a:cubicBezTo>
                      <a:pt x="867" y="2179"/>
                      <a:pt x="892" y="2180"/>
                      <a:pt x="917" y="2179"/>
                    </a:cubicBezTo>
                    <a:cubicBezTo>
                      <a:pt x="942" y="2178"/>
                      <a:pt x="966" y="2168"/>
                      <a:pt x="985" y="2153"/>
                    </a:cubicBezTo>
                    <a:cubicBezTo>
                      <a:pt x="995" y="2145"/>
                      <a:pt x="1003" y="2136"/>
                      <a:pt x="1010" y="2126"/>
                    </a:cubicBezTo>
                    <a:cubicBezTo>
                      <a:pt x="1017" y="2115"/>
                      <a:pt x="1021" y="2104"/>
                      <a:pt x="1025" y="2092"/>
                    </a:cubicBezTo>
                    <a:cubicBezTo>
                      <a:pt x="1028" y="2081"/>
                      <a:pt x="1029" y="2069"/>
                      <a:pt x="1029" y="2056"/>
                    </a:cubicBezTo>
                    <a:cubicBezTo>
                      <a:pt x="1029" y="2044"/>
                      <a:pt x="1029" y="2032"/>
                      <a:pt x="1029" y="2020"/>
                    </a:cubicBezTo>
                    <a:cubicBezTo>
                      <a:pt x="1029" y="1971"/>
                      <a:pt x="1029" y="1923"/>
                      <a:pt x="1029" y="1875"/>
                    </a:cubicBezTo>
                    <a:cubicBezTo>
                      <a:pt x="1030" y="1495"/>
                      <a:pt x="1030" y="1152"/>
                      <a:pt x="1030" y="864"/>
                    </a:cubicBezTo>
                    <a:cubicBezTo>
                      <a:pt x="1030" y="576"/>
                      <a:pt x="1030" y="343"/>
                      <a:pt x="1031" y="181"/>
                    </a:cubicBezTo>
                    <a:cubicBezTo>
                      <a:pt x="1031" y="161"/>
                      <a:pt x="1031" y="142"/>
                      <a:pt x="1031" y="124"/>
                    </a:cubicBezTo>
                    <a:cubicBezTo>
                      <a:pt x="1031" y="107"/>
                      <a:pt x="1028" y="90"/>
                      <a:pt x="1022" y="76"/>
                    </a:cubicBezTo>
                    <a:cubicBezTo>
                      <a:pt x="1016" y="61"/>
                      <a:pt x="1008" y="49"/>
                      <a:pt x="999" y="40"/>
                    </a:cubicBezTo>
                    <a:cubicBezTo>
                      <a:pt x="990" y="30"/>
                      <a:pt x="981" y="23"/>
                      <a:pt x="972" y="17"/>
                    </a:cubicBezTo>
                    <a:cubicBezTo>
                      <a:pt x="953" y="6"/>
                      <a:pt x="937" y="3"/>
                      <a:pt x="927" y="1"/>
                    </a:cubicBezTo>
                    <a:cubicBezTo>
                      <a:pt x="921" y="0"/>
                      <a:pt x="917" y="1"/>
                      <a:pt x="914" y="0"/>
                    </a:cubicBezTo>
                    <a:cubicBezTo>
                      <a:pt x="912" y="0"/>
                      <a:pt x="910" y="0"/>
                      <a:pt x="910" y="0"/>
                    </a:cubicBezTo>
                    <a:cubicBezTo>
                      <a:pt x="910" y="0"/>
                      <a:pt x="905" y="0"/>
                      <a:pt x="894" y="0"/>
                    </a:cubicBezTo>
                    <a:cubicBezTo>
                      <a:pt x="883" y="0"/>
                      <a:pt x="867" y="0"/>
                      <a:pt x="846" y="0"/>
                    </a:cubicBezTo>
                    <a:lnTo>
                      <a:pt x="846" y="1"/>
                    </a:ln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43" name="Google Shape;1343;p28"/>
              <p:cNvSpPr/>
              <p:nvPr/>
            </p:nvSpPr>
            <p:spPr>
              <a:xfrm>
                <a:off x="3010473" y="825833"/>
                <a:ext cx="1111094" cy="2343380"/>
              </a:xfrm>
              <a:custGeom>
                <a:rect b="b" l="l" r="r" t="t"/>
                <a:pathLst>
                  <a:path extrusionOk="0" h="2185" w="1036">
                    <a:moveTo>
                      <a:pt x="914" y="1"/>
                    </a:moveTo>
                    <a:cubicBezTo>
                      <a:pt x="914" y="1"/>
                      <a:pt x="916" y="1"/>
                      <a:pt x="918" y="1"/>
                    </a:cubicBezTo>
                    <a:cubicBezTo>
                      <a:pt x="921" y="1"/>
                      <a:pt x="925" y="1"/>
                      <a:pt x="931" y="2"/>
                    </a:cubicBezTo>
                    <a:cubicBezTo>
                      <a:pt x="941" y="3"/>
                      <a:pt x="958" y="7"/>
                      <a:pt x="976" y="18"/>
                    </a:cubicBezTo>
                    <a:cubicBezTo>
                      <a:pt x="985" y="23"/>
                      <a:pt x="995" y="30"/>
                      <a:pt x="1004" y="40"/>
                    </a:cubicBezTo>
                    <a:cubicBezTo>
                      <a:pt x="1012" y="50"/>
                      <a:pt x="1021" y="62"/>
                      <a:pt x="1027" y="76"/>
                    </a:cubicBezTo>
                    <a:cubicBezTo>
                      <a:pt x="1033" y="91"/>
                      <a:pt x="1036" y="107"/>
                      <a:pt x="1036" y="125"/>
                    </a:cubicBezTo>
                    <a:cubicBezTo>
                      <a:pt x="1036" y="143"/>
                      <a:pt x="1036" y="162"/>
                      <a:pt x="1036" y="182"/>
                    </a:cubicBezTo>
                    <a:cubicBezTo>
                      <a:pt x="1036" y="343"/>
                      <a:pt x="1036" y="577"/>
                      <a:pt x="1036" y="865"/>
                    </a:cubicBezTo>
                    <a:cubicBezTo>
                      <a:pt x="1036" y="1153"/>
                      <a:pt x="1036" y="1496"/>
                      <a:pt x="1036" y="1876"/>
                    </a:cubicBezTo>
                    <a:cubicBezTo>
                      <a:pt x="1036" y="1924"/>
                      <a:pt x="1036" y="1972"/>
                      <a:pt x="1036" y="2021"/>
                    </a:cubicBezTo>
                    <a:lnTo>
                      <a:pt x="1036" y="2057"/>
                    </a:lnTo>
                    <a:cubicBezTo>
                      <a:pt x="1036" y="2070"/>
                      <a:pt x="1036" y="2082"/>
                      <a:pt x="1032" y="2094"/>
                    </a:cubicBezTo>
                    <a:cubicBezTo>
                      <a:pt x="1028" y="2106"/>
                      <a:pt x="1023" y="2118"/>
                      <a:pt x="1016" y="2128"/>
                    </a:cubicBezTo>
                    <a:cubicBezTo>
                      <a:pt x="1009" y="2139"/>
                      <a:pt x="1001" y="2148"/>
                      <a:pt x="991" y="2156"/>
                    </a:cubicBezTo>
                    <a:cubicBezTo>
                      <a:pt x="972" y="2172"/>
                      <a:pt x="947" y="2182"/>
                      <a:pt x="921" y="2183"/>
                    </a:cubicBezTo>
                    <a:cubicBezTo>
                      <a:pt x="896" y="2184"/>
                      <a:pt x="871" y="2184"/>
                      <a:pt x="845" y="2184"/>
                    </a:cubicBezTo>
                    <a:cubicBezTo>
                      <a:pt x="795" y="2184"/>
                      <a:pt x="743" y="2184"/>
                      <a:pt x="691" y="2184"/>
                    </a:cubicBezTo>
                    <a:cubicBezTo>
                      <a:pt x="588" y="2184"/>
                      <a:pt x="482" y="2184"/>
                      <a:pt x="375" y="2184"/>
                    </a:cubicBezTo>
                    <a:cubicBezTo>
                      <a:pt x="322" y="2184"/>
                      <a:pt x="268" y="2184"/>
                      <a:pt x="214" y="2184"/>
                    </a:cubicBezTo>
                    <a:cubicBezTo>
                      <a:pt x="187" y="2184"/>
                      <a:pt x="159" y="2184"/>
                      <a:pt x="132" y="2184"/>
                    </a:cubicBezTo>
                    <a:cubicBezTo>
                      <a:pt x="105" y="2185"/>
                      <a:pt x="76" y="2178"/>
                      <a:pt x="53" y="2162"/>
                    </a:cubicBezTo>
                    <a:cubicBezTo>
                      <a:pt x="30" y="2146"/>
                      <a:pt x="13" y="2122"/>
                      <a:pt x="5" y="2096"/>
                    </a:cubicBezTo>
                    <a:cubicBezTo>
                      <a:pt x="1" y="2082"/>
                      <a:pt x="0" y="2068"/>
                      <a:pt x="0" y="2055"/>
                    </a:cubicBezTo>
                    <a:cubicBezTo>
                      <a:pt x="0" y="2041"/>
                      <a:pt x="0" y="2028"/>
                      <a:pt x="0" y="2014"/>
                    </a:cubicBezTo>
                    <a:cubicBezTo>
                      <a:pt x="0" y="1960"/>
                      <a:pt x="0" y="1906"/>
                      <a:pt x="0" y="1852"/>
                    </a:cubicBezTo>
                    <a:cubicBezTo>
                      <a:pt x="0" y="1745"/>
                      <a:pt x="0" y="1641"/>
                      <a:pt x="0" y="1537"/>
                    </a:cubicBezTo>
                    <a:cubicBezTo>
                      <a:pt x="0" y="1330"/>
                      <a:pt x="0" y="1130"/>
                      <a:pt x="0" y="939"/>
                    </a:cubicBezTo>
                    <a:cubicBezTo>
                      <a:pt x="0" y="749"/>
                      <a:pt x="1" y="568"/>
                      <a:pt x="1" y="398"/>
                    </a:cubicBezTo>
                    <a:cubicBezTo>
                      <a:pt x="1" y="314"/>
                      <a:pt x="1" y="232"/>
                      <a:pt x="1" y="153"/>
                    </a:cubicBezTo>
                    <a:cubicBezTo>
                      <a:pt x="1" y="143"/>
                      <a:pt x="1" y="134"/>
                      <a:pt x="1" y="124"/>
                    </a:cubicBezTo>
                    <a:cubicBezTo>
                      <a:pt x="1" y="119"/>
                      <a:pt x="1" y="114"/>
                      <a:pt x="1" y="109"/>
                    </a:cubicBezTo>
                    <a:cubicBezTo>
                      <a:pt x="2" y="104"/>
                      <a:pt x="3" y="100"/>
                      <a:pt x="4" y="95"/>
                    </a:cubicBezTo>
                    <a:cubicBezTo>
                      <a:pt x="8" y="76"/>
                      <a:pt x="17" y="58"/>
                      <a:pt x="29" y="44"/>
                    </a:cubicBezTo>
                    <a:cubicBezTo>
                      <a:pt x="42" y="29"/>
                      <a:pt x="57" y="18"/>
                      <a:pt x="74" y="10"/>
                    </a:cubicBezTo>
                    <a:cubicBezTo>
                      <a:pt x="91" y="2"/>
                      <a:pt x="110" y="0"/>
                      <a:pt x="128" y="0"/>
                    </a:cubicBezTo>
                    <a:cubicBezTo>
                      <a:pt x="164" y="0"/>
                      <a:pt x="199" y="0"/>
                      <a:pt x="233" y="0"/>
                    </a:cubicBezTo>
                    <a:cubicBezTo>
                      <a:pt x="250" y="0"/>
                      <a:pt x="267" y="0"/>
                      <a:pt x="284" y="0"/>
                    </a:cubicBezTo>
                    <a:cubicBezTo>
                      <a:pt x="292" y="0"/>
                      <a:pt x="301" y="0"/>
                      <a:pt x="309" y="0"/>
                    </a:cubicBezTo>
                    <a:cubicBezTo>
                      <a:pt x="317" y="0"/>
                      <a:pt x="326" y="2"/>
                      <a:pt x="333" y="7"/>
                    </a:cubicBezTo>
                    <a:cubicBezTo>
                      <a:pt x="340" y="11"/>
                      <a:pt x="345" y="18"/>
                      <a:pt x="347" y="26"/>
                    </a:cubicBezTo>
                    <a:cubicBezTo>
                      <a:pt x="350" y="34"/>
                      <a:pt x="350" y="42"/>
                      <a:pt x="350" y="50"/>
                    </a:cubicBezTo>
                    <a:cubicBezTo>
                      <a:pt x="350" y="54"/>
                      <a:pt x="350" y="58"/>
                      <a:pt x="350" y="62"/>
                    </a:cubicBezTo>
                    <a:cubicBezTo>
                      <a:pt x="350" y="66"/>
                      <a:pt x="350" y="70"/>
                      <a:pt x="350" y="73"/>
                    </a:cubicBezTo>
                    <a:cubicBezTo>
                      <a:pt x="351" y="81"/>
                      <a:pt x="354" y="88"/>
                      <a:pt x="359" y="94"/>
                    </a:cubicBezTo>
                    <a:cubicBezTo>
                      <a:pt x="364" y="99"/>
                      <a:pt x="371" y="103"/>
                      <a:pt x="378" y="105"/>
                    </a:cubicBezTo>
                    <a:cubicBezTo>
                      <a:pt x="381" y="106"/>
                      <a:pt x="385" y="106"/>
                      <a:pt x="389" y="106"/>
                    </a:cubicBezTo>
                    <a:cubicBezTo>
                      <a:pt x="392" y="106"/>
                      <a:pt x="396" y="106"/>
                      <a:pt x="400" y="106"/>
                    </a:cubicBezTo>
                    <a:cubicBezTo>
                      <a:pt x="415" y="106"/>
                      <a:pt x="429" y="106"/>
                      <a:pt x="443" y="106"/>
                    </a:cubicBezTo>
                    <a:cubicBezTo>
                      <a:pt x="501" y="106"/>
                      <a:pt x="554" y="106"/>
                      <a:pt x="603" y="106"/>
                    </a:cubicBezTo>
                    <a:cubicBezTo>
                      <a:pt x="627" y="106"/>
                      <a:pt x="651" y="106"/>
                      <a:pt x="673" y="106"/>
                    </a:cubicBezTo>
                    <a:cubicBezTo>
                      <a:pt x="679" y="106"/>
                      <a:pt x="684" y="107"/>
                      <a:pt x="690" y="106"/>
                    </a:cubicBezTo>
                    <a:cubicBezTo>
                      <a:pt x="695" y="106"/>
                      <a:pt x="700" y="104"/>
                      <a:pt x="704" y="101"/>
                    </a:cubicBezTo>
                    <a:cubicBezTo>
                      <a:pt x="713" y="95"/>
                      <a:pt x="719" y="86"/>
                      <a:pt x="721" y="77"/>
                    </a:cubicBezTo>
                    <a:cubicBezTo>
                      <a:pt x="722" y="72"/>
                      <a:pt x="722" y="67"/>
                      <a:pt x="722" y="62"/>
                    </a:cubicBezTo>
                    <a:cubicBezTo>
                      <a:pt x="722" y="57"/>
                      <a:pt x="722" y="52"/>
                      <a:pt x="722" y="48"/>
                    </a:cubicBezTo>
                    <a:cubicBezTo>
                      <a:pt x="722" y="43"/>
                      <a:pt x="722" y="38"/>
                      <a:pt x="723" y="33"/>
                    </a:cubicBezTo>
                    <a:cubicBezTo>
                      <a:pt x="724" y="29"/>
                      <a:pt x="725" y="24"/>
                      <a:pt x="728" y="20"/>
                    </a:cubicBezTo>
                    <a:cubicBezTo>
                      <a:pt x="732" y="12"/>
                      <a:pt x="739" y="6"/>
                      <a:pt x="747" y="3"/>
                    </a:cubicBezTo>
                    <a:cubicBezTo>
                      <a:pt x="755" y="0"/>
                      <a:pt x="763" y="1"/>
                      <a:pt x="771" y="1"/>
                    </a:cubicBezTo>
                    <a:cubicBezTo>
                      <a:pt x="802" y="1"/>
                      <a:pt x="828" y="1"/>
                      <a:pt x="849" y="1"/>
                    </a:cubicBezTo>
                    <a:cubicBezTo>
                      <a:pt x="871" y="1"/>
                      <a:pt x="887" y="1"/>
                      <a:pt x="898" y="1"/>
                    </a:cubicBezTo>
                    <a:cubicBezTo>
                      <a:pt x="909" y="1"/>
                      <a:pt x="914" y="1"/>
                      <a:pt x="914" y="1"/>
                    </a:cubicBezTo>
                    <a:cubicBezTo>
                      <a:pt x="914" y="1"/>
                      <a:pt x="909" y="2"/>
                      <a:pt x="898" y="2"/>
                    </a:cubicBezTo>
                    <a:cubicBezTo>
                      <a:pt x="887" y="2"/>
                      <a:pt x="871" y="2"/>
                      <a:pt x="849" y="2"/>
                    </a:cubicBezTo>
                    <a:cubicBezTo>
                      <a:pt x="828" y="2"/>
                      <a:pt x="802" y="2"/>
                      <a:pt x="771" y="2"/>
                    </a:cubicBezTo>
                    <a:cubicBezTo>
                      <a:pt x="763" y="2"/>
                      <a:pt x="755" y="1"/>
                      <a:pt x="747" y="4"/>
                    </a:cubicBezTo>
                    <a:cubicBezTo>
                      <a:pt x="740" y="7"/>
                      <a:pt x="733" y="13"/>
                      <a:pt x="729" y="21"/>
                    </a:cubicBezTo>
                    <a:cubicBezTo>
                      <a:pt x="727" y="25"/>
                      <a:pt x="725" y="29"/>
                      <a:pt x="724" y="34"/>
                    </a:cubicBezTo>
                    <a:cubicBezTo>
                      <a:pt x="723" y="38"/>
                      <a:pt x="724" y="42"/>
                      <a:pt x="724" y="47"/>
                    </a:cubicBezTo>
                    <a:cubicBezTo>
                      <a:pt x="724" y="51"/>
                      <a:pt x="724" y="57"/>
                      <a:pt x="724" y="62"/>
                    </a:cubicBezTo>
                    <a:cubicBezTo>
                      <a:pt x="724" y="67"/>
                      <a:pt x="724" y="72"/>
                      <a:pt x="723" y="77"/>
                    </a:cubicBezTo>
                    <a:cubicBezTo>
                      <a:pt x="721" y="87"/>
                      <a:pt x="714" y="95"/>
                      <a:pt x="705" y="102"/>
                    </a:cubicBezTo>
                    <a:cubicBezTo>
                      <a:pt x="701" y="104"/>
                      <a:pt x="695" y="107"/>
                      <a:pt x="690" y="108"/>
                    </a:cubicBezTo>
                    <a:cubicBezTo>
                      <a:pt x="684" y="108"/>
                      <a:pt x="679" y="108"/>
                      <a:pt x="673" y="108"/>
                    </a:cubicBezTo>
                    <a:cubicBezTo>
                      <a:pt x="651" y="108"/>
                      <a:pt x="627" y="108"/>
                      <a:pt x="603" y="108"/>
                    </a:cubicBezTo>
                    <a:cubicBezTo>
                      <a:pt x="554" y="108"/>
                      <a:pt x="501" y="108"/>
                      <a:pt x="443" y="108"/>
                    </a:cubicBezTo>
                    <a:lnTo>
                      <a:pt x="400" y="108"/>
                    </a:lnTo>
                    <a:cubicBezTo>
                      <a:pt x="396" y="108"/>
                      <a:pt x="392" y="108"/>
                      <a:pt x="389" y="108"/>
                    </a:cubicBezTo>
                    <a:cubicBezTo>
                      <a:pt x="385" y="108"/>
                      <a:pt x="381" y="108"/>
                      <a:pt x="377" y="107"/>
                    </a:cubicBezTo>
                    <a:cubicBezTo>
                      <a:pt x="370" y="105"/>
                      <a:pt x="363" y="101"/>
                      <a:pt x="358" y="95"/>
                    </a:cubicBezTo>
                    <a:cubicBezTo>
                      <a:pt x="353" y="89"/>
                      <a:pt x="349" y="81"/>
                      <a:pt x="348" y="73"/>
                    </a:cubicBezTo>
                    <a:cubicBezTo>
                      <a:pt x="348" y="69"/>
                      <a:pt x="348" y="65"/>
                      <a:pt x="348" y="61"/>
                    </a:cubicBezTo>
                    <a:cubicBezTo>
                      <a:pt x="348" y="57"/>
                      <a:pt x="348" y="54"/>
                      <a:pt x="348" y="50"/>
                    </a:cubicBezTo>
                    <a:cubicBezTo>
                      <a:pt x="348" y="42"/>
                      <a:pt x="348" y="34"/>
                      <a:pt x="345" y="26"/>
                    </a:cubicBezTo>
                    <a:cubicBezTo>
                      <a:pt x="343" y="19"/>
                      <a:pt x="338" y="13"/>
                      <a:pt x="331" y="8"/>
                    </a:cubicBezTo>
                    <a:cubicBezTo>
                      <a:pt x="325" y="4"/>
                      <a:pt x="317" y="1"/>
                      <a:pt x="309" y="2"/>
                    </a:cubicBezTo>
                    <a:lnTo>
                      <a:pt x="233" y="2"/>
                    </a:lnTo>
                    <a:cubicBezTo>
                      <a:pt x="199" y="2"/>
                      <a:pt x="164" y="2"/>
                      <a:pt x="128" y="2"/>
                    </a:cubicBezTo>
                    <a:cubicBezTo>
                      <a:pt x="110" y="2"/>
                      <a:pt x="92" y="4"/>
                      <a:pt x="75" y="12"/>
                    </a:cubicBezTo>
                    <a:cubicBezTo>
                      <a:pt x="59" y="19"/>
                      <a:pt x="43" y="31"/>
                      <a:pt x="31" y="45"/>
                    </a:cubicBezTo>
                    <a:cubicBezTo>
                      <a:pt x="19" y="59"/>
                      <a:pt x="11" y="76"/>
                      <a:pt x="6" y="95"/>
                    </a:cubicBezTo>
                    <a:cubicBezTo>
                      <a:pt x="5" y="100"/>
                      <a:pt x="5" y="104"/>
                      <a:pt x="4" y="109"/>
                    </a:cubicBezTo>
                    <a:cubicBezTo>
                      <a:pt x="4" y="114"/>
                      <a:pt x="4" y="119"/>
                      <a:pt x="3" y="123"/>
                    </a:cubicBezTo>
                    <a:cubicBezTo>
                      <a:pt x="3" y="133"/>
                      <a:pt x="3" y="143"/>
                      <a:pt x="3" y="153"/>
                    </a:cubicBezTo>
                    <a:cubicBezTo>
                      <a:pt x="3" y="231"/>
                      <a:pt x="3" y="313"/>
                      <a:pt x="3" y="398"/>
                    </a:cubicBezTo>
                    <a:cubicBezTo>
                      <a:pt x="3" y="567"/>
                      <a:pt x="3" y="748"/>
                      <a:pt x="3" y="939"/>
                    </a:cubicBezTo>
                    <a:cubicBezTo>
                      <a:pt x="3" y="1129"/>
                      <a:pt x="3" y="1329"/>
                      <a:pt x="3" y="1537"/>
                    </a:cubicBezTo>
                    <a:cubicBezTo>
                      <a:pt x="3" y="1640"/>
                      <a:pt x="3" y="1745"/>
                      <a:pt x="3" y="1852"/>
                    </a:cubicBezTo>
                    <a:cubicBezTo>
                      <a:pt x="3" y="1905"/>
                      <a:pt x="3" y="1959"/>
                      <a:pt x="3" y="2014"/>
                    </a:cubicBezTo>
                    <a:lnTo>
                      <a:pt x="3" y="2054"/>
                    </a:lnTo>
                    <a:cubicBezTo>
                      <a:pt x="3" y="2068"/>
                      <a:pt x="4" y="2081"/>
                      <a:pt x="8" y="2094"/>
                    </a:cubicBezTo>
                    <a:cubicBezTo>
                      <a:pt x="16" y="2120"/>
                      <a:pt x="33" y="2143"/>
                      <a:pt x="55" y="2159"/>
                    </a:cubicBezTo>
                    <a:cubicBezTo>
                      <a:pt x="77" y="2174"/>
                      <a:pt x="105" y="2181"/>
                      <a:pt x="132" y="2180"/>
                    </a:cubicBezTo>
                    <a:cubicBezTo>
                      <a:pt x="159" y="2180"/>
                      <a:pt x="186" y="2180"/>
                      <a:pt x="213" y="2180"/>
                    </a:cubicBezTo>
                    <a:cubicBezTo>
                      <a:pt x="268" y="2180"/>
                      <a:pt x="322" y="2180"/>
                      <a:pt x="375" y="2180"/>
                    </a:cubicBezTo>
                    <a:cubicBezTo>
                      <a:pt x="482" y="2180"/>
                      <a:pt x="588" y="2180"/>
                      <a:pt x="691" y="2180"/>
                    </a:cubicBezTo>
                    <a:cubicBezTo>
                      <a:pt x="743" y="2180"/>
                      <a:pt x="794" y="2180"/>
                      <a:pt x="845" y="2180"/>
                    </a:cubicBezTo>
                    <a:cubicBezTo>
                      <a:pt x="871" y="2180"/>
                      <a:pt x="896" y="2180"/>
                      <a:pt x="921" y="2180"/>
                    </a:cubicBezTo>
                    <a:cubicBezTo>
                      <a:pt x="946" y="2179"/>
                      <a:pt x="970" y="2169"/>
                      <a:pt x="989" y="2153"/>
                    </a:cubicBezTo>
                    <a:cubicBezTo>
                      <a:pt x="999" y="2145"/>
                      <a:pt x="1007" y="2136"/>
                      <a:pt x="1014" y="2126"/>
                    </a:cubicBezTo>
                    <a:cubicBezTo>
                      <a:pt x="1020" y="2116"/>
                      <a:pt x="1025" y="2105"/>
                      <a:pt x="1029" y="2093"/>
                    </a:cubicBezTo>
                    <a:cubicBezTo>
                      <a:pt x="1032" y="2081"/>
                      <a:pt x="1033" y="2069"/>
                      <a:pt x="1033" y="2057"/>
                    </a:cubicBezTo>
                    <a:cubicBezTo>
                      <a:pt x="1033" y="2045"/>
                      <a:pt x="1033" y="2032"/>
                      <a:pt x="1033" y="2020"/>
                    </a:cubicBezTo>
                    <a:cubicBezTo>
                      <a:pt x="1033" y="1971"/>
                      <a:pt x="1033" y="1923"/>
                      <a:pt x="1033" y="1876"/>
                    </a:cubicBezTo>
                    <a:cubicBezTo>
                      <a:pt x="1033" y="1496"/>
                      <a:pt x="1034" y="1153"/>
                      <a:pt x="1034" y="864"/>
                    </a:cubicBezTo>
                    <a:cubicBezTo>
                      <a:pt x="1034" y="576"/>
                      <a:pt x="1034" y="343"/>
                      <a:pt x="1034" y="182"/>
                    </a:cubicBezTo>
                    <a:cubicBezTo>
                      <a:pt x="1034" y="162"/>
                      <a:pt x="1034" y="143"/>
                      <a:pt x="1034" y="125"/>
                    </a:cubicBezTo>
                    <a:cubicBezTo>
                      <a:pt x="1035" y="107"/>
                      <a:pt x="1031" y="90"/>
                      <a:pt x="1025" y="76"/>
                    </a:cubicBezTo>
                    <a:cubicBezTo>
                      <a:pt x="1020" y="62"/>
                      <a:pt x="1011" y="50"/>
                      <a:pt x="1003" y="40"/>
                    </a:cubicBezTo>
                    <a:cubicBezTo>
                      <a:pt x="994" y="31"/>
                      <a:pt x="985" y="23"/>
                      <a:pt x="975" y="18"/>
                    </a:cubicBezTo>
                    <a:cubicBezTo>
                      <a:pt x="957" y="7"/>
                      <a:pt x="941" y="3"/>
                      <a:pt x="930" y="2"/>
                    </a:cubicBezTo>
                    <a:cubicBezTo>
                      <a:pt x="925" y="1"/>
                      <a:pt x="921" y="1"/>
                      <a:pt x="918" y="1"/>
                    </a:cubicBezTo>
                    <a:cubicBezTo>
                      <a:pt x="915" y="1"/>
                      <a:pt x="914" y="0"/>
                      <a:pt x="914" y="0"/>
                    </a:cubicBezTo>
                    <a:lnTo>
                      <a:pt x="914" y="1"/>
                    </a:lnTo>
                    <a:close/>
                  </a:path>
                </a:pathLst>
              </a:custGeom>
              <a:solidFill>
                <a:schemeClr val="dk1"/>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44" name="Google Shape;1344;p28"/>
              <p:cNvSpPr/>
              <p:nvPr/>
            </p:nvSpPr>
            <p:spPr>
              <a:xfrm>
                <a:off x="3919939" y="1036040"/>
                <a:ext cx="96524" cy="2145"/>
              </a:xfrm>
              <a:custGeom>
                <a:rect b="b" l="l" r="r" t="t"/>
                <a:pathLst>
                  <a:path extrusionOk="0" h="2" w="90">
                    <a:moveTo>
                      <a:pt x="90" y="1"/>
                    </a:moveTo>
                    <a:cubicBezTo>
                      <a:pt x="90" y="1"/>
                      <a:pt x="70" y="2"/>
                      <a:pt x="45" y="2"/>
                    </a:cubicBezTo>
                    <a:cubicBezTo>
                      <a:pt x="20" y="2"/>
                      <a:pt x="0" y="2"/>
                      <a:pt x="0" y="2"/>
                    </a:cubicBezTo>
                    <a:cubicBezTo>
                      <a:pt x="0" y="1"/>
                      <a:pt x="20" y="1"/>
                      <a:pt x="45" y="0"/>
                    </a:cubicBezTo>
                    <a:cubicBezTo>
                      <a:pt x="70" y="0"/>
                      <a:pt x="90" y="0"/>
                      <a:pt x="90" y="1"/>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45" name="Google Shape;1345;p28"/>
              <p:cNvSpPr/>
              <p:nvPr/>
            </p:nvSpPr>
            <p:spPr>
              <a:xfrm>
                <a:off x="3921012" y="1060707"/>
                <a:ext cx="95451" cy="2145"/>
              </a:xfrm>
              <a:custGeom>
                <a:rect b="b" l="l" r="r" t="t"/>
                <a:pathLst>
                  <a:path extrusionOk="0" h="2" w="89">
                    <a:moveTo>
                      <a:pt x="89" y="1"/>
                    </a:moveTo>
                    <a:cubicBezTo>
                      <a:pt x="89" y="1"/>
                      <a:pt x="69" y="2"/>
                      <a:pt x="44" y="2"/>
                    </a:cubicBezTo>
                    <a:cubicBezTo>
                      <a:pt x="20" y="2"/>
                      <a:pt x="0" y="2"/>
                      <a:pt x="0" y="1"/>
                    </a:cubicBezTo>
                    <a:cubicBezTo>
                      <a:pt x="0" y="1"/>
                      <a:pt x="20" y="0"/>
                      <a:pt x="44" y="0"/>
                    </a:cubicBezTo>
                    <a:cubicBezTo>
                      <a:pt x="69" y="0"/>
                      <a:pt x="89" y="0"/>
                      <a:pt x="89" y="1"/>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46" name="Google Shape;1346;p28"/>
              <p:cNvSpPr/>
              <p:nvPr/>
            </p:nvSpPr>
            <p:spPr>
              <a:xfrm>
                <a:off x="3921012" y="1085374"/>
                <a:ext cx="95451" cy="2145"/>
              </a:xfrm>
              <a:custGeom>
                <a:rect b="b" l="l" r="r" t="t"/>
                <a:pathLst>
                  <a:path extrusionOk="0" h="2" w="89">
                    <a:moveTo>
                      <a:pt x="89" y="1"/>
                    </a:moveTo>
                    <a:cubicBezTo>
                      <a:pt x="89" y="1"/>
                      <a:pt x="69" y="2"/>
                      <a:pt x="45" y="2"/>
                    </a:cubicBezTo>
                    <a:cubicBezTo>
                      <a:pt x="20" y="2"/>
                      <a:pt x="0" y="2"/>
                      <a:pt x="0" y="1"/>
                    </a:cubicBezTo>
                    <a:cubicBezTo>
                      <a:pt x="0" y="1"/>
                      <a:pt x="20" y="0"/>
                      <a:pt x="44" y="0"/>
                    </a:cubicBezTo>
                    <a:cubicBezTo>
                      <a:pt x="69" y="0"/>
                      <a:pt x="89" y="0"/>
                      <a:pt x="89" y="1"/>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47" name="Google Shape;1347;p28"/>
              <p:cNvSpPr/>
              <p:nvPr/>
            </p:nvSpPr>
            <p:spPr>
              <a:xfrm>
                <a:off x="3494163" y="1161520"/>
                <a:ext cx="172670" cy="172670"/>
              </a:xfrm>
              <a:custGeom>
                <a:rect b="b" l="l" r="r" t="t"/>
                <a:pathLst>
                  <a:path extrusionOk="0" h="161" w="161">
                    <a:moveTo>
                      <a:pt x="161" y="81"/>
                    </a:moveTo>
                    <a:cubicBezTo>
                      <a:pt x="161" y="125"/>
                      <a:pt x="124" y="161"/>
                      <a:pt x="80" y="161"/>
                    </a:cubicBezTo>
                    <a:cubicBezTo>
                      <a:pt x="35" y="161"/>
                      <a:pt x="0" y="125"/>
                      <a:pt x="0" y="81"/>
                    </a:cubicBezTo>
                    <a:cubicBezTo>
                      <a:pt x="0" y="36"/>
                      <a:pt x="35" y="0"/>
                      <a:pt x="80" y="0"/>
                    </a:cubicBezTo>
                    <a:cubicBezTo>
                      <a:pt x="124" y="0"/>
                      <a:pt x="161" y="36"/>
                      <a:pt x="161" y="81"/>
                    </a:cubicBezTo>
                    <a:close/>
                  </a:path>
                </a:pathLst>
              </a:custGeom>
              <a:solidFill>
                <a:schemeClr val="dk2"/>
              </a:solidFill>
              <a:ln>
                <a:noFill/>
              </a:ln>
            </p:spPr>
            <p:txBody>
              <a:bodyPr anchorCtr="1" anchor="ctr" bIns="12950" lIns="90000" spcFirstLastPara="1" rIns="90000" wrap="square" tIns="129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48" name="Google Shape;1348;p28"/>
              <p:cNvSpPr/>
              <p:nvPr/>
            </p:nvSpPr>
            <p:spPr>
              <a:xfrm>
                <a:off x="3551005" y="1246247"/>
                <a:ext cx="58987" cy="36464"/>
              </a:xfrm>
              <a:custGeom>
                <a:rect b="b" l="l" r="r" t="t"/>
                <a:pathLst>
                  <a:path extrusionOk="0" h="34" w="55">
                    <a:moveTo>
                      <a:pt x="55" y="34"/>
                    </a:moveTo>
                    <a:lnTo>
                      <a:pt x="0" y="34"/>
                    </a:lnTo>
                    <a:lnTo>
                      <a:pt x="0" y="27"/>
                    </a:lnTo>
                    <a:cubicBezTo>
                      <a:pt x="0" y="12"/>
                      <a:pt x="12" y="0"/>
                      <a:pt x="27" y="0"/>
                    </a:cubicBezTo>
                    <a:lnTo>
                      <a:pt x="27" y="0"/>
                    </a:lnTo>
                    <a:cubicBezTo>
                      <a:pt x="42" y="0"/>
                      <a:pt x="55" y="12"/>
                      <a:pt x="55" y="27"/>
                    </a:cubicBezTo>
                    <a:lnTo>
                      <a:pt x="55" y="34"/>
                    </a:ln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49" name="Google Shape;1349;p28"/>
              <p:cNvSpPr/>
              <p:nvPr/>
            </p:nvSpPr>
            <p:spPr>
              <a:xfrm>
                <a:off x="3562802" y="1213000"/>
                <a:ext cx="34320" cy="35392"/>
              </a:xfrm>
              <a:custGeom>
                <a:rect b="b" l="l" r="r" t="t"/>
                <a:pathLst>
                  <a:path extrusionOk="0" h="33" w="32">
                    <a:moveTo>
                      <a:pt x="32" y="16"/>
                    </a:moveTo>
                    <a:cubicBezTo>
                      <a:pt x="32" y="25"/>
                      <a:pt x="25" y="33"/>
                      <a:pt x="16" y="33"/>
                    </a:cubicBezTo>
                    <a:cubicBezTo>
                      <a:pt x="7" y="33"/>
                      <a:pt x="0" y="25"/>
                      <a:pt x="0" y="16"/>
                    </a:cubicBezTo>
                    <a:cubicBezTo>
                      <a:pt x="0" y="7"/>
                      <a:pt x="7" y="0"/>
                      <a:pt x="16" y="0"/>
                    </a:cubicBezTo>
                    <a:cubicBezTo>
                      <a:pt x="25" y="0"/>
                      <a:pt x="32" y="7"/>
                      <a:pt x="32" y="16"/>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0" name="Google Shape;1350;p28"/>
              <p:cNvSpPr/>
              <p:nvPr/>
            </p:nvSpPr>
            <p:spPr>
              <a:xfrm>
                <a:off x="3337581" y="1470396"/>
                <a:ext cx="457951" cy="12870"/>
              </a:xfrm>
              <a:custGeom>
                <a:rect b="b" l="l" r="r" t="t"/>
                <a:pathLst>
                  <a:path extrusionOk="0" h="12" w="427">
                    <a:moveTo>
                      <a:pt x="427" y="6"/>
                    </a:moveTo>
                    <a:cubicBezTo>
                      <a:pt x="427" y="9"/>
                      <a:pt x="331" y="12"/>
                      <a:pt x="213" y="12"/>
                    </a:cubicBezTo>
                    <a:cubicBezTo>
                      <a:pt x="95" y="12"/>
                      <a:pt x="0" y="9"/>
                      <a:pt x="0" y="6"/>
                    </a:cubicBezTo>
                    <a:cubicBezTo>
                      <a:pt x="0" y="2"/>
                      <a:pt x="95" y="0"/>
                      <a:pt x="213" y="0"/>
                    </a:cubicBezTo>
                    <a:cubicBezTo>
                      <a:pt x="331" y="0"/>
                      <a:pt x="427" y="2"/>
                      <a:pt x="427" y="6"/>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51" name="Google Shape;1351;p28"/>
              <p:cNvSpPr/>
              <p:nvPr/>
            </p:nvSpPr>
            <p:spPr>
              <a:xfrm>
                <a:off x="3097344" y="1704198"/>
                <a:ext cx="396819" cy="299223"/>
              </a:xfrm>
              <a:custGeom>
                <a:rect b="b" l="l" r="r" t="t"/>
                <a:pathLst>
                  <a:path extrusionOk="0" h="279" w="370">
                    <a:moveTo>
                      <a:pt x="0" y="277"/>
                    </a:moveTo>
                    <a:lnTo>
                      <a:pt x="1" y="0"/>
                    </a:lnTo>
                    <a:lnTo>
                      <a:pt x="370" y="2"/>
                    </a:lnTo>
                    <a:lnTo>
                      <a:pt x="369" y="279"/>
                    </a:lnTo>
                    <a:lnTo>
                      <a:pt x="0" y="277"/>
                    </a:ln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2" name="Google Shape;1352;p28"/>
              <p:cNvSpPr/>
              <p:nvPr/>
            </p:nvSpPr>
            <p:spPr>
              <a:xfrm>
                <a:off x="3097344" y="1817881"/>
                <a:ext cx="395747" cy="185540"/>
              </a:xfrm>
              <a:custGeom>
                <a:rect b="b" l="l" r="r" t="t"/>
                <a:pathLst>
                  <a:path extrusionOk="0" h="173" w="369">
                    <a:moveTo>
                      <a:pt x="0" y="171"/>
                    </a:moveTo>
                    <a:lnTo>
                      <a:pt x="130" y="0"/>
                    </a:lnTo>
                    <a:lnTo>
                      <a:pt x="209" y="108"/>
                    </a:lnTo>
                    <a:lnTo>
                      <a:pt x="263" y="51"/>
                    </a:lnTo>
                    <a:lnTo>
                      <a:pt x="369" y="173"/>
                    </a:lnTo>
                    <a:lnTo>
                      <a:pt x="0" y="171"/>
                    </a:lnTo>
                    <a:close/>
                  </a:path>
                </a:pathLst>
              </a:custGeom>
              <a:solidFill>
                <a:srgbClr val="E8505B"/>
              </a:solidFill>
              <a:ln>
                <a:noFill/>
              </a:ln>
            </p:spPr>
            <p:txBody>
              <a:bodyPr anchorCtr="1" anchor="ctr" bIns="17275" lIns="90000" spcFirstLastPara="1" rIns="90000" wrap="square" tIns="172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3" name="Google Shape;1353;p28"/>
              <p:cNvSpPr/>
              <p:nvPr/>
            </p:nvSpPr>
            <p:spPr>
              <a:xfrm>
                <a:off x="3295754" y="1764257"/>
                <a:ext cx="62204" cy="62204"/>
              </a:xfrm>
              <a:custGeom>
                <a:rect b="b" l="l" r="r" t="t"/>
                <a:pathLst>
                  <a:path extrusionOk="0" h="58" w="58">
                    <a:moveTo>
                      <a:pt x="58" y="29"/>
                    </a:moveTo>
                    <a:cubicBezTo>
                      <a:pt x="58" y="45"/>
                      <a:pt x="45" y="58"/>
                      <a:pt x="29" y="58"/>
                    </a:cubicBezTo>
                    <a:cubicBezTo>
                      <a:pt x="13" y="58"/>
                      <a:pt x="0" y="45"/>
                      <a:pt x="0" y="29"/>
                    </a:cubicBezTo>
                    <a:cubicBezTo>
                      <a:pt x="0" y="13"/>
                      <a:pt x="14" y="0"/>
                      <a:pt x="30" y="0"/>
                    </a:cubicBezTo>
                    <a:cubicBezTo>
                      <a:pt x="46" y="0"/>
                      <a:pt x="59" y="13"/>
                      <a:pt x="58" y="29"/>
                    </a:cubicBezTo>
                    <a:close/>
                  </a:path>
                </a:pathLst>
              </a:custGeom>
              <a:solidFill>
                <a:srgbClr val="E8505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4" name="Google Shape;1354;p28"/>
              <p:cNvSpPr/>
              <p:nvPr/>
            </p:nvSpPr>
            <p:spPr>
              <a:xfrm>
                <a:off x="3097344" y="1817881"/>
                <a:ext cx="395747" cy="185540"/>
              </a:xfrm>
              <a:custGeom>
                <a:rect b="b" l="l" r="r" t="t"/>
                <a:pathLst>
                  <a:path extrusionOk="0" h="173" w="369">
                    <a:moveTo>
                      <a:pt x="0" y="171"/>
                    </a:moveTo>
                    <a:lnTo>
                      <a:pt x="130" y="0"/>
                    </a:lnTo>
                    <a:lnTo>
                      <a:pt x="209" y="108"/>
                    </a:lnTo>
                    <a:lnTo>
                      <a:pt x="263" y="51"/>
                    </a:lnTo>
                    <a:lnTo>
                      <a:pt x="369" y="173"/>
                    </a:lnTo>
                    <a:lnTo>
                      <a:pt x="0" y="171"/>
                    </a:lnTo>
                    <a:close/>
                  </a:path>
                </a:pathLst>
              </a:custGeom>
              <a:solidFill>
                <a:schemeClr val="accent1"/>
              </a:solidFill>
              <a:ln>
                <a:noFill/>
              </a:ln>
            </p:spPr>
            <p:txBody>
              <a:bodyPr anchorCtr="1" anchor="ctr" bIns="17275" lIns="90000" spcFirstLastPara="1" rIns="90000" wrap="square" tIns="1727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55" name="Google Shape;1355;p28"/>
              <p:cNvSpPr/>
              <p:nvPr/>
            </p:nvSpPr>
            <p:spPr>
              <a:xfrm>
                <a:off x="3295754" y="1764257"/>
                <a:ext cx="62204" cy="62204"/>
              </a:xfrm>
              <a:custGeom>
                <a:rect b="b" l="l" r="r" t="t"/>
                <a:pathLst>
                  <a:path extrusionOk="0" h="58" w="58">
                    <a:moveTo>
                      <a:pt x="58" y="29"/>
                    </a:moveTo>
                    <a:cubicBezTo>
                      <a:pt x="58" y="45"/>
                      <a:pt x="45" y="58"/>
                      <a:pt x="29" y="58"/>
                    </a:cubicBezTo>
                    <a:cubicBezTo>
                      <a:pt x="13" y="58"/>
                      <a:pt x="0" y="45"/>
                      <a:pt x="0" y="29"/>
                    </a:cubicBezTo>
                    <a:cubicBezTo>
                      <a:pt x="0" y="13"/>
                      <a:pt x="14" y="0"/>
                      <a:pt x="30" y="0"/>
                    </a:cubicBezTo>
                    <a:cubicBezTo>
                      <a:pt x="46" y="0"/>
                      <a:pt x="59" y="13"/>
                      <a:pt x="58" y="29"/>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56" name="Google Shape;1356;p28"/>
              <p:cNvSpPr/>
              <p:nvPr/>
            </p:nvSpPr>
            <p:spPr>
              <a:xfrm>
                <a:off x="3094127" y="2093510"/>
                <a:ext cx="918047" cy="691753"/>
              </a:xfrm>
              <a:custGeom>
                <a:rect b="b" l="l" r="r" t="t"/>
                <a:pathLst>
                  <a:path extrusionOk="0" h="645" w="856">
                    <a:moveTo>
                      <a:pt x="0" y="640"/>
                    </a:moveTo>
                    <a:lnTo>
                      <a:pt x="3" y="0"/>
                    </a:lnTo>
                    <a:lnTo>
                      <a:pt x="856" y="5"/>
                    </a:lnTo>
                    <a:lnTo>
                      <a:pt x="852" y="645"/>
                    </a:lnTo>
                    <a:lnTo>
                      <a:pt x="0" y="640"/>
                    </a:ln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7" name="Google Shape;1357;p28"/>
              <p:cNvSpPr/>
              <p:nvPr/>
            </p:nvSpPr>
            <p:spPr>
              <a:xfrm>
                <a:off x="3094127" y="2355196"/>
                <a:ext cx="913757" cy="430066"/>
              </a:xfrm>
              <a:custGeom>
                <a:rect b="b" l="l" r="r" t="t"/>
                <a:pathLst>
                  <a:path extrusionOk="0" h="401" w="852">
                    <a:moveTo>
                      <a:pt x="0" y="396"/>
                    </a:moveTo>
                    <a:lnTo>
                      <a:pt x="300" y="0"/>
                    </a:lnTo>
                    <a:lnTo>
                      <a:pt x="483" y="250"/>
                    </a:lnTo>
                    <a:lnTo>
                      <a:pt x="609" y="118"/>
                    </a:lnTo>
                    <a:lnTo>
                      <a:pt x="852" y="401"/>
                    </a:lnTo>
                    <a:lnTo>
                      <a:pt x="0" y="396"/>
                    </a:lnTo>
                    <a:close/>
                  </a:path>
                </a:pathLst>
              </a:custGeom>
              <a:solidFill>
                <a:srgbClr val="E8505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8" name="Google Shape;1358;p28"/>
              <p:cNvSpPr/>
              <p:nvPr/>
            </p:nvSpPr>
            <p:spPr>
              <a:xfrm>
                <a:off x="3553150" y="2231860"/>
                <a:ext cx="144785" cy="144785"/>
              </a:xfrm>
              <a:custGeom>
                <a:rect b="b" l="l" r="r" t="t"/>
                <a:pathLst>
                  <a:path extrusionOk="0" h="135" w="135">
                    <a:moveTo>
                      <a:pt x="135" y="68"/>
                    </a:moveTo>
                    <a:cubicBezTo>
                      <a:pt x="134" y="105"/>
                      <a:pt x="104" y="135"/>
                      <a:pt x="67" y="135"/>
                    </a:cubicBezTo>
                    <a:cubicBezTo>
                      <a:pt x="30" y="134"/>
                      <a:pt x="0" y="104"/>
                      <a:pt x="0" y="67"/>
                    </a:cubicBezTo>
                    <a:cubicBezTo>
                      <a:pt x="1" y="30"/>
                      <a:pt x="31" y="0"/>
                      <a:pt x="68" y="0"/>
                    </a:cubicBezTo>
                    <a:cubicBezTo>
                      <a:pt x="105" y="0"/>
                      <a:pt x="135" y="31"/>
                      <a:pt x="135" y="68"/>
                    </a:cubicBezTo>
                    <a:close/>
                  </a:path>
                </a:pathLst>
              </a:custGeom>
              <a:solidFill>
                <a:srgbClr val="E8505B"/>
              </a:solidFill>
              <a:ln>
                <a:noFill/>
              </a:ln>
            </p:spPr>
            <p:txBody>
              <a:bodyPr anchorCtr="1" anchor="ctr" bIns="3600" lIns="90000" spcFirstLastPara="1" rIns="90000" wrap="square" tIns="36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9" name="Google Shape;1359;p28"/>
              <p:cNvSpPr/>
              <p:nvPr/>
            </p:nvSpPr>
            <p:spPr>
              <a:xfrm>
                <a:off x="3094127" y="2355196"/>
                <a:ext cx="913757" cy="430066"/>
              </a:xfrm>
              <a:custGeom>
                <a:rect b="b" l="l" r="r" t="t"/>
                <a:pathLst>
                  <a:path extrusionOk="0" h="401" w="852">
                    <a:moveTo>
                      <a:pt x="0" y="396"/>
                    </a:moveTo>
                    <a:lnTo>
                      <a:pt x="300" y="0"/>
                    </a:lnTo>
                    <a:lnTo>
                      <a:pt x="483" y="250"/>
                    </a:lnTo>
                    <a:lnTo>
                      <a:pt x="609" y="118"/>
                    </a:lnTo>
                    <a:lnTo>
                      <a:pt x="852" y="401"/>
                    </a:lnTo>
                    <a:lnTo>
                      <a:pt x="0" y="396"/>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60" name="Google Shape;1360;p28"/>
              <p:cNvSpPr/>
              <p:nvPr/>
            </p:nvSpPr>
            <p:spPr>
              <a:xfrm>
                <a:off x="3553150" y="2231860"/>
                <a:ext cx="144785" cy="144785"/>
              </a:xfrm>
              <a:custGeom>
                <a:rect b="b" l="l" r="r" t="t"/>
                <a:pathLst>
                  <a:path extrusionOk="0" h="135" w="135">
                    <a:moveTo>
                      <a:pt x="135" y="68"/>
                    </a:moveTo>
                    <a:cubicBezTo>
                      <a:pt x="134" y="105"/>
                      <a:pt x="104" y="135"/>
                      <a:pt x="67" y="135"/>
                    </a:cubicBezTo>
                    <a:cubicBezTo>
                      <a:pt x="30" y="134"/>
                      <a:pt x="0" y="104"/>
                      <a:pt x="0" y="67"/>
                    </a:cubicBezTo>
                    <a:cubicBezTo>
                      <a:pt x="1" y="30"/>
                      <a:pt x="31" y="0"/>
                      <a:pt x="68" y="0"/>
                    </a:cubicBezTo>
                    <a:cubicBezTo>
                      <a:pt x="105" y="0"/>
                      <a:pt x="135" y="31"/>
                      <a:pt x="135" y="68"/>
                    </a:cubicBezTo>
                    <a:close/>
                  </a:path>
                </a:pathLst>
              </a:custGeom>
              <a:solidFill>
                <a:schemeClr val="accent1"/>
              </a:solidFill>
              <a:ln>
                <a:noFill/>
              </a:ln>
            </p:spPr>
            <p:txBody>
              <a:bodyPr anchorCtr="1" anchor="ctr" bIns="3600" lIns="90000" spcFirstLastPara="1" rIns="90000" wrap="square" tIns="36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61" name="Google Shape;1361;p28"/>
              <p:cNvSpPr/>
              <p:nvPr/>
            </p:nvSpPr>
            <p:spPr>
              <a:xfrm>
                <a:off x="3619644" y="1704198"/>
                <a:ext cx="396819" cy="299223"/>
              </a:xfrm>
              <a:custGeom>
                <a:rect b="b" l="l" r="r" t="t"/>
                <a:pathLst>
                  <a:path extrusionOk="0" h="279" w="370">
                    <a:moveTo>
                      <a:pt x="0" y="277"/>
                    </a:moveTo>
                    <a:lnTo>
                      <a:pt x="1" y="0"/>
                    </a:lnTo>
                    <a:lnTo>
                      <a:pt x="370" y="2"/>
                    </a:lnTo>
                    <a:lnTo>
                      <a:pt x="369" y="279"/>
                    </a:lnTo>
                    <a:lnTo>
                      <a:pt x="0" y="277"/>
                    </a:ln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62" name="Google Shape;1362;p28"/>
              <p:cNvSpPr/>
              <p:nvPr/>
            </p:nvSpPr>
            <p:spPr>
              <a:xfrm>
                <a:off x="3619644" y="1817881"/>
                <a:ext cx="395747" cy="185540"/>
              </a:xfrm>
              <a:custGeom>
                <a:rect b="b" l="l" r="r" t="t"/>
                <a:pathLst>
                  <a:path extrusionOk="0" h="173" w="369">
                    <a:moveTo>
                      <a:pt x="0" y="171"/>
                    </a:moveTo>
                    <a:lnTo>
                      <a:pt x="130" y="0"/>
                    </a:lnTo>
                    <a:lnTo>
                      <a:pt x="209" y="108"/>
                    </a:lnTo>
                    <a:lnTo>
                      <a:pt x="263" y="51"/>
                    </a:lnTo>
                    <a:lnTo>
                      <a:pt x="369" y="173"/>
                    </a:lnTo>
                    <a:lnTo>
                      <a:pt x="0" y="171"/>
                    </a:lnTo>
                    <a:close/>
                  </a:path>
                </a:pathLst>
              </a:custGeom>
              <a:solidFill>
                <a:srgbClr val="E8505B"/>
              </a:solidFill>
              <a:ln>
                <a:noFill/>
              </a:ln>
            </p:spPr>
            <p:txBody>
              <a:bodyPr anchorCtr="1" anchor="ctr" bIns="17275" lIns="90000" spcFirstLastPara="1" rIns="90000" wrap="square" tIns="172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63" name="Google Shape;1363;p28"/>
              <p:cNvSpPr/>
              <p:nvPr/>
            </p:nvSpPr>
            <p:spPr>
              <a:xfrm>
                <a:off x="3818053" y="1764257"/>
                <a:ext cx="62204" cy="62204"/>
              </a:xfrm>
              <a:custGeom>
                <a:rect b="b" l="l" r="r" t="t"/>
                <a:pathLst>
                  <a:path extrusionOk="0" h="58" w="58">
                    <a:moveTo>
                      <a:pt x="58" y="29"/>
                    </a:moveTo>
                    <a:cubicBezTo>
                      <a:pt x="58" y="45"/>
                      <a:pt x="45" y="58"/>
                      <a:pt x="29" y="58"/>
                    </a:cubicBezTo>
                    <a:cubicBezTo>
                      <a:pt x="13" y="58"/>
                      <a:pt x="0" y="45"/>
                      <a:pt x="0" y="29"/>
                    </a:cubicBezTo>
                    <a:cubicBezTo>
                      <a:pt x="0" y="13"/>
                      <a:pt x="14" y="0"/>
                      <a:pt x="30" y="0"/>
                    </a:cubicBezTo>
                    <a:cubicBezTo>
                      <a:pt x="46" y="0"/>
                      <a:pt x="59" y="13"/>
                      <a:pt x="58" y="29"/>
                    </a:cubicBezTo>
                    <a:close/>
                  </a:path>
                </a:pathLst>
              </a:custGeom>
              <a:solidFill>
                <a:srgbClr val="E8505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64" name="Google Shape;1364;p28"/>
              <p:cNvSpPr/>
              <p:nvPr/>
            </p:nvSpPr>
            <p:spPr>
              <a:xfrm>
                <a:off x="3619644" y="1817881"/>
                <a:ext cx="395747" cy="185540"/>
              </a:xfrm>
              <a:custGeom>
                <a:rect b="b" l="l" r="r" t="t"/>
                <a:pathLst>
                  <a:path extrusionOk="0" h="173" w="369">
                    <a:moveTo>
                      <a:pt x="0" y="171"/>
                    </a:moveTo>
                    <a:lnTo>
                      <a:pt x="130" y="0"/>
                    </a:lnTo>
                    <a:lnTo>
                      <a:pt x="209" y="108"/>
                    </a:lnTo>
                    <a:lnTo>
                      <a:pt x="263" y="51"/>
                    </a:lnTo>
                    <a:lnTo>
                      <a:pt x="369" y="173"/>
                    </a:lnTo>
                    <a:lnTo>
                      <a:pt x="0" y="171"/>
                    </a:lnTo>
                    <a:close/>
                  </a:path>
                </a:pathLst>
              </a:custGeom>
              <a:solidFill>
                <a:schemeClr val="accent1"/>
              </a:solidFill>
              <a:ln>
                <a:noFill/>
              </a:ln>
            </p:spPr>
            <p:txBody>
              <a:bodyPr anchorCtr="1" anchor="ctr" bIns="17275" lIns="90000" spcFirstLastPara="1" rIns="90000" wrap="square" tIns="1727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65" name="Google Shape;1365;p28"/>
              <p:cNvSpPr/>
              <p:nvPr/>
            </p:nvSpPr>
            <p:spPr>
              <a:xfrm>
                <a:off x="3818053" y="1764257"/>
                <a:ext cx="62204" cy="62204"/>
              </a:xfrm>
              <a:custGeom>
                <a:rect b="b" l="l" r="r" t="t"/>
                <a:pathLst>
                  <a:path extrusionOk="0" h="58" w="58">
                    <a:moveTo>
                      <a:pt x="58" y="29"/>
                    </a:moveTo>
                    <a:cubicBezTo>
                      <a:pt x="58" y="45"/>
                      <a:pt x="45" y="58"/>
                      <a:pt x="29" y="58"/>
                    </a:cubicBezTo>
                    <a:cubicBezTo>
                      <a:pt x="13" y="58"/>
                      <a:pt x="0" y="45"/>
                      <a:pt x="0" y="29"/>
                    </a:cubicBezTo>
                    <a:cubicBezTo>
                      <a:pt x="0" y="13"/>
                      <a:pt x="14" y="0"/>
                      <a:pt x="30" y="0"/>
                    </a:cubicBezTo>
                    <a:cubicBezTo>
                      <a:pt x="46" y="0"/>
                      <a:pt x="59" y="13"/>
                      <a:pt x="58" y="29"/>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66" name="Google Shape;1366;p28"/>
              <p:cNvSpPr/>
              <p:nvPr/>
            </p:nvSpPr>
            <p:spPr>
              <a:xfrm>
                <a:off x="3146137" y="1033323"/>
                <a:ext cx="74000" cy="81567"/>
              </a:xfrm>
              <a:custGeom>
                <a:rect b="b" l="l" r="r" t="t"/>
                <a:pathLst>
                  <a:path extrusionOk="0" h="97" w="88">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367" name="Google Shape;1367;p28"/>
            <p:cNvGrpSpPr/>
            <p:nvPr/>
          </p:nvGrpSpPr>
          <p:grpSpPr>
            <a:xfrm>
              <a:off x="5176891" y="550151"/>
              <a:ext cx="1294489" cy="2522485"/>
              <a:chOff x="5176891" y="626351"/>
              <a:chExt cx="1294489" cy="2522485"/>
            </a:xfrm>
          </p:grpSpPr>
          <p:sp>
            <p:nvSpPr>
              <p:cNvPr id="1368" name="Google Shape;1368;p28"/>
              <p:cNvSpPr/>
              <p:nvPr/>
            </p:nvSpPr>
            <p:spPr>
              <a:xfrm>
                <a:off x="5180108" y="804383"/>
                <a:ext cx="1104660" cy="2338017"/>
              </a:xfrm>
              <a:custGeom>
                <a:rect b="b" l="l" r="r" t="t"/>
                <a:pathLst>
                  <a:path extrusionOk="0" h="2180" w="1030">
                    <a:moveTo>
                      <a:pt x="846" y="1"/>
                    </a:moveTo>
                    <a:cubicBezTo>
                      <a:pt x="824" y="1"/>
                      <a:pt x="798" y="1"/>
                      <a:pt x="767" y="1"/>
                    </a:cubicBezTo>
                    <a:cubicBezTo>
                      <a:pt x="759" y="1"/>
                      <a:pt x="751" y="0"/>
                      <a:pt x="744" y="4"/>
                    </a:cubicBezTo>
                    <a:cubicBezTo>
                      <a:pt x="736" y="7"/>
                      <a:pt x="729" y="13"/>
                      <a:pt x="725" y="20"/>
                    </a:cubicBezTo>
                    <a:cubicBezTo>
                      <a:pt x="723" y="24"/>
                      <a:pt x="721" y="28"/>
                      <a:pt x="721" y="33"/>
                    </a:cubicBezTo>
                    <a:cubicBezTo>
                      <a:pt x="720" y="37"/>
                      <a:pt x="720" y="42"/>
                      <a:pt x="720" y="47"/>
                    </a:cubicBezTo>
                    <a:cubicBezTo>
                      <a:pt x="720" y="51"/>
                      <a:pt x="720" y="56"/>
                      <a:pt x="720" y="61"/>
                    </a:cubicBezTo>
                    <a:cubicBezTo>
                      <a:pt x="720" y="66"/>
                      <a:pt x="720" y="71"/>
                      <a:pt x="719" y="76"/>
                    </a:cubicBezTo>
                    <a:cubicBezTo>
                      <a:pt x="717" y="86"/>
                      <a:pt x="710" y="95"/>
                      <a:pt x="701" y="101"/>
                    </a:cubicBezTo>
                    <a:cubicBezTo>
                      <a:pt x="696" y="103"/>
                      <a:pt x="692" y="106"/>
                      <a:pt x="686" y="107"/>
                    </a:cubicBezTo>
                    <a:cubicBezTo>
                      <a:pt x="680" y="107"/>
                      <a:pt x="675" y="107"/>
                      <a:pt x="669" y="107"/>
                    </a:cubicBezTo>
                    <a:cubicBezTo>
                      <a:pt x="647" y="107"/>
                      <a:pt x="624" y="107"/>
                      <a:pt x="599" y="107"/>
                    </a:cubicBezTo>
                    <a:cubicBezTo>
                      <a:pt x="550" y="107"/>
                      <a:pt x="497" y="107"/>
                      <a:pt x="440" y="107"/>
                    </a:cubicBezTo>
                    <a:cubicBezTo>
                      <a:pt x="425" y="107"/>
                      <a:pt x="411" y="107"/>
                      <a:pt x="396" y="107"/>
                    </a:cubicBezTo>
                    <a:cubicBezTo>
                      <a:pt x="392" y="107"/>
                      <a:pt x="389" y="107"/>
                      <a:pt x="385" y="107"/>
                    </a:cubicBezTo>
                    <a:cubicBezTo>
                      <a:pt x="381" y="107"/>
                      <a:pt x="377" y="107"/>
                      <a:pt x="374" y="106"/>
                    </a:cubicBezTo>
                    <a:cubicBezTo>
                      <a:pt x="366" y="104"/>
                      <a:pt x="359" y="100"/>
                      <a:pt x="354" y="94"/>
                    </a:cubicBezTo>
                    <a:cubicBezTo>
                      <a:pt x="349" y="88"/>
                      <a:pt x="345" y="80"/>
                      <a:pt x="344" y="73"/>
                    </a:cubicBezTo>
                    <a:cubicBezTo>
                      <a:pt x="344" y="69"/>
                      <a:pt x="344" y="65"/>
                      <a:pt x="344" y="61"/>
                    </a:cubicBezTo>
                    <a:cubicBezTo>
                      <a:pt x="344" y="57"/>
                      <a:pt x="344" y="53"/>
                      <a:pt x="344" y="49"/>
                    </a:cubicBezTo>
                    <a:cubicBezTo>
                      <a:pt x="344" y="41"/>
                      <a:pt x="345" y="33"/>
                      <a:pt x="342" y="26"/>
                    </a:cubicBezTo>
                    <a:cubicBezTo>
                      <a:pt x="339" y="18"/>
                      <a:pt x="334" y="12"/>
                      <a:pt x="328" y="7"/>
                    </a:cubicBezTo>
                    <a:cubicBezTo>
                      <a:pt x="321" y="3"/>
                      <a:pt x="313" y="1"/>
                      <a:pt x="305" y="1"/>
                    </a:cubicBezTo>
                    <a:lnTo>
                      <a:pt x="280" y="1"/>
                    </a:lnTo>
                    <a:cubicBezTo>
                      <a:pt x="263" y="1"/>
                      <a:pt x="247" y="1"/>
                      <a:pt x="229" y="1"/>
                    </a:cubicBezTo>
                    <a:cubicBezTo>
                      <a:pt x="195" y="1"/>
                      <a:pt x="160" y="1"/>
                      <a:pt x="124" y="1"/>
                    </a:cubicBezTo>
                    <a:cubicBezTo>
                      <a:pt x="106" y="1"/>
                      <a:pt x="88" y="4"/>
                      <a:pt x="71" y="11"/>
                    </a:cubicBezTo>
                    <a:cubicBezTo>
                      <a:pt x="55" y="19"/>
                      <a:pt x="39" y="30"/>
                      <a:pt x="27" y="44"/>
                    </a:cubicBezTo>
                    <a:cubicBezTo>
                      <a:pt x="15" y="58"/>
                      <a:pt x="7" y="76"/>
                      <a:pt x="3" y="94"/>
                    </a:cubicBezTo>
                    <a:cubicBezTo>
                      <a:pt x="1" y="99"/>
                      <a:pt x="1" y="104"/>
                      <a:pt x="0" y="108"/>
                    </a:cubicBezTo>
                    <a:cubicBezTo>
                      <a:pt x="0" y="112"/>
                      <a:pt x="0" y="116"/>
                      <a:pt x="0" y="120"/>
                    </a:cubicBezTo>
                    <a:lnTo>
                      <a:pt x="0" y="907"/>
                    </a:lnTo>
                    <a:cubicBezTo>
                      <a:pt x="0" y="917"/>
                      <a:pt x="0" y="928"/>
                      <a:pt x="0" y="938"/>
                    </a:cubicBezTo>
                    <a:cubicBezTo>
                      <a:pt x="0" y="970"/>
                      <a:pt x="0" y="1002"/>
                      <a:pt x="0" y="1035"/>
                    </a:cubicBezTo>
                    <a:lnTo>
                      <a:pt x="0" y="2056"/>
                    </a:lnTo>
                    <a:cubicBezTo>
                      <a:pt x="0" y="2069"/>
                      <a:pt x="0" y="2081"/>
                      <a:pt x="4" y="2094"/>
                    </a:cubicBezTo>
                    <a:cubicBezTo>
                      <a:pt x="12" y="2120"/>
                      <a:pt x="29" y="2143"/>
                      <a:pt x="51" y="2158"/>
                    </a:cubicBezTo>
                    <a:cubicBezTo>
                      <a:pt x="73" y="2174"/>
                      <a:pt x="101" y="2181"/>
                      <a:pt x="128" y="2179"/>
                    </a:cubicBezTo>
                    <a:cubicBezTo>
                      <a:pt x="155" y="2179"/>
                      <a:pt x="182" y="2179"/>
                      <a:pt x="209" y="2179"/>
                    </a:cubicBezTo>
                    <a:cubicBezTo>
                      <a:pt x="264" y="2179"/>
                      <a:pt x="318" y="2179"/>
                      <a:pt x="371" y="2179"/>
                    </a:cubicBezTo>
                    <a:cubicBezTo>
                      <a:pt x="478" y="2179"/>
                      <a:pt x="584" y="2179"/>
                      <a:pt x="687" y="2179"/>
                    </a:cubicBezTo>
                    <a:cubicBezTo>
                      <a:pt x="739" y="2179"/>
                      <a:pt x="790" y="2179"/>
                      <a:pt x="841" y="2179"/>
                    </a:cubicBezTo>
                    <a:cubicBezTo>
                      <a:pt x="867" y="2179"/>
                      <a:pt x="892" y="2180"/>
                      <a:pt x="917" y="2179"/>
                    </a:cubicBezTo>
                    <a:cubicBezTo>
                      <a:pt x="942" y="2178"/>
                      <a:pt x="966" y="2168"/>
                      <a:pt x="985" y="2153"/>
                    </a:cubicBezTo>
                    <a:cubicBezTo>
                      <a:pt x="995" y="2145"/>
                      <a:pt x="1003" y="2136"/>
                      <a:pt x="1010" y="2126"/>
                    </a:cubicBezTo>
                    <a:cubicBezTo>
                      <a:pt x="1016" y="2115"/>
                      <a:pt x="1021" y="2104"/>
                      <a:pt x="1025" y="2092"/>
                    </a:cubicBezTo>
                    <a:cubicBezTo>
                      <a:pt x="1028" y="2081"/>
                      <a:pt x="1029" y="2069"/>
                      <a:pt x="1029" y="2056"/>
                    </a:cubicBezTo>
                    <a:cubicBezTo>
                      <a:pt x="1029" y="2044"/>
                      <a:pt x="1029" y="2032"/>
                      <a:pt x="1029" y="2020"/>
                    </a:cubicBezTo>
                    <a:cubicBezTo>
                      <a:pt x="1029" y="1971"/>
                      <a:pt x="1029" y="1923"/>
                      <a:pt x="1029" y="1875"/>
                    </a:cubicBezTo>
                    <a:cubicBezTo>
                      <a:pt x="1029" y="1495"/>
                      <a:pt x="1030" y="1152"/>
                      <a:pt x="1030" y="864"/>
                    </a:cubicBezTo>
                    <a:cubicBezTo>
                      <a:pt x="1030" y="576"/>
                      <a:pt x="1030" y="343"/>
                      <a:pt x="1030" y="181"/>
                    </a:cubicBezTo>
                    <a:cubicBezTo>
                      <a:pt x="1030" y="161"/>
                      <a:pt x="1030" y="142"/>
                      <a:pt x="1030" y="124"/>
                    </a:cubicBezTo>
                    <a:cubicBezTo>
                      <a:pt x="1031" y="107"/>
                      <a:pt x="1027" y="90"/>
                      <a:pt x="1022" y="76"/>
                    </a:cubicBezTo>
                    <a:cubicBezTo>
                      <a:pt x="1016" y="61"/>
                      <a:pt x="1008" y="49"/>
                      <a:pt x="999" y="40"/>
                    </a:cubicBezTo>
                    <a:cubicBezTo>
                      <a:pt x="990" y="30"/>
                      <a:pt x="981" y="23"/>
                      <a:pt x="971" y="17"/>
                    </a:cubicBezTo>
                    <a:cubicBezTo>
                      <a:pt x="953" y="6"/>
                      <a:pt x="937" y="3"/>
                      <a:pt x="926" y="1"/>
                    </a:cubicBezTo>
                    <a:cubicBezTo>
                      <a:pt x="921" y="0"/>
                      <a:pt x="917" y="1"/>
                      <a:pt x="914" y="0"/>
                    </a:cubicBezTo>
                    <a:cubicBezTo>
                      <a:pt x="911" y="0"/>
                      <a:pt x="910" y="0"/>
                      <a:pt x="910" y="0"/>
                    </a:cubicBezTo>
                    <a:cubicBezTo>
                      <a:pt x="910" y="0"/>
                      <a:pt x="904" y="0"/>
                      <a:pt x="894" y="0"/>
                    </a:cubicBezTo>
                    <a:cubicBezTo>
                      <a:pt x="883" y="0"/>
                      <a:pt x="867" y="0"/>
                      <a:pt x="845" y="0"/>
                    </a:cubicBezTo>
                    <a:lnTo>
                      <a:pt x="846" y="1"/>
                    </a:ln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69" name="Google Shape;1369;p28"/>
              <p:cNvSpPr/>
              <p:nvPr/>
            </p:nvSpPr>
            <p:spPr>
              <a:xfrm>
                <a:off x="5176891" y="805456"/>
                <a:ext cx="1111094" cy="2343380"/>
              </a:xfrm>
              <a:custGeom>
                <a:rect b="b" l="l" r="r" t="t"/>
                <a:pathLst>
                  <a:path extrusionOk="0" h="2185" w="1036">
                    <a:moveTo>
                      <a:pt x="914" y="1"/>
                    </a:moveTo>
                    <a:cubicBezTo>
                      <a:pt x="914" y="1"/>
                      <a:pt x="916" y="1"/>
                      <a:pt x="918" y="2"/>
                    </a:cubicBezTo>
                    <a:cubicBezTo>
                      <a:pt x="921" y="2"/>
                      <a:pt x="925" y="2"/>
                      <a:pt x="931" y="3"/>
                    </a:cubicBezTo>
                    <a:cubicBezTo>
                      <a:pt x="941" y="4"/>
                      <a:pt x="958" y="7"/>
                      <a:pt x="976" y="18"/>
                    </a:cubicBezTo>
                    <a:cubicBezTo>
                      <a:pt x="985" y="23"/>
                      <a:pt x="995" y="31"/>
                      <a:pt x="1004" y="41"/>
                    </a:cubicBezTo>
                    <a:cubicBezTo>
                      <a:pt x="1012" y="50"/>
                      <a:pt x="1021" y="62"/>
                      <a:pt x="1027" y="77"/>
                    </a:cubicBezTo>
                    <a:cubicBezTo>
                      <a:pt x="1033" y="91"/>
                      <a:pt x="1036" y="108"/>
                      <a:pt x="1036" y="126"/>
                    </a:cubicBezTo>
                    <a:cubicBezTo>
                      <a:pt x="1036" y="144"/>
                      <a:pt x="1036" y="163"/>
                      <a:pt x="1036" y="183"/>
                    </a:cubicBezTo>
                    <a:cubicBezTo>
                      <a:pt x="1036" y="344"/>
                      <a:pt x="1036" y="577"/>
                      <a:pt x="1036" y="865"/>
                    </a:cubicBezTo>
                    <a:cubicBezTo>
                      <a:pt x="1036" y="1153"/>
                      <a:pt x="1036" y="1496"/>
                      <a:pt x="1036" y="1876"/>
                    </a:cubicBezTo>
                    <a:cubicBezTo>
                      <a:pt x="1036" y="1924"/>
                      <a:pt x="1036" y="1972"/>
                      <a:pt x="1036" y="2021"/>
                    </a:cubicBezTo>
                    <a:cubicBezTo>
                      <a:pt x="1036" y="2033"/>
                      <a:pt x="1036" y="2045"/>
                      <a:pt x="1036" y="2058"/>
                    </a:cubicBezTo>
                    <a:cubicBezTo>
                      <a:pt x="1036" y="2070"/>
                      <a:pt x="1035" y="2083"/>
                      <a:pt x="1032" y="2095"/>
                    </a:cubicBezTo>
                    <a:cubicBezTo>
                      <a:pt x="1028" y="2107"/>
                      <a:pt x="1023" y="2119"/>
                      <a:pt x="1016" y="2129"/>
                    </a:cubicBezTo>
                    <a:cubicBezTo>
                      <a:pt x="1009" y="2140"/>
                      <a:pt x="1001" y="2149"/>
                      <a:pt x="991" y="2157"/>
                    </a:cubicBezTo>
                    <a:cubicBezTo>
                      <a:pt x="972" y="2173"/>
                      <a:pt x="947" y="2183"/>
                      <a:pt x="921" y="2184"/>
                    </a:cubicBezTo>
                    <a:cubicBezTo>
                      <a:pt x="896" y="2185"/>
                      <a:pt x="871" y="2184"/>
                      <a:pt x="845" y="2184"/>
                    </a:cubicBezTo>
                    <a:cubicBezTo>
                      <a:pt x="795" y="2184"/>
                      <a:pt x="743" y="2184"/>
                      <a:pt x="691" y="2184"/>
                    </a:cubicBezTo>
                    <a:cubicBezTo>
                      <a:pt x="588" y="2184"/>
                      <a:pt x="482" y="2184"/>
                      <a:pt x="375" y="2184"/>
                    </a:cubicBezTo>
                    <a:cubicBezTo>
                      <a:pt x="322" y="2184"/>
                      <a:pt x="268" y="2184"/>
                      <a:pt x="214" y="2184"/>
                    </a:cubicBezTo>
                    <a:cubicBezTo>
                      <a:pt x="186" y="2184"/>
                      <a:pt x="159" y="2184"/>
                      <a:pt x="132" y="2184"/>
                    </a:cubicBezTo>
                    <a:cubicBezTo>
                      <a:pt x="104" y="2186"/>
                      <a:pt x="76" y="2178"/>
                      <a:pt x="53" y="2162"/>
                    </a:cubicBezTo>
                    <a:cubicBezTo>
                      <a:pt x="30" y="2147"/>
                      <a:pt x="13" y="2123"/>
                      <a:pt x="5" y="2096"/>
                    </a:cubicBezTo>
                    <a:cubicBezTo>
                      <a:pt x="1" y="2083"/>
                      <a:pt x="0" y="2069"/>
                      <a:pt x="0" y="2055"/>
                    </a:cubicBezTo>
                    <a:cubicBezTo>
                      <a:pt x="0" y="2042"/>
                      <a:pt x="0" y="2028"/>
                      <a:pt x="0" y="2015"/>
                    </a:cubicBezTo>
                    <a:cubicBezTo>
                      <a:pt x="0" y="1960"/>
                      <a:pt x="0" y="1906"/>
                      <a:pt x="0" y="1853"/>
                    </a:cubicBezTo>
                    <a:cubicBezTo>
                      <a:pt x="0" y="1746"/>
                      <a:pt x="0" y="1641"/>
                      <a:pt x="0" y="1537"/>
                    </a:cubicBezTo>
                    <a:cubicBezTo>
                      <a:pt x="0" y="1330"/>
                      <a:pt x="0" y="1130"/>
                      <a:pt x="0" y="940"/>
                    </a:cubicBezTo>
                    <a:cubicBezTo>
                      <a:pt x="0" y="749"/>
                      <a:pt x="1" y="568"/>
                      <a:pt x="1" y="399"/>
                    </a:cubicBezTo>
                    <a:cubicBezTo>
                      <a:pt x="1" y="314"/>
                      <a:pt x="1" y="232"/>
                      <a:pt x="1" y="154"/>
                    </a:cubicBezTo>
                    <a:cubicBezTo>
                      <a:pt x="1" y="144"/>
                      <a:pt x="1" y="134"/>
                      <a:pt x="1" y="124"/>
                    </a:cubicBezTo>
                    <a:cubicBezTo>
                      <a:pt x="1" y="120"/>
                      <a:pt x="1" y="115"/>
                      <a:pt x="1" y="110"/>
                    </a:cubicBezTo>
                    <a:cubicBezTo>
                      <a:pt x="2" y="105"/>
                      <a:pt x="2" y="100"/>
                      <a:pt x="4" y="95"/>
                    </a:cubicBezTo>
                    <a:cubicBezTo>
                      <a:pt x="8" y="76"/>
                      <a:pt x="17" y="59"/>
                      <a:pt x="29" y="44"/>
                    </a:cubicBezTo>
                    <a:cubicBezTo>
                      <a:pt x="42" y="30"/>
                      <a:pt x="57" y="18"/>
                      <a:pt x="74" y="11"/>
                    </a:cubicBezTo>
                    <a:cubicBezTo>
                      <a:pt x="91" y="3"/>
                      <a:pt x="110" y="0"/>
                      <a:pt x="128" y="0"/>
                    </a:cubicBezTo>
                    <a:cubicBezTo>
                      <a:pt x="164" y="0"/>
                      <a:pt x="199" y="0"/>
                      <a:pt x="233" y="0"/>
                    </a:cubicBezTo>
                    <a:cubicBezTo>
                      <a:pt x="251" y="0"/>
                      <a:pt x="267" y="0"/>
                      <a:pt x="284" y="0"/>
                    </a:cubicBezTo>
                    <a:cubicBezTo>
                      <a:pt x="292" y="0"/>
                      <a:pt x="301" y="0"/>
                      <a:pt x="309" y="0"/>
                    </a:cubicBezTo>
                    <a:cubicBezTo>
                      <a:pt x="317" y="0"/>
                      <a:pt x="326" y="2"/>
                      <a:pt x="333" y="7"/>
                    </a:cubicBezTo>
                    <a:cubicBezTo>
                      <a:pt x="340" y="12"/>
                      <a:pt x="345" y="19"/>
                      <a:pt x="347" y="27"/>
                    </a:cubicBezTo>
                    <a:cubicBezTo>
                      <a:pt x="351" y="34"/>
                      <a:pt x="350" y="43"/>
                      <a:pt x="350" y="51"/>
                    </a:cubicBezTo>
                    <a:cubicBezTo>
                      <a:pt x="350" y="54"/>
                      <a:pt x="350" y="58"/>
                      <a:pt x="350" y="62"/>
                    </a:cubicBezTo>
                    <a:cubicBezTo>
                      <a:pt x="350" y="66"/>
                      <a:pt x="350" y="70"/>
                      <a:pt x="350" y="74"/>
                    </a:cubicBezTo>
                    <a:cubicBezTo>
                      <a:pt x="351" y="81"/>
                      <a:pt x="354" y="88"/>
                      <a:pt x="359" y="94"/>
                    </a:cubicBezTo>
                    <a:cubicBezTo>
                      <a:pt x="364" y="100"/>
                      <a:pt x="371" y="104"/>
                      <a:pt x="378" y="106"/>
                    </a:cubicBezTo>
                    <a:cubicBezTo>
                      <a:pt x="381" y="106"/>
                      <a:pt x="385" y="107"/>
                      <a:pt x="389" y="107"/>
                    </a:cubicBezTo>
                    <a:cubicBezTo>
                      <a:pt x="392" y="107"/>
                      <a:pt x="396" y="107"/>
                      <a:pt x="400" y="107"/>
                    </a:cubicBezTo>
                    <a:cubicBezTo>
                      <a:pt x="415" y="107"/>
                      <a:pt x="429" y="107"/>
                      <a:pt x="443" y="107"/>
                    </a:cubicBezTo>
                    <a:cubicBezTo>
                      <a:pt x="501" y="107"/>
                      <a:pt x="554" y="107"/>
                      <a:pt x="603" y="107"/>
                    </a:cubicBezTo>
                    <a:cubicBezTo>
                      <a:pt x="627" y="107"/>
                      <a:pt x="651" y="107"/>
                      <a:pt x="673" y="107"/>
                    </a:cubicBezTo>
                    <a:cubicBezTo>
                      <a:pt x="679" y="107"/>
                      <a:pt x="684" y="107"/>
                      <a:pt x="690" y="107"/>
                    </a:cubicBezTo>
                    <a:cubicBezTo>
                      <a:pt x="695" y="106"/>
                      <a:pt x="700" y="104"/>
                      <a:pt x="704" y="101"/>
                    </a:cubicBezTo>
                    <a:cubicBezTo>
                      <a:pt x="713" y="96"/>
                      <a:pt x="719" y="87"/>
                      <a:pt x="721" y="77"/>
                    </a:cubicBezTo>
                    <a:cubicBezTo>
                      <a:pt x="723" y="72"/>
                      <a:pt x="722" y="67"/>
                      <a:pt x="722" y="62"/>
                    </a:cubicBezTo>
                    <a:cubicBezTo>
                      <a:pt x="722" y="58"/>
                      <a:pt x="722" y="53"/>
                      <a:pt x="722" y="48"/>
                    </a:cubicBezTo>
                    <a:cubicBezTo>
                      <a:pt x="722" y="43"/>
                      <a:pt x="722" y="39"/>
                      <a:pt x="723" y="34"/>
                    </a:cubicBezTo>
                    <a:cubicBezTo>
                      <a:pt x="724" y="29"/>
                      <a:pt x="725" y="25"/>
                      <a:pt x="728" y="21"/>
                    </a:cubicBezTo>
                    <a:cubicBezTo>
                      <a:pt x="732" y="13"/>
                      <a:pt x="739" y="7"/>
                      <a:pt x="747" y="4"/>
                    </a:cubicBezTo>
                    <a:cubicBezTo>
                      <a:pt x="755" y="0"/>
                      <a:pt x="763" y="1"/>
                      <a:pt x="771" y="1"/>
                    </a:cubicBezTo>
                    <a:cubicBezTo>
                      <a:pt x="802" y="1"/>
                      <a:pt x="828" y="1"/>
                      <a:pt x="850" y="2"/>
                    </a:cubicBezTo>
                    <a:cubicBezTo>
                      <a:pt x="871" y="2"/>
                      <a:pt x="887" y="2"/>
                      <a:pt x="898" y="2"/>
                    </a:cubicBezTo>
                    <a:cubicBezTo>
                      <a:pt x="909" y="2"/>
                      <a:pt x="914" y="2"/>
                      <a:pt x="914" y="2"/>
                    </a:cubicBezTo>
                    <a:cubicBezTo>
                      <a:pt x="914" y="2"/>
                      <a:pt x="909" y="2"/>
                      <a:pt x="898" y="2"/>
                    </a:cubicBezTo>
                    <a:cubicBezTo>
                      <a:pt x="887" y="2"/>
                      <a:pt x="871" y="2"/>
                      <a:pt x="850" y="2"/>
                    </a:cubicBezTo>
                    <a:cubicBezTo>
                      <a:pt x="828" y="2"/>
                      <a:pt x="802" y="2"/>
                      <a:pt x="771" y="2"/>
                    </a:cubicBezTo>
                    <a:cubicBezTo>
                      <a:pt x="763" y="3"/>
                      <a:pt x="755" y="2"/>
                      <a:pt x="747" y="5"/>
                    </a:cubicBezTo>
                    <a:cubicBezTo>
                      <a:pt x="740" y="8"/>
                      <a:pt x="733" y="14"/>
                      <a:pt x="729" y="22"/>
                    </a:cubicBezTo>
                    <a:cubicBezTo>
                      <a:pt x="727" y="25"/>
                      <a:pt x="725" y="30"/>
                      <a:pt x="724" y="34"/>
                    </a:cubicBezTo>
                    <a:cubicBezTo>
                      <a:pt x="724" y="39"/>
                      <a:pt x="724" y="43"/>
                      <a:pt x="724" y="48"/>
                    </a:cubicBezTo>
                    <a:cubicBezTo>
                      <a:pt x="724" y="53"/>
                      <a:pt x="724" y="57"/>
                      <a:pt x="724" y="62"/>
                    </a:cubicBezTo>
                    <a:cubicBezTo>
                      <a:pt x="724" y="66"/>
                      <a:pt x="724" y="72"/>
                      <a:pt x="723" y="77"/>
                    </a:cubicBezTo>
                    <a:cubicBezTo>
                      <a:pt x="721" y="87"/>
                      <a:pt x="714" y="96"/>
                      <a:pt x="705" y="103"/>
                    </a:cubicBezTo>
                    <a:cubicBezTo>
                      <a:pt x="700" y="105"/>
                      <a:pt x="696" y="107"/>
                      <a:pt x="690" y="108"/>
                    </a:cubicBezTo>
                    <a:cubicBezTo>
                      <a:pt x="684" y="109"/>
                      <a:pt x="679" y="108"/>
                      <a:pt x="673" y="108"/>
                    </a:cubicBezTo>
                    <a:cubicBezTo>
                      <a:pt x="651" y="108"/>
                      <a:pt x="628" y="108"/>
                      <a:pt x="603" y="108"/>
                    </a:cubicBezTo>
                    <a:cubicBezTo>
                      <a:pt x="554" y="108"/>
                      <a:pt x="501" y="108"/>
                      <a:pt x="444" y="108"/>
                    </a:cubicBezTo>
                    <a:lnTo>
                      <a:pt x="400" y="108"/>
                    </a:lnTo>
                    <a:cubicBezTo>
                      <a:pt x="396" y="108"/>
                      <a:pt x="393" y="108"/>
                      <a:pt x="389" y="108"/>
                    </a:cubicBezTo>
                    <a:cubicBezTo>
                      <a:pt x="385" y="108"/>
                      <a:pt x="381" y="108"/>
                      <a:pt x="377" y="107"/>
                    </a:cubicBezTo>
                    <a:cubicBezTo>
                      <a:pt x="370" y="105"/>
                      <a:pt x="363" y="101"/>
                      <a:pt x="358" y="95"/>
                    </a:cubicBezTo>
                    <a:cubicBezTo>
                      <a:pt x="353" y="89"/>
                      <a:pt x="349" y="82"/>
                      <a:pt x="348" y="74"/>
                    </a:cubicBezTo>
                    <a:cubicBezTo>
                      <a:pt x="348" y="70"/>
                      <a:pt x="348" y="66"/>
                      <a:pt x="348" y="62"/>
                    </a:cubicBezTo>
                    <a:cubicBezTo>
                      <a:pt x="348" y="58"/>
                      <a:pt x="348" y="54"/>
                      <a:pt x="348" y="50"/>
                    </a:cubicBezTo>
                    <a:cubicBezTo>
                      <a:pt x="348" y="42"/>
                      <a:pt x="348" y="34"/>
                      <a:pt x="346" y="27"/>
                    </a:cubicBezTo>
                    <a:cubicBezTo>
                      <a:pt x="343" y="20"/>
                      <a:pt x="338" y="13"/>
                      <a:pt x="332" y="9"/>
                    </a:cubicBezTo>
                    <a:cubicBezTo>
                      <a:pt x="325" y="4"/>
                      <a:pt x="317" y="2"/>
                      <a:pt x="309" y="2"/>
                    </a:cubicBezTo>
                    <a:lnTo>
                      <a:pt x="233" y="2"/>
                    </a:lnTo>
                    <a:cubicBezTo>
                      <a:pt x="199" y="2"/>
                      <a:pt x="164" y="2"/>
                      <a:pt x="128" y="2"/>
                    </a:cubicBezTo>
                    <a:cubicBezTo>
                      <a:pt x="110" y="2"/>
                      <a:pt x="92" y="5"/>
                      <a:pt x="75" y="13"/>
                    </a:cubicBezTo>
                    <a:cubicBezTo>
                      <a:pt x="59" y="20"/>
                      <a:pt x="43" y="31"/>
                      <a:pt x="31" y="45"/>
                    </a:cubicBezTo>
                    <a:cubicBezTo>
                      <a:pt x="19" y="60"/>
                      <a:pt x="11" y="77"/>
                      <a:pt x="7" y="96"/>
                    </a:cubicBezTo>
                    <a:cubicBezTo>
                      <a:pt x="5" y="100"/>
                      <a:pt x="5" y="105"/>
                      <a:pt x="4" y="110"/>
                    </a:cubicBezTo>
                    <a:cubicBezTo>
                      <a:pt x="4" y="114"/>
                      <a:pt x="4" y="119"/>
                      <a:pt x="3" y="124"/>
                    </a:cubicBezTo>
                    <a:cubicBezTo>
                      <a:pt x="3" y="134"/>
                      <a:pt x="3" y="144"/>
                      <a:pt x="3" y="153"/>
                    </a:cubicBezTo>
                    <a:cubicBezTo>
                      <a:pt x="3" y="232"/>
                      <a:pt x="3" y="314"/>
                      <a:pt x="3" y="399"/>
                    </a:cubicBezTo>
                    <a:cubicBezTo>
                      <a:pt x="3" y="568"/>
                      <a:pt x="3" y="749"/>
                      <a:pt x="3" y="939"/>
                    </a:cubicBezTo>
                    <a:cubicBezTo>
                      <a:pt x="3" y="1130"/>
                      <a:pt x="3" y="1330"/>
                      <a:pt x="3" y="1537"/>
                    </a:cubicBezTo>
                    <a:cubicBezTo>
                      <a:pt x="3" y="1641"/>
                      <a:pt x="3" y="1746"/>
                      <a:pt x="3" y="1852"/>
                    </a:cubicBezTo>
                    <a:cubicBezTo>
                      <a:pt x="3" y="1906"/>
                      <a:pt x="3" y="1960"/>
                      <a:pt x="3" y="2014"/>
                    </a:cubicBezTo>
                    <a:cubicBezTo>
                      <a:pt x="3" y="2028"/>
                      <a:pt x="3" y="2041"/>
                      <a:pt x="3" y="2055"/>
                    </a:cubicBezTo>
                    <a:cubicBezTo>
                      <a:pt x="3" y="2069"/>
                      <a:pt x="4" y="2082"/>
                      <a:pt x="8" y="2095"/>
                    </a:cubicBezTo>
                    <a:cubicBezTo>
                      <a:pt x="16" y="2121"/>
                      <a:pt x="33" y="2144"/>
                      <a:pt x="55" y="2159"/>
                    </a:cubicBezTo>
                    <a:cubicBezTo>
                      <a:pt x="77" y="2175"/>
                      <a:pt x="105" y="2182"/>
                      <a:pt x="132" y="2180"/>
                    </a:cubicBezTo>
                    <a:cubicBezTo>
                      <a:pt x="159" y="2180"/>
                      <a:pt x="186" y="2180"/>
                      <a:pt x="213" y="2180"/>
                    </a:cubicBezTo>
                    <a:cubicBezTo>
                      <a:pt x="268" y="2180"/>
                      <a:pt x="322" y="2180"/>
                      <a:pt x="375" y="2180"/>
                    </a:cubicBezTo>
                    <a:cubicBezTo>
                      <a:pt x="482" y="2180"/>
                      <a:pt x="588" y="2180"/>
                      <a:pt x="691" y="2181"/>
                    </a:cubicBezTo>
                    <a:cubicBezTo>
                      <a:pt x="743" y="2181"/>
                      <a:pt x="794" y="2181"/>
                      <a:pt x="845" y="2181"/>
                    </a:cubicBezTo>
                    <a:cubicBezTo>
                      <a:pt x="871" y="2180"/>
                      <a:pt x="896" y="2181"/>
                      <a:pt x="921" y="2180"/>
                    </a:cubicBezTo>
                    <a:cubicBezTo>
                      <a:pt x="946" y="2179"/>
                      <a:pt x="970" y="2169"/>
                      <a:pt x="989" y="2154"/>
                    </a:cubicBezTo>
                    <a:cubicBezTo>
                      <a:pt x="999" y="2146"/>
                      <a:pt x="1007" y="2137"/>
                      <a:pt x="1014" y="2127"/>
                    </a:cubicBezTo>
                    <a:cubicBezTo>
                      <a:pt x="1021" y="2117"/>
                      <a:pt x="1025" y="2105"/>
                      <a:pt x="1029" y="2094"/>
                    </a:cubicBezTo>
                    <a:cubicBezTo>
                      <a:pt x="1032" y="2082"/>
                      <a:pt x="1033" y="2070"/>
                      <a:pt x="1033" y="2057"/>
                    </a:cubicBezTo>
                    <a:cubicBezTo>
                      <a:pt x="1033" y="2045"/>
                      <a:pt x="1033" y="2033"/>
                      <a:pt x="1033" y="2021"/>
                    </a:cubicBezTo>
                    <a:cubicBezTo>
                      <a:pt x="1033" y="1972"/>
                      <a:pt x="1033" y="1924"/>
                      <a:pt x="1033" y="1876"/>
                    </a:cubicBezTo>
                    <a:cubicBezTo>
                      <a:pt x="1033" y="1496"/>
                      <a:pt x="1034" y="1153"/>
                      <a:pt x="1034" y="865"/>
                    </a:cubicBezTo>
                    <a:cubicBezTo>
                      <a:pt x="1034" y="577"/>
                      <a:pt x="1034" y="344"/>
                      <a:pt x="1034" y="182"/>
                    </a:cubicBezTo>
                    <a:cubicBezTo>
                      <a:pt x="1034" y="162"/>
                      <a:pt x="1034" y="143"/>
                      <a:pt x="1034" y="125"/>
                    </a:cubicBezTo>
                    <a:cubicBezTo>
                      <a:pt x="1035" y="108"/>
                      <a:pt x="1031" y="91"/>
                      <a:pt x="1026" y="77"/>
                    </a:cubicBezTo>
                    <a:cubicBezTo>
                      <a:pt x="1020" y="62"/>
                      <a:pt x="1012" y="50"/>
                      <a:pt x="1003" y="41"/>
                    </a:cubicBezTo>
                    <a:cubicBezTo>
                      <a:pt x="994" y="31"/>
                      <a:pt x="985" y="24"/>
                      <a:pt x="975" y="18"/>
                    </a:cubicBezTo>
                    <a:cubicBezTo>
                      <a:pt x="957" y="7"/>
                      <a:pt x="941" y="4"/>
                      <a:pt x="930" y="2"/>
                    </a:cubicBezTo>
                    <a:cubicBezTo>
                      <a:pt x="925" y="1"/>
                      <a:pt x="921" y="2"/>
                      <a:pt x="918" y="1"/>
                    </a:cubicBezTo>
                    <a:cubicBezTo>
                      <a:pt x="915" y="1"/>
                      <a:pt x="914" y="1"/>
                      <a:pt x="914" y="1"/>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70" name="Google Shape;1370;p28"/>
              <p:cNvSpPr/>
              <p:nvPr/>
            </p:nvSpPr>
            <p:spPr>
              <a:xfrm>
                <a:off x="6086357" y="1016735"/>
                <a:ext cx="96524" cy="2145"/>
              </a:xfrm>
              <a:custGeom>
                <a:rect b="b" l="l" r="r" t="t"/>
                <a:pathLst>
                  <a:path extrusionOk="0" h="2" w="90">
                    <a:moveTo>
                      <a:pt x="90" y="0"/>
                    </a:moveTo>
                    <a:cubicBezTo>
                      <a:pt x="90" y="0"/>
                      <a:pt x="70" y="1"/>
                      <a:pt x="45" y="2"/>
                    </a:cubicBezTo>
                    <a:cubicBezTo>
                      <a:pt x="20" y="2"/>
                      <a:pt x="0" y="2"/>
                      <a:pt x="0" y="1"/>
                    </a:cubicBezTo>
                    <a:cubicBezTo>
                      <a:pt x="0" y="1"/>
                      <a:pt x="20" y="0"/>
                      <a:pt x="45" y="0"/>
                    </a:cubicBezTo>
                    <a:cubicBezTo>
                      <a:pt x="70" y="0"/>
                      <a:pt x="89" y="0"/>
                      <a:pt x="89" y="0"/>
                    </a:cubicBezTo>
                    <a:lnTo>
                      <a:pt x="90" y="0"/>
                    </a:lnTo>
                    <a:close/>
                  </a:path>
                </a:pathLst>
              </a:custGeom>
              <a:solidFill>
                <a:schemeClr val="dk1"/>
              </a:solidFill>
              <a:ln cap="flat" cmpd="sng" w="9525">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71" name="Google Shape;1371;p28"/>
              <p:cNvSpPr/>
              <p:nvPr/>
            </p:nvSpPr>
            <p:spPr>
              <a:xfrm>
                <a:off x="6086357" y="1040330"/>
                <a:ext cx="96524" cy="3217"/>
              </a:xfrm>
              <a:custGeom>
                <a:rect b="b" l="l" r="r" t="t"/>
                <a:pathLst>
                  <a:path extrusionOk="0" h="3" w="90">
                    <a:moveTo>
                      <a:pt x="90" y="1"/>
                    </a:moveTo>
                    <a:cubicBezTo>
                      <a:pt x="90" y="1"/>
                      <a:pt x="70" y="2"/>
                      <a:pt x="45" y="3"/>
                    </a:cubicBezTo>
                    <a:cubicBezTo>
                      <a:pt x="20" y="3"/>
                      <a:pt x="1" y="3"/>
                      <a:pt x="0" y="2"/>
                    </a:cubicBezTo>
                    <a:cubicBezTo>
                      <a:pt x="0" y="1"/>
                      <a:pt x="20" y="1"/>
                      <a:pt x="45" y="1"/>
                    </a:cubicBezTo>
                    <a:cubicBezTo>
                      <a:pt x="70" y="0"/>
                      <a:pt x="90" y="1"/>
                      <a:pt x="90" y="1"/>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72" name="Google Shape;1372;p28"/>
              <p:cNvSpPr/>
              <p:nvPr/>
            </p:nvSpPr>
            <p:spPr>
              <a:xfrm>
                <a:off x="6087430" y="1064997"/>
                <a:ext cx="95451" cy="2145"/>
              </a:xfrm>
              <a:custGeom>
                <a:rect b="b" l="l" r="r" t="t"/>
                <a:pathLst>
                  <a:path extrusionOk="0" h="2" w="89">
                    <a:moveTo>
                      <a:pt x="89" y="1"/>
                    </a:moveTo>
                    <a:cubicBezTo>
                      <a:pt x="89" y="1"/>
                      <a:pt x="69" y="2"/>
                      <a:pt x="44" y="2"/>
                    </a:cubicBezTo>
                    <a:cubicBezTo>
                      <a:pt x="20" y="3"/>
                      <a:pt x="0" y="2"/>
                      <a:pt x="0" y="2"/>
                    </a:cubicBezTo>
                    <a:cubicBezTo>
                      <a:pt x="0" y="1"/>
                      <a:pt x="20" y="1"/>
                      <a:pt x="44" y="1"/>
                    </a:cubicBezTo>
                    <a:cubicBezTo>
                      <a:pt x="69" y="0"/>
                      <a:pt x="89" y="1"/>
                      <a:pt x="89" y="1"/>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73" name="Google Shape;1373;p28"/>
              <p:cNvSpPr/>
              <p:nvPr/>
            </p:nvSpPr>
            <p:spPr>
              <a:xfrm>
                <a:off x="5530811" y="1359930"/>
                <a:ext cx="432211" cy="433284"/>
              </a:xfrm>
              <a:custGeom>
                <a:rect b="b" l="l" r="r" t="t"/>
                <a:pathLst>
                  <a:path extrusionOk="0" h="404" w="403">
                    <a:moveTo>
                      <a:pt x="233" y="3"/>
                    </a:moveTo>
                    <a:cubicBezTo>
                      <a:pt x="268" y="8"/>
                      <a:pt x="300" y="23"/>
                      <a:pt x="328" y="45"/>
                    </a:cubicBezTo>
                    <a:cubicBezTo>
                      <a:pt x="355" y="67"/>
                      <a:pt x="377" y="97"/>
                      <a:pt x="390" y="130"/>
                    </a:cubicBezTo>
                    <a:cubicBezTo>
                      <a:pt x="403" y="163"/>
                      <a:pt x="406" y="199"/>
                      <a:pt x="401" y="234"/>
                    </a:cubicBezTo>
                    <a:cubicBezTo>
                      <a:pt x="395" y="269"/>
                      <a:pt x="381" y="301"/>
                      <a:pt x="359" y="329"/>
                    </a:cubicBezTo>
                    <a:cubicBezTo>
                      <a:pt x="337" y="356"/>
                      <a:pt x="308" y="378"/>
                      <a:pt x="275" y="391"/>
                    </a:cubicBezTo>
                    <a:cubicBezTo>
                      <a:pt x="242" y="404"/>
                      <a:pt x="206" y="408"/>
                      <a:pt x="171" y="402"/>
                    </a:cubicBezTo>
                    <a:cubicBezTo>
                      <a:pt x="136" y="397"/>
                      <a:pt x="102" y="382"/>
                      <a:pt x="75" y="360"/>
                    </a:cubicBezTo>
                    <a:cubicBezTo>
                      <a:pt x="47" y="338"/>
                      <a:pt x="26" y="309"/>
                      <a:pt x="13" y="276"/>
                    </a:cubicBezTo>
                    <a:cubicBezTo>
                      <a:pt x="1" y="243"/>
                      <a:pt x="-3" y="207"/>
                      <a:pt x="2" y="172"/>
                    </a:cubicBezTo>
                    <a:cubicBezTo>
                      <a:pt x="8" y="137"/>
                      <a:pt x="21" y="104"/>
                      <a:pt x="44" y="76"/>
                    </a:cubicBezTo>
                    <a:cubicBezTo>
                      <a:pt x="66" y="48"/>
                      <a:pt x="96" y="27"/>
                      <a:pt x="129" y="14"/>
                    </a:cubicBezTo>
                    <a:cubicBezTo>
                      <a:pt x="162" y="1"/>
                      <a:pt x="198" y="-2"/>
                      <a:pt x="233" y="3"/>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74" name="Google Shape;1374;p28"/>
              <p:cNvSpPr/>
              <p:nvPr/>
            </p:nvSpPr>
            <p:spPr>
              <a:xfrm>
                <a:off x="5673451" y="1572282"/>
                <a:ext cx="148003" cy="92234"/>
              </a:xfrm>
              <a:custGeom>
                <a:rect b="b" l="l" r="r" t="t"/>
                <a:pathLst>
                  <a:path extrusionOk="0" h="86" w="138">
                    <a:moveTo>
                      <a:pt x="138" y="86"/>
                    </a:moveTo>
                    <a:lnTo>
                      <a:pt x="0" y="86"/>
                    </a:lnTo>
                    <a:lnTo>
                      <a:pt x="0" y="69"/>
                    </a:lnTo>
                    <a:cubicBezTo>
                      <a:pt x="0" y="31"/>
                      <a:pt x="31" y="0"/>
                      <a:pt x="69" y="0"/>
                    </a:cubicBezTo>
                    <a:lnTo>
                      <a:pt x="69" y="0"/>
                    </a:lnTo>
                    <a:cubicBezTo>
                      <a:pt x="107" y="0"/>
                      <a:pt x="138" y="31"/>
                      <a:pt x="138" y="69"/>
                    </a:cubicBezTo>
                    <a:lnTo>
                      <a:pt x="138" y="86"/>
                    </a:ln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75" name="Google Shape;1375;p28"/>
              <p:cNvSpPr/>
              <p:nvPr/>
            </p:nvSpPr>
            <p:spPr>
              <a:xfrm>
                <a:off x="5703481" y="1489701"/>
                <a:ext cx="87944" cy="87944"/>
              </a:xfrm>
              <a:custGeom>
                <a:rect b="b" l="l" r="r" t="t"/>
                <a:pathLst>
                  <a:path extrusionOk="0" h="82" w="82">
                    <a:moveTo>
                      <a:pt x="82" y="41"/>
                    </a:moveTo>
                    <a:cubicBezTo>
                      <a:pt x="82" y="48"/>
                      <a:pt x="79" y="55"/>
                      <a:pt x="76" y="62"/>
                    </a:cubicBezTo>
                    <a:cubicBezTo>
                      <a:pt x="72" y="68"/>
                      <a:pt x="67" y="72"/>
                      <a:pt x="61" y="76"/>
                    </a:cubicBezTo>
                    <a:cubicBezTo>
                      <a:pt x="54" y="79"/>
                      <a:pt x="48" y="82"/>
                      <a:pt x="41" y="82"/>
                    </a:cubicBezTo>
                    <a:cubicBezTo>
                      <a:pt x="34" y="82"/>
                      <a:pt x="27" y="79"/>
                      <a:pt x="21" y="76"/>
                    </a:cubicBezTo>
                    <a:cubicBezTo>
                      <a:pt x="14" y="72"/>
                      <a:pt x="9" y="68"/>
                      <a:pt x="6" y="62"/>
                    </a:cubicBezTo>
                    <a:cubicBezTo>
                      <a:pt x="2" y="55"/>
                      <a:pt x="0" y="48"/>
                      <a:pt x="0" y="41"/>
                    </a:cubicBezTo>
                    <a:cubicBezTo>
                      <a:pt x="0" y="34"/>
                      <a:pt x="2" y="27"/>
                      <a:pt x="6" y="21"/>
                    </a:cubicBezTo>
                    <a:cubicBezTo>
                      <a:pt x="9" y="15"/>
                      <a:pt x="14" y="9"/>
                      <a:pt x="21" y="6"/>
                    </a:cubicBezTo>
                    <a:cubicBezTo>
                      <a:pt x="27" y="2"/>
                      <a:pt x="34" y="0"/>
                      <a:pt x="41" y="0"/>
                    </a:cubicBezTo>
                    <a:cubicBezTo>
                      <a:pt x="48" y="0"/>
                      <a:pt x="54" y="2"/>
                      <a:pt x="61" y="6"/>
                    </a:cubicBezTo>
                    <a:cubicBezTo>
                      <a:pt x="67" y="9"/>
                      <a:pt x="73" y="15"/>
                      <a:pt x="76" y="21"/>
                    </a:cubicBezTo>
                    <a:cubicBezTo>
                      <a:pt x="80" y="27"/>
                      <a:pt x="82" y="34"/>
                      <a:pt x="82" y="41"/>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76" name="Google Shape;1376;p28"/>
              <p:cNvSpPr/>
              <p:nvPr/>
            </p:nvSpPr>
            <p:spPr>
              <a:xfrm>
                <a:off x="5361358" y="2042030"/>
                <a:ext cx="730362" cy="149075"/>
              </a:xfrm>
              <a:custGeom>
                <a:rect b="b" l="l" r="r" t="t"/>
                <a:pathLst>
                  <a:path extrusionOk="0" h="139" w="681">
                    <a:moveTo>
                      <a:pt x="0" y="0"/>
                    </a:moveTo>
                    <a:lnTo>
                      <a:pt x="681" y="0"/>
                    </a:lnTo>
                    <a:lnTo>
                      <a:pt x="681" y="139"/>
                    </a:lnTo>
                    <a:lnTo>
                      <a:pt x="0" y="139"/>
                    </a:lnTo>
                    <a:lnTo>
                      <a:pt x="0" y="0"/>
                    </a:lnTo>
                    <a:close/>
                  </a:path>
                </a:pathLst>
              </a:custGeom>
              <a:solidFill>
                <a:schemeClr val="accent2"/>
              </a:solidFill>
              <a:ln>
                <a:noFill/>
              </a:ln>
            </p:spPr>
            <p:txBody>
              <a:bodyPr anchorCtr="1" anchor="ctr" bIns="5025" lIns="90000" spcFirstLastPara="1" rIns="90000" wrap="square" tIns="50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77" name="Google Shape;1377;p28"/>
              <p:cNvSpPr/>
              <p:nvPr/>
            </p:nvSpPr>
            <p:spPr>
              <a:xfrm>
                <a:off x="5361358" y="2258672"/>
                <a:ext cx="730362" cy="149075"/>
              </a:xfrm>
              <a:custGeom>
                <a:rect b="b" l="l" r="r" t="t"/>
                <a:pathLst>
                  <a:path extrusionOk="0" h="139" w="681">
                    <a:moveTo>
                      <a:pt x="0" y="0"/>
                    </a:moveTo>
                    <a:lnTo>
                      <a:pt x="681" y="0"/>
                    </a:lnTo>
                    <a:lnTo>
                      <a:pt x="681" y="139"/>
                    </a:lnTo>
                    <a:lnTo>
                      <a:pt x="0" y="139"/>
                    </a:lnTo>
                    <a:lnTo>
                      <a:pt x="0" y="0"/>
                    </a:lnTo>
                    <a:close/>
                  </a:path>
                </a:pathLst>
              </a:custGeom>
              <a:solidFill>
                <a:schemeClr val="accent2"/>
              </a:solidFill>
              <a:ln>
                <a:noFill/>
              </a:ln>
            </p:spPr>
            <p:txBody>
              <a:bodyPr anchorCtr="1" anchor="ctr" bIns="5025" lIns="90000" spcFirstLastPara="1" rIns="90000" wrap="square" tIns="50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78" name="Google Shape;1378;p28"/>
              <p:cNvSpPr/>
              <p:nvPr/>
            </p:nvSpPr>
            <p:spPr>
              <a:xfrm>
                <a:off x="5475042" y="2554678"/>
                <a:ext cx="515865" cy="148003"/>
              </a:xfrm>
              <a:custGeom>
                <a:rect b="b" l="l" r="r" t="t"/>
                <a:pathLst>
                  <a:path extrusionOk="0" h="138" w="481">
                    <a:moveTo>
                      <a:pt x="411" y="138"/>
                    </a:moveTo>
                    <a:lnTo>
                      <a:pt x="69" y="138"/>
                    </a:lnTo>
                    <a:cubicBezTo>
                      <a:pt x="31" y="138"/>
                      <a:pt x="0" y="108"/>
                      <a:pt x="0" y="70"/>
                    </a:cubicBezTo>
                    <a:lnTo>
                      <a:pt x="0" y="70"/>
                    </a:lnTo>
                    <a:cubicBezTo>
                      <a:pt x="0" y="32"/>
                      <a:pt x="31" y="0"/>
                      <a:pt x="69" y="0"/>
                    </a:cubicBezTo>
                    <a:lnTo>
                      <a:pt x="411" y="0"/>
                    </a:lnTo>
                    <a:cubicBezTo>
                      <a:pt x="450" y="0"/>
                      <a:pt x="481" y="32"/>
                      <a:pt x="481" y="70"/>
                    </a:cubicBezTo>
                    <a:lnTo>
                      <a:pt x="481" y="70"/>
                    </a:lnTo>
                    <a:cubicBezTo>
                      <a:pt x="481" y="108"/>
                      <a:pt x="450" y="138"/>
                      <a:pt x="411" y="138"/>
                    </a:cubicBezTo>
                    <a:close/>
                  </a:path>
                </a:pathLst>
              </a:custGeom>
              <a:solidFill>
                <a:schemeClr val="dk2"/>
              </a:solidFill>
              <a:ln>
                <a:noFill/>
              </a:ln>
            </p:spPr>
            <p:txBody>
              <a:bodyPr anchorCtr="1" anchor="ctr" bIns="4675" lIns="90000" spcFirstLastPara="1" rIns="90000" wrap="square" tIns="46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79" name="Google Shape;1379;p28"/>
              <p:cNvSpPr/>
              <p:nvPr/>
            </p:nvSpPr>
            <p:spPr>
              <a:xfrm>
                <a:off x="5503999" y="1945507"/>
                <a:ext cx="457951" cy="13942"/>
              </a:xfrm>
              <a:custGeom>
                <a:rect b="b" l="l" r="r" t="t"/>
                <a:pathLst>
                  <a:path extrusionOk="0" h="13" w="427">
                    <a:moveTo>
                      <a:pt x="427" y="6"/>
                    </a:moveTo>
                    <a:cubicBezTo>
                      <a:pt x="427" y="10"/>
                      <a:pt x="331" y="13"/>
                      <a:pt x="213" y="13"/>
                    </a:cubicBezTo>
                    <a:cubicBezTo>
                      <a:pt x="95" y="13"/>
                      <a:pt x="0" y="9"/>
                      <a:pt x="0" y="6"/>
                    </a:cubicBezTo>
                    <a:cubicBezTo>
                      <a:pt x="0" y="2"/>
                      <a:pt x="95" y="0"/>
                      <a:pt x="213" y="0"/>
                    </a:cubicBezTo>
                    <a:cubicBezTo>
                      <a:pt x="331" y="0"/>
                      <a:pt x="427" y="3"/>
                      <a:pt x="427" y="6"/>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80" name="Google Shape;1380;p28"/>
              <p:cNvSpPr/>
              <p:nvPr/>
            </p:nvSpPr>
            <p:spPr>
              <a:xfrm>
                <a:off x="5424635" y="2122467"/>
                <a:ext cx="42899" cy="26812"/>
              </a:xfrm>
              <a:custGeom>
                <a:rect b="b" l="l" r="r" t="t"/>
                <a:pathLst>
                  <a:path extrusionOk="0" h="25" w="40">
                    <a:moveTo>
                      <a:pt x="35" y="25"/>
                    </a:moveTo>
                    <a:lnTo>
                      <a:pt x="5" y="25"/>
                    </a:lnTo>
                    <a:cubicBezTo>
                      <a:pt x="2" y="25"/>
                      <a:pt x="0" y="23"/>
                      <a:pt x="0" y="20"/>
                    </a:cubicBezTo>
                    <a:lnTo>
                      <a:pt x="0" y="20"/>
                    </a:lnTo>
                    <a:cubicBezTo>
                      <a:pt x="0" y="9"/>
                      <a:pt x="9" y="0"/>
                      <a:pt x="20" y="0"/>
                    </a:cubicBezTo>
                    <a:lnTo>
                      <a:pt x="20" y="0"/>
                    </a:lnTo>
                    <a:cubicBezTo>
                      <a:pt x="31" y="0"/>
                      <a:pt x="40" y="9"/>
                      <a:pt x="40" y="20"/>
                    </a:cubicBezTo>
                    <a:lnTo>
                      <a:pt x="40" y="20"/>
                    </a:lnTo>
                    <a:cubicBezTo>
                      <a:pt x="40" y="23"/>
                      <a:pt x="38" y="25"/>
                      <a:pt x="35" y="25"/>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1" name="Google Shape;1381;p28"/>
              <p:cNvSpPr/>
              <p:nvPr/>
            </p:nvSpPr>
            <p:spPr>
              <a:xfrm>
                <a:off x="5433215" y="2097800"/>
                <a:ext cx="25740" cy="25740"/>
              </a:xfrm>
              <a:custGeom>
                <a:rect b="b" l="l" r="r" t="t"/>
                <a:pathLst>
                  <a:path extrusionOk="0" h="24" w="24">
                    <a:moveTo>
                      <a:pt x="24" y="12"/>
                    </a:moveTo>
                    <a:cubicBezTo>
                      <a:pt x="24" y="19"/>
                      <a:pt x="19" y="24"/>
                      <a:pt x="12" y="24"/>
                    </a:cubicBezTo>
                    <a:cubicBezTo>
                      <a:pt x="5" y="24"/>
                      <a:pt x="0" y="18"/>
                      <a:pt x="0" y="12"/>
                    </a:cubicBezTo>
                    <a:cubicBezTo>
                      <a:pt x="0" y="5"/>
                      <a:pt x="5" y="0"/>
                      <a:pt x="12" y="0"/>
                    </a:cubicBezTo>
                    <a:cubicBezTo>
                      <a:pt x="19" y="0"/>
                      <a:pt x="24" y="6"/>
                      <a:pt x="24" y="1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2" name="Google Shape;1382;p28"/>
              <p:cNvSpPr/>
              <p:nvPr/>
            </p:nvSpPr>
            <p:spPr>
              <a:xfrm>
                <a:off x="5426780" y="2335891"/>
                <a:ext cx="38609" cy="26812"/>
              </a:xfrm>
              <a:custGeom>
                <a:rect b="b" l="l" r="r" t="t"/>
                <a:pathLst>
                  <a:path extrusionOk="0" h="25" w="36">
                    <a:moveTo>
                      <a:pt x="0" y="0"/>
                    </a:moveTo>
                    <a:lnTo>
                      <a:pt x="36" y="0"/>
                    </a:lnTo>
                    <a:lnTo>
                      <a:pt x="36" y="25"/>
                    </a:lnTo>
                    <a:lnTo>
                      <a:pt x="0" y="25"/>
                    </a:lnTo>
                    <a:lnTo>
                      <a:pt x="0" y="0"/>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3" name="Google Shape;1383;p28"/>
              <p:cNvSpPr/>
              <p:nvPr/>
            </p:nvSpPr>
            <p:spPr>
              <a:xfrm>
                <a:off x="5422490" y="2309079"/>
                <a:ext cx="47189" cy="32175"/>
              </a:xfrm>
              <a:custGeom>
                <a:rect b="b" l="l" r="r" t="t"/>
                <a:pathLst>
                  <a:path extrusionOk="0" h="30" w="44">
                    <a:moveTo>
                      <a:pt x="44" y="30"/>
                    </a:moveTo>
                    <a:lnTo>
                      <a:pt x="32" y="30"/>
                    </a:lnTo>
                    <a:lnTo>
                      <a:pt x="32" y="22"/>
                    </a:lnTo>
                    <a:cubicBezTo>
                      <a:pt x="32" y="17"/>
                      <a:pt x="27" y="12"/>
                      <a:pt x="22" y="12"/>
                    </a:cubicBezTo>
                    <a:cubicBezTo>
                      <a:pt x="16" y="12"/>
                      <a:pt x="12" y="17"/>
                      <a:pt x="12" y="22"/>
                    </a:cubicBezTo>
                    <a:lnTo>
                      <a:pt x="12" y="30"/>
                    </a:lnTo>
                    <a:lnTo>
                      <a:pt x="0" y="30"/>
                    </a:lnTo>
                    <a:lnTo>
                      <a:pt x="0" y="22"/>
                    </a:lnTo>
                    <a:cubicBezTo>
                      <a:pt x="0" y="10"/>
                      <a:pt x="10" y="0"/>
                      <a:pt x="22" y="0"/>
                    </a:cubicBezTo>
                    <a:cubicBezTo>
                      <a:pt x="34" y="0"/>
                      <a:pt x="44" y="10"/>
                      <a:pt x="44" y="22"/>
                    </a:cubicBezTo>
                    <a:lnTo>
                      <a:pt x="44" y="30"/>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4" name="Google Shape;1384;p28"/>
              <p:cNvSpPr/>
              <p:nvPr/>
            </p:nvSpPr>
            <p:spPr>
              <a:xfrm>
                <a:off x="6121749" y="626351"/>
                <a:ext cx="349630" cy="349630"/>
              </a:xfrm>
              <a:custGeom>
                <a:rect b="b" l="l" r="r" t="t"/>
                <a:pathLst>
                  <a:path extrusionOk="0" h="326" w="326">
                    <a:moveTo>
                      <a:pt x="326" y="163"/>
                    </a:moveTo>
                    <a:cubicBezTo>
                      <a:pt x="326" y="192"/>
                      <a:pt x="318" y="219"/>
                      <a:pt x="304" y="244"/>
                    </a:cubicBezTo>
                    <a:cubicBezTo>
                      <a:pt x="290" y="268"/>
                      <a:pt x="268" y="290"/>
                      <a:pt x="244" y="304"/>
                    </a:cubicBezTo>
                    <a:cubicBezTo>
                      <a:pt x="219" y="318"/>
                      <a:pt x="191" y="326"/>
                      <a:pt x="163" y="326"/>
                    </a:cubicBezTo>
                    <a:cubicBezTo>
                      <a:pt x="134" y="326"/>
                      <a:pt x="106" y="318"/>
                      <a:pt x="81" y="304"/>
                    </a:cubicBezTo>
                    <a:cubicBezTo>
                      <a:pt x="56" y="290"/>
                      <a:pt x="36" y="268"/>
                      <a:pt x="22" y="244"/>
                    </a:cubicBezTo>
                    <a:cubicBezTo>
                      <a:pt x="7" y="219"/>
                      <a:pt x="0" y="192"/>
                      <a:pt x="0" y="163"/>
                    </a:cubicBezTo>
                    <a:cubicBezTo>
                      <a:pt x="0" y="134"/>
                      <a:pt x="7" y="106"/>
                      <a:pt x="22" y="81"/>
                    </a:cubicBezTo>
                    <a:cubicBezTo>
                      <a:pt x="36" y="57"/>
                      <a:pt x="56" y="36"/>
                      <a:pt x="81" y="22"/>
                    </a:cubicBezTo>
                    <a:cubicBezTo>
                      <a:pt x="106" y="7"/>
                      <a:pt x="134" y="0"/>
                      <a:pt x="163" y="0"/>
                    </a:cubicBezTo>
                    <a:cubicBezTo>
                      <a:pt x="191" y="0"/>
                      <a:pt x="219" y="7"/>
                      <a:pt x="244" y="22"/>
                    </a:cubicBezTo>
                    <a:cubicBezTo>
                      <a:pt x="268" y="36"/>
                      <a:pt x="290" y="57"/>
                      <a:pt x="304" y="81"/>
                    </a:cubicBezTo>
                    <a:cubicBezTo>
                      <a:pt x="318" y="106"/>
                      <a:pt x="326" y="134"/>
                      <a:pt x="326" y="163"/>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5" name="Google Shape;1385;p28"/>
              <p:cNvSpPr/>
              <p:nvPr/>
            </p:nvSpPr>
            <p:spPr>
              <a:xfrm>
                <a:off x="6215056" y="740034"/>
                <a:ext cx="161945" cy="121191"/>
              </a:xfrm>
              <a:custGeom>
                <a:rect b="b" l="l" r="r" t="t"/>
                <a:pathLst>
                  <a:path extrusionOk="0" h="113" w="151">
                    <a:moveTo>
                      <a:pt x="66" y="113"/>
                    </a:moveTo>
                    <a:cubicBezTo>
                      <a:pt x="63" y="113"/>
                      <a:pt x="61" y="113"/>
                      <a:pt x="59" y="111"/>
                    </a:cubicBezTo>
                    <a:lnTo>
                      <a:pt x="4" y="66"/>
                    </a:lnTo>
                    <a:cubicBezTo>
                      <a:pt x="-1" y="62"/>
                      <a:pt x="-1" y="54"/>
                      <a:pt x="3" y="50"/>
                    </a:cubicBezTo>
                    <a:cubicBezTo>
                      <a:pt x="6" y="45"/>
                      <a:pt x="13" y="45"/>
                      <a:pt x="18" y="49"/>
                    </a:cubicBezTo>
                    <a:lnTo>
                      <a:pt x="64" y="87"/>
                    </a:lnTo>
                    <a:lnTo>
                      <a:pt x="132" y="5"/>
                    </a:lnTo>
                    <a:cubicBezTo>
                      <a:pt x="136" y="0"/>
                      <a:pt x="142" y="-1"/>
                      <a:pt x="147" y="3"/>
                    </a:cubicBezTo>
                    <a:cubicBezTo>
                      <a:pt x="151" y="7"/>
                      <a:pt x="153" y="14"/>
                      <a:pt x="149" y="18"/>
                    </a:cubicBezTo>
                    <a:lnTo>
                      <a:pt x="74" y="109"/>
                    </a:lnTo>
                    <a:cubicBezTo>
                      <a:pt x="73" y="112"/>
                      <a:pt x="70" y="113"/>
                      <a:pt x="67" y="113"/>
                    </a:cubicBezTo>
                    <a:lnTo>
                      <a:pt x="66" y="113"/>
                    </a:ln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6" name="Google Shape;1386;p28"/>
              <p:cNvSpPr/>
              <p:nvPr/>
            </p:nvSpPr>
            <p:spPr>
              <a:xfrm>
                <a:off x="5328282" y="1015325"/>
                <a:ext cx="74000" cy="81567"/>
              </a:xfrm>
              <a:custGeom>
                <a:rect b="b" l="l" r="r" t="t"/>
                <a:pathLst>
                  <a:path extrusionOk="0" h="97" w="88">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387" name="Google Shape;1387;p28"/>
            <p:cNvGrpSpPr/>
            <p:nvPr/>
          </p:nvGrpSpPr>
          <p:grpSpPr>
            <a:xfrm>
              <a:off x="3966056" y="464459"/>
              <a:ext cx="1352404" cy="2850665"/>
              <a:chOff x="3966056" y="388259"/>
              <a:chExt cx="1352404" cy="2850665"/>
            </a:xfrm>
          </p:grpSpPr>
          <p:sp>
            <p:nvSpPr>
              <p:cNvPr id="1388" name="Google Shape;1388;p28"/>
              <p:cNvSpPr/>
              <p:nvPr/>
            </p:nvSpPr>
            <p:spPr>
              <a:xfrm>
                <a:off x="3966056" y="393622"/>
                <a:ext cx="1349186" cy="2845303"/>
              </a:xfrm>
              <a:custGeom>
                <a:rect b="b" l="l" r="r" t="t"/>
                <a:pathLst>
                  <a:path extrusionOk="0" h="2653" w="1258">
                    <a:moveTo>
                      <a:pt x="1032" y="1"/>
                    </a:moveTo>
                    <a:cubicBezTo>
                      <a:pt x="1006" y="1"/>
                      <a:pt x="974" y="1"/>
                      <a:pt x="936" y="1"/>
                    </a:cubicBezTo>
                    <a:cubicBezTo>
                      <a:pt x="927" y="1"/>
                      <a:pt x="917" y="0"/>
                      <a:pt x="907" y="4"/>
                    </a:cubicBezTo>
                    <a:cubicBezTo>
                      <a:pt x="898" y="8"/>
                      <a:pt x="890" y="15"/>
                      <a:pt x="885" y="24"/>
                    </a:cubicBezTo>
                    <a:cubicBezTo>
                      <a:pt x="882" y="29"/>
                      <a:pt x="880" y="34"/>
                      <a:pt x="879" y="39"/>
                    </a:cubicBezTo>
                    <a:cubicBezTo>
                      <a:pt x="878" y="45"/>
                      <a:pt x="879" y="50"/>
                      <a:pt x="879" y="56"/>
                    </a:cubicBezTo>
                    <a:cubicBezTo>
                      <a:pt x="879" y="61"/>
                      <a:pt x="879" y="68"/>
                      <a:pt x="879" y="74"/>
                    </a:cubicBezTo>
                    <a:cubicBezTo>
                      <a:pt x="879" y="80"/>
                      <a:pt x="879" y="86"/>
                      <a:pt x="877" y="92"/>
                    </a:cubicBezTo>
                    <a:cubicBezTo>
                      <a:pt x="875" y="104"/>
                      <a:pt x="867" y="116"/>
                      <a:pt x="856" y="123"/>
                    </a:cubicBezTo>
                    <a:cubicBezTo>
                      <a:pt x="851" y="126"/>
                      <a:pt x="844" y="129"/>
                      <a:pt x="837" y="130"/>
                    </a:cubicBezTo>
                    <a:cubicBezTo>
                      <a:pt x="831" y="130"/>
                      <a:pt x="824" y="130"/>
                      <a:pt x="817" y="130"/>
                    </a:cubicBezTo>
                    <a:cubicBezTo>
                      <a:pt x="790" y="130"/>
                      <a:pt x="761" y="130"/>
                      <a:pt x="731" y="130"/>
                    </a:cubicBezTo>
                    <a:cubicBezTo>
                      <a:pt x="671" y="130"/>
                      <a:pt x="606" y="130"/>
                      <a:pt x="537" y="130"/>
                    </a:cubicBezTo>
                    <a:cubicBezTo>
                      <a:pt x="519" y="130"/>
                      <a:pt x="502" y="130"/>
                      <a:pt x="483" y="130"/>
                    </a:cubicBezTo>
                    <a:cubicBezTo>
                      <a:pt x="479" y="130"/>
                      <a:pt x="474" y="130"/>
                      <a:pt x="470" y="130"/>
                    </a:cubicBezTo>
                    <a:cubicBezTo>
                      <a:pt x="465" y="130"/>
                      <a:pt x="461" y="130"/>
                      <a:pt x="456" y="129"/>
                    </a:cubicBezTo>
                    <a:cubicBezTo>
                      <a:pt x="447" y="126"/>
                      <a:pt x="438" y="121"/>
                      <a:pt x="432" y="114"/>
                    </a:cubicBezTo>
                    <a:cubicBezTo>
                      <a:pt x="426" y="107"/>
                      <a:pt x="422" y="98"/>
                      <a:pt x="421" y="88"/>
                    </a:cubicBezTo>
                    <a:cubicBezTo>
                      <a:pt x="420" y="83"/>
                      <a:pt x="420" y="78"/>
                      <a:pt x="420" y="74"/>
                    </a:cubicBezTo>
                    <a:lnTo>
                      <a:pt x="420" y="59"/>
                    </a:lnTo>
                    <a:cubicBezTo>
                      <a:pt x="420" y="50"/>
                      <a:pt x="421" y="40"/>
                      <a:pt x="417" y="31"/>
                    </a:cubicBezTo>
                    <a:cubicBezTo>
                      <a:pt x="414" y="22"/>
                      <a:pt x="408" y="14"/>
                      <a:pt x="400" y="9"/>
                    </a:cubicBezTo>
                    <a:cubicBezTo>
                      <a:pt x="392" y="3"/>
                      <a:pt x="383" y="1"/>
                      <a:pt x="373" y="1"/>
                    </a:cubicBezTo>
                    <a:lnTo>
                      <a:pt x="342" y="1"/>
                    </a:lnTo>
                    <a:cubicBezTo>
                      <a:pt x="322" y="1"/>
                      <a:pt x="301" y="1"/>
                      <a:pt x="281" y="1"/>
                    </a:cubicBezTo>
                    <a:cubicBezTo>
                      <a:pt x="239" y="1"/>
                      <a:pt x="196" y="1"/>
                      <a:pt x="152" y="1"/>
                    </a:cubicBezTo>
                    <a:cubicBezTo>
                      <a:pt x="130" y="1"/>
                      <a:pt x="108" y="4"/>
                      <a:pt x="88" y="14"/>
                    </a:cubicBezTo>
                    <a:cubicBezTo>
                      <a:pt x="67" y="23"/>
                      <a:pt x="49" y="36"/>
                      <a:pt x="34" y="54"/>
                    </a:cubicBezTo>
                    <a:cubicBezTo>
                      <a:pt x="19" y="71"/>
                      <a:pt x="9" y="92"/>
                      <a:pt x="4" y="115"/>
                    </a:cubicBezTo>
                    <a:cubicBezTo>
                      <a:pt x="2" y="120"/>
                      <a:pt x="2" y="126"/>
                      <a:pt x="1" y="132"/>
                    </a:cubicBezTo>
                    <a:cubicBezTo>
                      <a:pt x="1" y="137"/>
                      <a:pt x="0" y="142"/>
                      <a:pt x="0" y="146"/>
                    </a:cubicBezTo>
                    <a:lnTo>
                      <a:pt x="0" y="1103"/>
                    </a:lnTo>
                    <a:cubicBezTo>
                      <a:pt x="0" y="1116"/>
                      <a:pt x="0" y="1129"/>
                      <a:pt x="0" y="1141"/>
                    </a:cubicBezTo>
                    <a:cubicBezTo>
                      <a:pt x="0" y="1180"/>
                      <a:pt x="0" y="1220"/>
                      <a:pt x="0" y="1259"/>
                    </a:cubicBezTo>
                    <a:lnTo>
                      <a:pt x="0" y="2501"/>
                    </a:lnTo>
                    <a:cubicBezTo>
                      <a:pt x="0" y="2517"/>
                      <a:pt x="1" y="2533"/>
                      <a:pt x="6" y="2548"/>
                    </a:cubicBezTo>
                    <a:cubicBezTo>
                      <a:pt x="15" y="2579"/>
                      <a:pt x="36" y="2607"/>
                      <a:pt x="63" y="2626"/>
                    </a:cubicBezTo>
                    <a:cubicBezTo>
                      <a:pt x="90" y="2645"/>
                      <a:pt x="123" y="2653"/>
                      <a:pt x="157" y="2652"/>
                    </a:cubicBezTo>
                    <a:cubicBezTo>
                      <a:pt x="190" y="2652"/>
                      <a:pt x="223" y="2652"/>
                      <a:pt x="256" y="2652"/>
                    </a:cubicBezTo>
                    <a:cubicBezTo>
                      <a:pt x="322" y="2652"/>
                      <a:pt x="388" y="2652"/>
                      <a:pt x="453" y="2652"/>
                    </a:cubicBezTo>
                    <a:cubicBezTo>
                      <a:pt x="584" y="2652"/>
                      <a:pt x="713" y="2652"/>
                      <a:pt x="839" y="2652"/>
                    </a:cubicBezTo>
                    <a:cubicBezTo>
                      <a:pt x="902" y="2652"/>
                      <a:pt x="965" y="2652"/>
                      <a:pt x="1027" y="2652"/>
                    </a:cubicBezTo>
                    <a:cubicBezTo>
                      <a:pt x="1058" y="2652"/>
                      <a:pt x="1089" y="2653"/>
                      <a:pt x="1119" y="2652"/>
                    </a:cubicBezTo>
                    <a:cubicBezTo>
                      <a:pt x="1150" y="2650"/>
                      <a:pt x="1179" y="2638"/>
                      <a:pt x="1202" y="2620"/>
                    </a:cubicBezTo>
                    <a:cubicBezTo>
                      <a:pt x="1214" y="2610"/>
                      <a:pt x="1224" y="2600"/>
                      <a:pt x="1232" y="2587"/>
                    </a:cubicBezTo>
                    <a:cubicBezTo>
                      <a:pt x="1240" y="2575"/>
                      <a:pt x="1246" y="2560"/>
                      <a:pt x="1251" y="2546"/>
                    </a:cubicBezTo>
                    <a:cubicBezTo>
                      <a:pt x="1255" y="2532"/>
                      <a:pt x="1256" y="2517"/>
                      <a:pt x="1256" y="2502"/>
                    </a:cubicBezTo>
                    <a:cubicBezTo>
                      <a:pt x="1256" y="2487"/>
                      <a:pt x="1256" y="2473"/>
                      <a:pt x="1256" y="2458"/>
                    </a:cubicBezTo>
                    <a:cubicBezTo>
                      <a:pt x="1256" y="2398"/>
                      <a:pt x="1256" y="2340"/>
                      <a:pt x="1256" y="2282"/>
                    </a:cubicBezTo>
                    <a:cubicBezTo>
                      <a:pt x="1256" y="1819"/>
                      <a:pt x="1257" y="1402"/>
                      <a:pt x="1257" y="1051"/>
                    </a:cubicBezTo>
                    <a:cubicBezTo>
                      <a:pt x="1257" y="701"/>
                      <a:pt x="1257" y="417"/>
                      <a:pt x="1258" y="221"/>
                    </a:cubicBezTo>
                    <a:cubicBezTo>
                      <a:pt x="1258" y="197"/>
                      <a:pt x="1258" y="173"/>
                      <a:pt x="1258" y="152"/>
                    </a:cubicBezTo>
                    <a:cubicBezTo>
                      <a:pt x="1258" y="130"/>
                      <a:pt x="1254" y="110"/>
                      <a:pt x="1247" y="92"/>
                    </a:cubicBezTo>
                    <a:cubicBezTo>
                      <a:pt x="1240" y="75"/>
                      <a:pt x="1229" y="60"/>
                      <a:pt x="1219" y="49"/>
                    </a:cubicBezTo>
                    <a:cubicBezTo>
                      <a:pt x="1208" y="37"/>
                      <a:pt x="1197" y="28"/>
                      <a:pt x="1186" y="21"/>
                    </a:cubicBezTo>
                    <a:cubicBezTo>
                      <a:pt x="1164" y="8"/>
                      <a:pt x="1144" y="4"/>
                      <a:pt x="1131" y="2"/>
                    </a:cubicBezTo>
                    <a:cubicBezTo>
                      <a:pt x="1124" y="1"/>
                      <a:pt x="1119" y="1"/>
                      <a:pt x="1116" y="1"/>
                    </a:cubicBezTo>
                    <a:cubicBezTo>
                      <a:pt x="1113" y="1"/>
                      <a:pt x="1111" y="0"/>
                      <a:pt x="1111" y="0"/>
                    </a:cubicBezTo>
                    <a:cubicBezTo>
                      <a:pt x="1111" y="0"/>
                      <a:pt x="1104" y="1"/>
                      <a:pt x="1091" y="1"/>
                    </a:cubicBezTo>
                    <a:cubicBezTo>
                      <a:pt x="1078" y="1"/>
                      <a:pt x="1058" y="1"/>
                      <a:pt x="1032" y="1"/>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9" name="Google Shape;1389;p28"/>
              <p:cNvSpPr/>
              <p:nvPr/>
            </p:nvSpPr>
            <p:spPr>
              <a:xfrm>
                <a:off x="3966056" y="388259"/>
                <a:ext cx="1352404" cy="2850665"/>
              </a:xfrm>
              <a:custGeom>
                <a:rect b="b" l="l" r="r" t="t"/>
                <a:pathLst>
                  <a:path extrusionOk="0" h="2658" w="1261">
                    <a:moveTo>
                      <a:pt x="1112" y="2"/>
                    </a:moveTo>
                    <a:cubicBezTo>
                      <a:pt x="1112" y="2"/>
                      <a:pt x="1114" y="2"/>
                      <a:pt x="1117" y="2"/>
                    </a:cubicBezTo>
                    <a:cubicBezTo>
                      <a:pt x="1120" y="2"/>
                      <a:pt x="1126" y="2"/>
                      <a:pt x="1132" y="3"/>
                    </a:cubicBezTo>
                    <a:cubicBezTo>
                      <a:pt x="1145" y="4"/>
                      <a:pt x="1165" y="9"/>
                      <a:pt x="1187" y="22"/>
                    </a:cubicBezTo>
                    <a:cubicBezTo>
                      <a:pt x="1198" y="28"/>
                      <a:pt x="1210" y="37"/>
                      <a:pt x="1221" y="49"/>
                    </a:cubicBezTo>
                    <a:cubicBezTo>
                      <a:pt x="1232" y="61"/>
                      <a:pt x="1242" y="76"/>
                      <a:pt x="1249" y="93"/>
                    </a:cubicBezTo>
                    <a:cubicBezTo>
                      <a:pt x="1256" y="111"/>
                      <a:pt x="1260" y="131"/>
                      <a:pt x="1260" y="153"/>
                    </a:cubicBezTo>
                    <a:cubicBezTo>
                      <a:pt x="1260" y="175"/>
                      <a:pt x="1260" y="198"/>
                      <a:pt x="1260" y="222"/>
                    </a:cubicBezTo>
                    <a:cubicBezTo>
                      <a:pt x="1260" y="418"/>
                      <a:pt x="1260" y="702"/>
                      <a:pt x="1260" y="1052"/>
                    </a:cubicBezTo>
                    <a:cubicBezTo>
                      <a:pt x="1260" y="1403"/>
                      <a:pt x="1260" y="1820"/>
                      <a:pt x="1261" y="2283"/>
                    </a:cubicBezTo>
                    <a:cubicBezTo>
                      <a:pt x="1261" y="2341"/>
                      <a:pt x="1261" y="2399"/>
                      <a:pt x="1261" y="2459"/>
                    </a:cubicBezTo>
                    <a:lnTo>
                      <a:pt x="1261" y="2503"/>
                    </a:lnTo>
                    <a:cubicBezTo>
                      <a:pt x="1260" y="2518"/>
                      <a:pt x="1259" y="2534"/>
                      <a:pt x="1255" y="2548"/>
                    </a:cubicBezTo>
                    <a:cubicBezTo>
                      <a:pt x="1251" y="2563"/>
                      <a:pt x="1245" y="2577"/>
                      <a:pt x="1236" y="2590"/>
                    </a:cubicBezTo>
                    <a:cubicBezTo>
                      <a:pt x="1228" y="2602"/>
                      <a:pt x="1217" y="2614"/>
                      <a:pt x="1205" y="2624"/>
                    </a:cubicBezTo>
                    <a:cubicBezTo>
                      <a:pt x="1182" y="2643"/>
                      <a:pt x="1152" y="2655"/>
                      <a:pt x="1121" y="2657"/>
                    </a:cubicBezTo>
                    <a:cubicBezTo>
                      <a:pt x="1090" y="2658"/>
                      <a:pt x="1059" y="2657"/>
                      <a:pt x="1028" y="2657"/>
                    </a:cubicBezTo>
                    <a:cubicBezTo>
                      <a:pt x="966" y="2657"/>
                      <a:pt x="904" y="2657"/>
                      <a:pt x="841" y="2657"/>
                    </a:cubicBezTo>
                    <a:cubicBezTo>
                      <a:pt x="715" y="2657"/>
                      <a:pt x="586" y="2657"/>
                      <a:pt x="456" y="2657"/>
                    </a:cubicBezTo>
                    <a:cubicBezTo>
                      <a:pt x="391" y="2657"/>
                      <a:pt x="325" y="2657"/>
                      <a:pt x="260" y="2657"/>
                    </a:cubicBezTo>
                    <a:cubicBezTo>
                      <a:pt x="227" y="2657"/>
                      <a:pt x="193" y="2657"/>
                      <a:pt x="160" y="2657"/>
                    </a:cubicBezTo>
                    <a:cubicBezTo>
                      <a:pt x="127" y="2659"/>
                      <a:pt x="92" y="2650"/>
                      <a:pt x="64" y="2630"/>
                    </a:cubicBezTo>
                    <a:cubicBezTo>
                      <a:pt x="36" y="2611"/>
                      <a:pt x="16" y="2582"/>
                      <a:pt x="6" y="2550"/>
                    </a:cubicBezTo>
                    <a:cubicBezTo>
                      <a:pt x="1" y="2534"/>
                      <a:pt x="0" y="2517"/>
                      <a:pt x="0" y="2500"/>
                    </a:cubicBezTo>
                    <a:cubicBezTo>
                      <a:pt x="0" y="2484"/>
                      <a:pt x="0" y="2467"/>
                      <a:pt x="0" y="2451"/>
                    </a:cubicBezTo>
                    <a:cubicBezTo>
                      <a:pt x="0" y="2384"/>
                      <a:pt x="0" y="2319"/>
                      <a:pt x="0" y="2254"/>
                    </a:cubicBezTo>
                    <a:cubicBezTo>
                      <a:pt x="0" y="2124"/>
                      <a:pt x="0" y="1996"/>
                      <a:pt x="0" y="1870"/>
                    </a:cubicBezTo>
                    <a:cubicBezTo>
                      <a:pt x="0" y="1618"/>
                      <a:pt x="0" y="1375"/>
                      <a:pt x="0" y="1143"/>
                    </a:cubicBezTo>
                    <a:cubicBezTo>
                      <a:pt x="0" y="911"/>
                      <a:pt x="0" y="691"/>
                      <a:pt x="0" y="485"/>
                    </a:cubicBezTo>
                    <a:cubicBezTo>
                      <a:pt x="0" y="382"/>
                      <a:pt x="0" y="282"/>
                      <a:pt x="1" y="186"/>
                    </a:cubicBezTo>
                    <a:cubicBezTo>
                      <a:pt x="1" y="175"/>
                      <a:pt x="1" y="163"/>
                      <a:pt x="1" y="151"/>
                    </a:cubicBezTo>
                    <a:cubicBezTo>
                      <a:pt x="1" y="145"/>
                      <a:pt x="1" y="139"/>
                      <a:pt x="1" y="133"/>
                    </a:cubicBezTo>
                    <a:cubicBezTo>
                      <a:pt x="2" y="127"/>
                      <a:pt x="3" y="121"/>
                      <a:pt x="4" y="115"/>
                    </a:cubicBezTo>
                    <a:cubicBezTo>
                      <a:pt x="10" y="92"/>
                      <a:pt x="21" y="71"/>
                      <a:pt x="35" y="53"/>
                    </a:cubicBezTo>
                    <a:cubicBezTo>
                      <a:pt x="50" y="36"/>
                      <a:pt x="69" y="22"/>
                      <a:pt x="90" y="12"/>
                    </a:cubicBezTo>
                    <a:cubicBezTo>
                      <a:pt x="111" y="3"/>
                      <a:pt x="133" y="0"/>
                      <a:pt x="155" y="0"/>
                    </a:cubicBezTo>
                    <a:cubicBezTo>
                      <a:pt x="199" y="0"/>
                      <a:pt x="242" y="0"/>
                      <a:pt x="284" y="0"/>
                    </a:cubicBezTo>
                    <a:cubicBezTo>
                      <a:pt x="304" y="0"/>
                      <a:pt x="325" y="0"/>
                      <a:pt x="345" y="0"/>
                    </a:cubicBezTo>
                    <a:cubicBezTo>
                      <a:pt x="355" y="0"/>
                      <a:pt x="365" y="0"/>
                      <a:pt x="375" y="0"/>
                    </a:cubicBezTo>
                    <a:cubicBezTo>
                      <a:pt x="386" y="0"/>
                      <a:pt x="395" y="2"/>
                      <a:pt x="404" y="8"/>
                    </a:cubicBezTo>
                    <a:cubicBezTo>
                      <a:pt x="412" y="14"/>
                      <a:pt x="419" y="22"/>
                      <a:pt x="423" y="32"/>
                    </a:cubicBezTo>
                    <a:cubicBezTo>
                      <a:pt x="426" y="41"/>
                      <a:pt x="425" y="51"/>
                      <a:pt x="425" y="61"/>
                    </a:cubicBezTo>
                    <a:cubicBezTo>
                      <a:pt x="425" y="66"/>
                      <a:pt x="425" y="70"/>
                      <a:pt x="425" y="75"/>
                    </a:cubicBezTo>
                    <a:cubicBezTo>
                      <a:pt x="425" y="80"/>
                      <a:pt x="425" y="85"/>
                      <a:pt x="426" y="89"/>
                    </a:cubicBezTo>
                    <a:cubicBezTo>
                      <a:pt x="427" y="98"/>
                      <a:pt x="431" y="107"/>
                      <a:pt x="437" y="114"/>
                    </a:cubicBezTo>
                    <a:cubicBezTo>
                      <a:pt x="443" y="121"/>
                      <a:pt x="451" y="126"/>
                      <a:pt x="459" y="128"/>
                    </a:cubicBezTo>
                    <a:cubicBezTo>
                      <a:pt x="464" y="129"/>
                      <a:pt x="468" y="129"/>
                      <a:pt x="473" y="129"/>
                    </a:cubicBezTo>
                    <a:cubicBezTo>
                      <a:pt x="477" y="129"/>
                      <a:pt x="482" y="129"/>
                      <a:pt x="486" y="129"/>
                    </a:cubicBezTo>
                    <a:cubicBezTo>
                      <a:pt x="504" y="129"/>
                      <a:pt x="522" y="129"/>
                      <a:pt x="539" y="129"/>
                    </a:cubicBezTo>
                    <a:cubicBezTo>
                      <a:pt x="609" y="129"/>
                      <a:pt x="674" y="129"/>
                      <a:pt x="733" y="129"/>
                    </a:cubicBezTo>
                    <a:cubicBezTo>
                      <a:pt x="763" y="129"/>
                      <a:pt x="792" y="129"/>
                      <a:pt x="819" y="130"/>
                    </a:cubicBezTo>
                    <a:cubicBezTo>
                      <a:pt x="826" y="129"/>
                      <a:pt x="833" y="130"/>
                      <a:pt x="839" y="129"/>
                    </a:cubicBezTo>
                    <a:cubicBezTo>
                      <a:pt x="845" y="129"/>
                      <a:pt x="852" y="126"/>
                      <a:pt x="857" y="123"/>
                    </a:cubicBezTo>
                    <a:cubicBezTo>
                      <a:pt x="868" y="116"/>
                      <a:pt x="875" y="105"/>
                      <a:pt x="878" y="93"/>
                    </a:cubicBezTo>
                    <a:cubicBezTo>
                      <a:pt x="879" y="87"/>
                      <a:pt x="879" y="81"/>
                      <a:pt x="879" y="76"/>
                    </a:cubicBezTo>
                    <a:cubicBezTo>
                      <a:pt x="879" y="70"/>
                      <a:pt x="879" y="64"/>
                      <a:pt x="879" y="58"/>
                    </a:cubicBezTo>
                    <a:cubicBezTo>
                      <a:pt x="879" y="52"/>
                      <a:pt x="878" y="46"/>
                      <a:pt x="880" y="41"/>
                    </a:cubicBezTo>
                    <a:cubicBezTo>
                      <a:pt x="881" y="35"/>
                      <a:pt x="882" y="30"/>
                      <a:pt x="885" y="25"/>
                    </a:cubicBezTo>
                    <a:cubicBezTo>
                      <a:pt x="890" y="15"/>
                      <a:pt x="899" y="8"/>
                      <a:pt x="909" y="4"/>
                    </a:cubicBezTo>
                    <a:cubicBezTo>
                      <a:pt x="918" y="0"/>
                      <a:pt x="929" y="1"/>
                      <a:pt x="938" y="1"/>
                    </a:cubicBezTo>
                    <a:cubicBezTo>
                      <a:pt x="976" y="1"/>
                      <a:pt x="1007" y="1"/>
                      <a:pt x="1033" y="1"/>
                    </a:cubicBezTo>
                    <a:cubicBezTo>
                      <a:pt x="1059" y="1"/>
                      <a:pt x="1079" y="2"/>
                      <a:pt x="1092" y="2"/>
                    </a:cubicBezTo>
                    <a:cubicBezTo>
                      <a:pt x="1105" y="2"/>
                      <a:pt x="1112" y="2"/>
                      <a:pt x="1112" y="2"/>
                    </a:cubicBezTo>
                    <a:cubicBezTo>
                      <a:pt x="1112" y="2"/>
                      <a:pt x="1105" y="2"/>
                      <a:pt x="1092" y="2"/>
                    </a:cubicBezTo>
                    <a:cubicBezTo>
                      <a:pt x="1079" y="2"/>
                      <a:pt x="1059" y="2"/>
                      <a:pt x="1033" y="2"/>
                    </a:cubicBezTo>
                    <a:cubicBezTo>
                      <a:pt x="1007" y="2"/>
                      <a:pt x="976" y="2"/>
                      <a:pt x="938" y="2"/>
                    </a:cubicBezTo>
                    <a:cubicBezTo>
                      <a:pt x="928" y="2"/>
                      <a:pt x="918" y="1"/>
                      <a:pt x="909" y="5"/>
                    </a:cubicBezTo>
                    <a:cubicBezTo>
                      <a:pt x="900" y="9"/>
                      <a:pt x="891" y="16"/>
                      <a:pt x="886" y="26"/>
                    </a:cubicBezTo>
                    <a:cubicBezTo>
                      <a:pt x="884" y="30"/>
                      <a:pt x="882" y="36"/>
                      <a:pt x="881" y="41"/>
                    </a:cubicBezTo>
                    <a:cubicBezTo>
                      <a:pt x="880" y="46"/>
                      <a:pt x="880" y="52"/>
                      <a:pt x="880" y="58"/>
                    </a:cubicBezTo>
                    <a:cubicBezTo>
                      <a:pt x="880" y="64"/>
                      <a:pt x="880" y="70"/>
                      <a:pt x="880" y="76"/>
                    </a:cubicBezTo>
                    <a:cubicBezTo>
                      <a:pt x="880" y="81"/>
                      <a:pt x="881" y="88"/>
                      <a:pt x="879" y="94"/>
                    </a:cubicBezTo>
                    <a:cubicBezTo>
                      <a:pt x="877" y="106"/>
                      <a:pt x="869" y="117"/>
                      <a:pt x="858" y="124"/>
                    </a:cubicBezTo>
                    <a:cubicBezTo>
                      <a:pt x="852" y="128"/>
                      <a:pt x="846" y="130"/>
                      <a:pt x="839" y="131"/>
                    </a:cubicBezTo>
                    <a:cubicBezTo>
                      <a:pt x="832" y="132"/>
                      <a:pt x="826" y="131"/>
                      <a:pt x="819" y="131"/>
                    </a:cubicBezTo>
                    <a:cubicBezTo>
                      <a:pt x="792" y="131"/>
                      <a:pt x="763" y="131"/>
                      <a:pt x="733" y="131"/>
                    </a:cubicBezTo>
                    <a:cubicBezTo>
                      <a:pt x="674" y="131"/>
                      <a:pt x="609" y="131"/>
                      <a:pt x="539" y="131"/>
                    </a:cubicBezTo>
                    <a:cubicBezTo>
                      <a:pt x="522" y="131"/>
                      <a:pt x="504" y="131"/>
                      <a:pt x="486" y="131"/>
                    </a:cubicBezTo>
                    <a:cubicBezTo>
                      <a:pt x="482" y="131"/>
                      <a:pt x="477" y="131"/>
                      <a:pt x="473" y="131"/>
                    </a:cubicBezTo>
                    <a:cubicBezTo>
                      <a:pt x="468" y="131"/>
                      <a:pt x="463" y="131"/>
                      <a:pt x="459" y="130"/>
                    </a:cubicBezTo>
                    <a:cubicBezTo>
                      <a:pt x="450" y="128"/>
                      <a:pt x="441" y="123"/>
                      <a:pt x="435" y="115"/>
                    </a:cubicBezTo>
                    <a:cubicBezTo>
                      <a:pt x="429" y="108"/>
                      <a:pt x="425" y="99"/>
                      <a:pt x="423" y="90"/>
                    </a:cubicBezTo>
                    <a:cubicBezTo>
                      <a:pt x="423" y="85"/>
                      <a:pt x="423" y="80"/>
                      <a:pt x="423" y="75"/>
                    </a:cubicBezTo>
                    <a:cubicBezTo>
                      <a:pt x="423" y="70"/>
                      <a:pt x="423" y="66"/>
                      <a:pt x="423" y="61"/>
                    </a:cubicBezTo>
                    <a:cubicBezTo>
                      <a:pt x="423" y="51"/>
                      <a:pt x="424" y="42"/>
                      <a:pt x="420" y="33"/>
                    </a:cubicBezTo>
                    <a:cubicBezTo>
                      <a:pt x="417" y="24"/>
                      <a:pt x="411" y="16"/>
                      <a:pt x="403" y="10"/>
                    </a:cubicBezTo>
                    <a:cubicBezTo>
                      <a:pt x="395" y="5"/>
                      <a:pt x="385" y="2"/>
                      <a:pt x="375" y="3"/>
                    </a:cubicBezTo>
                    <a:lnTo>
                      <a:pt x="345" y="3"/>
                    </a:lnTo>
                    <a:cubicBezTo>
                      <a:pt x="325" y="3"/>
                      <a:pt x="304" y="3"/>
                      <a:pt x="283" y="3"/>
                    </a:cubicBezTo>
                    <a:cubicBezTo>
                      <a:pt x="242" y="3"/>
                      <a:pt x="199" y="3"/>
                      <a:pt x="155" y="3"/>
                    </a:cubicBezTo>
                    <a:cubicBezTo>
                      <a:pt x="133" y="3"/>
                      <a:pt x="111" y="6"/>
                      <a:pt x="91" y="15"/>
                    </a:cubicBezTo>
                    <a:cubicBezTo>
                      <a:pt x="71" y="24"/>
                      <a:pt x="52" y="38"/>
                      <a:pt x="38" y="55"/>
                    </a:cubicBezTo>
                    <a:cubicBezTo>
                      <a:pt x="23" y="72"/>
                      <a:pt x="13" y="94"/>
                      <a:pt x="7" y="116"/>
                    </a:cubicBezTo>
                    <a:cubicBezTo>
                      <a:pt x="6" y="122"/>
                      <a:pt x="5" y="128"/>
                      <a:pt x="4" y="133"/>
                    </a:cubicBezTo>
                    <a:cubicBezTo>
                      <a:pt x="4" y="139"/>
                      <a:pt x="4" y="145"/>
                      <a:pt x="4" y="151"/>
                    </a:cubicBezTo>
                    <a:cubicBezTo>
                      <a:pt x="4" y="163"/>
                      <a:pt x="4" y="175"/>
                      <a:pt x="4" y="187"/>
                    </a:cubicBezTo>
                    <a:cubicBezTo>
                      <a:pt x="4" y="282"/>
                      <a:pt x="4" y="382"/>
                      <a:pt x="4" y="485"/>
                    </a:cubicBezTo>
                    <a:cubicBezTo>
                      <a:pt x="4" y="691"/>
                      <a:pt x="4" y="911"/>
                      <a:pt x="4" y="1143"/>
                    </a:cubicBezTo>
                    <a:cubicBezTo>
                      <a:pt x="4" y="1375"/>
                      <a:pt x="4" y="1618"/>
                      <a:pt x="4" y="1870"/>
                    </a:cubicBezTo>
                    <a:cubicBezTo>
                      <a:pt x="4" y="1996"/>
                      <a:pt x="4" y="2125"/>
                      <a:pt x="4" y="2254"/>
                    </a:cubicBezTo>
                    <a:cubicBezTo>
                      <a:pt x="4" y="2319"/>
                      <a:pt x="4" y="2385"/>
                      <a:pt x="4" y="2451"/>
                    </a:cubicBezTo>
                    <a:lnTo>
                      <a:pt x="4" y="2500"/>
                    </a:lnTo>
                    <a:cubicBezTo>
                      <a:pt x="4" y="2517"/>
                      <a:pt x="4" y="2533"/>
                      <a:pt x="10" y="2549"/>
                    </a:cubicBezTo>
                    <a:cubicBezTo>
                      <a:pt x="19" y="2580"/>
                      <a:pt x="39" y="2608"/>
                      <a:pt x="66" y="2627"/>
                    </a:cubicBezTo>
                    <a:cubicBezTo>
                      <a:pt x="94" y="2646"/>
                      <a:pt x="127" y="2655"/>
                      <a:pt x="160" y="2653"/>
                    </a:cubicBezTo>
                    <a:cubicBezTo>
                      <a:pt x="193" y="2653"/>
                      <a:pt x="226" y="2653"/>
                      <a:pt x="259" y="2653"/>
                    </a:cubicBezTo>
                    <a:cubicBezTo>
                      <a:pt x="325" y="2653"/>
                      <a:pt x="391" y="2653"/>
                      <a:pt x="456" y="2653"/>
                    </a:cubicBezTo>
                    <a:cubicBezTo>
                      <a:pt x="586" y="2653"/>
                      <a:pt x="714" y="2653"/>
                      <a:pt x="840" y="2653"/>
                    </a:cubicBezTo>
                    <a:cubicBezTo>
                      <a:pt x="903" y="2653"/>
                      <a:pt x="966" y="2653"/>
                      <a:pt x="1028" y="2653"/>
                    </a:cubicBezTo>
                    <a:cubicBezTo>
                      <a:pt x="1059" y="2653"/>
                      <a:pt x="1090" y="2654"/>
                      <a:pt x="1120" y="2653"/>
                    </a:cubicBezTo>
                    <a:cubicBezTo>
                      <a:pt x="1150" y="2651"/>
                      <a:pt x="1179" y="2640"/>
                      <a:pt x="1203" y="2621"/>
                    </a:cubicBezTo>
                    <a:cubicBezTo>
                      <a:pt x="1214" y="2611"/>
                      <a:pt x="1224" y="2601"/>
                      <a:pt x="1233" y="2588"/>
                    </a:cubicBezTo>
                    <a:cubicBezTo>
                      <a:pt x="1241" y="2576"/>
                      <a:pt x="1247" y="2561"/>
                      <a:pt x="1251" y="2547"/>
                    </a:cubicBezTo>
                    <a:cubicBezTo>
                      <a:pt x="1255" y="2533"/>
                      <a:pt x="1256" y="2518"/>
                      <a:pt x="1256" y="2504"/>
                    </a:cubicBezTo>
                    <a:cubicBezTo>
                      <a:pt x="1256" y="2489"/>
                      <a:pt x="1256" y="2474"/>
                      <a:pt x="1256" y="2459"/>
                    </a:cubicBezTo>
                    <a:cubicBezTo>
                      <a:pt x="1256" y="2400"/>
                      <a:pt x="1256" y="2341"/>
                      <a:pt x="1256" y="2283"/>
                    </a:cubicBezTo>
                    <a:cubicBezTo>
                      <a:pt x="1257" y="1821"/>
                      <a:pt x="1257" y="1403"/>
                      <a:pt x="1257" y="1053"/>
                    </a:cubicBezTo>
                    <a:cubicBezTo>
                      <a:pt x="1257" y="702"/>
                      <a:pt x="1258" y="419"/>
                      <a:pt x="1258" y="222"/>
                    </a:cubicBezTo>
                    <a:cubicBezTo>
                      <a:pt x="1258" y="198"/>
                      <a:pt x="1258" y="175"/>
                      <a:pt x="1258" y="153"/>
                    </a:cubicBezTo>
                    <a:cubicBezTo>
                      <a:pt x="1258" y="131"/>
                      <a:pt x="1254" y="111"/>
                      <a:pt x="1247" y="94"/>
                    </a:cubicBezTo>
                    <a:cubicBezTo>
                      <a:pt x="1240" y="76"/>
                      <a:pt x="1230" y="62"/>
                      <a:pt x="1219" y="50"/>
                    </a:cubicBezTo>
                    <a:cubicBezTo>
                      <a:pt x="1209" y="38"/>
                      <a:pt x="1197" y="29"/>
                      <a:pt x="1186" y="23"/>
                    </a:cubicBezTo>
                    <a:cubicBezTo>
                      <a:pt x="1164" y="9"/>
                      <a:pt x="1144" y="5"/>
                      <a:pt x="1131" y="3"/>
                    </a:cubicBezTo>
                    <a:cubicBezTo>
                      <a:pt x="1125" y="2"/>
                      <a:pt x="1120" y="2"/>
                      <a:pt x="1117" y="2"/>
                    </a:cubicBezTo>
                    <a:cubicBezTo>
                      <a:pt x="1113" y="2"/>
                      <a:pt x="1111" y="2"/>
                      <a:pt x="1111" y="2"/>
                    </a:cubicBezTo>
                    <a:lnTo>
                      <a:pt x="1112" y="2"/>
                    </a:lnTo>
                    <a:close/>
                  </a:path>
                </a:pathLst>
              </a:custGeom>
              <a:solidFill>
                <a:schemeClr val="dk1"/>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90" name="Google Shape;1390;p28"/>
              <p:cNvSpPr/>
              <p:nvPr/>
            </p:nvSpPr>
            <p:spPr>
              <a:xfrm>
                <a:off x="5072860" y="644583"/>
                <a:ext cx="116901" cy="3217"/>
              </a:xfrm>
              <a:custGeom>
                <a:rect b="b" l="l" r="r" t="t"/>
                <a:pathLst>
                  <a:path extrusionOk="0" h="3" w="109">
                    <a:moveTo>
                      <a:pt x="109" y="1"/>
                    </a:moveTo>
                    <a:cubicBezTo>
                      <a:pt x="109" y="2"/>
                      <a:pt x="84" y="2"/>
                      <a:pt x="54" y="3"/>
                    </a:cubicBezTo>
                    <a:cubicBezTo>
                      <a:pt x="24" y="3"/>
                      <a:pt x="0" y="3"/>
                      <a:pt x="0" y="2"/>
                    </a:cubicBezTo>
                    <a:cubicBezTo>
                      <a:pt x="0" y="1"/>
                      <a:pt x="24" y="1"/>
                      <a:pt x="54" y="0"/>
                    </a:cubicBezTo>
                    <a:cubicBezTo>
                      <a:pt x="84" y="0"/>
                      <a:pt x="109" y="0"/>
                      <a:pt x="109" y="1"/>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91" name="Google Shape;1391;p28"/>
              <p:cNvSpPr/>
              <p:nvPr/>
            </p:nvSpPr>
            <p:spPr>
              <a:xfrm>
                <a:off x="5072860" y="674612"/>
                <a:ext cx="116901" cy="2145"/>
              </a:xfrm>
              <a:custGeom>
                <a:rect b="b" l="l" r="r" t="t"/>
                <a:pathLst>
                  <a:path extrusionOk="0" h="2" w="109">
                    <a:moveTo>
                      <a:pt x="109" y="1"/>
                    </a:moveTo>
                    <a:cubicBezTo>
                      <a:pt x="109" y="1"/>
                      <a:pt x="85" y="2"/>
                      <a:pt x="55" y="2"/>
                    </a:cubicBezTo>
                    <a:cubicBezTo>
                      <a:pt x="25" y="3"/>
                      <a:pt x="0" y="2"/>
                      <a:pt x="0" y="2"/>
                    </a:cubicBezTo>
                    <a:cubicBezTo>
                      <a:pt x="0" y="1"/>
                      <a:pt x="25" y="0"/>
                      <a:pt x="55" y="0"/>
                    </a:cubicBezTo>
                    <a:cubicBezTo>
                      <a:pt x="85" y="0"/>
                      <a:pt x="109" y="0"/>
                      <a:pt x="109" y="1"/>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92" name="Google Shape;1392;p28"/>
              <p:cNvSpPr/>
              <p:nvPr/>
            </p:nvSpPr>
            <p:spPr>
              <a:xfrm>
                <a:off x="5072860" y="704642"/>
                <a:ext cx="116901" cy="2145"/>
              </a:xfrm>
              <a:custGeom>
                <a:rect b="b" l="l" r="r" t="t"/>
                <a:pathLst>
                  <a:path extrusionOk="0" h="2" w="109">
                    <a:moveTo>
                      <a:pt x="109" y="1"/>
                    </a:moveTo>
                    <a:cubicBezTo>
                      <a:pt x="109" y="1"/>
                      <a:pt x="85" y="2"/>
                      <a:pt x="55" y="2"/>
                    </a:cubicBezTo>
                    <a:cubicBezTo>
                      <a:pt x="25" y="2"/>
                      <a:pt x="0" y="2"/>
                      <a:pt x="0" y="2"/>
                    </a:cubicBezTo>
                    <a:cubicBezTo>
                      <a:pt x="0" y="1"/>
                      <a:pt x="25" y="0"/>
                      <a:pt x="55" y="0"/>
                    </a:cubicBezTo>
                    <a:cubicBezTo>
                      <a:pt x="85" y="0"/>
                      <a:pt x="109" y="0"/>
                      <a:pt x="109" y="1"/>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93" name="Google Shape;1393;p28"/>
              <p:cNvSpPr/>
              <p:nvPr/>
            </p:nvSpPr>
            <p:spPr>
              <a:xfrm>
                <a:off x="4082957" y="896617"/>
                <a:ext cx="1100370" cy="200555"/>
              </a:xfrm>
              <a:custGeom>
                <a:rect b="b" l="l" r="r" t="t"/>
                <a:pathLst>
                  <a:path extrusionOk="0" h="187" w="1026">
                    <a:moveTo>
                      <a:pt x="513" y="187"/>
                    </a:moveTo>
                    <a:lnTo>
                      <a:pt x="947" y="187"/>
                    </a:lnTo>
                    <a:cubicBezTo>
                      <a:pt x="991" y="187"/>
                      <a:pt x="1026" y="152"/>
                      <a:pt x="1026" y="108"/>
                    </a:cubicBezTo>
                    <a:lnTo>
                      <a:pt x="1026" y="79"/>
                    </a:lnTo>
                    <a:cubicBezTo>
                      <a:pt x="1026" y="35"/>
                      <a:pt x="991" y="0"/>
                      <a:pt x="947" y="0"/>
                    </a:cubicBezTo>
                    <a:lnTo>
                      <a:pt x="79" y="0"/>
                    </a:lnTo>
                    <a:cubicBezTo>
                      <a:pt x="35" y="0"/>
                      <a:pt x="0" y="35"/>
                      <a:pt x="0" y="79"/>
                    </a:cubicBezTo>
                    <a:lnTo>
                      <a:pt x="0" y="108"/>
                    </a:lnTo>
                    <a:cubicBezTo>
                      <a:pt x="0" y="152"/>
                      <a:pt x="35" y="187"/>
                      <a:pt x="79" y="187"/>
                    </a:cubicBezTo>
                    <a:lnTo>
                      <a:pt x="513" y="187"/>
                    </a:lnTo>
                    <a:close/>
                  </a:path>
                </a:pathLst>
              </a:custGeom>
              <a:solidFill>
                <a:schemeClr val="accent2"/>
              </a:solidFill>
              <a:ln>
                <a:noFill/>
              </a:ln>
            </p:spPr>
            <p:txBody>
              <a:bodyPr anchorCtr="1" anchor="ctr" bIns="22300" lIns="90000" spcFirstLastPara="1" rIns="90000" wrap="square" tIns="223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94" name="Google Shape;1394;p28"/>
              <p:cNvSpPr/>
              <p:nvPr/>
            </p:nvSpPr>
            <p:spPr>
              <a:xfrm>
                <a:off x="4079740" y="894472"/>
                <a:ext cx="1104660" cy="204845"/>
              </a:xfrm>
              <a:custGeom>
                <a:rect b="b" l="l" r="r" t="t"/>
                <a:pathLst>
                  <a:path extrusionOk="0" h="191" w="1030">
                    <a:moveTo>
                      <a:pt x="950" y="189"/>
                    </a:moveTo>
                    <a:cubicBezTo>
                      <a:pt x="950" y="189"/>
                      <a:pt x="952" y="189"/>
                      <a:pt x="956" y="188"/>
                    </a:cubicBezTo>
                    <a:cubicBezTo>
                      <a:pt x="960" y="188"/>
                      <a:pt x="966" y="187"/>
                      <a:pt x="973" y="185"/>
                    </a:cubicBezTo>
                    <a:cubicBezTo>
                      <a:pt x="980" y="183"/>
                      <a:pt x="989" y="179"/>
                      <a:pt x="998" y="172"/>
                    </a:cubicBezTo>
                    <a:cubicBezTo>
                      <a:pt x="1006" y="165"/>
                      <a:pt x="1015" y="155"/>
                      <a:pt x="1021" y="142"/>
                    </a:cubicBezTo>
                    <a:cubicBezTo>
                      <a:pt x="1024" y="136"/>
                      <a:pt x="1026" y="129"/>
                      <a:pt x="1027" y="121"/>
                    </a:cubicBezTo>
                    <a:cubicBezTo>
                      <a:pt x="1028" y="113"/>
                      <a:pt x="1028" y="104"/>
                      <a:pt x="1028" y="95"/>
                    </a:cubicBezTo>
                    <a:cubicBezTo>
                      <a:pt x="1028" y="87"/>
                      <a:pt x="1028" y="77"/>
                      <a:pt x="1027" y="68"/>
                    </a:cubicBezTo>
                    <a:cubicBezTo>
                      <a:pt x="1025" y="59"/>
                      <a:pt x="1022" y="49"/>
                      <a:pt x="1017" y="41"/>
                    </a:cubicBezTo>
                    <a:cubicBezTo>
                      <a:pt x="1006" y="24"/>
                      <a:pt x="987" y="9"/>
                      <a:pt x="965" y="5"/>
                    </a:cubicBezTo>
                    <a:cubicBezTo>
                      <a:pt x="953" y="3"/>
                      <a:pt x="941" y="4"/>
                      <a:pt x="929" y="4"/>
                    </a:cubicBezTo>
                    <a:cubicBezTo>
                      <a:pt x="917" y="4"/>
                      <a:pt x="904" y="4"/>
                      <a:pt x="891" y="4"/>
                    </a:cubicBezTo>
                    <a:cubicBezTo>
                      <a:pt x="684" y="4"/>
                      <a:pt x="398" y="4"/>
                      <a:pt x="81" y="4"/>
                    </a:cubicBezTo>
                    <a:cubicBezTo>
                      <a:pt x="62" y="4"/>
                      <a:pt x="43" y="12"/>
                      <a:pt x="29" y="25"/>
                    </a:cubicBezTo>
                    <a:cubicBezTo>
                      <a:pt x="15" y="38"/>
                      <a:pt x="6" y="56"/>
                      <a:pt x="5" y="74"/>
                    </a:cubicBezTo>
                    <a:cubicBezTo>
                      <a:pt x="4" y="84"/>
                      <a:pt x="5" y="94"/>
                      <a:pt x="5" y="103"/>
                    </a:cubicBezTo>
                    <a:cubicBezTo>
                      <a:pt x="4" y="113"/>
                      <a:pt x="5" y="122"/>
                      <a:pt x="8" y="131"/>
                    </a:cubicBezTo>
                    <a:cubicBezTo>
                      <a:pt x="13" y="149"/>
                      <a:pt x="24" y="164"/>
                      <a:pt x="39" y="174"/>
                    </a:cubicBezTo>
                    <a:cubicBezTo>
                      <a:pt x="47" y="179"/>
                      <a:pt x="55" y="183"/>
                      <a:pt x="64" y="185"/>
                    </a:cubicBezTo>
                    <a:cubicBezTo>
                      <a:pt x="73" y="187"/>
                      <a:pt x="82" y="187"/>
                      <a:pt x="91" y="187"/>
                    </a:cubicBezTo>
                    <a:cubicBezTo>
                      <a:pt x="109" y="187"/>
                      <a:pt x="128" y="187"/>
                      <a:pt x="146" y="187"/>
                    </a:cubicBezTo>
                    <a:cubicBezTo>
                      <a:pt x="181" y="187"/>
                      <a:pt x="216" y="187"/>
                      <a:pt x="251" y="187"/>
                    </a:cubicBezTo>
                    <a:cubicBezTo>
                      <a:pt x="388" y="187"/>
                      <a:pt x="511" y="187"/>
                      <a:pt x="615" y="187"/>
                    </a:cubicBezTo>
                    <a:cubicBezTo>
                      <a:pt x="718" y="188"/>
                      <a:pt x="802" y="188"/>
                      <a:pt x="860" y="188"/>
                    </a:cubicBezTo>
                    <a:cubicBezTo>
                      <a:pt x="889" y="188"/>
                      <a:pt x="912" y="188"/>
                      <a:pt x="927" y="188"/>
                    </a:cubicBezTo>
                    <a:cubicBezTo>
                      <a:pt x="934" y="188"/>
                      <a:pt x="940" y="189"/>
                      <a:pt x="944" y="189"/>
                    </a:cubicBezTo>
                    <a:cubicBezTo>
                      <a:pt x="948" y="189"/>
                      <a:pt x="950" y="189"/>
                      <a:pt x="950" y="189"/>
                    </a:cubicBezTo>
                    <a:cubicBezTo>
                      <a:pt x="950" y="189"/>
                      <a:pt x="948" y="189"/>
                      <a:pt x="944" y="189"/>
                    </a:cubicBezTo>
                    <a:cubicBezTo>
                      <a:pt x="940" y="189"/>
                      <a:pt x="934" y="189"/>
                      <a:pt x="927" y="189"/>
                    </a:cubicBezTo>
                    <a:cubicBezTo>
                      <a:pt x="911" y="189"/>
                      <a:pt x="889" y="190"/>
                      <a:pt x="860" y="190"/>
                    </a:cubicBezTo>
                    <a:cubicBezTo>
                      <a:pt x="802" y="190"/>
                      <a:pt x="718" y="190"/>
                      <a:pt x="615" y="190"/>
                    </a:cubicBezTo>
                    <a:cubicBezTo>
                      <a:pt x="511" y="190"/>
                      <a:pt x="388" y="191"/>
                      <a:pt x="251" y="191"/>
                    </a:cubicBezTo>
                    <a:cubicBezTo>
                      <a:pt x="217" y="191"/>
                      <a:pt x="182" y="191"/>
                      <a:pt x="146" y="191"/>
                    </a:cubicBezTo>
                    <a:cubicBezTo>
                      <a:pt x="128" y="191"/>
                      <a:pt x="109" y="191"/>
                      <a:pt x="91" y="191"/>
                    </a:cubicBezTo>
                    <a:cubicBezTo>
                      <a:pt x="82" y="191"/>
                      <a:pt x="73" y="191"/>
                      <a:pt x="63" y="189"/>
                    </a:cubicBezTo>
                    <a:cubicBezTo>
                      <a:pt x="54" y="187"/>
                      <a:pt x="45" y="183"/>
                      <a:pt x="37" y="178"/>
                    </a:cubicBezTo>
                    <a:cubicBezTo>
                      <a:pt x="21" y="167"/>
                      <a:pt x="9" y="151"/>
                      <a:pt x="4" y="132"/>
                    </a:cubicBezTo>
                    <a:cubicBezTo>
                      <a:pt x="1" y="123"/>
                      <a:pt x="1" y="113"/>
                      <a:pt x="1" y="103"/>
                    </a:cubicBezTo>
                    <a:cubicBezTo>
                      <a:pt x="1" y="94"/>
                      <a:pt x="0" y="84"/>
                      <a:pt x="1" y="74"/>
                    </a:cubicBezTo>
                    <a:cubicBezTo>
                      <a:pt x="3" y="55"/>
                      <a:pt x="12" y="36"/>
                      <a:pt x="27" y="22"/>
                    </a:cubicBezTo>
                    <a:cubicBezTo>
                      <a:pt x="41" y="8"/>
                      <a:pt x="61" y="0"/>
                      <a:pt x="81" y="0"/>
                    </a:cubicBezTo>
                    <a:cubicBezTo>
                      <a:pt x="398" y="0"/>
                      <a:pt x="684" y="1"/>
                      <a:pt x="891" y="1"/>
                    </a:cubicBezTo>
                    <a:cubicBezTo>
                      <a:pt x="904" y="1"/>
                      <a:pt x="917" y="1"/>
                      <a:pt x="929" y="1"/>
                    </a:cubicBezTo>
                    <a:cubicBezTo>
                      <a:pt x="941" y="1"/>
                      <a:pt x="953" y="0"/>
                      <a:pt x="965" y="2"/>
                    </a:cubicBezTo>
                    <a:cubicBezTo>
                      <a:pt x="989" y="7"/>
                      <a:pt x="1008" y="22"/>
                      <a:pt x="1018" y="40"/>
                    </a:cubicBezTo>
                    <a:cubicBezTo>
                      <a:pt x="1024" y="49"/>
                      <a:pt x="1027" y="58"/>
                      <a:pt x="1029" y="68"/>
                    </a:cubicBezTo>
                    <a:cubicBezTo>
                      <a:pt x="1030" y="77"/>
                      <a:pt x="1030" y="87"/>
                      <a:pt x="1030" y="95"/>
                    </a:cubicBezTo>
                    <a:cubicBezTo>
                      <a:pt x="1030" y="104"/>
                      <a:pt x="1030" y="113"/>
                      <a:pt x="1029" y="121"/>
                    </a:cubicBezTo>
                    <a:cubicBezTo>
                      <a:pt x="1028" y="129"/>
                      <a:pt x="1025" y="136"/>
                      <a:pt x="1022" y="143"/>
                    </a:cubicBezTo>
                    <a:cubicBezTo>
                      <a:pt x="1016" y="156"/>
                      <a:pt x="1007" y="166"/>
                      <a:pt x="998" y="173"/>
                    </a:cubicBezTo>
                    <a:cubicBezTo>
                      <a:pt x="989" y="180"/>
                      <a:pt x="981" y="183"/>
                      <a:pt x="973" y="186"/>
                    </a:cubicBezTo>
                    <a:cubicBezTo>
                      <a:pt x="966" y="188"/>
                      <a:pt x="960" y="188"/>
                      <a:pt x="956" y="189"/>
                    </a:cubicBezTo>
                    <a:cubicBezTo>
                      <a:pt x="952" y="189"/>
                      <a:pt x="950" y="189"/>
                      <a:pt x="950" y="189"/>
                    </a:cubicBezTo>
                    <a:close/>
                  </a:path>
                </a:pathLst>
              </a:custGeom>
              <a:solidFill>
                <a:schemeClr val="dk1"/>
              </a:solidFill>
              <a:ln>
                <a:noFill/>
              </a:ln>
            </p:spPr>
            <p:txBody>
              <a:bodyPr anchorCtr="1" anchor="ctr" bIns="23750" lIns="90000" spcFirstLastPara="1" rIns="90000" wrap="square" tIns="2375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95" name="Google Shape;1395;p28"/>
              <p:cNvSpPr/>
              <p:nvPr/>
            </p:nvSpPr>
            <p:spPr>
              <a:xfrm>
                <a:off x="5041758" y="953458"/>
                <a:ext cx="74001" cy="76146"/>
              </a:xfrm>
              <a:custGeom>
                <a:rect b="b" l="l" r="r" t="t"/>
                <a:pathLst>
                  <a:path extrusionOk="0" h="71" w="69">
                    <a:moveTo>
                      <a:pt x="69" y="36"/>
                    </a:moveTo>
                    <a:cubicBezTo>
                      <a:pt x="69" y="36"/>
                      <a:pt x="69" y="33"/>
                      <a:pt x="67" y="28"/>
                    </a:cubicBezTo>
                    <a:cubicBezTo>
                      <a:pt x="66" y="23"/>
                      <a:pt x="62" y="16"/>
                      <a:pt x="55" y="10"/>
                    </a:cubicBezTo>
                    <a:cubicBezTo>
                      <a:pt x="48" y="5"/>
                      <a:pt x="36" y="2"/>
                      <a:pt x="24" y="6"/>
                    </a:cubicBezTo>
                    <a:cubicBezTo>
                      <a:pt x="13" y="10"/>
                      <a:pt x="3" y="22"/>
                      <a:pt x="3" y="36"/>
                    </a:cubicBezTo>
                    <a:cubicBezTo>
                      <a:pt x="3" y="50"/>
                      <a:pt x="13" y="62"/>
                      <a:pt x="24" y="66"/>
                    </a:cubicBezTo>
                    <a:cubicBezTo>
                      <a:pt x="36" y="70"/>
                      <a:pt x="48" y="67"/>
                      <a:pt x="55" y="62"/>
                    </a:cubicBezTo>
                    <a:cubicBezTo>
                      <a:pt x="63" y="56"/>
                      <a:pt x="66" y="49"/>
                      <a:pt x="67" y="44"/>
                    </a:cubicBezTo>
                    <a:cubicBezTo>
                      <a:pt x="69" y="39"/>
                      <a:pt x="69" y="36"/>
                      <a:pt x="69" y="36"/>
                    </a:cubicBezTo>
                    <a:cubicBezTo>
                      <a:pt x="69" y="36"/>
                      <a:pt x="69" y="37"/>
                      <a:pt x="69" y="38"/>
                    </a:cubicBezTo>
                    <a:cubicBezTo>
                      <a:pt x="69" y="40"/>
                      <a:pt x="69" y="42"/>
                      <a:pt x="69" y="44"/>
                    </a:cubicBezTo>
                    <a:cubicBezTo>
                      <a:pt x="68" y="50"/>
                      <a:pt x="65" y="58"/>
                      <a:pt x="57" y="64"/>
                    </a:cubicBezTo>
                    <a:cubicBezTo>
                      <a:pt x="49" y="70"/>
                      <a:pt x="36" y="74"/>
                      <a:pt x="23" y="69"/>
                    </a:cubicBezTo>
                    <a:cubicBezTo>
                      <a:pt x="11" y="65"/>
                      <a:pt x="0" y="52"/>
                      <a:pt x="0" y="36"/>
                    </a:cubicBezTo>
                    <a:cubicBezTo>
                      <a:pt x="0" y="20"/>
                      <a:pt x="11" y="7"/>
                      <a:pt x="23" y="3"/>
                    </a:cubicBezTo>
                    <a:cubicBezTo>
                      <a:pt x="36" y="-2"/>
                      <a:pt x="49" y="2"/>
                      <a:pt x="57" y="8"/>
                    </a:cubicBezTo>
                    <a:cubicBezTo>
                      <a:pt x="64" y="14"/>
                      <a:pt x="68" y="22"/>
                      <a:pt x="69" y="27"/>
                    </a:cubicBezTo>
                    <a:cubicBezTo>
                      <a:pt x="69" y="30"/>
                      <a:pt x="69" y="32"/>
                      <a:pt x="69" y="34"/>
                    </a:cubicBezTo>
                    <a:cubicBezTo>
                      <a:pt x="69" y="35"/>
                      <a:pt x="69" y="36"/>
                      <a:pt x="69" y="36"/>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96" name="Google Shape;1396;p28"/>
              <p:cNvSpPr/>
              <p:nvPr/>
            </p:nvSpPr>
            <p:spPr>
              <a:xfrm>
                <a:off x="5102890" y="1019953"/>
                <a:ext cx="33247" cy="34320"/>
              </a:xfrm>
              <a:custGeom>
                <a:rect b="b" l="l" r="r" t="t"/>
                <a:pathLst>
                  <a:path extrusionOk="0" h="32" w="31">
                    <a:moveTo>
                      <a:pt x="31" y="32"/>
                    </a:moveTo>
                    <a:cubicBezTo>
                      <a:pt x="30" y="33"/>
                      <a:pt x="22" y="26"/>
                      <a:pt x="14" y="17"/>
                    </a:cubicBezTo>
                    <a:cubicBezTo>
                      <a:pt x="6" y="8"/>
                      <a:pt x="0" y="0"/>
                      <a:pt x="0" y="0"/>
                    </a:cubicBezTo>
                    <a:cubicBezTo>
                      <a:pt x="1" y="-1"/>
                      <a:pt x="9" y="6"/>
                      <a:pt x="17" y="15"/>
                    </a:cubicBezTo>
                    <a:cubicBezTo>
                      <a:pt x="25" y="24"/>
                      <a:pt x="31" y="32"/>
                      <a:pt x="31" y="3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97" name="Google Shape;1397;p28"/>
              <p:cNvSpPr/>
              <p:nvPr/>
            </p:nvSpPr>
            <p:spPr>
              <a:xfrm>
                <a:off x="4211655" y="971691"/>
                <a:ext cx="45044" cy="55769"/>
              </a:xfrm>
              <a:custGeom>
                <a:rect b="b" l="l" r="r" t="t"/>
                <a:pathLst>
                  <a:path extrusionOk="0" h="52" w="42">
                    <a:moveTo>
                      <a:pt x="18" y="5"/>
                    </a:moveTo>
                    <a:lnTo>
                      <a:pt x="0" y="5"/>
                    </a:lnTo>
                    <a:lnTo>
                      <a:pt x="0" y="0"/>
                    </a:lnTo>
                    <a:lnTo>
                      <a:pt x="42" y="0"/>
                    </a:lnTo>
                    <a:lnTo>
                      <a:pt x="42" y="5"/>
                    </a:lnTo>
                    <a:lnTo>
                      <a:pt x="24" y="5"/>
                    </a:lnTo>
                    <a:lnTo>
                      <a:pt x="24" y="52"/>
                    </a:lnTo>
                    <a:lnTo>
                      <a:pt x="18" y="52"/>
                    </a:lnTo>
                    <a:lnTo>
                      <a:pt x="18" y="5"/>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98" name="Google Shape;1398;p28"/>
              <p:cNvSpPr/>
              <p:nvPr/>
            </p:nvSpPr>
            <p:spPr>
              <a:xfrm>
                <a:off x="4256700" y="985633"/>
                <a:ext cx="40754" cy="42899"/>
              </a:xfrm>
              <a:custGeom>
                <a:rect b="b" l="l" r="r" t="t"/>
                <a:pathLst>
                  <a:path extrusionOk="0" h="40" w="38">
                    <a:moveTo>
                      <a:pt x="38" y="21"/>
                    </a:moveTo>
                    <a:lnTo>
                      <a:pt x="5" y="21"/>
                    </a:lnTo>
                    <a:cubicBezTo>
                      <a:pt x="6" y="29"/>
                      <a:pt x="12" y="35"/>
                      <a:pt x="21" y="35"/>
                    </a:cubicBezTo>
                    <a:cubicBezTo>
                      <a:pt x="25" y="35"/>
                      <a:pt x="30" y="33"/>
                      <a:pt x="33" y="30"/>
                    </a:cubicBezTo>
                    <a:lnTo>
                      <a:pt x="36" y="33"/>
                    </a:lnTo>
                    <a:cubicBezTo>
                      <a:pt x="32" y="37"/>
                      <a:pt x="27" y="40"/>
                      <a:pt x="20" y="40"/>
                    </a:cubicBezTo>
                    <a:cubicBezTo>
                      <a:pt x="8" y="40"/>
                      <a:pt x="0" y="31"/>
                      <a:pt x="0" y="20"/>
                    </a:cubicBezTo>
                    <a:cubicBezTo>
                      <a:pt x="0" y="8"/>
                      <a:pt x="8" y="0"/>
                      <a:pt x="19" y="0"/>
                    </a:cubicBezTo>
                    <a:cubicBezTo>
                      <a:pt x="30" y="0"/>
                      <a:pt x="38" y="8"/>
                      <a:pt x="38" y="20"/>
                    </a:cubicBezTo>
                    <a:lnTo>
                      <a:pt x="38" y="21"/>
                    </a:lnTo>
                    <a:moveTo>
                      <a:pt x="5" y="17"/>
                    </a:moveTo>
                    <a:lnTo>
                      <a:pt x="33" y="17"/>
                    </a:lnTo>
                    <a:cubicBezTo>
                      <a:pt x="32" y="10"/>
                      <a:pt x="27" y="4"/>
                      <a:pt x="19" y="4"/>
                    </a:cubicBezTo>
                    <a:cubicBezTo>
                      <a:pt x="11" y="4"/>
                      <a:pt x="6" y="10"/>
                      <a:pt x="5" y="17"/>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99" name="Google Shape;1399;p28"/>
              <p:cNvSpPr/>
              <p:nvPr/>
            </p:nvSpPr>
            <p:spPr>
              <a:xfrm>
                <a:off x="4301744" y="985633"/>
                <a:ext cx="39682" cy="41827"/>
              </a:xfrm>
              <a:custGeom>
                <a:rect b="b" l="l" r="r" t="t"/>
                <a:pathLst>
                  <a:path extrusionOk="0" h="39" w="37">
                    <a:moveTo>
                      <a:pt x="30" y="39"/>
                    </a:moveTo>
                    <a:lnTo>
                      <a:pt x="18" y="23"/>
                    </a:lnTo>
                    <a:lnTo>
                      <a:pt x="6" y="39"/>
                    </a:lnTo>
                    <a:lnTo>
                      <a:pt x="0" y="39"/>
                    </a:lnTo>
                    <a:lnTo>
                      <a:pt x="15" y="19"/>
                    </a:lnTo>
                    <a:lnTo>
                      <a:pt x="0" y="0"/>
                    </a:lnTo>
                    <a:lnTo>
                      <a:pt x="6" y="0"/>
                    </a:lnTo>
                    <a:lnTo>
                      <a:pt x="18" y="15"/>
                    </a:lnTo>
                    <a:lnTo>
                      <a:pt x="30" y="0"/>
                    </a:lnTo>
                    <a:lnTo>
                      <a:pt x="36" y="0"/>
                    </a:lnTo>
                    <a:lnTo>
                      <a:pt x="21" y="19"/>
                    </a:lnTo>
                    <a:lnTo>
                      <a:pt x="37" y="39"/>
                    </a:lnTo>
                    <a:lnTo>
                      <a:pt x="31" y="39"/>
                    </a:lnTo>
                    <a:lnTo>
                      <a:pt x="30" y="39"/>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00" name="Google Shape;1400;p28"/>
              <p:cNvSpPr/>
              <p:nvPr/>
            </p:nvSpPr>
            <p:spPr>
              <a:xfrm>
                <a:off x="4343571" y="977053"/>
                <a:ext cx="28957" cy="51479"/>
              </a:xfrm>
              <a:custGeom>
                <a:rect b="b" l="l" r="r" t="t"/>
                <a:pathLst>
                  <a:path extrusionOk="0" h="48" w="27">
                    <a:moveTo>
                      <a:pt x="27" y="45"/>
                    </a:moveTo>
                    <a:cubicBezTo>
                      <a:pt x="25" y="47"/>
                      <a:pt x="22" y="48"/>
                      <a:pt x="19" y="48"/>
                    </a:cubicBezTo>
                    <a:cubicBezTo>
                      <a:pt x="11" y="48"/>
                      <a:pt x="7" y="43"/>
                      <a:pt x="7" y="36"/>
                    </a:cubicBezTo>
                    <a:lnTo>
                      <a:pt x="7" y="13"/>
                    </a:lnTo>
                    <a:lnTo>
                      <a:pt x="0" y="13"/>
                    </a:lnTo>
                    <a:lnTo>
                      <a:pt x="0" y="8"/>
                    </a:lnTo>
                    <a:lnTo>
                      <a:pt x="7" y="8"/>
                    </a:lnTo>
                    <a:lnTo>
                      <a:pt x="7" y="0"/>
                    </a:lnTo>
                    <a:lnTo>
                      <a:pt x="12" y="0"/>
                    </a:lnTo>
                    <a:lnTo>
                      <a:pt x="12" y="8"/>
                    </a:lnTo>
                    <a:lnTo>
                      <a:pt x="24" y="8"/>
                    </a:lnTo>
                    <a:lnTo>
                      <a:pt x="24" y="13"/>
                    </a:lnTo>
                    <a:lnTo>
                      <a:pt x="12" y="13"/>
                    </a:lnTo>
                    <a:lnTo>
                      <a:pt x="12" y="36"/>
                    </a:lnTo>
                    <a:cubicBezTo>
                      <a:pt x="12" y="41"/>
                      <a:pt x="15" y="43"/>
                      <a:pt x="19" y="43"/>
                    </a:cubicBezTo>
                    <a:cubicBezTo>
                      <a:pt x="21" y="43"/>
                      <a:pt x="23" y="42"/>
                      <a:pt x="25" y="41"/>
                    </a:cubicBezTo>
                    <a:lnTo>
                      <a:pt x="27" y="45"/>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01" name="Google Shape;1401;p28"/>
              <p:cNvSpPr/>
              <p:nvPr/>
            </p:nvSpPr>
            <p:spPr>
              <a:xfrm>
                <a:off x="4473341" y="1285929"/>
                <a:ext cx="360355" cy="3217"/>
              </a:xfrm>
              <a:custGeom>
                <a:rect b="b" l="l" r="r" t="t"/>
                <a:pathLst>
                  <a:path extrusionOk="0" h="3" w="336">
                    <a:moveTo>
                      <a:pt x="336" y="2"/>
                    </a:moveTo>
                    <a:cubicBezTo>
                      <a:pt x="336" y="3"/>
                      <a:pt x="260" y="3"/>
                      <a:pt x="168" y="3"/>
                    </a:cubicBezTo>
                    <a:cubicBezTo>
                      <a:pt x="75" y="3"/>
                      <a:pt x="0" y="3"/>
                      <a:pt x="0" y="2"/>
                    </a:cubicBezTo>
                    <a:cubicBezTo>
                      <a:pt x="0" y="1"/>
                      <a:pt x="75" y="0"/>
                      <a:pt x="168" y="0"/>
                    </a:cubicBezTo>
                    <a:cubicBezTo>
                      <a:pt x="260" y="0"/>
                      <a:pt x="336" y="1"/>
                      <a:pt x="336"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02" name="Google Shape;1402;p28"/>
              <p:cNvSpPr/>
              <p:nvPr/>
            </p:nvSpPr>
            <p:spPr>
              <a:xfrm>
                <a:off x="4473341" y="1359930"/>
                <a:ext cx="646708" cy="3217"/>
              </a:xfrm>
              <a:custGeom>
                <a:rect b="b" l="l" r="r" t="t"/>
                <a:pathLst>
                  <a:path extrusionOk="0" h="3" w="603">
                    <a:moveTo>
                      <a:pt x="603" y="1"/>
                    </a:moveTo>
                    <a:cubicBezTo>
                      <a:pt x="603" y="3"/>
                      <a:pt x="468" y="3"/>
                      <a:pt x="302" y="3"/>
                    </a:cubicBezTo>
                    <a:cubicBezTo>
                      <a:pt x="135" y="3"/>
                      <a:pt x="0" y="2"/>
                      <a:pt x="0" y="1"/>
                    </a:cubicBezTo>
                    <a:cubicBezTo>
                      <a:pt x="0" y="0"/>
                      <a:pt x="135" y="0"/>
                      <a:pt x="302" y="0"/>
                    </a:cubicBezTo>
                    <a:cubicBezTo>
                      <a:pt x="468" y="0"/>
                      <a:pt x="603" y="0"/>
                      <a:pt x="603"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03" name="Google Shape;1403;p28"/>
              <p:cNvSpPr/>
              <p:nvPr/>
            </p:nvSpPr>
            <p:spPr>
              <a:xfrm>
                <a:off x="4473341" y="1412482"/>
                <a:ext cx="639201" cy="3217"/>
              </a:xfrm>
              <a:custGeom>
                <a:rect b="b" l="l" r="r" t="t"/>
                <a:pathLst>
                  <a:path extrusionOk="0" h="3" w="596">
                    <a:moveTo>
                      <a:pt x="596" y="2"/>
                    </a:moveTo>
                    <a:cubicBezTo>
                      <a:pt x="596" y="3"/>
                      <a:pt x="462" y="3"/>
                      <a:pt x="298" y="3"/>
                    </a:cubicBezTo>
                    <a:cubicBezTo>
                      <a:pt x="133" y="3"/>
                      <a:pt x="0" y="3"/>
                      <a:pt x="0" y="2"/>
                    </a:cubicBezTo>
                    <a:cubicBezTo>
                      <a:pt x="0" y="1"/>
                      <a:pt x="133" y="0"/>
                      <a:pt x="298" y="0"/>
                    </a:cubicBezTo>
                    <a:cubicBezTo>
                      <a:pt x="462" y="0"/>
                      <a:pt x="596" y="1"/>
                      <a:pt x="596"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04" name="Google Shape;1404;p28"/>
              <p:cNvSpPr/>
              <p:nvPr/>
            </p:nvSpPr>
            <p:spPr>
              <a:xfrm>
                <a:off x="4473341" y="1462889"/>
                <a:ext cx="377515" cy="3217"/>
              </a:xfrm>
              <a:custGeom>
                <a:rect b="b" l="l" r="r" t="t"/>
                <a:pathLst>
                  <a:path extrusionOk="0" h="3" w="352">
                    <a:moveTo>
                      <a:pt x="352" y="2"/>
                    </a:moveTo>
                    <a:cubicBezTo>
                      <a:pt x="352" y="3"/>
                      <a:pt x="273" y="3"/>
                      <a:pt x="176" y="3"/>
                    </a:cubicBezTo>
                    <a:cubicBezTo>
                      <a:pt x="79" y="3"/>
                      <a:pt x="0" y="2"/>
                      <a:pt x="0" y="2"/>
                    </a:cubicBezTo>
                    <a:cubicBezTo>
                      <a:pt x="0" y="1"/>
                      <a:pt x="79" y="0"/>
                      <a:pt x="176" y="0"/>
                    </a:cubicBezTo>
                    <a:cubicBezTo>
                      <a:pt x="273" y="0"/>
                      <a:pt x="352" y="1"/>
                      <a:pt x="352"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05" name="Google Shape;1405;p28"/>
              <p:cNvSpPr/>
              <p:nvPr/>
            </p:nvSpPr>
            <p:spPr>
              <a:xfrm>
                <a:off x="4473341" y="1687038"/>
                <a:ext cx="360355" cy="4290"/>
              </a:xfrm>
              <a:custGeom>
                <a:rect b="b" l="l" r="r" t="t"/>
                <a:pathLst>
                  <a:path extrusionOk="0" h="4" w="336">
                    <a:moveTo>
                      <a:pt x="336" y="2"/>
                    </a:moveTo>
                    <a:cubicBezTo>
                      <a:pt x="336" y="3"/>
                      <a:pt x="260" y="4"/>
                      <a:pt x="168" y="4"/>
                    </a:cubicBezTo>
                    <a:cubicBezTo>
                      <a:pt x="75" y="4"/>
                      <a:pt x="0" y="3"/>
                      <a:pt x="0" y="2"/>
                    </a:cubicBezTo>
                    <a:cubicBezTo>
                      <a:pt x="0" y="1"/>
                      <a:pt x="75" y="0"/>
                      <a:pt x="168" y="0"/>
                    </a:cubicBezTo>
                    <a:cubicBezTo>
                      <a:pt x="260" y="0"/>
                      <a:pt x="336" y="1"/>
                      <a:pt x="336"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06" name="Google Shape;1406;p28"/>
              <p:cNvSpPr/>
              <p:nvPr/>
            </p:nvSpPr>
            <p:spPr>
              <a:xfrm>
                <a:off x="4473341" y="1761039"/>
                <a:ext cx="646708" cy="3217"/>
              </a:xfrm>
              <a:custGeom>
                <a:rect b="b" l="l" r="r" t="t"/>
                <a:pathLst>
                  <a:path extrusionOk="0" h="3" w="603">
                    <a:moveTo>
                      <a:pt x="603" y="2"/>
                    </a:moveTo>
                    <a:cubicBezTo>
                      <a:pt x="603" y="3"/>
                      <a:pt x="468" y="3"/>
                      <a:pt x="302" y="3"/>
                    </a:cubicBezTo>
                    <a:cubicBezTo>
                      <a:pt x="135" y="3"/>
                      <a:pt x="0" y="3"/>
                      <a:pt x="0" y="2"/>
                    </a:cubicBezTo>
                    <a:cubicBezTo>
                      <a:pt x="0" y="1"/>
                      <a:pt x="135" y="0"/>
                      <a:pt x="302" y="0"/>
                    </a:cubicBezTo>
                    <a:cubicBezTo>
                      <a:pt x="468" y="0"/>
                      <a:pt x="603" y="1"/>
                      <a:pt x="60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07" name="Google Shape;1407;p28"/>
              <p:cNvSpPr/>
              <p:nvPr/>
            </p:nvSpPr>
            <p:spPr>
              <a:xfrm>
                <a:off x="4473341" y="1813591"/>
                <a:ext cx="639201" cy="4290"/>
              </a:xfrm>
              <a:custGeom>
                <a:rect b="b" l="l" r="r" t="t"/>
                <a:pathLst>
                  <a:path extrusionOk="0" h="4" w="596">
                    <a:moveTo>
                      <a:pt x="596" y="2"/>
                    </a:moveTo>
                    <a:cubicBezTo>
                      <a:pt x="596" y="3"/>
                      <a:pt x="462" y="4"/>
                      <a:pt x="298" y="4"/>
                    </a:cubicBezTo>
                    <a:cubicBezTo>
                      <a:pt x="133" y="4"/>
                      <a:pt x="0" y="3"/>
                      <a:pt x="0" y="2"/>
                    </a:cubicBezTo>
                    <a:cubicBezTo>
                      <a:pt x="0" y="1"/>
                      <a:pt x="133" y="0"/>
                      <a:pt x="298" y="0"/>
                    </a:cubicBezTo>
                    <a:cubicBezTo>
                      <a:pt x="462" y="0"/>
                      <a:pt x="596" y="1"/>
                      <a:pt x="596"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08" name="Google Shape;1408;p28"/>
              <p:cNvSpPr/>
              <p:nvPr/>
            </p:nvSpPr>
            <p:spPr>
              <a:xfrm>
                <a:off x="4473341" y="1863998"/>
                <a:ext cx="377515" cy="4290"/>
              </a:xfrm>
              <a:custGeom>
                <a:rect b="b" l="l" r="r" t="t"/>
                <a:pathLst>
                  <a:path extrusionOk="0" h="4" w="352">
                    <a:moveTo>
                      <a:pt x="352" y="2"/>
                    </a:moveTo>
                    <a:cubicBezTo>
                      <a:pt x="352" y="3"/>
                      <a:pt x="273" y="4"/>
                      <a:pt x="176" y="4"/>
                    </a:cubicBezTo>
                    <a:cubicBezTo>
                      <a:pt x="79" y="4"/>
                      <a:pt x="0" y="3"/>
                      <a:pt x="0" y="2"/>
                    </a:cubicBezTo>
                    <a:cubicBezTo>
                      <a:pt x="0" y="1"/>
                      <a:pt x="79" y="0"/>
                      <a:pt x="176" y="0"/>
                    </a:cubicBezTo>
                    <a:cubicBezTo>
                      <a:pt x="273" y="0"/>
                      <a:pt x="352" y="1"/>
                      <a:pt x="352"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09" name="Google Shape;1409;p28"/>
              <p:cNvSpPr/>
              <p:nvPr/>
            </p:nvSpPr>
            <p:spPr>
              <a:xfrm>
                <a:off x="4473341" y="2088147"/>
                <a:ext cx="360355" cy="4290"/>
              </a:xfrm>
              <a:custGeom>
                <a:rect b="b" l="l" r="r" t="t"/>
                <a:pathLst>
                  <a:path extrusionOk="0" h="4" w="336">
                    <a:moveTo>
                      <a:pt x="336" y="2"/>
                    </a:moveTo>
                    <a:cubicBezTo>
                      <a:pt x="336" y="3"/>
                      <a:pt x="260" y="4"/>
                      <a:pt x="168" y="4"/>
                    </a:cubicBezTo>
                    <a:cubicBezTo>
                      <a:pt x="75" y="4"/>
                      <a:pt x="0" y="3"/>
                      <a:pt x="0" y="2"/>
                    </a:cubicBezTo>
                    <a:cubicBezTo>
                      <a:pt x="0" y="1"/>
                      <a:pt x="75" y="0"/>
                      <a:pt x="168" y="0"/>
                    </a:cubicBezTo>
                    <a:cubicBezTo>
                      <a:pt x="260" y="0"/>
                      <a:pt x="336" y="1"/>
                      <a:pt x="336"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10" name="Google Shape;1410;p28"/>
              <p:cNvSpPr/>
              <p:nvPr/>
            </p:nvSpPr>
            <p:spPr>
              <a:xfrm>
                <a:off x="4473341" y="2162149"/>
                <a:ext cx="646708" cy="4290"/>
              </a:xfrm>
              <a:custGeom>
                <a:rect b="b" l="l" r="r" t="t"/>
                <a:pathLst>
                  <a:path extrusionOk="0" h="4" w="603">
                    <a:moveTo>
                      <a:pt x="603" y="2"/>
                    </a:moveTo>
                    <a:cubicBezTo>
                      <a:pt x="603" y="3"/>
                      <a:pt x="468" y="4"/>
                      <a:pt x="302" y="4"/>
                    </a:cubicBezTo>
                    <a:cubicBezTo>
                      <a:pt x="135" y="4"/>
                      <a:pt x="0" y="3"/>
                      <a:pt x="0" y="2"/>
                    </a:cubicBezTo>
                    <a:cubicBezTo>
                      <a:pt x="0" y="1"/>
                      <a:pt x="135" y="0"/>
                      <a:pt x="302" y="0"/>
                    </a:cubicBezTo>
                    <a:cubicBezTo>
                      <a:pt x="468" y="0"/>
                      <a:pt x="603" y="1"/>
                      <a:pt x="60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11" name="Google Shape;1411;p28"/>
              <p:cNvSpPr/>
              <p:nvPr/>
            </p:nvSpPr>
            <p:spPr>
              <a:xfrm>
                <a:off x="4473341" y="2214700"/>
                <a:ext cx="639201" cy="4290"/>
              </a:xfrm>
              <a:custGeom>
                <a:rect b="b" l="l" r="r" t="t"/>
                <a:pathLst>
                  <a:path extrusionOk="0" h="4" w="596">
                    <a:moveTo>
                      <a:pt x="596" y="2"/>
                    </a:moveTo>
                    <a:cubicBezTo>
                      <a:pt x="596" y="3"/>
                      <a:pt x="462" y="4"/>
                      <a:pt x="298" y="4"/>
                    </a:cubicBezTo>
                    <a:cubicBezTo>
                      <a:pt x="133" y="4"/>
                      <a:pt x="0" y="3"/>
                      <a:pt x="0" y="2"/>
                    </a:cubicBezTo>
                    <a:cubicBezTo>
                      <a:pt x="0" y="1"/>
                      <a:pt x="133" y="0"/>
                      <a:pt x="298" y="0"/>
                    </a:cubicBezTo>
                    <a:cubicBezTo>
                      <a:pt x="462" y="0"/>
                      <a:pt x="596" y="1"/>
                      <a:pt x="596"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12" name="Google Shape;1412;p28"/>
              <p:cNvSpPr/>
              <p:nvPr/>
            </p:nvSpPr>
            <p:spPr>
              <a:xfrm>
                <a:off x="4473341" y="2265107"/>
                <a:ext cx="377515" cy="4290"/>
              </a:xfrm>
              <a:custGeom>
                <a:rect b="b" l="l" r="r" t="t"/>
                <a:pathLst>
                  <a:path extrusionOk="0" h="4" w="352">
                    <a:moveTo>
                      <a:pt x="352" y="2"/>
                    </a:moveTo>
                    <a:cubicBezTo>
                      <a:pt x="352" y="3"/>
                      <a:pt x="273" y="4"/>
                      <a:pt x="176" y="4"/>
                    </a:cubicBezTo>
                    <a:cubicBezTo>
                      <a:pt x="79" y="4"/>
                      <a:pt x="0" y="3"/>
                      <a:pt x="0" y="2"/>
                    </a:cubicBezTo>
                    <a:cubicBezTo>
                      <a:pt x="0" y="1"/>
                      <a:pt x="79" y="0"/>
                      <a:pt x="176" y="0"/>
                    </a:cubicBezTo>
                    <a:cubicBezTo>
                      <a:pt x="273" y="0"/>
                      <a:pt x="352" y="1"/>
                      <a:pt x="352"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13" name="Google Shape;1413;p28"/>
              <p:cNvSpPr/>
              <p:nvPr/>
            </p:nvSpPr>
            <p:spPr>
              <a:xfrm>
                <a:off x="4473341" y="2489256"/>
                <a:ext cx="360355" cy="4290"/>
              </a:xfrm>
              <a:custGeom>
                <a:rect b="b" l="l" r="r" t="t"/>
                <a:pathLst>
                  <a:path extrusionOk="0" h="4" w="336">
                    <a:moveTo>
                      <a:pt x="336" y="2"/>
                    </a:moveTo>
                    <a:cubicBezTo>
                      <a:pt x="336" y="3"/>
                      <a:pt x="260" y="4"/>
                      <a:pt x="168" y="4"/>
                    </a:cubicBezTo>
                    <a:cubicBezTo>
                      <a:pt x="75" y="4"/>
                      <a:pt x="0" y="3"/>
                      <a:pt x="0" y="2"/>
                    </a:cubicBezTo>
                    <a:cubicBezTo>
                      <a:pt x="0" y="1"/>
                      <a:pt x="75" y="0"/>
                      <a:pt x="168" y="0"/>
                    </a:cubicBezTo>
                    <a:cubicBezTo>
                      <a:pt x="260" y="0"/>
                      <a:pt x="336" y="1"/>
                      <a:pt x="336"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14" name="Google Shape;1414;p28"/>
              <p:cNvSpPr/>
              <p:nvPr/>
            </p:nvSpPr>
            <p:spPr>
              <a:xfrm>
                <a:off x="4473341" y="2563258"/>
                <a:ext cx="646708" cy="4290"/>
              </a:xfrm>
              <a:custGeom>
                <a:rect b="b" l="l" r="r" t="t"/>
                <a:pathLst>
                  <a:path extrusionOk="0" h="4" w="603">
                    <a:moveTo>
                      <a:pt x="603" y="2"/>
                    </a:moveTo>
                    <a:cubicBezTo>
                      <a:pt x="603" y="3"/>
                      <a:pt x="468" y="4"/>
                      <a:pt x="302" y="4"/>
                    </a:cubicBezTo>
                    <a:cubicBezTo>
                      <a:pt x="135" y="4"/>
                      <a:pt x="0" y="3"/>
                      <a:pt x="0" y="2"/>
                    </a:cubicBezTo>
                    <a:cubicBezTo>
                      <a:pt x="0" y="1"/>
                      <a:pt x="135" y="0"/>
                      <a:pt x="302" y="0"/>
                    </a:cubicBezTo>
                    <a:cubicBezTo>
                      <a:pt x="468" y="0"/>
                      <a:pt x="603" y="1"/>
                      <a:pt x="60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15" name="Google Shape;1415;p28"/>
              <p:cNvSpPr/>
              <p:nvPr/>
            </p:nvSpPr>
            <p:spPr>
              <a:xfrm>
                <a:off x="4473341" y="2615810"/>
                <a:ext cx="639201" cy="4290"/>
              </a:xfrm>
              <a:custGeom>
                <a:rect b="b" l="l" r="r" t="t"/>
                <a:pathLst>
                  <a:path extrusionOk="0" h="4" w="596">
                    <a:moveTo>
                      <a:pt x="596" y="2"/>
                    </a:moveTo>
                    <a:cubicBezTo>
                      <a:pt x="596" y="3"/>
                      <a:pt x="462" y="4"/>
                      <a:pt x="298" y="4"/>
                    </a:cubicBezTo>
                    <a:cubicBezTo>
                      <a:pt x="133" y="4"/>
                      <a:pt x="0" y="3"/>
                      <a:pt x="0" y="2"/>
                    </a:cubicBezTo>
                    <a:cubicBezTo>
                      <a:pt x="0" y="1"/>
                      <a:pt x="133" y="0"/>
                      <a:pt x="298" y="0"/>
                    </a:cubicBezTo>
                    <a:cubicBezTo>
                      <a:pt x="462" y="0"/>
                      <a:pt x="596" y="1"/>
                      <a:pt x="596"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16" name="Google Shape;1416;p28"/>
              <p:cNvSpPr/>
              <p:nvPr/>
            </p:nvSpPr>
            <p:spPr>
              <a:xfrm>
                <a:off x="4473341" y="2666216"/>
                <a:ext cx="377515" cy="4290"/>
              </a:xfrm>
              <a:custGeom>
                <a:rect b="b" l="l" r="r" t="t"/>
                <a:pathLst>
                  <a:path extrusionOk="0" h="4" w="352">
                    <a:moveTo>
                      <a:pt x="352" y="2"/>
                    </a:moveTo>
                    <a:cubicBezTo>
                      <a:pt x="352" y="3"/>
                      <a:pt x="273" y="4"/>
                      <a:pt x="176" y="4"/>
                    </a:cubicBezTo>
                    <a:cubicBezTo>
                      <a:pt x="79" y="4"/>
                      <a:pt x="0" y="3"/>
                      <a:pt x="0" y="2"/>
                    </a:cubicBezTo>
                    <a:cubicBezTo>
                      <a:pt x="0" y="1"/>
                      <a:pt x="79" y="0"/>
                      <a:pt x="176" y="0"/>
                    </a:cubicBezTo>
                    <a:cubicBezTo>
                      <a:pt x="273" y="0"/>
                      <a:pt x="352" y="1"/>
                      <a:pt x="352"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17" name="Google Shape;1417;p28"/>
              <p:cNvSpPr/>
              <p:nvPr/>
            </p:nvSpPr>
            <p:spPr>
              <a:xfrm>
                <a:off x="4473341" y="2887148"/>
                <a:ext cx="360355" cy="4290"/>
              </a:xfrm>
              <a:custGeom>
                <a:rect b="b" l="l" r="r" t="t"/>
                <a:pathLst>
                  <a:path extrusionOk="0" h="4" w="336">
                    <a:moveTo>
                      <a:pt x="336" y="2"/>
                    </a:moveTo>
                    <a:cubicBezTo>
                      <a:pt x="336" y="3"/>
                      <a:pt x="260" y="4"/>
                      <a:pt x="168" y="4"/>
                    </a:cubicBezTo>
                    <a:cubicBezTo>
                      <a:pt x="75" y="4"/>
                      <a:pt x="0" y="3"/>
                      <a:pt x="0" y="2"/>
                    </a:cubicBezTo>
                    <a:cubicBezTo>
                      <a:pt x="0" y="1"/>
                      <a:pt x="75" y="0"/>
                      <a:pt x="168" y="0"/>
                    </a:cubicBezTo>
                    <a:cubicBezTo>
                      <a:pt x="260" y="0"/>
                      <a:pt x="336" y="1"/>
                      <a:pt x="336" y="2"/>
                    </a:cubicBezTo>
                    <a:close/>
                  </a:path>
                </a:pathLst>
              </a:custGeom>
              <a:solidFill>
                <a:srgbClr val="E8505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18" name="Google Shape;1418;p28"/>
              <p:cNvSpPr/>
              <p:nvPr/>
            </p:nvSpPr>
            <p:spPr>
              <a:xfrm>
                <a:off x="4473341" y="2961150"/>
                <a:ext cx="646708" cy="3217"/>
              </a:xfrm>
              <a:custGeom>
                <a:rect b="b" l="l" r="r" t="t"/>
                <a:pathLst>
                  <a:path extrusionOk="0" h="3" w="603">
                    <a:moveTo>
                      <a:pt x="603" y="2"/>
                    </a:moveTo>
                    <a:cubicBezTo>
                      <a:pt x="603" y="3"/>
                      <a:pt x="468" y="3"/>
                      <a:pt x="302" y="3"/>
                    </a:cubicBezTo>
                    <a:cubicBezTo>
                      <a:pt x="135" y="3"/>
                      <a:pt x="0" y="3"/>
                      <a:pt x="0" y="2"/>
                    </a:cubicBezTo>
                    <a:cubicBezTo>
                      <a:pt x="0" y="1"/>
                      <a:pt x="135" y="0"/>
                      <a:pt x="302" y="0"/>
                    </a:cubicBezTo>
                    <a:cubicBezTo>
                      <a:pt x="468" y="0"/>
                      <a:pt x="603" y="1"/>
                      <a:pt x="603"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19" name="Google Shape;1419;p28"/>
              <p:cNvSpPr/>
              <p:nvPr/>
            </p:nvSpPr>
            <p:spPr>
              <a:xfrm>
                <a:off x="4473341" y="3013701"/>
                <a:ext cx="639201" cy="4290"/>
              </a:xfrm>
              <a:custGeom>
                <a:rect b="b" l="l" r="r" t="t"/>
                <a:pathLst>
                  <a:path extrusionOk="0" h="4" w="596">
                    <a:moveTo>
                      <a:pt x="596" y="2"/>
                    </a:moveTo>
                    <a:cubicBezTo>
                      <a:pt x="596" y="3"/>
                      <a:pt x="462" y="4"/>
                      <a:pt x="298" y="4"/>
                    </a:cubicBezTo>
                    <a:cubicBezTo>
                      <a:pt x="133" y="4"/>
                      <a:pt x="0" y="3"/>
                      <a:pt x="0" y="2"/>
                    </a:cubicBezTo>
                    <a:cubicBezTo>
                      <a:pt x="0" y="1"/>
                      <a:pt x="133" y="0"/>
                      <a:pt x="298" y="0"/>
                    </a:cubicBezTo>
                    <a:cubicBezTo>
                      <a:pt x="462" y="0"/>
                      <a:pt x="596" y="1"/>
                      <a:pt x="596"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20" name="Google Shape;1420;p28"/>
              <p:cNvSpPr/>
              <p:nvPr/>
            </p:nvSpPr>
            <p:spPr>
              <a:xfrm>
                <a:off x="4473341" y="3064108"/>
                <a:ext cx="377515" cy="4290"/>
              </a:xfrm>
              <a:custGeom>
                <a:rect b="b" l="l" r="r" t="t"/>
                <a:pathLst>
                  <a:path extrusionOk="0" h="4" w="352">
                    <a:moveTo>
                      <a:pt x="352" y="2"/>
                    </a:moveTo>
                    <a:cubicBezTo>
                      <a:pt x="352" y="3"/>
                      <a:pt x="273" y="4"/>
                      <a:pt x="176" y="4"/>
                    </a:cubicBezTo>
                    <a:cubicBezTo>
                      <a:pt x="79" y="4"/>
                      <a:pt x="0" y="3"/>
                      <a:pt x="0" y="2"/>
                    </a:cubicBezTo>
                    <a:cubicBezTo>
                      <a:pt x="0" y="1"/>
                      <a:pt x="79" y="0"/>
                      <a:pt x="176" y="0"/>
                    </a:cubicBezTo>
                    <a:cubicBezTo>
                      <a:pt x="273" y="0"/>
                      <a:pt x="352" y="1"/>
                      <a:pt x="352"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21" name="Google Shape;1421;p28"/>
              <p:cNvSpPr/>
              <p:nvPr/>
            </p:nvSpPr>
            <p:spPr>
              <a:xfrm>
                <a:off x="4087247" y="1284856"/>
                <a:ext cx="293861" cy="222004"/>
              </a:xfrm>
              <a:custGeom>
                <a:rect b="b" l="l" r="r" t="t"/>
                <a:pathLst>
                  <a:path extrusionOk="0" h="207" w="274">
                    <a:moveTo>
                      <a:pt x="0" y="205"/>
                    </a:moveTo>
                    <a:lnTo>
                      <a:pt x="1" y="0"/>
                    </a:lnTo>
                    <a:lnTo>
                      <a:pt x="274" y="1"/>
                    </a:lnTo>
                    <a:lnTo>
                      <a:pt x="273" y="207"/>
                    </a:lnTo>
                    <a:lnTo>
                      <a:pt x="0" y="205"/>
                    </a:lnTo>
                    <a:close/>
                  </a:path>
                </a:pathLst>
              </a:custGeom>
              <a:solidFill>
                <a:schemeClr val="accent2"/>
              </a:solidFill>
              <a:ln>
                <a:noFill/>
              </a:ln>
            </p:spPr>
            <p:txBody>
              <a:bodyPr anchorCtr="1" anchor="ctr" bIns="29500" lIns="90000" spcFirstLastPara="1" rIns="90000" wrap="square" tIns="295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2" name="Google Shape;1422;p28"/>
              <p:cNvSpPr/>
              <p:nvPr/>
            </p:nvSpPr>
            <p:spPr>
              <a:xfrm>
                <a:off x="4087247" y="1368510"/>
                <a:ext cx="292788" cy="138351"/>
              </a:xfrm>
              <a:custGeom>
                <a:rect b="b" l="l" r="r" t="t"/>
                <a:pathLst>
                  <a:path extrusionOk="0" h="129" w="273">
                    <a:moveTo>
                      <a:pt x="0" y="127"/>
                    </a:moveTo>
                    <a:lnTo>
                      <a:pt x="96" y="0"/>
                    </a:lnTo>
                    <a:lnTo>
                      <a:pt x="155" y="80"/>
                    </a:lnTo>
                    <a:lnTo>
                      <a:pt x="195" y="38"/>
                    </a:lnTo>
                    <a:lnTo>
                      <a:pt x="273" y="129"/>
                    </a:lnTo>
                    <a:lnTo>
                      <a:pt x="0" y="127"/>
                    </a:lnTo>
                    <a:close/>
                  </a:path>
                </a:pathLst>
              </a:custGeom>
              <a:solidFill>
                <a:srgbClr val="E8505B"/>
              </a:solidFill>
              <a:ln>
                <a:noFill/>
              </a:ln>
            </p:spPr>
            <p:txBody>
              <a:bodyPr anchorCtr="1" anchor="ctr" bIns="1425" lIns="90000" spcFirstLastPara="1" rIns="90000" wrap="square" tIns="1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3" name="Google Shape;1423;p28"/>
              <p:cNvSpPr/>
              <p:nvPr/>
            </p:nvSpPr>
            <p:spPr>
              <a:xfrm>
                <a:off x="4234177" y="1328828"/>
                <a:ext cx="46117" cy="46117"/>
              </a:xfrm>
              <a:custGeom>
                <a:rect b="b" l="l" r="r" t="t"/>
                <a:pathLst>
                  <a:path extrusionOk="0" h="43" w="43">
                    <a:moveTo>
                      <a:pt x="43" y="22"/>
                    </a:moveTo>
                    <a:cubicBezTo>
                      <a:pt x="43" y="34"/>
                      <a:pt x="34" y="43"/>
                      <a:pt x="22" y="43"/>
                    </a:cubicBezTo>
                    <a:cubicBezTo>
                      <a:pt x="10" y="43"/>
                      <a:pt x="0" y="34"/>
                      <a:pt x="0" y="22"/>
                    </a:cubicBezTo>
                    <a:cubicBezTo>
                      <a:pt x="0" y="10"/>
                      <a:pt x="10" y="0"/>
                      <a:pt x="22" y="0"/>
                    </a:cubicBezTo>
                    <a:cubicBezTo>
                      <a:pt x="34" y="0"/>
                      <a:pt x="43" y="10"/>
                      <a:pt x="43" y="22"/>
                    </a:cubicBezTo>
                    <a:close/>
                  </a:path>
                </a:pathLst>
              </a:custGeom>
              <a:solidFill>
                <a:srgbClr val="E8505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4" name="Google Shape;1424;p28"/>
              <p:cNvSpPr/>
              <p:nvPr/>
            </p:nvSpPr>
            <p:spPr>
              <a:xfrm>
                <a:off x="4087247" y="1368510"/>
                <a:ext cx="292788" cy="138351"/>
              </a:xfrm>
              <a:custGeom>
                <a:rect b="b" l="l" r="r" t="t"/>
                <a:pathLst>
                  <a:path extrusionOk="0" h="129" w="273">
                    <a:moveTo>
                      <a:pt x="0" y="127"/>
                    </a:moveTo>
                    <a:lnTo>
                      <a:pt x="96" y="0"/>
                    </a:lnTo>
                    <a:lnTo>
                      <a:pt x="155" y="80"/>
                    </a:lnTo>
                    <a:lnTo>
                      <a:pt x="195" y="38"/>
                    </a:lnTo>
                    <a:lnTo>
                      <a:pt x="273" y="129"/>
                    </a:lnTo>
                    <a:lnTo>
                      <a:pt x="0" y="127"/>
                    </a:lnTo>
                    <a:close/>
                  </a:path>
                </a:pathLst>
              </a:custGeom>
              <a:solidFill>
                <a:schemeClr val="accent1"/>
              </a:solidFill>
              <a:ln>
                <a:noFill/>
              </a:ln>
            </p:spPr>
            <p:txBody>
              <a:bodyPr anchorCtr="1" anchor="ctr" bIns="1425" lIns="90000" spcFirstLastPara="1" rIns="90000" wrap="square" tIns="14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25" name="Google Shape;1425;p28"/>
              <p:cNvSpPr/>
              <p:nvPr/>
            </p:nvSpPr>
            <p:spPr>
              <a:xfrm>
                <a:off x="4234177" y="1328828"/>
                <a:ext cx="46117" cy="46117"/>
              </a:xfrm>
              <a:custGeom>
                <a:rect b="b" l="l" r="r" t="t"/>
                <a:pathLst>
                  <a:path extrusionOk="0" h="43" w="43">
                    <a:moveTo>
                      <a:pt x="43" y="22"/>
                    </a:moveTo>
                    <a:cubicBezTo>
                      <a:pt x="43" y="34"/>
                      <a:pt x="34" y="43"/>
                      <a:pt x="22" y="43"/>
                    </a:cubicBezTo>
                    <a:cubicBezTo>
                      <a:pt x="10" y="43"/>
                      <a:pt x="0" y="34"/>
                      <a:pt x="0" y="22"/>
                    </a:cubicBezTo>
                    <a:cubicBezTo>
                      <a:pt x="0" y="10"/>
                      <a:pt x="10" y="0"/>
                      <a:pt x="22" y="0"/>
                    </a:cubicBezTo>
                    <a:cubicBezTo>
                      <a:pt x="34" y="0"/>
                      <a:pt x="43" y="10"/>
                      <a:pt x="43" y="2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26" name="Google Shape;1426;p28"/>
              <p:cNvSpPr/>
              <p:nvPr/>
            </p:nvSpPr>
            <p:spPr>
              <a:xfrm>
                <a:off x="4087247" y="1680603"/>
                <a:ext cx="293861" cy="222004"/>
              </a:xfrm>
              <a:custGeom>
                <a:rect b="b" l="l" r="r" t="t"/>
                <a:pathLst>
                  <a:path extrusionOk="0" h="207" w="274">
                    <a:moveTo>
                      <a:pt x="0" y="206"/>
                    </a:moveTo>
                    <a:lnTo>
                      <a:pt x="1" y="0"/>
                    </a:lnTo>
                    <a:lnTo>
                      <a:pt x="274" y="2"/>
                    </a:lnTo>
                    <a:lnTo>
                      <a:pt x="273" y="207"/>
                    </a:lnTo>
                    <a:lnTo>
                      <a:pt x="0" y="206"/>
                    </a:lnTo>
                    <a:close/>
                  </a:path>
                </a:pathLst>
              </a:custGeom>
              <a:solidFill>
                <a:schemeClr val="accent2"/>
              </a:solidFill>
              <a:ln>
                <a:noFill/>
              </a:ln>
            </p:spPr>
            <p:txBody>
              <a:bodyPr anchorCtr="1" anchor="ctr" bIns="29500" lIns="90000" spcFirstLastPara="1" rIns="90000" wrap="square" tIns="295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7" name="Google Shape;1427;p28"/>
              <p:cNvSpPr/>
              <p:nvPr/>
            </p:nvSpPr>
            <p:spPr>
              <a:xfrm>
                <a:off x="4087247" y="1764257"/>
                <a:ext cx="292788" cy="138351"/>
              </a:xfrm>
              <a:custGeom>
                <a:rect b="b" l="l" r="r" t="t"/>
                <a:pathLst>
                  <a:path extrusionOk="0" h="129" w="273">
                    <a:moveTo>
                      <a:pt x="0" y="128"/>
                    </a:moveTo>
                    <a:lnTo>
                      <a:pt x="96" y="0"/>
                    </a:lnTo>
                    <a:lnTo>
                      <a:pt x="155" y="81"/>
                    </a:lnTo>
                    <a:lnTo>
                      <a:pt x="195" y="38"/>
                    </a:lnTo>
                    <a:lnTo>
                      <a:pt x="273" y="129"/>
                    </a:lnTo>
                    <a:lnTo>
                      <a:pt x="0" y="128"/>
                    </a:lnTo>
                    <a:close/>
                  </a:path>
                </a:pathLst>
              </a:custGeom>
              <a:solidFill>
                <a:srgbClr val="E8505B"/>
              </a:solidFill>
              <a:ln>
                <a:noFill/>
              </a:ln>
            </p:spPr>
            <p:txBody>
              <a:bodyPr anchorCtr="1" anchor="ctr" bIns="1425" lIns="90000" spcFirstLastPara="1" rIns="90000" wrap="square" tIns="1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8" name="Google Shape;1428;p28"/>
              <p:cNvSpPr/>
              <p:nvPr/>
            </p:nvSpPr>
            <p:spPr>
              <a:xfrm>
                <a:off x="4234177" y="1725647"/>
                <a:ext cx="46117" cy="46117"/>
              </a:xfrm>
              <a:custGeom>
                <a:rect b="b" l="l" r="r" t="t"/>
                <a:pathLst>
                  <a:path extrusionOk="0" h="43" w="43">
                    <a:moveTo>
                      <a:pt x="43" y="21"/>
                    </a:moveTo>
                    <a:cubicBezTo>
                      <a:pt x="43" y="33"/>
                      <a:pt x="34" y="43"/>
                      <a:pt x="22" y="43"/>
                    </a:cubicBezTo>
                    <a:cubicBezTo>
                      <a:pt x="10" y="43"/>
                      <a:pt x="0" y="33"/>
                      <a:pt x="0" y="21"/>
                    </a:cubicBezTo>
                    <a:cubicBezTo>
                      <a:pt x="0" y="9"/>
                      <a:pt x="10" y="0"/>
                      <a:pt x="22" y="0"/>
                    </a:cubicBezTo>
                    <a:cubicBezTo>
                      <a:pt x="34" y="0"/>
                      <a:pt x="43" y="9"/>
                      <a:pt x="43" y="21"/>
                    </a:cubicBezTo>
                    <a:close/>
                  </a:path>
                </a:pathLst>
              </a:custGeom>
              <a:solidFill>
                <a:srgbClr val="E8505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9" name="Google Shape;1429;p28"/>
              <p:cNvSpPr/>
              <p:nvPr/>
            </p:nvSpPr>
            <p:spPr>
              <a:xfrm>
                <a:off x="4087247" y="1764257"/>
                <a:ext cx="292788" cy="138351"/>
              </a:xfrm>
              <a:custGeom>
                <a:rect b="b" l="l" r="r" t="t"/>
                <a:pathLst>
                  <a:path extrusionOk="0" h="129" w="273">
                    <a:moveTo>
                      <a:pt x="0" y="128"/>
                    </a:moveTo>
                    <a:lnTo>
                      <a:pt x="96" y="0"/>
                    </a:lnTo>
                    <a:lnTo>
                      <a:pt x="155" y="81"/>
                    </a:lnTo>
                    <a:lnTo>
                      <a:pt x="195" y="38"/>
                    </a:lnTo>
                    <a:lnTo>
                      <a:pt x="273" y="129"/>
                    </a:lnTo>
                    <a:lnTo>
                      <a:pt x="0" y="128"/>
                    </a:lnTo>
                    <a:close/>
                  </a:path>
                </a:pathLst>
              </a:custGeom>
              <a:solidFill>
                <a:schemeClr val="accent1"/>
              </a:solidFill>
              <a:ln>
                <a:noFill/>
              </a:ln>
            </p:spPr>
            <p:txBody>
              <a:bodyPr anchorCtr="1" anchor="ctr" bIns="1425" lIns="90000" spcFirstLastPara="1" rIns="90000" wrap="square" tIns="14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30" name="Google Shape;1430;p28"/>
              <p:cNvSpPr/>
              <p:nvPr/>
            </p:nvSpPr>
            <p:spPr>
              <a:xfrm>
                <a:off x="4234177" y="1725647"/>
                <a:ext cx="46117" cy="46117"/>
              </a:xfrm>
              <a:custGeom>
                <a:rect b="b" l="l" r="r" t="t"/>
                <a:pathLst>
                  <a:path extrusionOk="0" h="43" w="43">
                    <a:moveTo>
                      <a:pt x="43" y="21"/>
                    </a:moveTo>
                    <a:cubicBezTo>
                      <a:pt x="43" y="33"/>
                      <a:pt x="34" y="43"/>
                      <a:pt x="22" y="43"/>
                    </a:cubicBezTo>
                    <a:cubicBezTo>
                      <a:pt x="10" y="43"/>
                      <a:pt x="0" y="33"/>
                      <a:pt x="0" y="21"/>
                    </a:cubicBezTo>
                    <a:cubicBezTo>
                      <a:pt x="0" y="9"/>
                      <a:pt x="10" y="0"/>
                      <a:pt x="22" y="0"/>
                    </a:cubicBezTo>
                    <a:cubicBezTo>
                      <a:pt x="34" y="0"/>
                      <a:pt x="43" y="9"/>
                      <a:pt x="43" y="21"/>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31" name="Google Shape;1431;p28"/>
              <p:cNvSpPr/>
              <p:nvPr/>
            </p:nvSpPr>
            <p:spPr>
              <a:xfrm>
                <a:off x="4087247" y="2077422"/>
                <a:ext cx="293861" cy="222004"/>
              </a:xfrm>
              <a:custGeom>
                <a:rect b="b" l="l" r="r" t="t"/>
                <a:pathLst>
                  <a:path extrusionOk="0" h="207" w="274">
                    <a:moveTo>
                      <a:pt x="0" y="205"/>
                    </a:moveTo>
                    <a:lnTo>
                      <a:pt x="1" y="0"/>
                    </a:lnTo>
                    <a:lnTo>
                      <a:pt x="274" y="1"/>
                    </a:lnTo>
                    <a:lnTo>
                      <a:pt x="273" y="207"/>
                    </a:lnTo>
                    <a:lnTo>
                      <a:pt x="0" y="205"/>
                    </a:lnTo>
                    <a:close/>
                  </a:path>
                </a:pathLst>
              </a:custGeom>
              <a:solidFill>
                <a:schemeClr val="accent2"/>
              </a:solidFill>
              <a:ln>
                <a:noFill/>
              </a:ln>
            </p:spPr>
            <p:txBody>
              <a:bodyPr anchorCtr="1" anchor="ctr" bIns="29500" lIns="90000" spcFirstLastPara="1" rIns="90000" wrap="square" tIns="295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32" name="Google Shape;1432;p28"/>
              <p:cNvSpPr/>
              <p:nvPr/>
            </p:nvSpPr>
            <p:spPr>
              <a:xfrm>
                <a:off x="4087247" y="2161076"/>
                <a:ext cx="292788" cy="138351"/>
              </a:xfrm>
              <a:custGeom>
                <a:rect b="b" l="l" r="r" t="t"/>
                <a:pathLst>
                  <a:path extrusionOk="0" h="129" w="273">
                    <a:moveTo>
                      <a:pt x="0" y="127"/>
                    </a:moveTo>
                    <a:lnTo>
                      <a:pt x="96" y="0"/>
                    </a:lnTo>
                    <a:lnTo>
                      <a:pt x="155" y="80"/>
                    </a:lnTo>
                    <a:lnTo>
                      <a:pt x="195" y="38"/>
                    </a:lnTo>
                    <a:lnTo>
                      <a:pt x="273" y="129"/>
                    </a:lnTo>
                    <a:lnTo>
                      <a:pt x="0" y="127"/>
                    </a:lnTo>
                    <a:close/>
                  </a:path>
                </a:pathLst>
              </a:custGeom>
              <a:solidFill>
                <a:srgbClr val="E8505B"/>
              </a:solidFill>
              <a:ln>
                <a:noFill/>
              </a:ln>
            </p:spPr>
            <p:txBody>
              <a:bodyPr anchorCtr="1" anchor="ctr" bIns="1425" lIns="90000" spcFirstLastPara="1" rIns="90000" wrap="square" tIns="1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33" name="Google Shape;1433;p28"/>
              <p:cNvSpPr/>
              <p:nvPr/>
            </p:nvSpPr>
            <p:spPr>
              <a:xfrm>
                <a:off x="4234177" y="2121394"/>
                <a:ext cx="46117" cy="46117"/>
              </a:xfrm>
              <a:custGeom>
                <a:rect b="b" l="l" r="r" t="t"/>
                <a:pathLst>
                  <a:path extrusionOk="0" h="43" w="43">
                    <a:moveTo>
                      <a:pt x="43" y="22"/>
                    </a:moveTo>
                    <a:cubicBezTo>
                      <a:pt x="43" y="34"/>
                      <a:pt x="34" y="43"/>
                      <a:pt x="22" y="43"/>
                    </a:cubicBezTo>
                    <a:cubicBezTo>
                      <a:pt x="10" y="43"/>
                      <a:pt x="0" y="33"/>
                      <a:pt x="0" y="22"/>
                    </a:cubicBezTo>
                    <a:cubicBezTo>
                      <a:pt x="0" y="10"/>
                      <a:pt x="10" y="0"/>
                      <a:pt x="22" y="0"/>
                    </a:cubicBezTo>
                    <a:cubicBezTo>
                      <a:pt x="34" y="0"/>
                      <a:pt x="43" y="10"/>
                      <a:pt x="43" y="22"/>
                    </a:cubicBezTo>
                    <a:close/>
                  </a:path>
                </a:pathLst>
              </a:custGeom>
              <a:solidFill>
                <a:srgbClr val="E8505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34" name="Google Shape;1434;p28"/>
              <p:cNvSpPr/>
              <p:nvPr/>
            </p:nvSpPr>
            <p:spPr>
              <a:xfrm>
                <a:off x="4087247" y="2161076"/>
                <a:ext cx="292788" cy="138351"/>
              </a:xfrm>
              <a:custGeom>
                <a:rect b="b" l="l" r="r" t="t"/>
                <a:pathLst>
                  <a:path extrusionOk="0" h="129" w="273">
                    <a:moveTo>
                      <a:pt x="0" y="127"/>
                    </a:moveTo>
                    <a:lnTo>
                      <a:pt x="96" y="0"/>
                    </a:lnTo>
                    <a:lnTo>
                      <a:pt x="155" y="80"/>
                    </a:lnTo>
                    <a:lnTo>
                      <a:pt x="195" y="38"/>
                    </a:lnTo>
                    <a:lnTo>
                      <a:pt x="273" y="129"/>
                    </a:lnTo>
                    <a:lnTo>
                      <a:pt x="0" y="127"/>
                    </a:lnTo>
                    <a:close/>
                  </a:path>
                </a:pathLst>
              </a:custGeom>
              <a:solidFill>
                <a:schemeClr val="accent1"/>
              </a:solidFill>
              <a:ln>
                <a:noFill/>
              </a:ln>
            </p:spPr>
            <p:txBody>
              <a:bodyPr anchorCtr="1" anchor="ctr" bIns="1425" lIns="90000" spcFirstLastPara="1" rIns="90000" wrap="square" tIns="14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35" name="Google Shape;1435;p28"/>
              <p:cNvSpPr/>
              <p:nvPr/>
            </p:nvSpPr>
            <p:spPr>
              <a:xfrm>
                <a:off x="4234177" y="2121394"/>
                <a:ext cx="46117" cy="46117"/>
              </a:xfrm>
              <a:custGeom>
                <a:rect b="b" l="l" r="r" t="t"/>
                <a:pathLst>
                  <a:path extrusionOk="0" h="43" w="43">
                    <a:moveTo>
                      <a:pt x="43" y="22"/>
                    </a:moveTo>
                    <a:cubicBezTo>
                      <a:pt x="43" y="34"/>
                      <a:pt x="34" y="43"/>
                      <a:pt x="22" y="43"/>
                    </a:cubicBezTo>
                    <a:cubicBezTo>
                      <a:pt x="10" y="43"/>
                      <a:pt x="0" y="33"/>
                      <a:pt x="0" y="22"/>
                    </a:cubicBezTo>
                    <a:cubicBezTo>
                      <a:pt x="0" y="10"/>
                      <a:pt x="10" y="0"/>
                      <a:pt x="22" y="0"/>
                    </a:cubicBezTo>
                    <a:cubicBezTo>
                      <a:pt x="34" y="0"/>
                      <a:pt x="43" y="10"/>
                      <a:pt x="43" y="2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36" name="Google Shape;1436;p28"/>
              <p:cNvSpPr/>
              <p:nvPr/>
            </p:nvSpPr>
            <p:spPr>
              <a:xfrm>
                <a:off x="4087247" y="2473169"/>
                <a:ext cx="293861" cy="220932"/>
              </a:xfrm>
              <a:custGeom>
                <a:rect b="b" l="l" r="r" t="t"/>
                <a:pathLst>
                  <a:path extrusionOk="0" h="206" w="274">
                    <a:moveTo>
                      <a:pt x="0" y="205"/>
                    </a:moveTo>
                    <a:lnTo>
                      <a:pt x="1" y="0"/>
                    </a:lnTo>
                    <a:lnTo>
                      <a:pt x="274" y="2"/>
                    </a:lnTo>
                    <a:lnTo>
                      <a:pt x="273" y="206"/>
                    </a:lnTo>
                    <a:lnTo>
                      <a:pt x="0" y="205"/>
                    </a:lnTo>
                    <a:close/>
                  </a:path>
                </a:pathLst>
              </a:custGeom>
              <a:solidFill>
                <a:schemeClr val="accent2"/>
              </a:solidFill>
              <a:ln>
                <a:noFill/>
              </a:ln>
            </p:spPr>
            <p:txBody>
              <a:bodyPr anchorCtr="1" anchor="ctr" bIns="29150" lIns="90000" spcFirstLastPara="1" rIns="90000" wrap="square" tIns="291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37" name="Google Shape;1437;p28"/>
              <p:cNvSpPr/>
              <p:nvPr/>
            </p:nvSpPr>
            <p:spPr>
              <a:xfrm>
                <a:off x="4087247" y="2556823"/>
                <a:ext cx="292788" cy="137278"/>
              </a:xfrm>
              <a:custGeom>
                <a:rect b="b" l="l" r="r" t="t"/>
                <a:pathLst>
                  <a:path extrusionOk="0" h="128" w="273">
                    <a:moveTo>
                      <a:pt x="0" y="126"/>
                    </a:moveTo>
                    <a:lnTo>
                      <a:pt x="96" y="0"/>
                    </a:lnTo>
                    <a:lnTo>
                      <a:pt x="155" y="81"/>
                    </a:lnTo>
                    <a:lnTo>
                      <a:pt x="195" y="38"/>
                    </a:lnTo>
                    <a:lnTo>
                      <a:pt x="273" y="128"/>
                    </a:lnTo>
                    <a:lnTo>
                      <a:pt x="0" y="126"/>
                    </a:lnTo>
                    <a:close/>
                  </a:path>
                </a:pathLst>
              </a:custGeom>
              <a:solidFill>
                <a:srgbClr val="E8505B"/>
              </a:solidFill>
              <a:ln>
                <a:noFill/>
              </a:ln>
            </p:spPr>
            <p:txBody>
              <a:bodyPr anchorCtr="1" anchor="ctr" bIns="1075" lIns="90000" spcFirstLastPara="1" rIns="90000" wrap="square" tIns="10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38" name="Google Shape;1438;p28"/>
              <p:cNvSpPr/>
              <p:nvPr/>
            </p:nvSpPr>
            <p:spPr>
              <a:xfrm>
                <a:off x="4234177" y="2518213"/>
                <a:ext cx="46117" cy="46117"/>
              </a:xfrm>
              <a:custGeom>
                <a:rect b="b" l="l" r="r" t="t"/>
                <a:pathLst>
                  <a:path extrusionOk="0" h="43" w="43">
                    <a:moveTo>
                      <a:pt x="43" y="21"/>
                    </a:moveTo>
                    <a:cubicBezTo>
                      <a:pt x="43" y="33"/>
                      <a:pt x="34" y="43"/>
                      <a:pt x="22" y="43"/>
                    </a:cubicBezTo>
                    <a:cubicBezTo>
                      <a:pt x="10" y="43"/>
                      <a:pt x="0" y="33"/>
                      <a:pt x="0" y="21"/>
                    </a:cubicBezTo>
                    <a:cubicBezTo>
                      <a:pt x="0" y="9"/>
                      <a:pt x="10" y="0"/>
                      <a:pt x="22" y="0"/>
                    </a:cubicBezTo>
                    <a:cubicBezTo>
                      <a:pt x="34" y="0"/>
                      <a:pt x="43" y="9"/>
                      <a:pt x="43" y="21"/>
                    </a:cubicBezTo>
                    <a:close/>
                  </a:path>
                </a:pathLst>
              </a:custGeom>
              <a:solidFill>
                <a:srgbClr val="E8505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39" name="Google Shape;1439;p28"/>
              <p:cNvSpPr/>
              <p:nvPr/>
            </p:nvSpPr>
            <p:spPr>
              <a:xfrm>
                <a:off x="4087247" y="2556823"/>
                <a:ext cx="292788" cy="137278"/>
              </a:xfrm>
              <a:custGeom>
                <a:rect b="b" l="l" r="r" t="t"/>
                <a:pathLst>
                  <a:path extrusionOk="0" h="128" w="273">
                    <a:moveTo>
                      <a:pt x="0" y="126"/>
                    </a:moveTo>
                    <a:lnTo>
                      <a:pt x="96" y="0"/>
                    </a:lnTo>
                    <a:lnTo>
                      <a:pt x="155" y="81"/>
                    </a:lnTo>
                    <a:lnTo>
                      <a:pt x="195" y="38"/>
                    </a:lnTo>
                    <a:lnTo>
                      <a:pt x="273" y="128"/>
                    </a:lnTo>
                    <a:lnTo>
                      <a:pt x="0" y="126"/>
                    </a:lnTo>
                    <a:close/>
                  </a:path>
                </a:pathLst>
              </a:custGeom>
              <a:solidFill>
                <a:schemeClr val="accent1"/>
              </a:solidFill>
              <a:ln>
                <a:noFill/>
              </a:ln>
            </p:spPr>
            <p:txBody>
              <a:bodyPr anchorCtr="1" anchor="ctr" bIns="1075" lIns="90000" spcFirstLastPara="1" rIns="90000" wrap="square" tIns="107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40" name="Google Shape;1440;p28"/>
              <p:cNvSpPr/>
              <p:nvPr/>
            </p:nvSpPr>
            <p:spPr>
              <a:xfrm>
                <a:off x="4234177" y="2518213"/>
                <a:ext cx="46117" cy="46117"/>
              </a:xfrm>
              <a:custGeom>
                <a:rect b="b" l="l" r="r" t="t"/>
                <a:pathLst>
                  <a:path extrusionOk="0" h="43" w="43">
                    <a:moveTo>
                      <a:pt x="43" y="21"/>
                    </a:moveTo>
                    <a:cubicBezTo>
                      <a:pt x="43" y="33"/>
                      <a:pt x="34" y="43"/>
                      <a:pt x="22" y="43"/>
                    </a:cubicBezTo>
                    <a:cubicBezTo>
                      <a:pt x="10" y="43"/>
                      <a:pt x="0" y="33"/>
                      <a:pt x="0" y="21"/>
                    </a:cubicBezTo>
                    <a:cubicBezTo>
                      <a:pt x="0" y="9"/>
                      <a:pt x="10" y="0"/>
                      <a:pt x="22" y="0"/>
                    </a:cubicBezTo>
                    <a:cubicBezTo>
                      <a:pt x="34" y="0"/>
                      <a:pt x="43" y="9"/>
                      <a:pt x="43" y="21"/>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41" name="Google Shape;1441;p28"/>
              <p:cNvSpPr/>
              <p:nvPr/>
            </p:nvSpPr>
            <p:spPr>
              <a:xfrm>
                <a:off x="4087247" y="2866771"/>
                <a:ext cx="293861" cy="222004"/>
              </a:xfrm>
              <a:custGeom>
                <a:rect b="b" l="l" r="r" t="t"/>
                <a:pathLst>
                  <a:path extrusionOk="0" h="207" w="274">
                    <a:moveTo>
                      <a:pt x="0" y="205"/>
                    </a:moveTo>
                    <a:lnTo>
                      <a:pt x="1" y="0"/>
                    </a:lnTo>
                    <a:lnTo>
                      <a:pt x="274" y="1"/>
                    </a:lnTo>
                    <a:lnTo>
                      <a:pt x="273" y="207"/>
                    </a:lnTo>
                    <a:lnTo>
                      <a:pt x="0" y="205"/>
                    </a:lnTo>
                    <a:close/>
                  </a:path>
                </a:pathLst>
              </a:custGeom>
              <a:solidFill>
                <a:schemeClr val="accent2"/>
              </a:solidFill>
              <a:ln>
                <a:noFill/>
              </a:ln>
            </p:spPr>
            <p:txBody>
              <a:bodyPr anchorCtr="1" anchor="ctr" bIns="29500" lIns="90000" spcFirstLastPara="1" rIns="90000" wrap="square" tIns="295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42" name="Google Shape;1442;p28"/>
              <p:cNvSpPr/>
              <p:nvPr/>
            </p:nvSpPr>
            <p:spPr>
              <a:xfrm>
                <a:off x="4087247" y="2950425"/>
                <a:ext cx="292788" cy="138351"/>
              </a:xfrm>
              <a:custGeom>
                <a:rect b="b" l="l" r="r" t="t"/>
                <a:pathLst>
                  <a:path extrusionOk="0" h="129" w="273">
                    <a:moveTo>
                      <a:pt x="0" y="127"/>
                    </a:moveTo>
                    <a:lnTo>
                      <a:pt x="96" y="0"/>
                    </a:lnTo>
                    <a:lnTo>
                      <a:pt x="155" y="80"/>
                    </a:lnTo>
                    <a:lnTo>
                      <a:pt x="195" y="38"/>
                    </a:lnTo>
                    <a:lnTo>
                      <a:pt x="273" y="129"/>
                    </a:lnTo>
                    <a:lnTo>
                      <a:pt x="0" y="127"/>
                    </a:lnTo>
                    <a:close/>
                  </a:path>
                </a:pathLst>
              </a:custGeom>
              <a:solidFill>
                <a:srgbClr val="E8505B"/>
              </a:solidFill>
              <a:ln>
                <a:noFill/>
              </a:ln>
            </p:spPr>
            <p:txBody>
              <a:bodyPr anchorCtr="1" anchor="ctr" bIns="1425" lIns="90000" spcFirstLastPara="1" rIns="90000" wrap="square" tIns="1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43" name="Google Shape;1443;p28"/>
              <p:cNvSpPr/>
              <p:nvPr/>
            </p:nvSpPr>
            <p:spPr>
              <a:xfrm>
                <a:off x="4234177" y="2910743"/>
                <a:ext cx="46117" cy="46117"/>
              </a:xfrm>
              <a:custGeom>
                <a:rect b="b" l="l" r="r" t="t"/>
                <a:pathLst>
                  <a:path extrusionOk="0" h="43" w="43">
                    <a:moveTo>
                      <a:pt x="43" y="22"/>
                    </a:moveTo>
                    <a:cubicBezTo>
                      <a:pt x="43" y="34"/>
                      <a:pt x="34" y="43"/>
                      <a:pt x="22" y="43"/>
                    </a:cubicBezTo>
                    <a:cubicBezTo>
                      <a:pt x="10" y="43"/>
                      <a:pt x="0" y="34"/>
                      <a:pt x="0" y="22"/>
                    </a:cubicBezTo>
                    <a:cubicBezTo>
                      <a:pt x="0" y="11"/>
                      <a:pt x="10" y="0"/>
                      <a:pt x="22" y="0"/>
                    </a:cubicBezTo>
                    <a:cubicBezTo>
                      <a:pt x="34" y="0"/>
                      <a:pt x="43" y="10"/>
                      <a:pt x="43" y="22"/>
                    </a:cubicBezTo>
                    <a:close/>
                  </a:path>
                </a:pathLst>
              </a:custGeom>
              <a:solidFill>
                <a:srgbClr val="E8505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44" name="Google Shape;1444;p28"/>
              <p:cNvSpPr/>
              <p:nvPr/>
            </p:nvSpPr>
            <p:spPr>
              <a:xfrm>
                <a:off x="4087247" y="2950425"/>
                <a:ext cx="292788" cy="138351"/>
              </a:xfrm>
              <a:custGeom>
                <a:rect b="b" l="l" r="r" t="t"/>
                <a:pathLst>
                  <a:path extrusionOk="0" h="129" w="273">
                    <a:moveTo>
                      <a:pt x="0" y="127"/>
                    </a:moveTo>
                    <a:lnTo>
                      <a:pt x="96" y="0"/>
                    </a:lnTo>
                    <a:lnTo>
                      <a:pt x="155" y="80"/>
                    </a:lnTo>
                    <a:lnTo>
                      <a:pt x="195" y="38"/>
                    </a:lnTo>
                    <a:lnTo>
                      <a:pt x="273" y="129"/>
                    </a:lnTo>
                    <a:lnTo>
                      <a:pt x="0" y="127"/>
                    </a:lnTo>
                    <a:close/>
                  </a:path>
                </a:pathLst>
              </a:custGeom>
              <a:solidFill>
                <a:schemeClr val="accent1"/>
              </a:solidFill>
              <a:ln>
                <a:noFill/>
              </a:ln>
            </p:spPr>
            <p:txBody>
              <a:bodyPr anchorCtr="1" anchor="ctr" bIns="1425" lIns="90000" spcFirstLastPara="1" rIns="90000" wrap="square" tIns="14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45" name="Google Shape;1445;p28"/>
              <p:cNvSpPr/>
              <p:nvPr/>
            </p:nvSpPr>
            <p:spPr>
              <a:xfrm>
                <a:off x="4234177" y="2910743"/>
                <a:ext cx="46117" cy="46117"/>
              </a:xfrm>
              <a:custGeom>
                <a:rect b="b" l="l" r="r" t="t"/>
                <a:pathLst>
                  <a:path extrusionOk="0" h="43" w="43">
                    <a:moveTo>
                      <a:pt x="43" y="22"/>
                    </a:moveTo>
                    <a:cubicBezTo>
                      <a:pt x="43" y="34"/>
                      <a:pt x="34" y="43"/>
                      <a:pt x="22" y="43"/>
                    </a:cubicBezTo>
                    <a:cubicBezTo>
                      <a:pt x="10" y="43"/>
                      <a:pt x="0" y="34"/>
                      <a:pt x="0" y="22"/>
                    </a:cubicBezTo>
                    <a:cubicBezTo>
                      <a:pt x="0" y="11"/>
                      <a:pt x="10" y="0"/>
                      <a:pt x="22" y="0"/>
                    </a:cubicBezTo>
                    <a:cubicBezTo>
                      <a:pt x="34" y="0"/>
                      <a:pt x="43" y="10"/>
                      <a:pt x="43" y="2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46" name="Google Shape;1446;p28"/>
              <p:cNvSpPr/>
              <p:nvPr/>
            </p:nvSpPr>
            <p:spPr>
              <a:xfrm>
                <a:off x="4128000" y="637494"/>
                <a:ext cx="96525" cy="106406"/>
              </a:xfrm>
              <a:custGeom>
                <a:rect b="b" l="l" r="r" t="t"/>
                <a:pathLst>
                  <a:path extrusionOk="0" h="97" w="88">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pic>
        <p:nvPicPr>
          <p:cNvPr id="1447" name="Google Shape;1447;p28" title="increase (1).png"/>
          <p:cNvPicPr preferRelativeResize="0"/>
          <p:nvPr/>
        </p:nvPicPr>
        <p:blipFill>
          <a:blip r:embed="rId3">
            <a:alphaModFix/>
          </a:blip>
          <a:stretch>
            <a:fillRect/>
          </a:stretch>
        </p:blipFill>
        <p:spPr>
          <a:xfrm rot="5400000">
            <a:off x="4198737" y="2880537"/>
            <a:ext cx="844950" cy="1250725"/>
          </a:xfrm>
          <a:prstGeom prst="rect">
            <a:avLst/>
          </a:prstGeom>
          <a:noFill/>
          <a:ln>
            <a:noFill/>
          </a:ln>
        </p:spPr>
      </p:pic>
      <p:sp>
        <p:nvSpPr>
          <p:cNvPr id="1448" name="Google Shape;1448;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49" name="Google Shape;1449;p28"/>
          <p:cNvSpPr txBox="1"/>
          <p:nvPr/>
        </p:nvSpPr>
        <p:spPr>
          <a:xfrm>
            <a:off x="0" y="4827900"/>
            <a:ext cx="9144000" cy="3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850">
                <a:solidFill>
                  <a:srgbClr val="5A6B85"/>
                </a:solidFill>
                <a:latin typeface="Calibri"/>
                <a:ea typeface="Calibri"/>
                <a:cs typeface="Calibri"/>
                <a:sym typeface="Calibri"/>
              </a:rPr>
              <a:t>Sources: QRTRAC 2026, Wave Connect 2026, Uniqode 2026, IMQRScan 2026</a:t>
            </a:r>
            <a:endParaRPr sz="850">
              <a:solidFill>
                <a:srgbClr val="5A6B85"/>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3" name="Shape 1453"/>
        <p:cNvGrpSpPr/>
        <p:nvPr/>
      </p:nvGrpSpPr>
      <p:grpSpPr>
        <a:xfrm>
          <a:off x="0" y="0"/>
          <a:ext cx="0" cy="0"/>
          <a:chOff x="0" y="0"/>
          <a:chExt cx="0" cy="0"/>
        </a:xfrm>
      </p:grpSpPr>
      <p:sp>
        <p:nvSpPr>
          <p:cNvPr id="1454" name="Google Shape;1454;p29"/>
          <p:cNvSpPr txBox="1"/>
          <p:nvPr>
            <p:ph type="title"/>
          </p:nvPr>
        </p:nvSpPr>
        <p:spPr>
          <a:xfrm>
            <a:off x="3989375" y="2571975"/>
            <a:ext cx="4383600" cy="104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Problem </a:t>
            </a:r>
            <a:endParaRPr/>
          </a:p>
        </p:txBody>
      </p:sp>
      <p:sp>
        <p:nvSpPr>
          <p:cNvPr id="1455" name="Google Shape;1455;p29"/>
          <p:cNvSpPr txBox="1"/>
          <p:nvPr>
            <p:ph idx="2" type="title"/>
          </p:nvPr>
        </p:nvSpPr>
        <p:spPr>
          <a:xfrm>
            <a:off x="5642675" y="1454775"/>
            <a:ext cx="1077000" cy="96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grpSp>
        <p:nvGrpSpPr>
          <p:cNvPr id="1456" name="Google Shape;1456;p29"/>
          <p:cNvGrpSpPr/>
          <p:nvPr/>
        </p:nvGrpSpPr>
        <p:grpSpPr>
          <a:xfrm>
            <a:off x="956297" y="764691"/>
            <a:ext cx="2571666" cy="3614127"/>
            <a:chOff x="1210622" y="-170354"/>
            <a:chExt cx="2319742" cy="3260082"/>
          </a:xfrm>
        </p:grpSpPr>
        <p:grpSp>
          <p:nvGrpSpPr>
            <p:cNvPr id="1457" name="Google Shape;1457;p29"/>
            <p:cNvGrpSpPr/>
            <p:nvPr/>
          </p:nvGrpSpPr>
          <p:grpSpPr>
            <a:xfrm>
              <a:off x="1681651" y="398058"/>
              <a:ext cx="1848713" cy="2691670"/>
              <a:chOff x="1938738" y="663771"/>
              <a:chExt cx="1848713" cy="2691670"/>
            </a:xfrm>
          </p:grpSpPr>
          <p:grpSp>
            <p:nvGrpSpPr>
              <p:cNvPr id="1458" name="Google Shape;1458;p29"/>
              <p:cNvGrpSpPr/>
              <p:nvPr/>
            </p:nvGrpSpPr>
            <p:grpSpPr>
              <a:xfrm>
                <a:off x="1938738" y="663771"/>
                <a:ext cx="1848713" cy="2691670"/>
                <a:chOff x="1753188" y="663783"/>
                <a:chExt cx="1848713" cy="2691670"/>
              </a:xfrm>
            </p:grpSpPr>
            <p:sp>
              <p:nvSpPr>
                <p:cNvPr id="1459" name="Google Shape;1459;p29"/>
                <p:cNvSpPr/>
                <p:nvPr/>
              </p:nvSpPr>
              <p:spPr>
                <a:xfrm>
                  <a:off x="2524001" y="1331549"/>
                  <a:ext cx="956301" cy="2021843"/>
                </a:xfrm>
                <a:custGeom>
                  <a:rect b="b" l="l" r="r" t="t"/>
                  <a:pathLst>
                    <a:path extrusionOk="0" h="981" w="464">
                      <a:moveTo>
                        <a:pt x="380" y="0"/>
                      </a:moveTo>
                      <a:cubicBezTo>
                        <a:pt x="371" y="0"/>
                        <a:pt x="359" y="0"/>
                        <a:pt x="345" y="0"/>
                      </a:cubicBezTo>
                      <a:cubicBezTo>
                        <a:pt x="342" y="0"/>
                        <a:pt x="338" y="0"/>
                        <a:pt x="335" y="2"/>
                      </a:cubicBezTo>
                      <a:cubicBezTo>
                        <a:pt x="331" y="3"/>
                        <a:pt x="328" y="6"/>
                        <a:pt x="326" y="9"/>
                      </a:cubicBezTo>
                      <a:cubicBezTo>
                        <a:pt x="325" y="11"/>
                        <a:pt x="324" y="13"/>
                        <a:pt x="324" y="15"/>
                      </a:cubicBezTo>
                      <a:cubicBezTo>
                        <a:pt x="324" y="17"/>
                        <a:pt x="324" y="19"/>
                        <a:pt x="324" y="21"/>
                      </a:cubicBezTo>
                      <a:cubicBezTo>
                        <a:pt x="324" y="23"/>
                        <a:pt x="324" y="26"/>
                        <a:pt x="324" y="28"/>
                      </a:cubicBezTo>
                      <a:cubicBezTo>
                        <a:pt x="324" y="31"/>
                        <a:pt x="324" y="32"/>
                        <a:pt x="323" y="34"/>
                      </a:cubicBezTo>
                      <a:cubicBezTo>
                        <a:pt x="322" y="39"/>
                        <a:pt x="320" y="43"/>
                        <a:pt x="316" y="46"/>
                      </a:cubicBezTo>
                      <a:cubicBezTo>
                        <a:pt x="313" y="47"/>
                        <a:pt x="311" y="48"/>
                        <a:pt x="309" y="48"/>
                      </a:cubicBezTo>
                      <a:cubicBezTo>
                        <a:pt x="306" y="48"/>
                        <a:pt x="304" y="48"/>
                        <a:pt x="301" y="48"/>
                      </a:cubicBezTo>
                      <a:cubicBezTo>
                        <a:pt x="291" y="48"/>
                        <a:pt x="281" y="48"/>
                        <a:pt x="269" y="48"/>
                      </a:cubicBezTo>
                      <a:cubicBezTo>
                        <a:pt x="247" y="48"/>
                        <a:pt x="223" y="48"/>
                        <a:pt x="198" y="48"/>
                      </a:cubicBezTo>
                      <a:lnTo>
                        <a:pt x="178" y="48"/>
                      </a:lnTo>
                      <a:cubicBezTo>
                        <a:pt x="176" y="48"/>
                        <a:pt x="175" y="48"/>
                        <a:pt x="173" y="48"/>
                      </a:cubicBezTo>
                      <a:cubicBezTo>
                        <a:pt x="172" y="48"/>
                        <a:pt x="170" y="48"/>
                        <a:pt x="168" y="48"/>
                      </a:cubicBezTo>
                      <a:cubicBezTo>
                        <a:pt x="165" y="47"/>
                        <a:pt x="162" y="45"/>
                        <a:pt x="159" y="42"/>
                      </a:cubicBezTo>
                      <a:cubicBezTo>
                        <a:pt x="157" y="40"/>
                        <a:pt x="155" y="36"/>
                        <a:pt x="155" y="33"/>
                      </a:cubicBezTo>
                      <a:cubicBezTo>
                        <a:pt x="155" y="31"/>
                        <a:pt x="155" y="29"/>
                        <a:pt x="155" y="27"/>
                      </a:cubicBezTo>
                      <a:cubicBezTo>
                        <a:pt x="155" y="26"/>
                        <a:pt x="155" y="24"/>
                        <a:pt x="155" y="22"/>
                      </a:cubicBezTo>
                      <a:cubicBezTo>
                        <a:pt x="155" y="19"/>
                        <a:pt x="155" y="15"/>
                        <a:pt x="154" y="12"/>
                      </a:cubicBezTo>
                      <a:cubicBezTo>
                        <a:pt x="153" y="8"/>
                        <a:pt x="150" y="6"/>
                        <a:pt x="148" y="3"/>
                      </a:cubicBezTo>
                      <a:cubicBezTo>
                        <a:pt x="145" y="1"/>
                        <a:pt x="141" y="0"/>
                        <a:pt x="137" y="1"/>
                      </a:cubicBezTo>
                      <a:lnTo>
                        <a:pt x="126" y="1"/>
                      </a:lnTo>
                      <a:cubicBezTo>
                        <a:pt x="119" y="1"/>
                        <a:pt x="111" y="1"/>
                        <a:pt x="103" y="1"/>
                      </a:cubicBezTo>
                      <a:cubicBezTo>
                        <a:pt x="88" y="1"/>
                        <a:pt x="72" y="1"/>
                        <a:pt x="56" y="1"/>
                      </a:cubicBezTo>
                      <a:cubicBezTo>
                        <a:pt x="48" y="1"/>
                        <a:pt x="40" y="2"/>
                        <a:pt x="32" y="5"/>
                      </a:cubicBezTo>
                      <a:cubicBezTo>
                        <a:pt x="25" y="8"/>
                        <a:pt x="18" y="14"/>
                        <a:pt x="13" y="20"/>
                      </a:cubicBezTo>
                      <a:cubicBezTo>
                        <a:pt x="7" y="26"/>
                        <a:pt x="3" y="34"/>
                        <a:pt x="1" y="43"/>
                      </a:cubicBezTo>
                      <a:cubicBezTo>
                        <a:pt x="1" y="45"/>
                        <a:pt x="1" y="47"/>
                        <a:pt x="0" y="49"/>
                      </a:cubicBezTo>
                      <a:cubicBezTo>
                        <a:pt x="0" y="51"/>
                        <a:pt x="0" y="53"/>
                        <a:pt x="0" y="54"/>
                      </a:cubicBezTo>
                      <a:lnTo>
                        <a:pt x="0" y="408"/>
                      </a:lnTo>
                      <a:cubicBezTo>
                        <a:pt x="0" y="413"/>
                        <a:pt x="0" y="417"/>
                        <a:pt x="0" y="422"/>
                      </a:cubicBezTo>
                      <a:cubicBezTo>
                        <a:pt x="0" y="436"/>
                        <a:pt x="0" y="451"/>
                        <a:pt x="0" y="465"/>
                      </a:cubicBezTo>
                      <a:lnTo>
                        <a:pt x="0" y="925"/>
                      </a:lnTo>
                      <a:cubicBezTo>
                        <a:pt x="0" y="931"/>
                        <a:pt x="0" y="936"/>
                        <a:pt x="2" y="942"/>
                      </a:cubicBezTo>
                      <a:cubicBezTo>
                        <a:pt x="6" y="954"/>
                        <a:pt x="13" y="964"/>
                        <a:pt x="23" y="971"/>
                      </a:cubicBezTo>
                      <a:cubicBezTo>
                        <a:pt x="33" y="978"/>
                        <a:pt x="45" y="981"/>
                        <a:pt x="58" y="980"/>
                      </a:cubicBezTo>
                      <a:cubicBezTo>
                        <a:pt x="70" y="980"/>
                        <a:pt x="82" y="980"/>
                        <a:pt x="94" y="980"/>
                      </a:cubicBezTo>
                      <a:cubicBezTo>
                        <a:pt x="119" y="980"/>
                        <a:pt x="143" y="980"/>
                        <a:pt x="167" y="980"/>
                      </a:cubicBezTo>
                      <a:cubicBezTo>
                        <a:pt x="215" y="980"/>
                        <a:pt x="263" y="980"/>
                        <a:pt x="309" y="980"/>
                      </a:cubicBezTo>
                      <a:cubicBezTo>
                        <a:pt x="332" y="980"/>
                        <a:pt x="356" y="980"/>
                        <a:pt x="378" y="980"/>
                      </a:cubicBezTo>
                      <a:cubicBezTo>
                        <a:pt x="390" y="980"/>
                        <a:pt x="401" y="981"/>
                        <a:pt x="412" y="980"/>
                      </a:cubicBezTo>
                      <a:cubicBezTo>
                        <a:pt x="424" y="980"/>
                        <a:pt x="434" y="975"/>
                        <a:pt x="443" y="969"/>
                      </a:cubicBezTo>
                      <a:cubicBezTo>
                        <a:pt x="447" y="965"/>
                        <a:pt x="451" y="961"/>
                        <a:pt x="454" y="956"/>
                      </a:cubicBezTo>
                      <a:cubicBezTo>
                        <a:pt x="457" y="952"/>
                        <a:pt x="459" y="947"/>
                        <a:pt x="461" y="941"/>
                      </a:cubicBezTo>
                      <a:cubicBezTo>
                        <a:pt x="463" y="936"/>
                        <a:pt x="463" y="931"/>
                        <a:pt x="463" y="925"/>
                      </a:cubicBezTo>
                      <a:cubicBezTo>
                        <a:pt x="463" y="920"/>
                        <a:pt x="463" y="914"/>
                        <a:pt x="463" y="909"/>
                      </a:cubicBezTo>
                      <a:cubicBezTo>
                        <a:pt x="463" y="887"/>
                        <a:pt x="463" y="865"/>
                        <a:pt x="463" y="844"/>
                      </a:cubicBezTo>
                      <a:cubicBezTo>
                        <a:pt x="463" y="672"/>
                        <a:pt x="463" y="518"/>
                        <a:pt x="463" y="389"/>
                      </a:cubicBezTo>
                      <a:cubicBezTo>
                        <a:pt x="463" y="259"/>
                        <a:pt x="463" y="154"/>
                        <a:pt x="464" y="82"/>
                      </a:cubicBezTo>
                      <a:cubicBezTo>
                        <a:pt x="464" y="73"/>
                        <a:pt x="464" y="64"/>
                        <a:pt x="464" y="56"/>
                      </a:cubicBezTo>
                      <a:cubicBezTo>
                        <a:pt x="464" y="48"/>
                        <a:pt x="462" y="41"/>
                        <a:pt x="460" y="34"/>
                      </a:cubicBezTo>
                      <a:cubicBezTo>
                        <a:pt x="457" y="28"/>
                        <a:pt x="453" y="23"/>
                        <a:pt x="449" y="18"/>
                      </a:cubicBezTo>
                      <a:cubicBezTo>
                        <a:pt x="445" y="14"/>
                        <a:pt x="441" y="11"/>
                        <a:pt x="437" y="8"/>
                      </a:cubicBezTo>
                      <a:cubicBezTo>
                        <a:pt x="429" y="3"/>
                        <a:pt x="422" y="2"/>
                        <a:pt x="417" y="1"/>
                      </a:cubicBezTo>
                      <a:cubicBezTo>
                        <a:pt x="414" y="1"/>
                        <a:pt x="413" y="1"/>
                        <a:pt x="411" y="0"/>
                      </a:cubicBezTo>
                      <a:cubicBezTo>
                        <a:pt x="410" y="0"/>
                        <a:pt x="409" y="0"/>
                        <a:pt x="409" y="0"/>
                      </a:cubicBezTo>
                      <a:cubicBezTo>
                        <a:pt x="409" y="0"/>
                        <a:pt x="407" y="0"/>
                        <a:pt x="402" y="0"/>
                      </a:cubicBezTo>
                      <a:cubicBezTo>
                        <a:pt x="397" y="0"/>
                        <a:pt x="390" y="0"/>
                        <a:pt x="380" y="0"/>
                      </a:cubicBezTo>
                      <a:close/>
                    </a:path>
                  </a:pathLst>
                </a:custGeom>
                <a:solidFill>
                  <a:schemeClr val="lt1"/>
                </a:solidFill>
                <a:ln>
                  <a:noFill/>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460" name="Google Shape;1460;p29"/>
                <p:cNvSpPr/>
                <p:nvPr/>
              </p:nvSpPr>
              <p:spPr>
                <a:xfrm>
                  <a:off x="2680637" y="2092059"/>
                  <a:ext cx="630664" cy="129843"/>
                </a:xfrm>
                <a:custGeom>
                  <a:rect b="b" l="l" r="r" t="t"/>
                  <a:pathLst>
                    <a:path extrusionOk="0" h="63" w="306">
                      <a:moveTo>
                        <a:pt x="0" y="0"/>
                      </a:moveTo>
                      <a:lnTo>
                        <a:pt x="306" y="0"/>
                      </a:lnTo>
                      <a:lnTo>
                        <a:pt x="306" y="63"/>
                      </a:lnTo>
                      <a:lnTo>
                        <a:pt x="0" y="63"/>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461" name="Google Shape;1461;p29"/>
                <p:cNvSpPr/>
                <p:nvPr/>
              </p:nvSpPr>
              <p:spPr>
                <a:xfrm>
                  <a:off x="2521940" y="1329488"/>
                  <a:ext cx="960423" cy="2025965"/>
                </a:xfrm>
                <a:custGeom>
                  <a:rect b="b" l="l" r="r" t="t"/>
                  <a:pathLst>
                    <a:path extrusionOk="0" h="983" w="466">
                      <a:moveTo>
                        <a:pt x="411" y="1"/>
                      </a:moveTo>
                      <a:cubicBezTo>
                        <a:pt x="411" y="1"/>
                        <a:pt x="412" y="1"/>
                        <a:pt x="413" y="1"/>
                      </a:cubicBezTo>
                      <a:cubicBezTo>
                        <a:pt x="415" y="1"/>
                        <a:pt x="416" y="1"/>
                        <a:pt x="419" y="1"/>
                      </a:cubicBezTo>
                      <a:cubicBezTo>
                        <a:pt x="424" y="2"/>
                        <a:pt x="431" y="3"/>
                        <a:pt x="439" y="8"/>
                      </a:cubicBezTo>
                      <a:cubicBezTo>
                        <a:pt x="443" y="11"/>
                        <a:pt x="448" y="14"/>
                        <a:pt x="452" y="18"/>
                      </a:cubicBezTo>
                      <a:cubicBezTo>
                        <a:pt x="456" y="23"/>
                        <a:pt x="459" y="28"/>
                        <a:pt x="462" y="35"/>
                      </a:cubicBezTo>
                      <a:cubicBezTo>
                        <a:pt x="465" y="41"/>
                        <a:pt x="466" y="49"/>
                        <a:pt x="466" y="57"/>
                      </a:cubicBezTo>
                      <a:cubicBezTo>
                        <a:pt x="466" y="65"/>
                        <a:pt x="466" y="73"/>
                        <a:pt x="466" y="82"/>
                      </a:cubicBezTo>
                      <a:cubicBezTo>
                        <a:pt x="466" y="155"/>
                        <a:pt x="466" y="260"/>
                        <a:pt x="466" y="389"/>
                      </a:cubicBezTo>
                      <a:cubicBezTo>
                        <a:pt x="466" y="519"/>
                        <a:pt x="466" y="673"/>
                        <a:pt x="466" y="844"/>
                      </a:cubicBezTo>
                      <a:cubicBezTo>
                        <a:pt x="466" y="866"/>
                        <a:pt x="466" y="887"/>
                        <a:pt x="466" y="909"/>
                      </a:cubicBezTo>
                      <a:lnTo>
                        <a:pt x="466" y="926"/>
                      </a:lnTo>
                      <a:cubicBezTo>
                        <a:pt x="466" y="931"/>
                        <a:pt x="466" y="937"/>
                        <a:pt x="464" y="942"/>
                      </a:cubicBezTo>
                      <a:cubicBezTo>
                        <a:pt x="463" y="948"/>
                        <a:pt x="460" y="953"/>
                        <a:pt x="457" y="958"/>
                      </a:cubicBezTo>
                      <a:cubicBezTo>
                        <a:pt x="454" y="962"/>
                        <a:pt x="450" y="966"/>
                        <a:pt x="446" y="970"/>
                      </a:cubicBezTo>
                      <a:cubicBezTo>
                        <a:pt x="437" y="977"/>
                        <a:pt x="426" y="982"/>
                        <a:pt x="415" y="982"/>
                      </a:cubicBezTo>
                      <a:cubicBezTo>
                        <a:pt x="403" y="983"/>
                        <a:pt x="392" y="982"/>
                        <a:pt x="380" y="982"/>
                      </a:cubicBezTo>
                      <a:cubicBezTo>
                        <a:pt x="358" y="982"/>
                        <a:pt x="334" y="982"/>
                        <a:pt x="311" y="982"/>
                      </a:cubicBezTo>
                      <a:cubicBezTo>
                        <a:pt x="265" y="982"/>
                        <a:pt x="217" y="982"/>
                        <a:pt x="169" y="982"/>
                      </a:cubicBezTo>
                      <a:cubicBezTo>
                        <a:pt x="145" y="982"/>
                        <a:pt x="121" y="982"/>
                        <a:pt x="96" y="982"/>
                      </a:cubicBezTo>
                      <a:cubicBezTo>
                        <a:pt x="84" y="982"/>
                        <a:pt x="72" y="982"/>
                        <a:pt x="60" y="982"/>
                      </a:cubicBezTo>
                      <a:cubicBezTo>
                        <a:pt x="47" y="983"/>
                        <a:pt x="35" y="980"/>
                        <a:pt x="24" y="973"/>
                      </a:cubicBezTo>
                      <a:cubicBezTo>
                        <a:pt x="14" y="965"/>
                        <a:pt x="6" y="955"/>
                        <a:pt x="3" y="943"/>
                      </a:cubicBezTo>
                      <a:cubicBezTo>
                        <a:pt x="1" y="937"/>
                        <a:pt x="0" y="931"/>
                        <a:pt x="0" y="924"/>
                      </a:cubicBezTo>
                      <a:cubicBezTo>
                        <a:pt x="0" y="918"/>
                        <a:pt x="0" y="912"/>
                        <a:pt x="0" y="906"/>
                      </a:cubicBezTo>
                      <a:cubicBezTo>
                        <a:pt x="0" y="882"/>
                        <a:pt x="0" y="858"/>
                        <a:pt x="0" y="833"/>
                      </a:cubicBezTo>
                      <a:cubicBezTo>
                        <a:pt x="0" y="785"/>
                        <a:pt x="0" y="738"/>
                        <a:pt x="0" y="691"/>
                      </a:cubicBezTo>
                      <a:cubicBezTo>
                        <a:pt x="0" y="598"/>
                        <a:pt x="0" y="508"/>
                        <a:pt x="1" y="423"/>
                      </a:cubicBezTo>
                      <a:cubicBezTo>
                        <a:pt x="1" y="337"/>
                        <a:pt x="1" y="255"/>
                        <a:pt x="1" y="179"/>
                      </a:cubicBezTo>
                      <a:cubicBezTo>
                        <a:pt x="1" y="141"/>
                        <a:pt x="1" y="104"/>
                        <a:pt x="1" y="69"/>
                      </a:cubicBezTo>
                      <a:cubicBezTo>
                        <a:pt x="1" y="65"/>
                        <a:pt x="1" y="60"/>
                        <a:pt x="1" y="56"/>
                      </a:cubicBezTo>
                      <a:cubicBezTo>
                        <a:pt x="1" y="54"/>
                        <a:pt x="1" y="52"/>
                        <a:pt x="1" y="49"/>
                      </a:cubicBezTo>
                      <a:cubicBezTo>
                        <a:pt x="1" y="47"/>
                        <a:pt x="2" y="45"/>
                        <a:pt x="2" y="43"/>
                      </a:cubicBezTo>
                      <a:cubicBezTo>
                        <a:pt x="4" y="34"/>
                        <a:pt x="8" y="26"/>
                        <a:pt x="14" y="20"/>
                      </a:cubicBezTo>
                      <a:cubicBezTo>
                        <a:pt x="19" y="13"/>
                        <a:pt x="26" y="8"/>
                        <a:pt x="34" y="5"/>
                      </a:cubicBezTo>
                      <a:cubicBezTo>
                        <a:pt x="41" y="1"/>
                        <a:pt x="50" y="0"/>
                        <a:pt x="58" y="0"/>
                      </a:cubicBezTo>
                      <a:cubicBezTo>
                        <a:pt x="74" y="0"/>
                        <a:pt x="90" y="0"/>
                        <a:pt x="105" y="0"/>
                      </a:cubicBezTo>
                      <a:cubicBezTo>
                        <a:pt x="113" y="0"/>
                        <a:pt x="121" y="0"/>
                        <a:pt x="128" y="0"/>
                      </a:cubicBezTo>
                      <a:cubicBezTo>
                        <a:pt x="132" y="0"/>
                        <a:pt x="136" y="0"/>
                        <a:pt x="139" y="0"/>
                      </a:cubicBezTo>
                      <a:cubicBezTo>
                        <a:pt x="143" y="0"/>
                        <a:pt x="147" y="1"/>
                        <a:pt x="150" y="3"/>
                      </a:cubicBezTo>
                      <a:cubicBezTo>
                        <a:pt x="153" y="5"/>
                        <a:pt x="156" y="8"/>
                        <a:pt x="157" y="12"/>
                      </a:cubicBezTo>
                      <a:cubicBezTo>
                        <a:pt x="158" y="15"/>
                        <a:pt x="158" y="19"/>
                        <a:pt x="158" y="23"/>
                      </a:cubicBezTo>
                      <a:cubicBezTo>
                        <a:pt x="158" y="24"/>
                        <a:pt x="158" y="26"/>
                        <a:pt x="158" y="28"/>
                      </a:cubicBezTo>
                      <a:cubicBezTo>
                        <a:pt x="158" y="30"/>
                        <a:pt x="158" y="31"/>
                        <a:pt x="158" y="33"/>
                      </a:cubicBezTo>
                      <a:cubicBezTo>
                        <a:pt x="158" y="36"/>
                        <a:pt x="160" y="40"/>
                        <a:pt x="162" y="42"/>
                      </a:cubicBezTo>
                      <a:cubicBezTo>
                        <a:pt x="164" y="45"/>
                        <a:pt x="167" y="47"/>
                        <a:pt x="170" y="47"/>
                      </a:cubicBezTo>
                      <a:cubicBezTo>
                        <a:pt x="172" y="48"/>
                        <a:pt x="174" y="48"/>
                        <a:pt x="175" y="48"/>
                      </a:cubicBezTo>
                      <a:lnTo>
                        <a:pt x="180" y="48"/>
                      </a:lnTo>
                      <a:cubicBezTo>
                        <a:pt x="187" y="48"/>
                        <a:pt x="193" y="48"/>
                        <a:pt x="200" y="48"/>
                      </a:cubicBezTo>
                      <a:cubicBezTo>
                        <a:pt x="226" y="48"/>
                        <a:pt x="250" y="48"/>
                        <a:pt x="272" y="48"/>
                      </a:cubicBezTo>
                      <a:cubicBezTo>
                        <a:pt x="283" y="48"/>
                        <a:pt x="293" y="48"/>
                        <a:pt x="303" y="48"/>
                      </a:cubicBezTo>
                      <a:cubicBezTo>
                        <a:pt x="306" y="48"/>
                        <a:pt x="308" y="48"/>
                        <a:pt x="311" y="48"/>
                      </a:cubicBezTo>
                      <a:cubicBezTo>
                        <a:pt x="313" y="48"/>
                        <a:pt x="315" y="47"/>
                        <a:pt x="317" y="46"/>
                      </a:cubicBezTo>
                      <a:cubicBezTo>
                        <a:pt x="321" y="43"/>
                        <a:pt x="324" y="39"/>
                        <a:pt x="325" y="35"/>
                      </a:cubicBezTo>
                      <a:cubicBezTo>
                        <a:pt x="325" y="32"/>
                        <a:pt x="325" y="30"/>
                        <a:pt x="325" y="28"/>
                      </a:cubicBezTo>
                      <a:cubicBezTo>
                        <a:pt x="325" y="26"/>
                        <a:pt x="325" y="24"/>
                        <a:pt x="325" y="22"/>
                      </a:cubicBezTo>
                      <a:cubicBezTo>
                        <a:pt x="325" y="19"/>
                        <a:pt x="325" y="17"/>
                        <a:pt x="326" y="15"/>
                      </a:cubicBezTo>
                      <a:cubicBezTo>
                        <a:pt x="326" y="13"/>
                        <a:pt x="327" y="11"/>
                        <a:pt x="328" y="9"/>
                      </a:cubicBezTo>
                      <a:cubicBezTo>
                        <a:pt x="330" y="6"/>
                        <a:pt x="333" y="3"/>
                        <a:pt x="336" y="2"/>
                      </a:cubicBezTo>
                      <a:cubicBezTo>
                        <a:pt x="340" y="0"/>
                        <a:pt x="344" y="1"/>
                        <a:pt x="347" y="1"/>
                      </a:cubicBezTo>
                      <a:cubicBezTo>
                        <a:pt x="361" y="1"/>
                        <a:pt x="373" y="1"/>
                        <a:pt x="382" y="1"/>
                      </a:cubicBezTo>
                      <a:cubicBezTo>
                        <a:pt x="392" y="1"/>
                        <a:pt x="399" y="1"/>
                        <a:pt x="404" y="1"/>
                      </a:cubicBezTo>
                      <a:cubicBezTo>
                        <a:pt x="409" y="1"/>
                        <a:pt x="411" y="1"/>
                        <a:pt x="411" y="1"/>
                      </a:cubicBezTo>
                      <a:cubicBezTo>
                        <a:pt x="411" y="1"/>
                        <a:pt x="409" y="1"/>
                        <a:pt x="404" y="1"/>
                      </a:cubicBezTo>
                      <a:cubicBezTo>
                        <a:pt x="399" y="1"/>
                        <a:pt x="392" y="1"/>
                        <a:pt x="382" y="1"/>
                      </a:cubicBezTo>
                      <a:cubicBezTo>
                        <a:pt x="373" y="1"/>
                        <a:pt x="361" y="1"/>
                        <a:pt x="347" y="1"/>
                      </a:cubicBezTo>
                      <a:cubicBezTo>
                        <a:pt x="344" y="1"/>
                        <a:pt x="340" y="0"/>
                        <a:pt x="337" y="2"/>
                      </a:cubicBezTo>
                      <a:cubicBezTo>
                        <a:pt x="333" y="3"/>
                        <a:pt x="330" y="6"/>
                        <a:pt x="328" y="9"/>
                      </a:cubicBezTo>
                      <a:cubicBezTo>
                        <a:pt x="327" y="11"/>
                        <a:pt x="327" y="13"/>
                        <a:pt x="326" y="15"/>
                      </a:cubicBezTo>
                      <a:cubicBezTo>
                        <a:pt x="326" y="17"/>
                        <a:pt x="326" y="19"/>
                        <a:pt x="326" y="21"/>
                      </a:cubicBezTo>
                      <a:lnTo>
                        <a:pt x="326" y="28"/>
                      </a:lnTo>
                      <a:cubicBezTo>
                        <a:pt x="326" y="30"/>
                        <a:pt x="326" y="32"/>
                        <a:pt x="325" y="35"/>
                      </a:cubicBezTo>
                      <a:cubicBezTo>
                        <a:pt x="325" y="39"/>
                        <a:pt x="322" y="43"/>
                        <a:pt x="318" y="46"/>
                      </a:cubicBezTo>
                      <a:cubicBezTo>
                        <a:pt x="316" y="47"/>
                        <a:pt x="313" y="48"/>
                        <a:pt x="311" y="48"/>
                      </a:cubicBezTo>
                      <a:cubicBezTo>
                        <a:pt x="308" y="49"/>
                        <a:pt x="306" y="48"/>
                        <a:pt x="303" y="49"/>
                      </a:cubicBezTo>
                      <a:cubicBezTo>
                        <a:pt x="293" y="49"/>
                        <a:pt x="283" y="49"/>
                        <a:pt x="272" y="49"/>
                      </a:cubicBezTo>
                      <a:cubicBezTo>
                        <a:pt x="250" y="49"/>
                        <a:pt x="226" y="49"/>
                        <a:pt x="200" y="49"/>
                      </a:cubicBezTo>
                      <a:lnTo>
                        <a:pt x="180" y="49"/>
                      </a:lnTo>
                      <a:cubicBezTo>
                        <a:pt x="179" y="49"/>
                        <a:pt x="177" y="49"/>
                        <a:pt x="175" y="49"/>
                      </a:cubicBezTo>
                      <a:cubicBezTo>
                        <a:pt x="174" y="49"/>
                        <a:pt x="172" y="49"/>
                        <a:pt x="170" y="48"/>
                      </a:cubicBezTo>
                      <a:cubicBezTo>
                        <a:pt x="167" y="47"/>
                        <a:pt x="164" y="45"/>
                        <a:pt x="161" y="43"/>
                      </a:cubicBezTo>
                      <a:cubicBezTo>
                        <a:pt x="159" y="40"/>
                        <a:pt x="158" y="37"/>
                        <a:pt x="157" y="33"/>
                      </a:cubicBezTo>
                      <a:cubicBezTo>
                        <a:pt x="157" y="31"/>
                        <a:pt x="157" y="30"/>
                        <a:pt x="157" y="28"/>
                      </a:cubicBezTo>
                      <a:cubicBezTo>
                        <a:pt x="157" y="26"/>
                        <a:pt x="157" y="24"/>
                        <a:pt x="157" y="22"/>
                      </a:cubicBezTo>
                      <a:cubicBezTo>
                        <a:pt x="157" y="19"/>
                        <a:pt x="157" y="15"/>
                        <a:pt x="156" y="12"/>
                      </a:cubicBezTo>
                      <a:cubicBezTo>
                        <a:pt x="155" y="9"/>
                        <a:pt x="152" y="6"/>
                        <a:pt x="150" y="4"/>
                      </a:cubicBezTo>
                      <a:cubicBezTo>
                        <a:pt x="147" y="2"/>
                        <a:pt x="143" y="1"/>
                        <a:pt x="139" y="1"/>
                      </a:cubicBezTo>
                      <a:lnTo>
                        <a:pt x="106" y="1"/>
                      </a:lnTo>
                      <a:cubicBezTo>
                        <a:pt x="90" y="1"/>
                        <a:pt x="74" y="1"/>
                        <a:pt x="58" y="1"/>
                      </a:cubicBezTo>
                      <a:cubicBezTo>
                        <a:pt x="50" y="1"/>
                        <a:pt x="42" y="2"/>
                        <a:pt x="34" y="6"/>
                      </a:cubicBezTo>
                      <a:cubicBezTo>
                        <a:pt x="27" y="9"/>
                        <a:pt x="20" y="14"/>
                        <a:pt x="15" y="20"/>
                      </a:cubicBezTo>
                      <a:cubicBezTo>
                        <a:pt x="9" y="27"/>
                        <a:pt x="5" y="35"/>
                        <a:pt x="4" y="43"/>
                      </a:cubicBezTo>
                      <a:cubicBezTo>
                        <a:pt x="3" y="45"/>
                        <a:pt x="3" y="47"/>
                        <a:pt x="2" y="49"/>
                      </a:cubicBezTo>
                      <a:cubicBezTo>
                        <a:pt x="2" y="51"/>
                        <a:pt x="2" y="54"/>
                        <a:pt x="2" y="56"/>
                      </a:cubicBezTo>
                      <a:cubicBezTo>
                        <a:pt x="2" y="60"/>
                        <a:pt x="2" y="65"/>
                        <a:pt x="2" y="69"/>
                      </a:cubicBezTo>
                      <a:cubicBezTo>
                        <a:pt x="2" y="104"/>
                        <a:pt x="2" y="141"/>
                        <a:pt x="2" y="179"/>
                      </a:cubicBezTo>
                      <a:cubicBezTo>
                        <a:pt x="2" y="255"/>
                        <a:pt x="2" y="337"/>
                        <a:pt x="2" y="422"/>
                      </a:cubicBezTo>
                      <a:cubicBezTo>
                        <a:pt x="2" y="508"/>
                        <a:pt x="2" y="598"/>
                        <a:pt x="2" y="691"/>
                      </a:cubicBezTo>
                      <a:cubicBezTo>
                        <a:pt x="2" y="738"/>
                        <a:pt x="2" y="785"/>
                        <a:pt x="2" y="833"/>
                      </a:cubicBezTo>
                      <a:cubicBezTo>
                        <a:pt x="2" y="857"/>
                        <a:pt x="2" y="882"/>
                        <a:pt x="2" y="906"/>
                      </a:cubicBezTo>
                      <a:cubicBezTo>
                        <a:pt x="2" y="912"/>
                        <a:pt x="2" y="918"/>
                        <a:pt x="2" y="924"/>
                      </a:cubicBezTo>
                      <a:cubicBezTo>
                        <a:pt x="2" y="930"/>
                        <a:pt x="2" y="936"/>
                        <a:pt x="4" y="942"/>
                      </a:cubicBezTo>
                      <a:cubicBezTo>
                        <a:pt x="8" y="954"/>
                        <a:pt x="15" y="964"/>
                        <a:pt x="25" y="971"/>
                      </a:cubicBezTo>
                      <a:cubicBezTo>
                        <a:pt x="35" y="978"/>
                        <a:pt x="48" y="981"/>
                        <a:pt x="60" y="981"/>
                      </a:cubicBezTo>
                      <a:cubicBezTo>
                        <a:pt x="72" y="981"/>
                        <a:pt x="84" y="981"/>
                        <a:pt x="96" y="981"/>
                      </a:cubicBezTo>
                      <a:cubicBezTo>
                        <a:pt x="121" y="981"/>
                        <a:pt x="145" y="981"/>
                        <a:pt x="169" y="981"/>
                      </a:cubicBezTo>
                      <a:cubicBezTo>
                        <a:pt x="217" y="981"/>
                        <a:pt x="265" y="981"/>
                        <a:pt x="311" y="981"/>
                      </a:cubicBezTo>
                      <a:cubicBezTo>
                        <a:pt x="335" y="981"/>
                        <a:pt x="358" y="981"/>
                        <a:pt x="381" y="981"/>
                      </a:cubicBezTo>
                      <a:cubicBezTo>
                        <a:pt x="392" y="981"/>
                        <a:pt x="403" y="981"/>
                        <a:pt x="415" y="981"/>
                      </a:cubicBezTo>
                      <a:cubicBezTo>
                        <a:pt x="426" y="980"/>
                        <a:pt x="437" y="976"/>
                        <a:pt x="445" y="969"/>
                      </a:cubicBezTo>
                      <a:cubicBezTo>
                        <a:pt x="449" y="965"/>
                        <a:pt x="453" y="961"/>
                        <a:pt x="456" y="957"/>
                      </a:cubicBezTo>
                      <a:cubicBezTo>
                        <a:pt x="459" y="952"/>
                        <a:pt x="461" y="947"/>
                        <a:pt x="463" y="942"/>
                      </a:cubicBezTo>
                      <a:cubicBezTo>
                        <a:pt x="465" y="936"/>
                        <a:pt x="465" y="931"/>
                        <a:pt x="465" y="925"/>
                      </a:cubicBezTo>
                      <a:cubicBezTo>
                        <a:pt x="465" y="920"/>
                        <a:pt x="465" y="914"/>
                        <a:pt x="465" y="909"/>
                      </a:cubicBezTo>
                      <a:cubicBezTo>
                        <a:pt x="465" y="887"/>
                        <a:pt x="465" y="865"/>
                        <a:pt x="465" y="844"/>
                      </a:cubicBezTo>
                      <a:cubicBezTo>
                        <a:pt x="465" y="673"/>
                        <a:pt x="465" y="519"/>
                        <a:pt x="465" y="389"/>
                      </a:cubicBezTo>
                      <a:cubicBezTo>
                        <a:pt x="465" y="259"/>
                        <a:pt x="466" y="155"/>
                        <a:pt x="466" y="82"/>
                      </a:cubicBezTo>
                      <a:cubicBezTo>
                        <a:pt x="466" y="73"/>
                        <a:pt x="466" y="65"/>
                        <a:pt x="466" y="57"/>
                      </a:cubicBezTo>
                      <a:cubicBezTo>
                        <a:pt x="466" y="49"/>
                        <a:pt x="464" y="41"/>
                        <a:pt x="462" y="35"/>
                      </a:cubicBezTo>
                      <a:cubicBezTo>
                        <a:pt x="459" y="28"/>
                        <a:pt x="455" y="23"/>
                        <a:pt x="451" y="18"/>
                      </a:cubicBezTo>
                      <a:cubicBezTo>
                        <a:pt x="448" y="14"/>
                        <a:pt x="443" y="11"/>
                        <a:pt x="439" y="8"/>
                      </a:cubicBezTo>
                      <a:cubicBezTo>
                        <a:pt x="431" y="4"/>
                        <a:pt x="424" y="2"/>
                        <a:pt x="419" y="1"/>
                      </a:cubicBezTo>
                      <a:cubicBezTo>
                        <a:pt x="417" y="1"/>
                        <a:pt x="415" y="1"/>
                        <a:pt x="413" y="1"/>
                      </a:cubicBezTo>
                      <a:cubicBezTo>
                        <a:pt x="412" y="1"/>
                        <a:pt x="412" y="1"/>
                        <a:pt x="412" y="1"/>
                      </a:cubicBezTo>
                      <a:lnTo>
                        <a:pt x="411" y="1"/>
                      </a:lnTo>
                      <a:close/>
                    </a:path>
                  </a:pathLst>
                </a:custGeom>
                <a:solidFill>
                  <a:schemeClr val="dk1"/>
                </a:solidFill>
                <a:ln cap="flat" cmpd="sng" w="9525">
                  <a:solidFill>
                    <a:schemeClr val="dk1"/>
                  </a:solidFill>
                  <a:prstDash val="solid"/>
                  <a:round/>
                  <a:headEnd len="sm" w="sm" type="none"/>
                  <a:tailEnd len="sm" w="sm" type="none"/>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462" name="Google Shape;1462;p29"/>
                <p:cNvSpPr/>
                <p:nvPr/>
              </p:nvSpPr>
              <p:spPr>
                <a:xfrm>
                  <a:off x="3309241" y="1512917"/>
                  <a:ext cx="82440" cy="2061"/>
                </a:xfrm>
                <a:custGeom>
                  <a:rect b="b" l="l" r="r" t="t"/>
                  <a:pathLst>
                    <a:path extrusionOk="0" h="1" w="40">
                      <a:moveTo>
                        <a:pt x="40" y="0"/>
                      </a:moveTo>
                      <a:cubicBezTo>
                        <a:pt x="40" y="0"/>
                        <a:pt x="31" y="0"/>
                        <a:pt x="20" y="1"/>
                      </a:cubicBezTo>
                      <a:cubicBezTo>
                        <a:pt x="9" y="1"/>
                        <a:pt x="0" y="1"/>
                        <a:pt x="0" y="0"/>
                      </a:cubicBezTo>
                      <a:cubicBezTo>
                        <a:pt x="0" y="0"/>
                        <a:pt x="9" y="0"/>
                        <a:pt x="20" y="0"/>
                      </a:cubicBezTo>
                      <a:cubicBezTo>
                        <a:pt x="31" y="0"/>
                        <a:pt x="40" y="0"/>
                        <a:pt x="40"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463" name="Google Shape;1463;p29"/>
                <p:cNvSpPr/>
                <p:nvPr/>
              </p:nvSpPr>
              <p:spPr>
                <a:xfrm>
                  <a:off x="3309241" y="1533527"/>
                  <a:ext cx="82440" cy="2061"/>
                </a:xfrm>
                <a:custGeom>
                  <a:rect b="b" l="l" r="r" t="t"/>
                  <a:pathLst>
                    <a:path extrusionOk="0" h="1" w="40">
                      <a:moveTo>
                        <a:pt x="40" y="0"/>
                      </a:moveTo>
                      <a:cubicBezTo>
                        <a:pt x="40" y="0"/>
                        <a:pt x="31" y="1"/>
                        <a:pt x="20" y="1"/>
                      </a:cubicBezTo>
                      <a:cubicBezTo>
                        <a:pt x="9" y="1"/>
                        <a:pt x="0" y="1"/>
                        <a:pt x="0" y="1"/>
                      </a:cubicBezTo>
                      <a:cubicBezTo>
                        <a:pt x="0" y="0"/>
                        <a:pt x="9" y="0"/>
                        <a:pt x="20" y="0"/>
                      </a:cubicBezTo>
                      <a:cubicBezTo>
                        <a:pt x="31" y="0"/>
                        <a:pt x="40" y="0"/>
                        <a:pt x="40"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464" name="Google Shape;1464;p29"/>
                <p:cNvSpPr/>
                <p:nvPr/>
              </p:nvSpPr>
              <p:spPr>
                <a:xfrm>
                  <a:off x="3309241" y="1554137"/>
                  <a:ext cx="82440" cy="2061"/>
                </a:xfrm>
                <a:custGeom>
                  <a:rect b="b" l="l" r="r" t="t"/>
                  <a:pathLst>
                    <a:path extrusionOk="0" h="1" w="40">
                      <a:moveTo>
                        <a:pt x="40" y="1"/>
                      </a:moveTo>
                      <a:cubicBezTo>
                        <a:pt x="40" y="1"/>
                        <a:pt x="31" y="1"/>
                        <a:pt x="20" y="1"/>
                      </a:cubicBezTo>
                      <a:cubicBezTo>
                        <a:pt x="9" y="1"/>
                        <a:pt x="0" y="1"/>
                        <a:pt x="0" y="1"/>
                      </a:cubicBezTo>
                      <a:cubicBezTo>
                        <a:pt x="0" y="1"/>
                        <a:pt x="9" y="0"/>
                        <a:pt x="20" y="0"/>
                      </a:cubicBezTo>
                      <a:cubicBezTo>
                        <a:pt x="31" y="0"/>
                        <a:pt x="40" y="0"/>
                        <a:pt x="40" y="1"/>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465" name="Google Shape;1465;p29"/>
                <p:cNvSpPr/>
                <p:nvPr/>
              </p:nvSpPr>
              <p:spPr>
                <a:xfrm>
                  <a:off x="2637356" y="1510856"/>
                  <a:ext cx="68013" cy="68013"/>
                </a:xfrm>
                <a:custGeom>
                  <a:rect b="b" l="l" r="r" t="t"/>
                  <a:pathLst>
                    <a:path extrusionOk="0" h="33" w="33">
                      <a:moveTo>
                        <a:pt x="1" y="33"/>
                      </a:moveTo>
                      <a:lnTo>
                        <a:pt x="2" y="33"/>
                      </a:lnTo>
                      <a:cubicBezTo>
                        <a:pt x="2" y="33"/>
                        <a:pt x="3" y="33"/>
                        <a:pt x="4" y="33"/>
                      </a:cubicBezTo>
                      <a:cubicBezTo>
                        <a:pt x="6" y="33"/>
                        <a:pt x="9" y="33"/>
                        <a:pt x="13" y="33"/>
                      </a:cubicBezTo>
                      <a:lnTo>
                        <a:pt x="12" y="33"/>
                      </a:lnTo>
                      <a:cubicBezTo>
                        <a:pt x="12" y="31"/>
                        <a:pt x="12" y="29"/>
                        <a:pt x="12" y="27"/>
                      </a:cubicBezTo>
                      <a:cubicBezTo>
                        <a:pt x="12" y="26"/>
                        <a:pt x="12" y="25"/>
                        <a:pt x="12" y="23"/>
                      </a:cubicBezTo>
                      <a:cubicBezTo>
                        <a:pt x="12" y="22"/>
                        <a:pt x="14" y="21"/>
                        <a:pt x="15" y="21"/>
                      </a:cubicBezTo>
                      <a:cubicBezTo>
                        <a:pt x="16" y="21"/>
                        <a:pt x="18" y="21"/>
                        <a:pt x="19" y="21"/>
                      </a:cubicBezTo>
                      <a:cubicBezTo>
                        <a:pt x="21" y="21"/>
                        <a:pt x="22" y="23"/>
                        <a:pt x="22" y="24"/>
                      </a:cubicBezTo>
                      <a:cubicBezTo>
                        <a:pt x="22" y="27"/>
                        <a:pt x="22" y="30"/>
                        <a:pt x="22" y="33"/>
                      </a:cubicBezTo>
                      <a:lnTo>
                        <a:pt x="22" y="33"/>
                      </a:lnTo>
                      <a:cubicBezTo>
                        <a:pt x="25" y="33"/>
                        <a:pt x="29" y="33"/>
                        <a:pt x="32" y="33"/>
                      </a:cubicBezTo>
                      <a:lnTo>
                        <a:pt x="32" y="33"/>
                      </a:lnTo>
                      <a:cubicBezTo>
                        <a:pt x="32" y="29"/>
                        <a:pt x="32" y="24"/>
                        <a:pt x="32" y="20"/>
                      </a:cubicBezTo>
                      <a:cubicBezTo>
                        <a:pt x="32" y="18"/>
                        <a:pt x="32" y="17"/>
                        <a:pt x="32" y="16"/>
                      </a:cubicBezTo>
                      <a:cubicBezTo>
                        <a:pt x="32" y="15"/>
                        <a:pt x="31" y="14"/>
                        <a:pt x="30" y="14"/>
                      </a:cubicBezTo>
                      <a:cubicBezTo>
                        <a:pt x="29" y="12"/>
                        <a:pt x="27" y="11"/>
                        <a:pt x="26" y="9"/>
                      </a:cubicBezTo>
                      <a:cubicBezTo>
                        <a:pt x="24" y="8"/>
                        <a:pt x="23" y="6"/>
                        <a:pt x="21" y="4"/>
                      </a:cubicBezTo>
                      <a:cubicBezTo>
                        <a:pt x="20" y="4"/>
                        <a:pt x="20" y="3"/>
                        <a:pt x="19" y="2"/>
                      </a:cubicBezTo>
                      <a:cubicBezTo>
                        <a:pt x="18" y="1"/>
                        <a:pt x="18" y="1"/>
                        <a:pt x="17" y="1"/>
                      </a:cubicBezTo>
                      <a:cubicBezTo>
                        <a:pt x="16" y="0"/>
                        <a:pt x="15" y="1"/>
                        <a:pt x="14" y="1"/>
                      </a:cubicBezTo>
                      <a:cubicBezTo>
                        <a:pt x="14" y="2"/>
                        <a:pt x="13" y="2"/>
                        <a:pt x="12" y="3"/>
                      </a:cubicBezTo>
                      <a:cubicBezTo>
                        <a:pt x="11" y="4"/>
                        <a:pt x="10" y="6"/>
                        <a:pt x="8" y="7"/>
                      </a:cubicBezTo>
                      <a:cubicBezTo>
                        <a:pt x="6" y="9"/>
                        <a:pt x="3" y="12"/>
                        <a:pt x="1" y="14"/>
                      </a:cubicBezTo>
                      <a:cubicBezTo>
                        <a:pt x="1" y="15"/>
                        <a:pt x="1" y="17"/>
                        <a:pt x="1" y="18"/>
                      </a:cubicBezTo>
                      <a:cubicBezTo>
                        <a:pt x="1" y="19"/>
                        <a:pt x="1" y="21"/>
                        <a:pt x="1" y="22"/>
                      </a:cubicBezTo>
                      <a:cubicBezTo>
                        <a:pt x="1" y="24"/>
                        <a:pt x="1" y="26"/>
                        <a:pt x="1" y="28"/>
                      </a:cubicBezTo>
                      <a:cubicBezTo>
                        <a:pt x="1" y="29"/>
                        <a:pt x="1" y="31"/>
                        <a:pt x="1" y="32"/>
                      </a:cubicBezTo>
                      <a:cubicBezTo>
                        <a:pt x="1" y="33"/>
                        <a:pt x="1" y="33"/>
                        <a:pt x="1" y="33"/>
                      </a:cubicBezTo>
                      <a:lnTo>
                        <a:pt x="1" y="32"/>
                      </a:lnTo>
                      <a:cubicBezTo>
                        <a:pt x="1" y="31"/>
                        <a:pt x="1" y="30"/>
                        <a:pt x="1" y="28"/>
                      </a:cubicBezTo>
                      <a:lnTo>
                        <a:pt x="1" y="22"/>
                      </a:lnTo>
                      <a:lnTo>
                        <a:pt x="1" y="18"/>
                      </a:lnTo>
                      <a:cubicBezTo>
                        <a:pt x="1" y="17"/>
                        <a:pt x="1" y="17"/>
                        <a:pt x="0" y="16"/>
                      </a:cubicBezTo>
                      <a:cubicBezTo>
                        <a:pt x="0" y="15"/>
                        <a:pt x="1" y="14"/>
                        <a:pt x="1" y="14"/>
                      </a:cubicBezTo>
                      <a:cubicBezTo>
                        <a:pt x="3" y="11"/>
                        <a:pt x="5" y="9"/>
                        <a:pt x="8" y="6"/>
                      </a:cubicBezTo>
                      <a:cubicBezTo>
                        <a:pt x="9" y="5"/>
                        <a:pt x="10" y="4"/>
                        <a:pt x="12" y="2"/>
                      </a:cubicBezTo>
                      <a:cubicBezTo>
                        <a:pt x="12" y="2"/>
                        <a:pt x="13" y="1"/>
                        <a:pt x="14" y="0"/>
                      </a:cubicBezTo>
                      <a:cubicBezTo>
                        <a:pt x="15" y="0"/>
                        <a:pt x="16" y="-1"/>
                        <a:pt x="17" y="0"/>
                      </a:cubicBezTo>
                      <a:cubicBezTo>
                        <a:pt x="18" y="0"/>
                        <a:pt x="19" y="1"/>
                        <a:pt x="20" y="2"/>
                      </a:cubicBezTo>
                      <a:cubicBezTo>
                        <a:pt x="20" y="2"/>
                        <a:pt x="21" y="3"/>
                        <a:pt x="22" y="4"/>
                      </a:cubicBezTo>
                      <a:cubicBezTo>
                        <a:pt x="23" y="5"/>
                        <a:pt x="25" y="7"/>
                        <a:pt x="26" y="8"/>
                      </a:cubicBezTo>
                      <a:cubicBezTo>
                        <a:pt x="28" y="10"/>
                        <a:pt x="29" y="11"/>
                        <a:pt x="31" y="13"/>
                      </a:cubicBezTo>
                      <a:lnTo>
                        <a:pt x="32" y="14"/>
                      </a:lnTo>
                      <a:cubicBezTo>
                        <a:pt x="33" y="15"/>
                        <a:pt x="33" y="15"/>
                        <a:pt x="33" y="16"/>
                      </a:cubicBezTo>
                      <a:cubicBezTo>
                        <a:pt x="33" y="17"/>
                        <a:pt x="33" y="18"/>
                        <a:pt x="33" y="19"/>
                      </a:cubicBezTo>
                      <a:cubicBezTo>
                        <a:pt x="33" y="24"/>
                        <a:pt x="33" y="29"/>
                        <a:pt x="33" y="33"/>
                      </a:cubicBezTo>
                      <a:lnTo>
                        <a:pt x="33" y="33"/>
                      </a:lnTo>
                      <a:lnTo>
                        <a:pt x="33" y="33"/>
                      </a:lnTo>
                      <a:cubicBezTo>
                        <a:pt x="29" y="33"/>
                        <a:pt x="25" y="33"/>
                        <a:pt x="22" y="33"/>
                      </a:cubicBezTo>
                      <a:lnTo>
                        <a:pt x="21" y="33"/>
                      </a:lnTo>
                      <a:lnTo>
                        <a:pt x="21" y="33"/>
                      </a:lnTo>
                      <a:cubicBezTo>
                        <a:pt x="21" y="30"/>
                        <a:pt x="21" y="27"/>
                        <a:pt x="21" y="24"/>
                      </a:cubicBezTo>
                      <a:cubicBezTo>
                        <a:pt x="21" y="23"/>
                        <a:pt x="20" y="21"/>
                        <a:pt x="19" y="21"/>
                      </a:cubicBezTo>
                      <a:cubicBezTo>
                        <a:pt x="18" y="21"/>
                        <a:pt x="16" y="21"/>
                        <a:pt x="15" y="21"/>
                      </a:cubicBezTo>
                      <a:cubicBezTo>
                        <a:pt x="14" y="21"/>
                        <a:pt x="13" y="22"/>
                        <a:pt x="13" y="23"/>
                      </a:cubicBezTo>
                      <a:cubicBezTo>
                        <a:pt x="13" y="25"/>
                        <a:pt x="13" y="26"/>
                        <a:pt x="13" y="27"/>
                      </a:cubicBezTo>
                      <a:cubicBezTo>
                        <a:pt x="13" y="29"/>
                        <a:pt x="13" y="31"/>
                        <a:pt x="13" y="33"/>
                      </a:cubicBezTo>
                      <a:lnTo>
                        <a:pt x="13" y="33"/>
                      </a:lnTo>
                      <a:lnTo>
                        <a:pt x="13" y="33"/>
                      </a:lnTo>
                      <a:cubicBezTo>
                        <a:pt x="9" y="33"/>
                        <a:pt x="6" y="33"/>
                        <a:pt x="4" y="33"/>
                      </a:cubicBezTo>
                      <a:cubicBezTo>
                        <a:pt x="3" y="33"/>
                        <a:pt x="2" y="33"/>
                        <a:pt x="2" y="33"/>
                      </a:cubicBezTo>
                      <a:cubicBezTo>
                        <a:pt x="1" y="33"/>
                        <a:pt x="1" y="33"/>
                        <a:pt x="1" y="33"/>
                      </a:cubicBezTo>
                      <a:close/>
                    </a:path>
                  </a:pathLst>
                </a:custGeom>
                <a:solidFill>
                  <a:srgbClr val="263238"/>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466" name="Google Shape;1466;p29"/>
                <p:cNvSpPr/>
                <p:nvPr/>
              </p:nvSpPr>
              <p:spPr>
                <a:xfrm>
                  <a:off x="2682698" y="2283732"/>
                  <a:ext cx="630664" cy="129843"/>
                </a:xfrm>
                <a:custGeom>
                  <a:rect b="b" l="l" r="r" t="t"/>
                  <a:pathLst>
                    <a:path extrusionOk="0" h="63" w="306">
                      <a:moveTo>
                        <a:pt x="0" y="0"/>
                      </a:moveTo>
                      <a:lnTo>
                        <a:pt x="306" y="0"/>
                      </a:lnTo>
                      <a:lnTo>
                        <a:pt x="306" y="63"/>
                      </a:lnTo>
                      <a:lnTo>
                        <a:pt x="0" y="63"/>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467" name="Google Shape;1467;p29"/>
                <p:cNvSpPr/>
                <p:nvPr/>
              </p:nvSpPr>
              <p:spPr>
                <a:xfrm>
                  <a:off x="2682698" y="2471284"/>
                  <a:ext cx="630664" cy="129843"/>
                </a:xfrm>
                <a:custGeom>
                  <a:rect b="b" l="l" r="r" t="t"/>
                  <a:pathLst>
                    <a:path extrusionOk="0" h="63" w="306">
                      <a:moveTo>
                        <a:pt x="0" y="0"/>
                      </a:moveTo>
                      <a:lnTo>
                        <a:pt x="306" y="0"/>
                      </a:lnTo>
                      <a:lnTo>
                        <a:pt x="306" y="63"/>
                      </a:lnTo>
                      <a:lnTo>
                        <a:pt x="0" y="63"/>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468" name="Google Shape;1468;p29"/>
                <p:cNvSpPr/>
                <p:nvPr/>
              </p:nvSpPr>
              <p:spPr>
                <a:xfrm>
                  <a:off x="2779565" y="2726848"/>
                  <a:ext cx="447235" cy="129843"/>
                </a:xfrm>
                <a:custGeom>
                  <a:rect b="b" l="l" r="r" t="t"/>
                  <a:pathLst>
                    <a:path extrusionOk="0" h="63" w="217">
                      <a:moveTo>
                        <a:pt x="185" y="63"/>
                      </a:moveTo>
                      <a:lnTo>
                        <a:pt x="32" y="63"/>
                      </a:lnTo>
                      <a:cubicBezTo>
                        <a:pt x="14" y="63"/>
                        <a:pt x="0" y="49"/>
                        <a:pt x="0" y="32"/>
                      </a:cubicBezTo>
                      <a:lnTo>
                        <a:pt x="0" y="32"/>
                      </a:lnTo>
                      <a:cubicBezTo>
                        <a:pt x="0" y="14"/>
                        <a:pt x="14" y="0"/>
                        <a:pt x="32" y="0"/>
                      </a:cubicBezTo>
                      <a:lnTo>
                        <a:pt x="185" y="0"/>
                      </a:lnTo>
                      <a:cubicBezTo>
                        <a:pt x="203" y="0"/>
                        <a:pt x="217" y="14"/>
                        <a:pt x="217" y="32"/>
                      </a:cubicBezTo>
                      <a:lnTo>
                        <a:pt x="217" y="32"/>
                      </a:lnTo>
                      <a:cubicBezTo>
                        <a:pt x="217" y="49"/>
                        <a:pt x="203" y="63"/>
                        <a:pt x="185" y="63"/>
                      </a:cubicBezTo>
                      <a:close/>
                    </a:path>
                  </a:pathLst>
                </a:custGeom>
                <a:solidFill>
                  <a:schemeClr val="dk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469" name="Google Shape;1469;p29"/>
                <p:cNvSpPr/>
                <p:nvPr/>
              </p:nvSpPr>
              <p:spPr>
                <a:xfrm>
                  <a:off x="2804297" y="1953972"/>
                  <a:ext cx="395711" cy="10305"/>
                </a:xfrm>
                <a:custGeom>
                  <a:rect b="b" l="l" r="r" t="t"/>
                  <a:pathLst>
                    <a:path extrusionOk="0" h="5" w="192">
                      <a:moveTo>
                        <a:pt x="192" y="3"/>
                      </a:moveTo>
                      <a:cubicBezTo>
                        <a:pt x="192" y="4"/>
                        <a:pt x="149" y="5"/>
                        <a:pt x="96" y="5"/>
                      </a:cubicBezTo>
                      <a:cubicBezTo>
                        <a:pt x="43" y="5"/>
                        <a:pt x="0" y="5"/>
                        <a:pt x="0" y="3"/>
                      </a:cubicBezTo>
                      <a:cubicBezTo>
                        <a:pt x="0" y="2"/>
                        <a:pt x="43" y="0"/>
                        <a:pt x="96" y="0"/>
                      </a:cubicBezTo>
                      <a:cubicBezTo>
                        <a:pt x="149" y="0"/>
                        <a:pt x="192" y="1"/>
                        <a:pt x="192" y="3"/>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470" name="Google Shape;1470;p29"/>
                <p:cNvSpPr/>
                <p:nvPr/>
              </p:nvSpPr>
              <p:spPr>
                <a:xfrm>
                  <a:off x="1755249" y="663783"/>
                  <a:ext cx="1065533" cy="2252676"/>
                </a:xfrm>
                <a:custGeom>
                  <a:rect b="b" l="l" r="r" t="t"/>
                  <a:pathLst>
                    <a:path extrusionOk="0" h="1093" w="517">
                      <a:moveTo>
                        <a:pt x="424" y="0"/>
                      </a:moveTo>
                      <a:cubicBezTo>
                        <a:pt x="413" y="0"/>
                        <a:pt x="400" y="0"/>
                        <a:pt x="385" y="0"/>
                      </a:cubicBezTo>
                      <a:cubicBezTo>
                        <a:pt x="381" y="0"/>
                        <a:pt x="377" y="0"/>
                        <a:pt x="373" y="2"/>
                      </a:cubicBezTo>
                      <a:cubicBezTo>
                        <a:pt x="369" y="3"/>
                        <a:pt x="366" y="6"/>
                        <a:pt x="364" y="10"/>
                      </a:cubicBezTo>
                      <a:cubicBezTo>
                        <a:pt x="363" y="12"/>
                        <a:pt x="361" y="14"/>
                        <a:pt x="361" y="16"/>
                      </a:cubicBezTo>
                      <a:cubicBezTo>
                        <a:pt x="360" y="18"/>
                        <a:pt x="361" y="21"/>
                        <a:pt x="361" y="23"/>
                      </a:cubicBezTo>
                      <a:cubicBezTo>
                        <a:pt x="361" y="26"/>
                        <a:pt x="361" y="28"/>
                        <a:pt x="361" y="30"/>
                      </a:cubicBezTo>
                      <a:cubicBezTo>
                        <a:pt x="361" y="33"/>
                        <a:pt x="361" y="35"/>
                        <a:pt x="361" y="38"/>
                      </a:cubicBezTo>
                      <a:cubicBezTo>
                        <a:pt x="360" y="43"/>
                        <a:pt x="357" y="48"/>
                        <a:pt x="352" y="51"/>
                      </a:cubicBezTo>
                      <a:cubicBezTo>
                        <a:pt x="350" y="52"/>
                        <a:pt x="347" y="53"/>
                        <a:pt x="344" y="53"/>
                      </a:cubicBezTo>
                      <a:cubicBezTo>
                        <a:pt x="341" y="54"/>
                        <a:pt x="339" y="53"/>
                        <a:pt x="336" y="53"/>
                      </a:cubicBezTo>
                      <a:cubicBezTo>
                        <a:pt x="325" y="53"/>
                        <a:pt x="313" y="53"/>
                        <a:pt x="301" y="53"/>
                      </a:cubicBezTo>
                      <a:cubicBezTo>
                        <a:pt x="276" y="53"/>
                        <a:pt x="249" y="53"/>
                        <a:pt x="221" y="53"/>
                      </a:cubicBezTo>
                      <a:cubicBezTo>
                        <a:pt x="213" y="53"/>
                        <a:pt x="206" y="53"/>
                        <a:pt x="199" y="53"/>
                      </a:cubicBezTo>
                      <a:cubicBezTo>
                        <a:pt x="197" y="53"/>
                        <a:pt x="195" y="53"/>
                        <a:pt x="193" y="53"/>
                      </a:cubicBezTo>
                      <a:cubicBezTo>
                        <a:pt x="191" y="53"/>
                        <a:pt x="189" y="53"/>
                        <a:pt x="187" y="53"/>
                      </a:cubicBezTo>
                      <a:cubicBezTo>
                        <a:pt x="184" y="52"/>
                        <a:pt x="180" y="50"/>
                        <a:pt x="178" y="47"/>
                      </a:cubicBezTo>
                      <a:cubicBezTo>
                        <a:pt x="175" y="44"/>
                        <a:pt x="173" y="40"/>
                        <a:pt x="173" y="36"/>
                      </a:cubicBezTo>
                      <a:cubicBezTo>
                        <a:pt x="173" y="34"/>
                        <a:pt x="173" y="32"/>
                        <a:pt x="173" y="30"/>
                      </a:cubicBezTo>
                      <a:cubicBezTo>
                        <a:pt x="173" y="28"/>
                        <a:pt x="173" y="26"/>
                        <a:pt x="173" y="24"/>
                      </a:cubicBezTo>
                      <a:cubicBezTo>
                        <a:pt x="173" y="20"/>
                        <a:pt x="173" y="16"/>
                        <a:pt x="172" y="13"/>
                      </a:cubicBezTo>
                      <a:cubicBezTo>
                        <a:pt x="170" y="9"/>
                        <a:pt x="168" y="6"/>
                        <a:pt x="164" y="3"/>
                      </a:cubicBezTo>
                      <a:cubicBezTo>
                        <a:pt x="161" y="1"/>
                        <a:pt x="157" y="0"/>
                        <a:pt x="153" y="0"/>
                      </a:cubicBezTo>
                      <a:lnTo>
                        <a:pt x="141" y="0"/>
                      </a:lnTo>
                      <a:cubicBezTo>
                        <a:pt x="132" y="0"/>
                        <a:pt x="124" y="0"/>
                        <a:pt x="115" y="0"/>
                      </a:cubicBezTo>
                      <a:cubicBezTo>
                        <a:pt x="98" y="0"/>
                        <a:pt x="80" y="0"/>
                        <a:pt x="62" y="0"/>
                      </a:cubicBezTo>
                      <a:cubicBezTo>
                        <a:pt x="53" y="0"/>
                        <a:pt x="44" y="2"/>
                        <a:pt x="36" y="5"/>
                      </a:cubicBezTo>
                      <a:cubicBezTo>
                        <a:pt x="28" y="9"/>
                        <a:pt x="20" y="15"/>
                        <a:pt x="14" y="22"/>
                      </a:cubicBezTo>
                      <a:cubicBezTo>
                        <a:pt x="8" y="29"/>
                        <a:pt x="4" y="38"/>
                        <a:pt x="2" y="47"/>
                      </a:cubicBezTo>
                      <a:cubicBezTo>
                        <a:pt x="1" y="49"/>
                        <a:pt x="1" y="52"/>
                        <a:pt x="0" y="54"/>
                      </a:cubicBezTo>
                      <a:cubicBezTo>
                        <a:pt x="0" y="56"/>
                        <a:pt x="0" y="58"/>
                        <a:pt x="0" y="60"/>
                      </a:cubicBezTo>
                      <a:lnTo>
                        <a:pt x="0" y="454"/>
                      </a:lnTo>
                      <a:cubicBezTo>
                        <a:pt x="0" y="460"/>
                        <a:pt x="0" y="465"/>
                        <a:pt x="0" y="470"/>
                      </a:cubicBezTo>
                      <a:cubicBezTo>
                        <a:pt x="0" y="486"/>
                        <a:pt x="0" y="502"/>
                        <a:pt x="0" y="519"/>
                      </a:cubicBezTo>
                      <a:lnTo>
                        <a:pt x="0" y="1031"/>
                      </a:lnTo>
                      <a:cubicBezTo>
                        <a:pt x="0" y="1037"/>
                        <a:pt x="0" y="1044"/>
                        <a:pt x="2" y="1050"/>
                      </a:cubicBezTo>
                      <a:cubicBezTo>
                        <a:pt x="6" y="1063"/>
                        <a:pt x="15" y="1075"/>
                        <a:pt x="26" y="1082"/>
                      </a:cubicBezTo>
                      <a:cubicBezTo>
                        <a:pt x="37" y="1090"/>
                        <a:pt x="51" y="1094"/>
                        <a:pt x="64" y="1093"/>
                      </a:cubicBezTo>
                      <a:cubicBezTo>
                        <a:pt x="78" y="1093"/>
                        <a:pt x="92" y="1093"/>
                        <a:pt x="105" y="1093"/>
                      </a:cubicBezTo>
                      <a:cubicBezTo>
                        <a:pt x="132" y="1093"/>
                        <a:pt x="159" y="1093"/>
                        <a:pt x="186" y="1093"/>
                      </a:cubicBezTo>
                      <a:cubicBezTo>
                        <a:pt x="240" y="1093"/>
                        <a:pt x="293" y="1093"/>
                        <a:pt x="345" y="1093"/>
                      </a:cubicBezTo>
                      <a:cubicBezTo>
                        <a:pt x="371" y="1093"/>
                        <a:pt x="397" y="1093"/>
                        <a:pt x="422" y="1093"/>
                      </a:cubicBezTo>
                      <a:cubicBezTo>
                        <a:pt x="435" y="1093"/>
                        <a:pt x="447" y="1093"/>
                        <a:pt x="460" y="1093"/>
                      </a:cubicBezTo>
                      <a:cubicBezTo>
                        <a:pt x="472" y="1092"/>
                        <a:pt x="485" y="1087"/>
                        <a:pt x="494" y="1080"/>
                      </a:cubicBezTo>
                      <a:cubicBezTo>
                        <a:pt x="499" y="1076"/>
                        <a:pt x="502" y="1071"/>
                        <a:pt x="506" y="1066"/>
                      </a:cubicBezTo>
                      <a:cubicBezTo>
                        <a:pt x="509" y="1061"/>
                        <a:pt x="512" y="1055"/>
                        <a:pt x="514" y="1049"/>
                      </a:cubicBezTo>
                      <a:cubicBezTo>
                        <a:pt x="516" y="1044"/>
                        <a:pt x="516" y="1038"/>
                        <a:pt x="516" y="1031"/>
                      </a:cubicBezTo>
                      <a:cubicBezTo>
                        <a:pt x="516" y="1025"/>
                        <a:pt x="516" y="1019"/>
                        <a:pt x="516" y="1013"/>
                      </a:cubicBezTo>
                      <a:cubicBezTo>
                        <a:pt x="516" y="989"/>
                        <a:pt x="516" y="964"/>
                        <a:pt x="516" y="941"/>
                      </a:cubicBezTo>
                      <a:cubicBezTo>
                        <a:pt x="516" y="750"/>
                        <a:pt x="516" y="578"/>
                        <a:pt x="516" y="433"/>
                      </a:cubicBezTo>
                      <a:cubicBezTo>
                        <a:pt x="517" y="289"/>
                        <a:pt x="517" y="172"/>
                        <a:pt x="517" y="91"/>
                      </a:cubicBezTo>
                      <a:cubicBezTo>
                        <a:pt x="517" y="81"/>
                        <a:pt x="517" y="71"/>
                        <a:pt x="517" y="62"/>
                      </a:cubicBezTo>
                      <a:cubicBezTo>
                        <a:pt x="517" y="53"/>
                        <a:pt x="515" y="45"/>
                        <a:pt x="512" y="38"/>
                      </a:cubicBezTo>
                      <a:cubicBezTo>
                        <a:pt x="509" y="31"/>
                        <a:pt x="505" y="25"/>
                        <a:pt x="501" y="20"/>
                      </a:cubicBezTo>
                      <a:cubicBezTo>
                        <a:pt x="497" y="15"/>
                        <a:pt x="492" y="11"/>
                        <a:pt x="487" y="9"/>
                      </a:cubicBezTo>
                      <a:cubicBezTo>
                        <a:pt x="478" y="3"/>
                        <a:pt x="470" y="1"/>
                        <a:pt x="465" y="1"/>
                      </a:cubicBezTo>
                      <a:cubicBezTo>
                        <a:pt x="462" y="0"/>
                        <a:pt x="460" y="0"/>
                        <a:pt x="459" y="0"/>
                      </a:cubicBezTo>
                      <a:cubicBezTo>
                        <a:pt x="457" y="0"/>
                        <a:pt x="457" y="0"/>
                        <a:pt x="457" y="0"/>
                      </a:cubicBezTo>
                      <a:cubicBezTo>
                        <a:pt x="457" y="0"/>
                        <a:pt x="454" y="0"/>
                        <a:pt x="448" y="0"/>
                      </a:cubicBezTo>
                      <a:cubicBezTo>
                        <a:pt x="443" y="0"/>
                        <a:pt x="435" y="0"/>
                        <a:pt x="424" y="0"/>
                      </a:cubicBezTo>
                      <a:close/>
                    </a:path>
                  </a:pathLst>
                </a:custGeom>
                <a:solidFill>
                  <a:schemeClr val="lt1"/>
                </a:solidFill>
                <a:ln>
                  <a:noFill/>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471" name="Google Shape;1471;p29"/>
                <p:cNvSpPr/>
                <p:nvPr/>
              </p:nvSpPr>
              <p:spPr>
                <a:xfrm>
                  <a:off x="1753188" y="663783"/>
                  <a:ext cx="1069655" cy="2258859"/>
                </a:xfrm>
                <a:custGeom>
                  <a:rect b="b" l="l" r="r" t="t"/>
                  <a:pathLst>
                    <a:path extrusionOk="0" h="1096" w="519">
                      <a:moveTo>
                        <a:pt x="458" y="1"/>
                      </a:moveTo>
                      <a:cubicBezTo>
                        <a:pt x="458" y="1"/>
                        <a:pt x="459" y="1"/>
                        <a:pt x="460" y="1"/>
                      </a:cubicBezTo>
                      <a:cubicBezTo>
                        <a:pt x="461" y="1"/>
                        <a:pt x="463" y="1"/>
                        <a:pt x="466" y="1"/>
                      </a:cubicBezTo>
                      <a:cubicBezTo>
                        <a:pt x="472" y="2"/>
                        <a:pt x="480" y="4"/>
                        <a:pt x="489" y="9"/>
                      </a:cubicBezTo>
                      <a:cubicBezTo>
                        <a:pt x="494" y="12"/>
                        <a:pt x="498" y="16"/>
                        <a:pt x="503" y="20"/>
                      </a:cubicBezTo>
                      <a:cubicBezTo>
                        <a:pt x="507" y="25"/>
                        <a:pt x="511" y="31"/>
                        <a:pt x="514" y="38"/>
                      </a:cubicBezTo>
                      <a:cubicBezTo>
                        <a:pt x="517" y="46"/>
                        <a:pt x="519" y="54"/>
                        <a:pt x="519" y="63"/>
                      </a:cubicBezTo>
                      <a:cubicBezTo>
                        <a:pt x="519" y="72"/>
                        <a:pt x="519" y="82"/>
                        <a:pt x="519" y="92"/>
                      </a:cubicBezTo>
                      <a:cubicBezTo>
                        <a:pt x="519" y="173"/>
                        <a:pt x="519" y="289"/>
                        <a:pt x="519" y="434"/>
                      </a:cubicBezTo>
                      <a:cubicBezTo>
                        <a:pt x="519" y="578"/>
                        <a:pt x="519" y="750"/>
                        <a:pt x="519" y="941"/>
                      </a:cubicBezTo>
                      <a:cubicBezTo>
                        <a:pt x="519" y="965"/>
                        <a:pt x="519" y="989"/>
                        <a:pt x="519" y="1014"/>
                      </a:cubicBezTo>
                      <a:cubicBezTo>
                        <a:pt x="519" y="1020"/>
                        <a:pt x="519" y="1026"/>
                        <a:pt x="519" y="1032"/>
                      </a:cubicBezTo>
                      <a:cubicBezTo>
                        <a:pt x="519" y="1038"/>
                        <a:pt x="519" y="1045"/>
                        <a:pt x="517" y="1051"/>
                      </a:cubicBezTo>
                      <a:cubicBezTo>
                        <a:pt x="515" y="1057"/>
                        <a:pt x="513" y="1063"/>
                        <a:pt x="509" y="1068"/>
                      </a:cubicBezTo>
                      <a:cubicBezTo>
                        <a:pt x="506" y="1073"/>
                        <a:pt x="501" y="1078"/>
                        <a:pt x="496" y="1082"/>
                      </a:cubicBezTo>
                      <a:cubicBezTo>
                        <a:pt x="487" y="1090"/>
                        <a:pt x="474" y="1095"/>
                        <a:pt x="461" y="1095"/>
                      </a:cubicBezTo>
                      <a:cubicBezTo>
                        <a:pt x="449" y="1096"/>
                        <a:pt x="436" y="1095"/>
                        <a:pt x="423" y="1096"/>
                      </a:cubicBezTo>
                      <a:cubicBezTo>
                        <a:pt x="398" y="1096"/>
                        <a:pt x="372" y="1096"/>
                        <a:pt x="346" y="1096"/>
                      </a:cubicBezTo>
                      <a:cubicBezTo>
                        <a:pt x="294" y="1096"/>
                        <a:pt x="241" y="1096"/>
                        <a:pt x="188" y="1096"/>
                      </a:cubicBezTo>
                      <a:cubicBezTo>
                        <a:pt x="161" y="1096"/>
                        <a:pt x="134" y="1096"/>
                        <a:pt x="107" y="1096"/>
                      </a:cubicBezTo>
                      <a:cubicBezTo>
                        <a:pt x="93" y="1096"/>
                        <a:pt x="79" y="1096"/>
                        <a:pt x="66" y="1096"/>
                      </a:cubicBezTo>
                      <a:cubicBezTo>
                        <a:pt x="52" y="1096"/>
                        <a:pt x="38" y="1093"/>
                        <a:pt x="26" y="1085"/>
                      </a:cubicBezTo>
                      <a:cubicBezTo>
                        <a:pt x="15" y="1077"/>
                        <a:pt x="6" y="1065"/>
                        <a:pt x="2" y="1051"/>
                      </a:cubicBezTo>
                      <a:cubicBezTo>
                        <a:pt x="0" y="1045"/>
                        <a:pt x="0" y="1038"/>
                        <a:pt x="0" y="1031"/>
                      </a:cubicBezTo>
                      <a:cubicBezTo>
                        <a:pt x="0" y="1024"/>
                        <a:pt x="0" y="1017"/>
                        <a:pt x="0" y="1010"/>
                      </a:cubicBezTo>
                      <a:cubicBezTo>
                        <a:pt x="0" y="983"/>
                        <a:pt x="0" y="956"/>
                        <a:pt x="0" y="929"/>
                      </a:cubicBezTo>
                      <a:cubicBezTo>
                        <a:pt x="0" y="876"/>
                        <a:pt x="0" y="823"/>
                        <a:pt x="0" y="771"/>
                      </a:cubicBezTo>
                      <a:cubicBezTo>
                        <a:pt x="0" y="667"/>
                        <a:pt x="0" y="567"/>
                        <a:pt x="0" y="471"/>
                      </a:cubicBezTo>
                      <a:cubicBezTo>
                        <a:pt x="0" y="376"/>
                        <a:pt x="0" y="285"/>
                        <a:pt x="0" y="200"/>
                      </a:cubicBezTo>
                      <a:cubicBezTo>
                        <a:pt x="0" y="157"/>
                        <a:pt x="0" y="116"/>
                        <a:pt x="0" y="77"/>
                      </a:cubicBezTo>
                      <a:cubicBezTo>
                        <a:pt x="0" y="72"/>
                        <a:pt x="0" y="67"/>
                        <a:pt x="0" y="62"/>
                      </a:cubicBezTo>
                      <a:cubicBezTo>
                        <a:pt x="0" y="60"/>
                        <a:pt x="0" y="57"/>
                        <a:pt x="0" y="55"/>
                      </a:cubicBezTo>
                      <a:cubicBezTo>
                        <a:pt x="1" y="52"/>
                        <a:pt x="1" y="50"/>
                        <a:pt x="1" y="48"/>
                      </a:cubicBezTo>
                      <a:cubicBezTo>
                        <a:pt x="4" y="38"/>
                        <a:pt x="8" y="29"/>
                        <a:pt x="14" y="22"/>
                      </a:cubicBezTo>
                      <a:cubicBezTo>
                        <a:pt x="20" y="15"/>
                        <a:pt x="28" y="9"/>
                        <a:pt x="37" y="5"/>
                      </a:cubicBezTo>
                      <a:cubicBezTo>
                        <a:pt x="45" y="1"/>
                        <a:pt x="55" y="0"/>
                        <a:pt x="64" y="0"/>
                      </a:cubicBezTo>
                      <a:cubicBezTo>
                        <a:pt x="82" y="0"/>
                        <a:pt x="99" y="0"/>
                        <a:pt x="117" y="0"/>
                      </a:cubicBezTo>
                      <a:cubicBezTo>
                        <a:pt x="125" y="0"/>
                        <a:pt x="134" y="0"/>
                        <a:pt x="142" y="0"/>
                      </a:cubicBezTo>
                      <a:cubicBezTo>
                        <a:pt x="146" y="0"/>
                        <a:pt x="150" y="0"/>
                        <a:pt x="154" y="0"/>
                      </a:cubicBezTo>
                      <a:cubicBezTo>
                        <a:pt x="159" y="0"/>
                        <a:pt x="163" y="1"/>
                        <a:pt x="166" y="3"/>
                      </a:cubicBezTo>
                      <a:cubicBezTo>
                        <a:pt x="170" y="6"/>
                        <a:pt x="172" y="9"/>
                        <a:pt x="174" y="13"/>
                      </a:cubicBezTo>
                      <a:cubicBezTo>
                        <a:pt x="175" y="17"/>
                        <a:pt x="175" y="21"/>
                        <a:pt x="175" y="25"/>
                      </a:cubicBezTo>
                      <a:cubicBezTo>
                        <a:pt x="175" y="27"/>
                        <a:pt x="175" y="29"/>
                        <a:pt x="175" y="31"/>
                      </a:cubicBezTo>
                      <a:cubicBezTo>
                        <a:pt x="175" y="33"/>
                        <a:pt x="175" y="35"/>
                        <a:pt x="175" y="37"/>
                      </a:cubicBezTo>
                      <a:cubicBezTo>
                        <a:pt x="176" y="41"/>
                        <a:pt x="177" y="44"/>
                        <a:pt x="180" y="47"/>
                      </a:cubicBezTo>
                      <a:cubicBezTo>
                        <a:pt x="182" y="50"/>
                        <a:pt x="185" y="52"/>
                        <a:pt x="189" y="53"/>
                      </a:cubicBezTo>
                      <a:cubicBezTo>
                        <a:pt x="191" y="53"/>
                        <a:pt x="193" y="53"/>
                        <a:pt x="194" y="53"/>
                      </a:cubicBezTo>
                      <a:cubicBezTo>
                        <a:pt x="196" y="53"/>
                        <a:pt x="198" y="53"/>
                        <a:pt x="200" y="53"/>
                      </a:cubicBezTo>
                      <a:cubicBezTo>
                        <a:pt x="207" y="53"/>
                        <a:pt x="215" y="53"/>
                        <a:pt x="222" y="53"/>
                      </a:cubicBezTo>
                      <a:cubicBezTo>
                        <a:pt x="251" y="53"/>
                        <a:pt x="277" y="53"/>
                        <a:pt x="302" y="53"/>
                      </a:cubicBezTo>
                      <a:cubicBezTo>
                        <a:pt x="314" y="53"/>
                        <a:pt x="326" y="53"/>
                        <a:pt x="337" y="53"/>
                      </a:cubicBezTo>
                      <a:cubicBezTo>
                        <a:pt x="340" y="53"/>
                        <a:pt x="343" y="53"/>
                        <a:pt x="345" y="53"/>
                      </a:cubicBezTo>
                      <a:cubicBezTo>
                        <a:pt x="348" y="53"/>
                        <a:pt x="351" y="52"/>
                        <a:pt x="353" y="51"/>
                      </a:cubicBezTo>
                      <a:cubicBezTo>
                        <a:pt x="357" y="48"/>
                        <a:pt x="360" y="43"/>
                        <a:pt x="361" y="38"/>
                      </a:cubicBezTo>
                      <a:cubicBezTo>
                        <a:pt x="362" y="36"/>
                        <a:pt x="362" y="33"/>
                        <a:pt x="362" y="31"/>
                      </a:cubicBezTo>
                      <a:cubicBezTo>
                        <a:pt x="362" y="29"/>
                        <a:pt x="362" y="27"/>
                        <a:pt x="362" y="24"/>
                      </a:cubicBezTo>
                      <a:cubicBezTo>
                        <a:pt x="362" y="22"/>
                        <a:pt x="362" y="19"/>
                        <a:pt x="362" y="17"/>
                      </a:cubicBezTo>
                      <a:cubicBezTo>
                        <a:pt x="363" y="14"/>
                        <a:pt x="363" y="12"/>
                        <a:pt x="364" y="10"/>
                      </a:cubicBezTo>
                      <a:cubicBezTo>
                        <a:pt x="367" y="6"/>
                        <a:pt x="370" y="3"/>
                        <a:pt x="374" y="2"/>
                      </a:cubicBezTo>
                      <a:cubicBezTo>
                        <a:pt x="378" y="0"/>
                        <a:pt x="382" y="0"/>
                        <a:pt x="386" y="0"/>
                      </a:cubicBezTo>
                      <a:cubicBezTo>
                        <a:pt x="402" y="0"/>
                        <a:pt x="415" y="0"/>
                        <a:pt x="425" y="1"/>
                      </a:cubicBezTo>
                      <a:cubicBezTo>
                        <a:pt x="436" y="1"/>
                        <a:pt x="444" y="1"/>
                        <a:pt x="450" y="1"/>
                      </a:cubicBezTo>
                      <a:cubicBezTo>
                        <a:pt x="455" y="1"/>
                        <a:pt x="458" y="1"/>
                        <a:pt x="458" y="1"/>
                      </a:cubicBezTo>
                      <a:cubicBezTo>
                        <a:pt x="458" y="1"/>
                        <a:pt x="455" y="1"/>
                        <a:pt x="450" y="1"/>
                      </a:cubicBezTo>
                      <a:cubicBezTo>
                        <a:pt x="444" y="1"/>
                        <a:pt x="436" y="1"/>
                        <a:pt x="425" y="1"/>
                      </a:cubicBezTo>
                      <a:cubicBezTo>
                        <a:pt x="415" y="1"/>
                        <a:pt x="402" y="1"/>
                        <a:pt x="386" y="1"/>
                      </a:cubicBezTo>
                      <a:cubicBezTo>
                        <a:pt x="382" y="1"/>
                        <a:pt x="378" y="0"/>
                        <a:pt x="374" y="2"/>
                      </a:cubicBezTo>
                      <a:cubicBezTo>
                        <a:pt x="370" y="4"/>
                        <a:pt x="367" y="7"/>
                        <a:pt x="365" y="11"/>
                      </a:cubicBezTo>
                      <a:cubicBezTo>
                        <a:pt x="364" y="12"/>
                        <a:pt x="363" y="15"/>
                        <a:pt x="363" y="17"/>
                      </a:cubicBezTo>
                      <a:cubicBezTo>
                        <a:pt x="362" y="19"/>
                        <a:pt x="362" y="21"/>
                        <a:pt x="362" y="24"/>
                      </a:cubicBezTo>
                      <a:cubicBezTo>
                        <a:pt x="362" y="26"/>
                        <a:pt x="362" y="29"/>
                        <a:pt x="362" y="31"/>
                      </a:cubicBezTo>
                      <a:cubicBezTo>
                        <a:pt x="362" y="34"/>
                        <a:pt x="363" y="36"/>
                        <a:pt x="362" y="39"/>
                      </a:cubicBezTo>
                      <a:cubicBezTo>
                        <a:pt x="361" y="44"/>
                        <a:pt x="358" y="48"/>
                        <a:pt x="353" y="51"/>
                      </a:cubicBezTo>
                      <a:cubicBezTo>
                        <a:pt x="351" y="53"/>
                        <a:pt x="348" y="54"/>
                        <a:pt x="345" y="54"/>
                      </a:cubicBezTo>
                      <a:cubicBezTo>
                        <a:pt x="343" y="54"/>
                        <a:pt x="340" y="54"/>
                        <a:pt x="337" y="54"/>
                      </a:cubicBezTo>
                      <a:cubicBezTo>
                        <a:pt x="326" y="54"/>
                        <a:pt x="314" y="54"/>
                        <a:pt x="302" y="54"/>
                      </a:cubicBezTo>
                      <a:cubicBezTo>
                        <a:pt x="277" y="54"/>
                        <a:pt x="251" y="54"/>
                        <a:pt x="222" y="54"/>
                      </a:cubicBezTo>
                      <a:lnTo>
                        <a:pt x="200" y="54"/>
                      </a:lnTo>
                      <a:cubicBezTo>
                        <a:pt x="198" y="54"/>
                        <a:pt x="195" y="54"/>
                        <a:pt x="194" y="54"/>
                      </a:cubicBezTo>
                      <a:cubicBezTo>
                        <a:pt x="192" y="54"/>
                        <a:pt x="191" y="54"/>
                        <a:pt x="189" y="54"/>
                      </a:cubicBezTo>
                      <a:cubicBezTo>
                        <a:pt x="185" y="53"/>
                        <a:pt x="182" y="50"/>
                        <a:pt x="179" y="47"/>
                      </a:cubicBezTo>
                      <a:cubicBezTo>
                        <a:pt x="176" y="44"/>
                        <a:pt x="175" y="41"/>
                        <a:pt x="174" y="37"/>
                      </a:cubicBezTo>
                      <a:cubicBezTo>
                        <a:pt x="174" y="35"/>
                        <a:pt x="174" y="33"/>
                        <a:pt x="174" y="31"/>
                      </a:cubicBezTo>
                      <a:cubicBezTo>
                        <a:pt x="174" y="29"/>
                        <a:pt x="174" y="27"/>
                        <a:pt x="174" y="25"/>
                      </a:cubicBezTo>
                      <a:cubicBezTo>
                        <a:pt x="174" y="21"/>
                        <a:pt x="174" y="17"/>
                        <a:pt x="173" y="13"/>
                      </a:cubicBezTo>
                      <a:cubicBezTo>
                        <a:pt x="172" y="10"/>
                        <a:pt x="169" y="6"/>
                        <a:pt x="166" y="4"/>
                      </a:cubicBezTo>
                      <a:cubicBezTo>
                        <a:pt x="162" y="2"/>
                        <a:pt x="159" y="1"/>
                        <a:pt x="154" y="1"/>
                      </a:cubicBezTo>
                      <a:lnTo>
                        <a:pt x="117" y="1"/>
                      </a:lnTo>
                      <a:cubicBezTo>
                        <a:pt x="99" y="1"/>
                        <a:pt x="82" y="1"/>
                        <a:pt x="64" y="1"/>
                      </a:cubicBezTo>
                      <a:cubicBezTo>
                        <a:pt x="55" y="1"/>
                        <a:pt x="46" y="2"/>
                        <a:pt x="37" y="6"/>
                      </a:cubicBezTo>
                      <a:cubicBezTo>
                        <a:pt x="29" y="10"/>
                        <a:pt x="21" y="15"/>
                        <a:pt x="15" y="23"/>
                      </a:cubicBezTo>
                      <a:cubicBezTo>
                        <a:pt x="9" y="30"/>
                        <a:pt x="5" y="38"/>
                        <a:pt x="3" y="48"/>
                      </a:cubicBezTo>
                      <a:cubicBezTo>
                        <a:pt x="2" y="50"/>
                        <a:pt x="2" y="52"/>
                        <a:pt x="2" y="55"/>
                      </a:cubicBezTo>
                      <a:cubicBezTo>
                        <a:pt x="1" y="57"/>
                        <a:pt x="1" y="60"/>
                        <a:pt x="1" y="62"/>
                      </a:cubicBezTo>
                      <a:cubicBezTo>
                        <a:pt x="1" y="67"/>
                        <a:pt x="1" y="72"/>
                        <a:pt x="1" y="77"/>
                      </a:cubicBezTo>
                      <a:cubicBezTo>
                        <a:pt x="1" y="116"/>
                        <a:pt x="1" y="157"/>
                        <a:pt x="1" y="200"/>
                      </a:cubicBezTo>
                      <a:cubicBezTo>
                        <a:pt x="1" y="285"/>
                        <a:pt x="1" y="376"/>
                        <a:pt x="1" y="471"/>
                      </a:cubicBezTo>
                      <a:cubicBezTo>
                        <a:pt x="1" y="567"/>
                        <a:pt x="1" y="667"/>
                        <a:pt x="1" y="771"/>
                      </a:cubicBezTo>
                      <a:cubicBezTo>
                        <a:pt x="1" y="823"/>
                        <a:pt x="1" y="875"/>
                        <a:pt x="1" y="929"/>
                      </a:cubicBezTo>
                      <a:cubicBezTo>
                        <a:pt x="1" y="956"/>
                        <a:pt x="1" y="983"/>
                        <a:pt x="1" y="1010"/>
                      </a:cubicBezTo>
                      <a:cubicBezTo>
                        <a:pt x="1" y="1017"/>
                        <a:pt x="1" y="1024"/>
                        <a:pt x="1" y="1031"/>
                      </a:cubicBezTo>
                      <a:cubicBezTo>
                        <a:pt x="1" y="1037"/>
                        <a:pt x="2" y="1044"/>
                        <a:pt x="4" y="1051"/>
                      </a:cubicBezTo>
                      <a:cubicBezTo>
                        <a:pt x="8" y="1064"/>
                        <a:pt x="16" y="1075"/>
                        <a:pt x="27" y="1083"/>
                      </a:cubicBezTo>
                      <a:cubicBezTo>
                        <a:pt x="38" y="1091"/>
                        <a:pt x="52" y="1094"/>
                        <a:pt x="66" y="1094"/>
                      </a:cubicBezTo>
                      <a:cubicBezTo>
                        <a:pt x="79" y="1094"/>
                        <a:pt x="93" y="1094"/>
                        <a:pt x="107" y="1094"/>
                      </a:cubicBezTo>
                      <a:cubicBezTo>
                        <a:pt x="134" y="1094"/>
                        <a:pt x="161" y="1094"/>
                        <a:pt x="188" y="1094"/>
                      </a:cubicBezTo>
                      <a:cubicBezTo>
                        <a:pt x="241" y="1094"/>
                        <a:pt x="294" y="1094"/>
                        <a:pt x="346" y="1094"/>
                      </a:cubicBezTo>
                      <a:cubicBezTo>
                        <a:pt x="372" y="1094"/>
                        <a:pt x="398" y="1094"/>
                        <a:pt x="423" y="1094"/>
                      </a:cubicBezTo>
                      <a:cubicBezTo>
                        <a:pt x="436" y="1094"/>
                        <a:pt x="449" y="1094"/>
                        <a:pt x="461" y="1094"/>
                      </a:cubicBezTo>
                      <a:cubicBezTo>
                        <a:pt x="474" y="1093"/>
                        <a:pt x="486" y="1088"/>
                        <a:pt x="495" y="1080"/>
                      </a:cubicBezTo>
                      <a:cubicBezTo>
                        <a:pt x="500" y="1076"/>
                        <a:pt x="504" y="1072"/>
                        <a:pt x="508" y="1067"/>
                      </a:cubicBezTo>
                      <a:cubicBezTo>
                        <a:pt x="511" y="1062"/>
                        <a:pt x="514" y="1056"/>
                        <a:pt x="515" y="1050"/>
                      </a:cubicBezTo>
                      <a:cubicBezTo>
                        <a:pt x="517" y="1044"/>
                        <a:pt x="517" y="1038"/>
                        <a:pt x="518" y="1032"/>
                      </a:cubicBezTo>
                      <a:cubicBezTo>
                        <a:pt x="518" y="1026"/>
                        <a:pt x="518" y="1020"/>
                        <a:pt x="518" y="1014"/>
                      </a:cubicBezTo>
                      <a:cubicBezTo>
                        <a:pt x="518" y="989"/>
                        <a:pt x="518" y="965"/>
                        <a:pt x="518" y="941"/>
                      </a:cubicBezTo>
                      <a:cubicBezTo>
                        <a:pt x="518" y="750"/>
                        <a:pt x="518" y="578"/>
                        <a:pt x="518" y="434"/>
                      </a:cubicBezTo>
                      <a:cubicBezTo>
                        <a:pt x="518" y="289"/>
                        <a:pt x="518" y="172"/>
                        <a:pt x="518" y="92"/>
                      </a:cubicBezTo>
                      <a:cubicBezTo>
                        <a:pt x="518" y="81"/>
                        <a:pt x="518" y="72"/>
                        <a:pt x="518" y="63"/>
                      </a:cubicBezTo>
                      <a:cubicBezTo>
                        <a:pt x="518" y="54"/>
                        <a:pt x="517" y="47"/>
                        <a:pt x="514" y="39"/>
                      </a:cubicBezTo>
                      <a:cubicBezTo>
                        <a:pt x="511" y="32"/>
                        <a:pt x="506" y="26"/>
                        <a:pt x="502" y="21"/>
                      </a:cubicBezTo>
                      <a:cubicBezTo>
                        <a:pt x="497" y="17"/>
                        <a:pt x="493" y="12"/>
                        <a:pt x="489" y="9"/>
                      </a:cubicBezTo>
                      <a:cubicBezTo>
                        <a:pt x="479" y="4"/>
                        <a:pt x="471" y="2"/>
                        <a:pt x="466" y="1"/>
                      </a:cubicBezTo>
                      <a:cubicBezTo>
                        <a:pt x="463" y="1"/>
                        <a:pt x="461" y="1"/>
                        <a:pt x="460" y="1"/>
                      </a:cubicBezTo>
                      <a:cubicBezTo>
                        <a:pt x="459" y="1"/>
                        <a:pt x="458" y="1"/>
                        <a:pt x="458" y="1"/>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472" name="Google Shape;1472;p29"/>
                <p:cNvSpPr/>
                <p:nvPr/>
              </p:nvSpPr>
              <p:spPr>
                <a:xfrm>
                  <a:off x="2629112" y="867823"/>
                  <a:ext cx="92745" cy="2061"/>
                </a:xfrm>
                <a:custGeom>
                  <a:rect b="b" l="l" r="r" t="t"/>
                  <a:pathLst>
                    <a:path extrusionOk="0" h="1" w="45">
                      <a:moveTo>
                        <a:pt x="45" y="0"/>
                      </a:moveTo>
                      <a:cubicBezTo>
                        <a:pt x="45" y="0"/>
                        <a:pt x="35" y="1"/>
                        <a:pt x="22" y="1"/>
                      </a:cubicBezTo>
                      <a:cubicBezTo>
                        <a:pt x="10" y="1"/>
                        <a:pt x="0" y="1"/>
                        <a:pt x="0" y="0"/>
                      </a:cubicBezTo>
                      <a:cubicBezTo>
                        <a:pt x="0" y="0"/>
                        <a:pt x="10" y="0"/>
                        <a:pt x="22" y="0"/>
                      </a:cubicBezTo>
                      <a:cubicBezTo>
                        <a:pt x="35" y="0"/>
                        <a:pt x="45" y="0"/>
                        <a:pt x="45"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473" name="Google Shape;1473;p29"/>
                <p:cNvSpPr/>
                <p:nvPr/>
              </p:nvSpPr>
              <p:spPr>
                <a:xfrm>
                  <a:off x="2629112" y="890494"/>
                  <a:ext cx="92745" cy="2061"/>
                </a:xfrm>
                <a:custGeom>
                  <a:rect b="b" l="l" r="r" t="t"/>
                  <a:pathLst>
                    <a:path extrusionOk="0" h="1" w="45">
                      <a:moveTo>
                        <a:pt x="45" y="1"/>
                      </a:moveTo>
                      <a:cubicBezTo>
                        <a:pt x="45" y="1"/>
                        <a:pt x="35" y="1"/>
                        <a:pt x="22" y="1"/>
                      </a:cubicBezTo>
                      <a:cubicBezTo>
                        <a:pt x="10" y="1"/>
                        <a:pt x="0" y="1"/>
                        <a:pt x="0" y="1"/>
                      </a:cubicBezTo>
                      <a:cubicBezTo>
                        <a:pt x="0" y="1"/>
                        <a:pt x="10" y="0"/>
                        <a:pt x="22" y="0"/>
                      </a:cubicBezTo>
                      <a:cubicBezTo>
                        <a:pt x="35" y="0"/>
                        <a:pt x="45" y="0"/>
                        <a:pt x="45" y="1"/>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474" name="Google Shape;1474;p29"/>
                <p:cNvSpPr/>
                <p:nvPr/>
              </p:nvSpPr>
              <p:spPr>
                <a:xfrm>
                  <a:off x="2629112" y="915226"/>
                  <a:ext cx="92745" cy="2061"/>
                </a:xfrm>
                <a:custGeom>
                  <a:rect b="b" l="l" r="r" t="t"/>
                  <a:pathLst>
                    <a:path extrusionOk="0" h="1" w="45">
                      <a:moveTo>
                        <a:pt x="45" y="0"/>
                      </a:moveTo>
                      <a:cubicBezTo>
                        <a:pt x="45" y="0"/>
                        <a:pt x="35" y="1"/>
                        <a:pt x="23" y="1"/>
                      </a:cubicBezTo>
                      <a:cubicBezTo>
                        <a:pt x="10" y="1"/>
                        <a:pt x="0" y="1"/>
                        <a:pt x="0" y="0"/>
                      </a:cubicBezTo>
                      <a:cubicBezTo>
                        <a:pt x="0" y="0"/>
                        <a:pt x="10" y="0"/>
                        <a:pt x="23" y="0"/>
                      </a:cubicBezTo>
                      <a:cubicBezTo>
                        <a:pt x="35" y="0"/>
                        <a:pt x="45" y="0"/>
                        <a:pt x="45"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475" name="Google Shape;1475;p29"/>
                <p:cNvSpPr/>
                <p:nvPr/>
              </p:nvSpPr>
              <p:spPr>
                <a:xfrm>
                  <a:off x="2093253" y="1199644"/>
                  <a:ext cx="416320" cy="416323"/>
                </a:xfrm>
                <a:custGeom>
                  <a:rect b="b" l="l" r="r" t="t"/>
                  <a:pathLst>
                    <a:path extrusionOk="0" h="202" w="202">
                      <a:moveTo>
                        <a:pt x="117" y="1"/>
                      </a:moveTo>
                      <a:cubicBezTo>
                        <a:pt x="134" y="3"/>
                        <a:pt x="151" y="11"/>
                        <a:pt x="165" y="22"/>
                      </a:cubicBezTo>
                      <a:cubicBezTo>
                        <a:pt x="179" y="33"/>
                        <a:pt x="189" y="47"/>
                        <a:pt x="196" y="64"/>
                      </a:cubicBezTo>
                      <a:cubicBezTo>
                        <a:pt x="202" y="81"/>
                        <a:pt x="203" y="99"/>
                        <a:pt x="201" y="116"/>
                      </a:cubicBezTo>
                      <a:cubicBezTo>
                        <a:pt x="198" y="134"/>
                        <a:pt x="191" y="150"/>
                        <a:pt x="180" y="164"/>
                      </a:cubicBezTo>
                      <a:cubicBezTo>
                        <a:pt x="169" y="178"/>
                        <a:pt x="155" y="189"/>
                        <a:pt x="138" y="195"/>
                      </a:cubicBezTo>
                      <a:cubicBezTo>
                        <a:pt x="121" y="201"/>
                        <a:pt x="103" y="203"/>
                        <a:pt x="86" y="201"/>
                      </a:cubicBezTo>
                      <a:cubicBezTo>
                        <a:pt x="68" y="198"/>
                        <a:pt x="52" y="192"/>
                        <a:pt x="38" y="180"/>
                      </a:cubicBezTo>
                      <a:cubicBezTo>
                        <a:pt x="24" y="169"/>
                        <a:pt x="13" y="154"/>
                        <a:pt x="7" y="137"/>
                      </a:cubicBezTo>
                      <a:cubicBezTo>
                        <a:pt x="1" y="121"/>
                        <a:pt x="-1" y="103"/>
                        <a:pt x="1" y="85"/>
                      </a:cubicBezTo>
                      <a:cubicBezTo>
                        <a:pt x="4" y="68"/>
                        <a:pt x="10" y="51"/>
                        <a:pt x="22" y="37"/>
                      </a:cubicBezTo>
                      <a:cubicBezTo>
                        <a:pt x="33" y="23"/>
                        <a:pt x="48" y="13"/>
                        <a:pt x="65" y="6"/>
                      </a:cubicBezTo>
                      <a:cubicBezTo>
                        <a:pt x="81" y="0"/>
                        <a:pt x="99" y="-2"/>
                        <a:pt x="117" y="1"/>
                      </a:cubicBezTo>
                      <a:close/>
                    </a:path>
                  </a:pathLst>
                </a:custGeom>
                <a:solidFill>
                  <a:schemeClr val="lt2"/>
                </a:solidFill>
                <a:ln>
                  <a:noFill/>
                </a:ln>
              </p:spPr>
              <p:txBody>
                <a:bodyPr anchorCtr="1" anchor="ctr" bIns="30725" lIns="99775" spcFirstLastPara="1" rIns="99775" wrap="square" tIns="30725">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476" name="Google Shape;1476;p29"/>
                <p:cNvSpPr/>
                <p:nvPr/>
              </p:nvSpPr>
              <p:spPr>
                <a:xfrm>
                  <a:off x="2231340" y="1403684"/>
                  <a:ext cx="142208" cy="88623"/>
                </a:xfrm>
                <a:custGeom>
                  <a:rect b="b" l="l" r="r" t="t"/>
                  <a:pathLst>
                    <a:path extrusionOk="0" h="43" w="69">
                      <a:moveTo>
                        <a:pt x="69" y="43"/>
                      </a:moveTo>
                      <a:lnTo>
                        <a:pt x="0" y="43"/>
                      </a:lnTo>
                      <a:lnTo>
                        <a:pt x="0" y="34"/>
                      </a:lnTo>
                      <a:cubicBezTo>
                        <a:pt x="0" y="15"/>
                        <a:pt x="15" y="0"/>
                        <a:pt x="34" y="0"/>
                      </a:cubicBezTo>
                      <a:lnTo>
                        <a:pt x="34" y="0"/>
                      </a:lnTo>
                      <a:cubicBezTo>
                        <a:pt x="54" y="0"/>
                        <a:pt x="69" y="15"/>
                        <a:pt x="69" y="34"/>
                      </a:cubicBezTo>
                      <a:lnTo>
                        <a:pt x="69" y="43"/>
                      </a:lnTo>
                      <a:close/>
                    </a:path>
                  </a:pathLst>
                </a:custGeom>
                <a:solidFill>
                  <a:schemeClr val="l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477" name="Google Shape;1477;p29"/>
                <p:cNvSpPr/>
                <p:nvPr/>
              </p:nvSpPr>
              <p:spPr>
                <a:xfrm>
                  <a:off x="2260193" y="1323305"/>
                  <a:ext cx="84501" cy="84501"/>
                </a:xfrm>
                <a:custGeom>
                  <a:rect b="b" l="l" r="r" t="t"/>
                  <a:pathLst>
                    <a:path extrusionOk="0" h="41" w="41">
                      <a:moveTo>
                        <a:pt x="41" y="21"/>
                      </a:moveTo>
                      <a:cubicBezTo>
                        <a:pt x="41" y="24"/>
                        <a:pt x="40" y="28"/>
                        <a:pt x="38" y="31"/>
                      </a:cubicBezTo>
                      <a:cubicBezTo>
                        <a:pt x="36" y="34"/>
                        <a:pt x="34" y="37"/>
                        <a:pt x="31" y="38"/>
                      </a:cubicBezTo>
                      <a:cubicBezTo>
                        <a:pt x="27" y="40"/>
                        <a:pt x="23" y="41"/>
                        <a:pt x="20" y="41"/>
                      </a:cubicBezTo>
                      <a:cubicBezTo>
                        <a:pt x="16" y="41"/>
                        <a:pt x="13" y="40"/>
                        <a:pt x="10" y="38"/>
                      </a:cubicBezTo>
                      <a:cubicBezTo>
                        <a:pt x="7" y="37"/>
                        <a:pt x="4" y="34"/>
                        <a:pt x="3" y="31"/>
                      </a:cubicBezTo>
                      <a:cubicBezTo>
                        <a:pt x="1" y="28"/>
                        <a:pt x="0" y="24"/>
                        <a:pt x="0" y="21"/>
                      </a:cubicBezTo>
                      <a:cubicBezTo>
                        <a:pt x="0" y="17"/>
                        <a:pt x="1" y="14"/>
                        <a:pt x="3" y="10"/>
                      </a:cubicBezTo>
                      <a:cubicBezTo>
                        <a:pt x="4" y="7"/>
                        <a:pt x="7" y="5"/>
                        <a:pt x="10" y="3"/>
                      </a:cubicBezTo>
                      <a:cubicBezTo>
                        <a:pt x="13" y="1"/>
                        <a:pt x="17" y="0"/>
                        <a:pt x="20" y="0"/>
                      </a:cubicBezTo>
                      <a:cubicBezTo>
                        <a:pt x="24" y="0"/>
                        <a:pt x="27" y="1"/>
                        <a:pt x="31" y="3"/>
                      </a:cubicBezTo>
                      <a:cubicBezTo>
                        <a:pt x="34" y="5"/>
                        <a:pt x="36" y="7"/>
                        <a:pt x="38" y="10"/>
                      </a:cubicBezTo>
                      <a:cubicBezTo>
                        <a:pt x="40" y="14"/>
                        <a:pt x="41" y="17"/>
                        <a:pt x="41" y="21"/>
                      </a:cubicBezTo>
                      <a:close/>
                    </a:path>
                  </a:pathLst>
                </a:custGeom>
                <a:solidFill>
                  <a:schemeClr val="l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478" name="Google Shape;1478;p29"/>
                <p:cNvSpPr/>
                <p:nvPr/>
              </p:nvSpPr>
              <p:spPr>
                <a:xfrm>
                  <a:off x="1930434" y="1855043"/>
                  <a:ext cx="702798" cy="144270"/>
                </a:xfrm>
                <a:custGeom>
                  <a:rect b="b" l="l" r="r" t="t"/>
                  <a:pathLst>
                    <a:path extrusionOk="0" h="70" w="341">
                      <a:moveTo>
                        <a:pt x="0" y="0"/>
                      </a:moveTo>
                      <a:lnTo>
                        <a:pt x="341" y="0"/>
                      </a:lnTo>
                      <a:lnTo>
                        <a:pt x="341" y="70"/>
                      </a:lnTo>
                      <a:lnTo>
                        <a:pt x="0" y="70"/>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479" name="Google Shape;1479;p29"/>
                <p:cNvSpPr/>
                <p:nvPr/>
              </p:nvSpPr>
              <p:spPr>
                <a:xfrm>
                  <a:off x="1930434" y="2065266"/>
                  <a:ext cx="702798" cy="142209"/>
                </a:xfrm>
                <a:custGeom>
                  <a:rect b="b" l="l" r="r" t="t"/>
                  <a:pathLst>
                    <a:path extrusionOk="0" h="69" w="341">
                      <a:moveTo>
                        <a:pt x="0" y="0"/>
                      </a:moveTo>
                      <a:lnTo>
                        <a:pt x="341" y="0"/>
                      </a:lnTo>
                      <a:lnTo>
                        <a:pt x="341" y="69"/>
                      </a:lnTo>
                      <a:lnTo>
                        <a:pt x="0" y="69"/>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480" name="Google Shape;1480;p29"/>
                <p:cNvSpPr/>
                <p:nvPr/>
              </p:nvSpPr>
              <p:spPr>
                <a:xfrm>
                  <a:off x="2039667" y="2349684"/>
                  <a:ext cx="496699" cy="144270"/>
                </a:xfrm>
                <a:custGeom>
                  <a:rect b="b" l="l" r="r" t="t"/>
                  <a:pathLst>
                    <a:path extrusionOk="0" h="70" w="241">
                      <a:moveTo>
                        <a:pt x="206" y="70"/>
                      </a:moveTo>
                      <a:lnTo>
                        <a:pt x="35" y="70"/>
                      </a:lnTo>
                      <a:cubicBezTo>
                        <a:pt x="16" y="70"/>
                        <a:pt x="0" y="54"/>
                        <a:pt x="0" y="35"/>
                      </a:cubicBezTo>
                      <a:lnTo>
                        <a:pt x="0" y="35"/>
                      </a:lnTo>
                      <a:cubicBezTo>
                        <a:pt x="0" y="16"/>
                        <a:pt x="16" y="0"/>
                        <a:pt x="35" y="0"/>
                      </a:cubicBezTo>
                      <a:lnTo>
                        <a:pt x="206" y="0"/>
                      </a:lnTo>
                      <a:cubicBezTo>
                        <a:pt x="225" y="0"/>
                        <a:pt x="241" y="16"/>
                        <a:pt x="241" y="35"/>
                      </a:cubicBezTo>
                      <a:lnTo>
                        <a:pt x="241" y="35"/>
                      </a:lnTo>
                      <a:cubicBezTo>
                        <a:pt x="241" y="54"/>
                        <a:pt x="225" y="70"/>
                        <a:pt x="206" y="70"/>
                      </a:cubicBezTo>
                      <a:close/>
                    </a:path>
                  </a:pathLst>
                </a:custGeom>
                <a:solidFill>
                  <a:schemeClr val="dk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481" name="Google Shape;1481;p29"/>
                <p:cNvSpPr/>
                <p:nvPr/>
              </p:nvSpPr>
              <p:spPr>
                <a:xfrm>
                  <a:off x="2066460" y="1762298"/>
                  <a:ext cx="443113" cy="14427"/>
                </a:xfrm>
                <a:custGeom>
                  <a:rect b="b" l="l" r="r" t="t"/>
                  <a:pathLst>
                    <a:path extrusionOk="0" h="7" w="215">
                      <a:moveTo>
                        <a:pt x="215" y="3"/>
                      </a:moveTo>
                      <a:cubicBezTo>
                        <a:pt x="215" y="5"/>
                        <a:pt x="166" y="7"/>
                        <a:pt x="107" y="7"/>
                      </a:cubicBezTo>
                      <a:cubicBezTo>
                        <a:pt x="47" y="7"/>
                        <a:pt x="0" y="5"/>
                        <a:pt x="0" y="3"/>
                      </a:cubicBezTo>
                      <a:cubicBezTo>
                        <a:pt x="0" y="2"/>
                        <a:pt x="47" y="0"/>
                        <a:pt x="107" y="0"/>
                      </a:cubicBezTo>
                      <a:cubicBezTo>
                        <a:pt x="166" y="0"/>
                        <a:pt x="215" y="2"/>
                        <a:pt x="215" y="3"/>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482" name="Google Shape;1482;p29"/>
                <p:cNvSpPr/>
                <p:nvPr/>
              </p:nvSpPr>
              <p:spPr>
                <a:xfrm>
                  <a:off x="1990203" y="1933362"/>
                  <a:ext cx="43281" cy="26793"/>
                </a:xfrm>
                <a:custGeom>
                  <a:rect b="b" l="l" r="r" t="t"/>
                  <a:pathLst>
                    <a:path extrusionOk="0" h="13" w="21">
                      <a:moveTo>
                        <a:pt x="18" y="13"/>
                      </a:moveTo>
                      <a:lnTo>
                        <a:pt x="3" y="13"/>
                      </a:lnTo>
                      <a:cubicBezTo>
                        <a:pt x="2" y="13"/>
                        <a:pt x="0" y="11"/>
                        <a:pt x="0" y="10"/>
                      </a:cubicBezTo>
                      <a:lnTo>
                        <a:pt x="0" y="10"/>
                      </a:lnTo>
                      <a:cubicBezTo>
                        <a:pt x="0" y="4"/>
                        <a:pt x="5" y="0"/>
                        <a:pt x="10" y="0"/>
                      </a:cubicBezTo>
                      <a:lnTo>
                        <a:pt x="11" y="0"/>
                      </a:lnTo>
                      <a:cubicBezTo>
                        <a:pt x="16" y="0"/>
                        <a:pt x="21" y="4"/>
                        <a:pt x="21" y="10"/>
                      </a:cubicBezTo>
                      <a:lnTo>
                        <a:pt x="21" y="10"/>
                      </a:lnTo>
                      <a:cubicBezTo>
                        <a:pt x="21" y="11"/>
                        <a:pt x="19" y="13"/>
                        <a:pt x="18" y="13"/>
                      </a:cubicBez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483" name="Google Shape;1483;p29"/>
                <p:cNvSpPr/>
                <p:nvPr/>
              </p:nvSpPr>
              <p:spPr>
                <a:xfrm>
                  <a:off x="1998447" y="1910691"/>
                  <a:ext cx="26793" cy="24732"/>
                </a:xfrm>
                <a:custGeom>
                  <a:rect b="b" l="l" r="r" t="t"/>
                  <a:pathLst>
                    <a:path extrusionOk="0" h="12" w="13">
                      <a:moveTo>
                        <a:pt x="13" y="6"/>
                      </a:moveTo>
                      <a:cubicBezTo>
                        <a:pt x="13" y="9"/>
                        <a:pt x="9" y="12"/>
                        <a:pt x="6" y="12"/>
                      </a:cubicBezTo>
                      <a:cubicBezTo>
                        <a:pt x="2" y="12"/>
                        <a:pt x="0" y="10"/>
                        <a:pt x="0" y="6"/>
                      </a:cubicBezTo>
                      <a:cubicBezTo>
                        <a:pt x="0" y="3"/>
                        <a:pt x="2" y="0"/>
                        <a:pt x="6" y="0"/>
                      </a:cubicBezTo>
                      <a:cubicBezTo>
                        <a:pt x="9" y="0"/>
                        <a:pt x="13" y="2"/>
                        <a:pt x="13" y="6"/>
                      </a:cubicBez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484" name="Google Shape;1484;p29"/>
                <p:cNvSpPr/>
                <p:nvPr/>
              </p:nvSpPr>
              <p:spPr>
                <a:xfrm>
                  <a:off x="1994325" y="2139462"/>
                  <a:ext cx="35037" cy="24732"/>
                </a:xfrm>
                <a:custGeom>
                  <a:rect b="b" l="l" r="r" t="t"/>
                  <a:pathLst>
                    <a:path extrusionOk="0" h="12" w="17">
                      <a:moveTo>
                        <a:pt x="0" y="0"/>
                      </a:moveTo>
                      <a:lnTo>
                        <a:pt x="17" y="0"/>
                      </a:lnTo>
                      <a:lnTo>
                        <a:pt x="17" y="12"/>
                      </a:lnTo>
                      <a:lnTo>
                        <a:pt x="0" y="12"/>
                      </a:lnTo>
                      <a:lnTo>
                        <a:pt x="0" y="0"/>
                      </a:ln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485" name="Google Shape;1485;p29"/>
                <p:cNvSpPr/>
                <p:nvPr/>
              </p:nvSpPr>
              <p:spPr>
                <a:xfrm>
                  <a:off x="1988142" y="2112669"/>
                  <a:ext cx="45342" cy="30915"/>
                </a:xfrm>
                <a:custGeom>
                  <a:rect b="b" l="l" r="r" t="t"/>
                  <a:pathLst>
                    <a:path extrusionOk="0" h="15" w="22">
                      <a:moveTo>
                        <a:pt x="22" y="15"/>
                      </a:moveTo>
                      <a:lnTo>
                        <a:pt x="16" y="15"/>
                      </a:lnTo>
                      <a:lnTo>
                        <a:pt x="16" y="11"/>
                      </a:lnTo>
                      <a:cubicBezTo>
                        <a:pt x="16" y="9"/>
                        <a:pt x="13" y="6"/>
                        <a:pt x="11" y="6"/>
                      </a:cubicBezTo>
                      <a:cubicBezTo>
                        <a:pt x="8" y="6"/>
                        <a:pt x="6" y="9"/>
                        <a:pt x="6" y="11"/>
                      </a:cubicBezTo>
                      <a:lnTo>
                        <a:pt x="6" y="15"/>
                      </a:lnTo>
                      <a:lnTo>
                        <a:pt x="0" y="15"/>
                      </a:lnTo>
                      <a:lnTo>
                        <a:pt x="0" y="11"/>
                      </a:lnTo>
                      <a:cubicBezTo>
                        <a:pt x="0" y="5"/>
                        <a:pt x="4" y="0"/>
                        <a:pt x="11" y="0"/>
                      </a:cubicBezTo>
                      <a:cubicBezTo>
                        <a:pt x="17" y="0"/>
                        <a:pt x="22" y="5"/>
                        <a:pt x="22" y="11"/>
                      </a:cubicBezTo>
                      <a:lnTo>
                        <a:pt x="22" y="15"/>
                      </a:ln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486" name="Google Shape;1486;p29"/>
                <p:cNvSpPr/>
                <p:nvPr/>
              </p:nvSpPr>
              <p:spPr>
                <a:xfrm>
                  <a:off x="3354583" y="1244986"/>
                  <a:ext cx="247319" cy="245259"/>
                </a:xfrm>
                <a:custGeom>
                  <a:rect b="b" l="l" r="r" t="t"/>
                  <a:pathLst>
                    <a:path extrusionOk="0" h="119" w="120">
                      <a:moveTo>
                        <a:pt x="74" y="1"/>
                      </a:moveTo>
                      <a:cubicBezTo>
                        <a:pt x="84" y="4"/>
                        <a:pt x="93" y="9"/>
                        <a:pt x="101" y="16"/>
                      </a:cubicBezTo>
                      <a:cubicBezTo>
                        <a:pt x="108" y="23"/>
                        <a:pt x="115" y="32"/>
                        <a:pt x="118" y="42"/>
                      </a:cubicBezTo>
                      <a:cubicBezTo>
                        <a:pt x="121" y="52"/>
                        <a:pt x="120" y="63"/>
                        <a:pt x="118" y="73"/>
                      </a:cubicBezTo>
                      <a:cubicBezTo>
                        <a:pt x="115" y="83"/>
                        <a:pt x="111" y="93"/>
                        <a:pt x="104" y="100"/>
                      </a:cubicBezTo>
                      <a:cubicBezTo>
                        <a:pt x="97" y="108"/>
                        <a:pt x="88" y="113"/>
                        <a:pt x="78" y="116"/>
                      </a:cubicBezTo>
                      <a:cubicBezTo>
                        <a:pt x="68" y="119"/>
                        <a:pt x="57" y="120"/>
                        <a:pt x="47" y="117"/>
                      </a:cubicBezTo>
                      <a:cubicBezTo>
                        <a:pt x="37" y="115"/>
                        <a:pt x="27" y="110"/>
                        <a:pt x="20" y="103"/>
                      </a:cubicBezTo>
                      <a:cubicBezTo>
                        <a:pt x="12" y="96"/>
                        <a:pt x="6" y="87"/>
                        <a:pt x="3" y="77"/>
                      </a:cubicBezTo>
                      <a:cubicBezTo>
                        <a:pt x="0" y="67"/>
                        <a:pt x="0" y="56"/>
                        <a:pt x="2" y="46"/>
                      </a:cubicBezTo>
                      <a:cubicBezTo>
                        <a:pt x="5" y="35"/>
                        <a:pt x="10" y="26"/>
                        <a:pt x="17" y="18"/>
                      </a:cubicBezTo>
                      <a:cubicBezTo>
                        <a:pt x="24" y="11"/>
                        <a:pt x="33" y="5"/>
                        <a:pt x="43" y="2"/>
                      </a:cubicBezTo>
                      <a:cubicBezTo>
                        <a:pt x="53" y="-1"/>
                        <a:pt x="64" y="-1"/>
                        <a:pt x="74" y="1"/>
                      </a:cubicBezTo>
                      <a:close/>
                    </a:path>
                  </a:pathLst>
                </a:custGeom>
                <a:solidFill>
                  <a:schemeClr val="dk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487" name="Google Shape;1487;p29"/>
                <p:cNvSpPr/>
                <p:nvPr/>
              </p:nvSpPr>
              <p:spPr>
                <a:xfrm>
                  <a:off x="3424656" y="1327427"/>
                  <a:ext cx="107172" cy="80379"/>
                </a:xfrm>
                <a:custGeom>
                  <a:rect b="b" l="l" r="r" t="t"/>
                  <a:pathLst>
                    <a:path extrusionOk="0" h="39" w="52">
                      <a:moveTo>
                        <a:pt x="23" y="39"/>
                      </a:moveTo>
                      <a:cubicBezTo>
                        <a:pt x="22" y="39"/>
                        <a:pt x="22" y="38"/>
                        <a:pt x="21" y="38"/>
                      </a:cubicBezTo>
                      <a:lnTo>
                        <a:pt x="1" y="21"/>
                      </a:lnTo>
                      <a:cubicBezTo>
                        <a:pt x="0" y="21"/>
                        <a:pt x="0" y="20"/>
                        <a:pt x="1" y="18"/>
                      </a:cubicBezTo>
                      <a:cubicBezTo>
                        <a:pt x="2" y="17"/>
                        <a:pt x="3" y="16"/>
                        <a:pt x="5" y="17"/>
                      </a:cubicBezTo>
                      <a:lnTo>
                        <a:pt x="23" y="32"/>
                      </a:lnTo>
                      <a:lnTo>
                        <a:pt x="48" y="1"/>
                      </a:lnTo>
                      <a:cubicBezTo>
                        <a:pt x="49" y="0"/>
                        <a:pt x="51" y="0"/>
                        <a:pt x="52" y="0"/>
                      </a:cubicBezTo>
                      <a:cubicBezTo>
                        <a:pt x="53" y="1"/>
                        <a:pt x="53" y="3"/>
                        <a:pt x="52" y="4"/>
                      </a:cubicBezTo>
                      <a:lnTo>
                        <a:pt x="25" y="38"/>
                      </a:lnTo>
                      <a:cubicBezTo>
                        <a:pt x="25" y="38"/>
                        <a:pt x="24" y="39"/>
                        <a:pt x="23" y="39"/>
                      </a:cubicBezTo>
                      <a:close/>
                    </a:path>
                  </a:pathLst>
                </a:custGeom>
                <a:solidFill>
                  <a:schemeClr val="l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grpSp>
          <p:sp>
            <p:nvSpPr>
              <p:cNvPr id="1488" name="Google Shape;1488;p29"/>
              <p:cNvSpPr/>
              <p:nvPr/>
            </p:nvSpPr>
            <p:spPr>
              <a:xfrm>
                <a:off x="2065998" y="838170"/>
                <a:ext cx="84650" cy="93282"/>
              </a:xfrm>
              <a:custGeom>
                <a:rect b="b" l="l" r="r" t="t"/>
                <a:pathLst>
                  <a:path extrusionOk="0" h="97" w="88">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accen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grpSp>
        <p:grpSp>
          <p:nvGrpSpPr>
            <p:cNvPr id="1489" name="Google Shape;1489;p29"/>
            <p:cNvGrpSpPr/>
            <p:nvPr/>
          </p:nvGrpSpPr>
          <p:grpSpPr>
            <a:xfrm>
              <a:off x="1210622" y="-170354"/>
              <a:ext cx="367390" cy="638263"/>
              <a:chOff x="5914097" y="1631784"/>
              <a:chExt cx="367390" cy="638263"/>
            </a:xfrm>
          </p:grpSpPr>
          <p:sp>
            <p:nvSpPr>
              <p:cNvPr id="1490" name="Google Shape;1490;p29"/>
              <p:cNvSpPr/>
              <p:nvPr/>
            </p:nvSpPr>
            <p:spPr>
              <a:xfrm>
                <a:off x="6227002" y="2215561"/>
                <a:ext cx="54486" cy="54486"/>
              </a:xfrm>
              <a:custGeom>
                <a:rect b="b" l="l" r="r" t="t"/>
                <a:pathLst>
                  <a:path extrusionOk="0" h="35" w="35">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491" name="Google Shape;1491;p29"/>
              <p:cNvSpPr/>
              <p:nvPr/>
            </p:nvSpPr>
            <p:spPr>
              <a:xfrm>
                <a:off x="5914097" y="1631784"/>
                <a:ext cx="342483" cy="618026"/>
              </a:xfrm>
              <a:custGeom>
                <a:rect b="b" l="l" r="r" t="t"/>
                <a:pathLst>
                  <a:path extrusionOk="0" h="397" w="220">
                    <a:moveTo>
                      <a:pt x="220" y="397"/>
                    </a:moveTo>
                    <a:lnTo>
                      <a:pt x="51" y="397"/>
                    </a:lnTo>
                    <a:cubicBezTo>
                      <a:pt x="23" y="397"/>
                      <a:pt x="0" y="374"/>
                      <a:pt x="0" y="345"/>
                    </a:cubicBezTo>
                    <a:lnTo>
                      <a:pt x="0" y="51"/>
                    </a:lnTo>
                    <a:cubicBezTo>
                      <a:pt x="0" y="23"/>
                      <a:pt x="23" y="0"/>
                      <a:pt x="51" y="0"/>
                    </a:cubicBezTo>
                    <a:lnTo>
                      <a:pt x="136" y="0"/>
                    </a:lnTo>
                    <a:lnTo>
                      <a:pt x="136" y="6"/>
                    </a:lnTo>
                    <a:lnTo>
                      <a:pt x="51" y="6"/>
                    </a:lnTo>
                    <a:cubicBezTo>
                      <a:pt x="27" y="6"/>
                      <a:pt x="6" y="27"/>
                      <a:pt x="6" y="51"/>
                    </a:cubicBezTo>
                    <a:lnTo>
                      <a:pt x="6" y="345"/>
                    </a:lnTo>
                    <a:cubicBezTo>
                      <a:pt x="6" y="370"/>
                      <a:pt x="27" y="390"/>
                      <a:pt x="51" y="390"/>
                    </a:cubicBezTo>
                    <a:lnTo>
                      <a:pt x="220" y="390"/>
                    </a:lnTo>
                    <a:lnTo>
                      <a:pt x="220" y="397"/>
                    </a:lnTo>
                    <a:close/>
                  </a:path>
                </a:pathLst>
              </a:custGeom>
              <a:solidFill>
                <a:schemeClr val="lt2"/>
              </a:solidFill>
              <a:ln>
                <a:noFill/>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grpSp>
      </p:grpSp>
      <p:sp>
        <p:nvSpPr>
          <p:cNvPr id="1492" name="Google Shape;1492;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6" name="Shape 1496"/>
        <p:cNvGrpSpPr/>
        <p:nvPr/>
      </p:nvGrpSpPr>
      <p:grpSpPr>
        <a:xfrm>
          <a:off x="0" y="0"/>
          <a:ext cx="0" cy="0"/>
          <a:chOff x="0" y="0"/>
          <a:chExt cx="0" cy="0"/>
        </a:xfrm>
      </p:grpSpPr>
      <p:sp>
        <p:nvSpPr>
          <p:cNvPr id="1497" name="Google Shape;1497;p30"/>
          <p:cNvSpPr txBox="1"/>
          <p:nvPr>
            <p:ph idx="2" type="title"/>
          </p:nvPr>
        </p:nvSpPr>
        <p:spPr>
          <a:xfrm>
            <a:off x="4938175" y="688431"/>
            <a:ext cx="3492600" cy="64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587%</a:t>
            </a:r>
            <a:endParaRPr/>
          </a:p>
        </p:txBody>
      </p:sp>
      <p:sp>
        <p:nvSpPr>
          <p:cNvPr id="1498" name="Google Shape;1498;p30"/>
          <p:cNvSpPr txBox="1"/>
          <p:nvPr>
            <p:ph idx="3" type="subTitle"/>
          </p:nvPr>
        </p:nvSpPr>
        <p:spPr>
          <a:xfrm>
            <a:off x="4938175" y="1310968"/>
            <a:ext cx="3492600" cy="32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Rise in QR code phishing reports the past 2 years</a:t>
            </a:r>
            <a:endParaRPr/>
          </a:p>
        </p:txBody>
      </p:sp>
      <p:grpSp>
        <p:nvGrpSpPr>
          <p:cNvPr id="1499" name="Google Shape;1499;p30"/>
          <p:cNvGrpSpPr/>
          <p:nvPr/>
        </p:nvGrpSpPr>
        <p:grpSpPr>
          <a:xfrm>
            <a:off x="557777" y="591012"/>
            <a:ext cx="4117750" cy="4133863"/>
            <a:chOff x="557777" y="591012"/>
            <a:chExt cx="4117750" cy="4133863"/>
          </a:xfrm>
        </p:grpSpPr>
        <p:grpSp>
          <p:nvGrpSpPr>
            <p:cNvPr id="1500" name="Google Shape;1500;p30"/>
            <p:cNvGrpSpPr/>
            <p:nvPr/>
          </p:nvGrpSpPr>
          <p:grpSpPr>
            <a:xfrm>
              <a:off x="1407284" y="1541349"/>
              <a:ext cx="1696869" cy="3183525"/>
              <a:chOff x="1407284" y="1541349"/>
              <a:chExt cx="1696869" cy="3183525"/>
            </a:xfrm>
          </p:grpSpPr>
          <p:sp>
            <p:nvSpPr>
              <p:cNvPr id="1501" name="Google Shape;1501;p30"/>
              <p:cNvSpPr/>
              <p:nvPr/>
            </p:nvSpPr>
            <p:spPr>
              <a:xfrm>
                <a:off x="2820984" y="2099110"/>
                <a:ext cx="283169" cy="174836"/>
              </a:xfrm>
              <a:custGeom>
                <a:rect b="b" l="l" r="r" t="t"/>
                <a:pathLst>
                  <a:path extrusionOk="0" h="163" w="264">
                    <a:moveTo>
                      <a:pt x="168" y="34"/>
                    </a:moveTo>
                    <a:lnTo>
                      <a:pt x="179" y="32"/>
                    </a:lnTo>
                    <a:cubicBezTo>
                      <a:pt x="179" y="32"/>
                      <a:pt x="266" y="61"/>
                      <a:pt x="264" y="44"/>
                    </a:cubicBezTo>
                    <a:cubicBezTo>
                      <a:pt x="262" y="21"/>
                      <a:pt x="182" y="0"/>
                      <a:pt x="175" y="0"/>
                    </a:cubicBezTo>
                    <a:cubicBezTo>
                      <a:pt x="162" y="-1"/>
                      <a:pt x="87" y="5"/>
                      <a:pt x="76" y="11"/>
                    </a:cubicBezTo>
                    <a:cubicBezTo>
                      <a:pt x="65" y="16"/>
                      <a:pt x="0" y="78"/>
                      <a:pt x="0" y="78"/>
                    </a:cubicBezTo>
                    <a:lnTo>
                      <a:pt x="78" y="163"/>
                    </a:lnTo>
                    <a:cubicBezTo>
                      <a:pt x="78" y="163"/>
                      <a:pt x="100" y="166"/>
                      <a:pt x="129" y="142"/>
                    </a:cubicBezTo>
                    <a:cubicBezTo>
                      <a:pt x="144" y="130"/>
                      <a:pt x="166" y="108"/>
                      <a:pt x="166" y="108"/>
                    </a:cubicBezTo>
                    <a:cubicBezTo>
                      <a:pt x="166" y="108"/>
                      <a:pt x="165" y="102"/>
                      <a:pt x="167" y="100"/>
                    </a:cubicBezTo>
                    <a:cubicBezTo>
                      <a:pt x="173" y="93"/>
                      <a:pt x="169" y="88"/>
                      <a:pt x="169" y="88"/>
                    </a:cubicBezTo>
                    <a:cubicBezTo>
                      <a:pt x="175" y="87"/>
                      <a:pt x="180" y="82"/>
                      <a:pt x="180" y="77"/>
                    </a:cubicBezTo>
                    <a:cubicBezTo>
                      <a:pt x="180" y="75"/>
                      <a:pt x="180" y="71"/>
                      <a:pt x="178" y="69"/>
                    </a:cubicBezTo>
                    <a:cubicBezTo>
                      <a:pt x="173" y="64"/>
                      <a:pt x="171" y="65"/>
                      <a:pt x="171" y="65"/>
                    </a:cubicBezTo>
                    <a:cubicBezTo>
                      <a:pt x="171" y="65"/>
                      <a:pt x="183" y="62"/>
                      <a:pt x="185" y="51"/>
                    </a:cubicBezTo>
                    <a:cubicBezTo>
                      <a:pt x="188" y="41"/>
                      <a:pt x="173" y="36"/>
                      <a:pt x="173" y="36"/>
                    </a:cubicBezTo>
                    <a:lnTo>
                      <a:pt x="168" y="34"/>
                    </a:lnTo>
                    <a:close/>
                  </a:path>
                </a:pathLst>
              </a:custGeom>
              <a:solidFill>
                <a:srgbClr val="B78876"/>
              </a:solidFill>
              <a:ln>
                <a:noFill/>
              </a:ln>
            </p:spPr>
            <p:txBody>
              <a:bodyPr anchorCtr="1" anchor="ctr" bIns="13675" lIns="90000" spcFirstLastPara="1" rIns="90000" wrap="square" tIns="136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02" name="Google Shape;1502;p30"/>
              <p:cNvSpPr/>
              <p:nvPr/>
            </p:nvSpPr>
            <p:spPr>
              <a:xfrm>
                <a:off x="2964714" y="2129143"/>
                <a:ext cx="137294" cy="23598"/>
              </a:xfrm>
              <a:custGeom>
                <a:rect b="b" l="l" r="r" t="t"/>
                <a:pathLst>
                  <a:path extrusionOk="0" h="22" w="128">
                    <a:moveTo>
                      <a:pt x="128" y="20"/>
                    </a:moveTo>
                    <a:cubicBezTo>
                      <a:pt x="128" y="20"/>
                      <a:pt x="121" y="22"/>
                      <a:pt x="109" y="22"/>
                    </a:cubicBezTo>
                    <a:cubicBezTo>
                      <a:pt x="103" y="21"/>
                      <a:pt x="96" y="20"/>
                      <a:pt x="88" y="18"/>
                    </a:cubicBezTo>
                    <a:cubicBezTo>
                      <a:pt x="80" y="16"/>
                      <a:pt x="72" y="13"/>
                      <a:pt x="63" y="10"/>
                    </a:cubicBezTo>
                    <a:cubicBezTo>
                      <a:pt x="57" y="8"/>
                      <a:pt x="51" y="6"/>
                      <a:pt x="45" y="4"/>
                    </a:cubicBezTo>
                    <a:lnTo>
                      <a:pt x="46" y="4"/>
                    </a:lnTo>
                    <a:cubicBezTo>
                      <a:pt x="19" y="8"/>
                      <a:pt x="0" y="11"/>
                      <a:pt x="0" y="10"/>
                    </a:cubicBezTo>
                    <a:cubicBezTo>
                      <a:pt x="0" y="9"/>
                      <a:pt x="19" y="4"/>
                      <a:pt x="45" y="0"/>
                    </a:cubicBezTo>
                    <a:lnTo>
                      <a:pt x="47" y="0"/>
                    </a:lnTo>
                    <a:cubicBezTo>
                      <a:pt x="52" y="2"/>
                      <a:pt x="58" y="4"/>
                      <a:pt x="65" y="6"/>
                    </a:cubicBezTo>
                    <a:cubicBezTo>
                      <a:pt x="73" y="9"/>
                      <a:pt x="81" y="11"/>
                      <a:pt x="89" y="14"/>
                    </a:cubicBezTo>
                    <a:cubicBezTo>
                      <a:pt x="96" y="16"/>
                      <a:pt x="103" y="17"/>
                      <a:pt x="109" y="18"/>
                    </a:cubicBezTo>
                    <a:cubicBezTo>
                      <a:pt x="121" y="20"/>
                      <a:pt x="128" y="19"/>
                      <a:pt x="128" y="20"/>
                    </a:cubicBezTo>
                    <a:close/>
                  </a:path>
                </a:pathLst>
              </a:custGeom>
              <a:solidFill>
                <a:srgbClr val="AA655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03" name="Google Shape;1503;p30"/>
              <p:cNvSpPr/>
              <p:nvPr/>
            </p:nvSpPr>
            <p:spPr>
              <a:xfrm>
                <a:off x="2951843" y="2139869"/>
                <a:ext cx="58994" cy="49340"/>
              </a:xfrm>
              <a:custGeom>
                <a:rect b="b" l="l" r="r" t="t"/>
                <a:pathLst>
                  <a:path extrusionOk="0" h="46" w="55">
                    <a:moveTo>
                      <a:pt x="40" y="0"/>
                    </a:moveTo>
                    <a:cubicBezTo>
                      <a:pt x="30" y="8"/>
                      <a:pt x="21" y="15"/>
                      <a:pt x="11" y="22"/>
                    </a:cubicBezTo>
                    <a:cubicBezTo>
                      <a:pt x="8" y="25"/>
                      <a:pt x="4" y="27"/>
                      <a:pt x="2" y="31"/>
                    </a:cubicBezTo>
                    <a:cubicBezTo>
                      <a:pt x="0" y="34"/>
                      <a:pt x="0" y="40"/>
                      <a:pt x="3" y="43"/>
                    </a:cubicBezTo>
                    <a:cubicBezTo>
                      <a:pt x="5" y="46"/>
                      <a:pt x="8" y="47"/>
                      <a:pt x="12" y="46"/>
                    </a:cubicBezTo>
                    <a:cubicBezTo>
                      <a:pt x="15" y="46"/>
                      <a:pt x="18" y="45"/>
                      <a:pt x="21" y="43"/>
                    </a:cubicBezTo>
                    <a:cubicBezTo>
                      <a:pt x="32" y="38"/>
                      <a:pt x="45" y="31"/>
                      <a:pt x="55" y="24"/>
                    </a:cubicBezTo>
                    <a:lnTo>
                      <a:pt x="40" y="0"/>
                    </a:lnTo>
                    <a:close/>
                  </a:path>
                </a:pathLst>
              </a:custGeom>
              <a:solidFill>
                <a:srgbClr val="B788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04" name="Google Shape;1504;p30"/>
              <p:cNvSpPr/>
              <p:nvPr/>
            </p:nvSpPr>
            <p:spPr>
              <a:xfrm>
                <a:off x="2948625" y="2137724"/>
                <a:ext cx="64357" cy="53631"/>
              </a:xfrm>
              <a:custGeom>
                <a:rect b="b" l="l" r="r" t="t"/>
                <a:pathLst>
                  <a:path extrusionOk="0" h="50" w="60">
                    <a:moveTo>
                      <a:pt x="60" y="25"/>
                    </a:moveTo>
                    <a:cubicBezTo>
                      <a:pt x="60" y="25"/>
                      <a:pt x="55" y="29"/>
                      <a:pt x="45" y="36"/>
                    </a:cubicBezTo>
                    <a:cubicBezTo>
                      <a:pt x="40" y="39"/>
                      <a:pt x="34" y="43"/>
                      <a:pt x="27" y="46"/>
                    </a:cubicBezTo>
                    <a:cubicBezTo>
                      <a:pt x="23" y="48"/>
                      <a:pt x="19" y="49"/>
                      <a:pt x="15" y="50"/>
                    </a:cubicBezTo>
                    <a:cubicBezTo>
                      <a:pt x="13" y="50"/>
                      <a:pt x="10" y="50"/>
                      <a:pt x="8" y="50"/>
                    </a:cubicBezTo>
                    <a:cubicBezTo>
                      <a:pt x="5" y="49"/>
                      <a:pt x="3" y="47"/>
                      <a:pt x="1" y="45"/>
                    </a:cubicBezTo>
                    <a:cubicBezTo>
                      <a:pt x="-1" y="39"/>
                      <a:pt x="1" y="34"/>
                      <a:pt x="4" y="30"/>
                    </a:cubicBezTo>
                    <a:cubicBezTo>
                      <a:pt x="7" y="27"/>
                      <a:pt x="10" y="24"/>
                      <a:pt x="13" y="22"/>
                    </a:cubicBezTo>
                    <a:cubicBezTo>
                      <a:pt x="19" y="17"/>
                      <a:pt x="24" y="13"/>
                      <a:pt x="29" y="9"/>
                    </a:cubicBezTo>
                    <a:cubicBezTo>
                      <a:pt x="39" y="3"/>
                      <a:pt x="45" y="-1"/>
                      <a:pt x="45" y="0"/>
                    </a:cubicBezTo>
                    <a:cubicBezTo>
                      <a:pt x="46" y="0"/>
                      <a:pt x="40" y="4"/>
                      <a:pt x="31" y="12"/>
                    </a:cubicBezTo>
                    <a:cubicBezTo>
                      <a:pt x="26" y="16"/>
                      <a:pt x="21" y="20"/>
                      <a:pt x="15" y="25"/>
                    </a:cubicBezTo>
                    <a:cubicBezTo>
                      <a:pt x="12" y="27"/>
                      <a:pt x="9" y="30"/>
                      <a:pt x="7" y="33"/>
                    </a:cubicBezTo>
                    <a:cubicBezTo>
                      <a:pt x="5" y="36"/>
                      <a:pt x="3" y="40"/>
                      <a:pt x="5" y="43"/>
                    </a:cubicBezTo>
                    <a:cubicBezTo>
                      <a:pt x="6" y="46"/>
                      <a:pt x="10" y="46"/>
                      <a:pt x="14" y="46"/>
                    </a:cubicBezTo>
                    <a:cubicBezTo>
                      <a:pt x="18" y="45"/>
                      <a:pt x="22" y="44"/>
                      <a:pt x="25" y="43"/>
                    </a:cubicBezTo>
                    <a:cubicBezTo>
                      <a:pt x="32" y="40"/>
                      <a:pt x="38" y="36"/>
                      <a:pt x="43" y="34"/>
                    </a:cubicBezTo>
                    <a:cubicBezTo>
                      <a:pt x="53" y="28"/>
                      <a:pt x="59" y="24"/>
                      <a:pt x="60" y="25"/>
                    </a:cubicBezTo>
                    <a:close/>
                  </a:path>
                </a:pathLst>
              </a:custGeom>
              <a:solidFill>
                <a:srgbClr val="AA655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05" name="Google Shape;1505;p30"/>
              <p:cNvSpPr/>
              <p:nvPr/>
            </p:nvSpPr>
            <p:spPr>
              <a:xfrm>
                <a:off x="3002255" y="2164539"/>
                <a:ext cx="24670" cy="28961"/>
              </a:xfrm>
              <a:custGeom>
                <a:rect b="b" l="l" r="r" t="t"/>
                <a:pathLst>
                  <a:path extrusionOk="0" h="27" w="23">
                    <a:moveTo>
                      <a:pt x="0" y="7"/>
                    </a:moveTo>
                    <a:cubicBezTo>
                      <a:pt x="0" y="7"/>
                      <a:pt x="8" y="-1"/>
                      <a:pt x="12" y="0"/>
                    </a:cubicBezTo>
                    <a:cubicBezTo>
                      <a:pt x="16" y="0"/>
                      <a:pt x="21" y="1"/>
                      <a:pt x="23" y="8"/>
                    </a:cubicBezTo>
                    <a:cubicBezTo>
                      <a:pt x="25" y="14"/>
                      <a:pt x="23" y="16"/>
                      <a:pt x="12" y="27"/>
                    </a:cubicBezTo>
                    <a:lnTo>
                      <a:pt x="0" y="7"/>
                    </a:lnTo>
                    <a:close/>
                  </a:path>
                </a:pathLst>
              </a:custGeom>
              <a:solidFill>
                <a:srgbClr val="B788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06" name="Google Shape;1506;p30"/>
              <p:cNvSpPr/>
              <p:nvPr/>
            </p:nvSpPr>
            <p:spPr>
              <a:xfrm>
                <a:off x="2966859" y="2172048"/>
                <a:ext cx="48267" cy="42905"/>
              </a:xfrm>
              <a:custGeom>
                <a:rect b="b" l="l" r="r" t="t"/>
                <a:pathLst>
                  <a:path extrusionOk="0" h="40" w="45">
                    <a:moveTo>
                      <a:pt x="33" y="0"/>
                    </a:moveTo>
                    <a:cubicBezTo>
                      <a:pt x="24" y="7"/>
                      <a:pt x="17" y="13"/>
                      <a:pt x="9" y="19"/>
                    </a:cubicBezTo>
                    <a:cubicBezTo>
                      <a:pt x="6" y="22"/>
                      <a:pt x="4" y="24"/>
                      <a:pt x="2" y="27"/>
                    </a:cubicBezTo>
                    <a:cubicBezTo>
                      <a:pt x="0" y="30"/>
                      <a:pt x="0" y="34"/>
                      <a:pt x="2" y="37"/>
                    </a:cubicBezTo>
                    <a:cubicBezTo>
                      <a:pt x="4" y="39"/>
                      <a:pt x="6" y="40"/>
                      <a:pt x="9" y="40"/>
                    </a:cubicBezTo>
                    <a:cubicBezTo>
                      <a:pt x="12" y="40"/>
                      <a:pt x="14" y="38"/>
                      <a:pt x="17" y="37"/>
                    </a:cubicBezTo>
                    <a:cubicBezTo>
                      <a:pt x="26" y="32"/>
                      <a:pt x="37" y="26"/>
                      <a:pt x="45" y="20"/>
                    </a:cubicBezTo>
                    <a:lnTo>
                      <a:pt x="33" y="0"/>
                    </a:lnTo>
                    <a:close/>
                  </a:path>
                </a:pathLst>
              </a:custGeom>
              <a:solidFill>
                <a:srgbClr val="B788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07" name="Google Shape;1507;p30"/>
              <p:cNvSpPr/>
              <p:nvPr/>
            </p:nvSpPr>
            <p:spPr>
              <a:xfrm>
                <a:off x="2963641" y="2169903"/>
                <a:ext cx="63284" cy="47195"/>
              </a:xfrm>
              <a:custGeom>
                <a:rect b="b" l="l" r="r" t="t"/>
                <a:pathLst>
                  <a:path extrusionOk="0" h="44" w="59">
                    <a:moveTo>
                      <a:pt x="59" y="9"/>
                    </a:moveTo>
                    <a:cubicBezTo>
                      <a:pt x="59" y="9"/>
                      <a:pt x="56" y="16"/>
                      <a:pt x="48" y="24"/>
                    </a:cubicBezTo>
                    <a:cubicBezTo>
                      <a:pt x="44" y="28"/>
                      <a:pt x="38" y="32"/>
                      <a:pt x="32" y="35"/>
                    </a:cubicBezTo>
                    <a:cubicBezTo>
                      <a:pt x="29" y="37"/>
                      <a:pt x="25" y="39"/>
                      <a:pt x="21" y="41"/>
                    </a:cubicBezTo>
                    <a:cubicBezTo>
                      <a:pt x="18" y="42"/>
                      <a:pt x="14" y="44"/>
                      <a:pt x="9" y="44"/>
                    </a:cubicBezTo>
                    <a:cubicBezTo>
                      <a:pt x="6" y="44"/>
                      <a:pt x="3" y="42"/>
                      <a:pt x="2" y="40"/>
                    </a:cubicBezTo>
                    <a:cubicBezTo>
                      <a:pt x="0" y="38"/>
                      <a:pt x="0" y="35"/>
                      <a:pt x="0" y="33"/>
                    </a:cubicBezTo>
                    <a:cubicBezTo>
                      <a:pt x="1" y="28"/>
                      <a:pt x="5" y="25"/>
                      <a:pt x="7" y="22"/>
                    </a:cubicBezTo>
                    <a:cubicBezTo>
                      <a:pt x="13" y="17"/>
                      <a:pt x="18" y="13"/>
                      <a:pt x="23" y="10"/>
                    </a:cubicBezTo>
                    <a:cubicBezTo>
                      <a:pt x="31" y="3"/>
                      <a:pt x="38" y="0"/>
                      <a:pt x="38" y="0"/>
                    </a:cubicBezTo>
                    <a:cubicBezTo>
                      <a:pt x="38" y="0"/>
                      <a:pt x="33" y="5"/>
                      <a:pt x="24" y="12"/>
                    </a:cubicBezTo>
                    <a:cubicBezTo>
                      <a:pt x="20" y="16"/>
                      <a:pt x="15" y="20"/>
                      <a:pt x="10" y="25"/>
                    </a:cubicBezTo>
                    <a:cubicBezTo>
                      <a:pt x="7" y="27"/>
                      <a:pt x="5" y="30"/>
                      <a:pt x="4" y="33"/>
                    </a:cubicBezTo>
                    <a:cubicBezTo>
                      <a:pt x="4" y="37"/>
                      <a:pt x="5" y="39"/>
                      <a:pt x="9" y="40"/>
                    </a:cubicBezTo>
                    <a:cubicBezTo>
                      <a:pt x="12" y="40"/>
                      <a:pt x="16" y="38"/>
                      <a:pt x="20" y="37"/>
                    </a:cubicBezTo>
                    <a:cubicBezTo>
                      <a:pt x="23" y="35"/>
                      <a:pt x="27" y="34"/>
                      <a:pt x="30" y="32"/>
                    </a:cubicBezTo>
                    <a:cubicBezTo>
                      <a:pt x="36" y="28"/>
                      <a:pt x="41" y="24"/>
                      <a:pt x="46" y="21"/>
                    </a:cubicBezTo>
                    <a:cubicBezTo>
                      <a:pt x="54" y="14"/>
                      <a:pt x="58" y="9"/>
                      <a:pt x="59" y="9"/>
                    </a:cubicBezTo>
                    <a:close/>
                  </a:path>
                </a:pathLst>
              </a:custGeom>
              <a:solidFill>
                <a:srgbClr val="AA655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08" name="Google Shape;1508;p30"/>
              <p:cNvSpPr/>
              <p:nvPr/>
            </p:nvSpPr>
            <p:spPr>
              <a:xfrm>
                <a:off x="2852090" y="2150595"/>
                <a:ext cx="137294" cy="56849"/>
              </a:xfrm>
              <a:custGeom>
                <a:rect b="b" l="l" r="r" t="t"/>
                <a:pathLst>
                  <a:path extrusionOk="0" h="53" w="128">
                    <a:moveTo>
                      <a:pt x="0" y="47"/>
                    </a:moveTo>
                    <a:cubicBezTo>
                      <a:pt x="5" y="54"/>
                      <a:pt x="16" y="55"/>
                      <a:pt x="24" y="52"/>
                    </a:cubicBezTo>
                    <a:cubicBezTo>
                      <a:pt x="32" y="49"/>
                      <a:pt x="39" y="43"/>
                      <a:pt x="47" y="40"/>
                    </a:cubicBezTo>
                    <a:cubicBezTo>
                      <a:pt x="70" y="29"/>
                      <a:pt x="99" y="38"/>
                      <a:pt x="122" y="26"/>
                    </a:cubicBezTo>
                    <a:cubicBezTo>
                      <a:pt x="125" y="25"/>
                      <a:pt x="128" y="22"/>
                      <a:pt x="128" y="18"/>
                    </a:cubicBezTo>
                    <a:cubicBezTo>
                      <a:pt x="127" y="15"/>
                      <a:pt x="123" y="14"/>
                      <a:pt x="119" y="14"/>
                    </a:cubicBezTo>
                    <a:cubicBezTo>
                      <a:pt x="92" y="9"/>
                      <a:pt x="64" y="4"/>
                      <a:pt x="36" y="0"/>
                    </a:cubicBezTo>
                    <a:lnTo>
                      <a:pt x="0" y="47"/>
                    </a:lnTo>
                    <a:close/>
                  </a:path>
                </a:pathLst>
              </a:custGeom>
              <a:solidFill>
                <a:srgbClr val="B788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09" name="Google Shape;1509;p30"/>
              <p:cNvSpPr/>
              <p:nvPr/>
            </p:nvSpPr>
            <p:spPr>
              <a:xfrm>
                <a:off x="2853162" y="2149523"/>
                <a:ext cx="138367" cy="60066"/>
              </a:xfrm>
              <a:custGeom>
                <a:rect b="b" l="l" r="r" t="t"/>
                <a:pathLst>
                  <a:path extrusionOk="0" h="56" w="129">
                    <a:moveTo>
                      <a:pt x="35" y="1"/>
                    </a:moveTo>
                    <a:cubicBezTo>
                      <a:pt x="35" y="1"/>
                      <a:pt x="38" y="0"/>
                      <a:pt x="44" y="1"/>
                    </a:cubicBezTo>
                    <a:cubicBezTo>
                      <a:pt x="50" y="2"/>
                      <a:pt x="58" y="3"/>
                      <a:pt x="69" y="4"/>
                    </a:cubicBezTo>
                    <a:cubicBezTo>
                      <a:pt x="80" y="6"/>
                      <a:pt x="92" y="8"/>
                      <a:pt x="106" y="10"/>
                    </a:cubicBezTo>
                    <a:cubicBezTo>
                      <a:pt x="109" y="11"/>
                      <a:pt x="113" y="11"/>
                      <a:pt x="116" y="12"/>
                    </a:cubicBezTo>
                    <a:cubicBezTo>
                      <a:pt x="119" y="12"/>
                      <a:pt x="124" y="12"/>
                      <a:pt x="128" y="17"/>
                    </a:cubicBezTo>
                    <a:cubicBezTo>
                      <a:pt x="130" y="19"/>
                      <a:pt x="129" y="23"/>
                      <a:pt x="128" y="25"/>
                    </a:cubicBezTo>
                    <a:cubicBezTo>
                      <a:pt x="126" y="27"/>
                      <a:pt x="125" y="28"/>
                      <a:pt x="123" y="29"/>
                    </a:cubicBezTo>
                    <a:cubicBezTo>
                      <a:pt x="119" y="31"/>
                      <a:pt x="115" y="33"/>
                      <a:pt x="111" y="34"/>
                    </a:cubicBezTo>
                    <a:cubicBezTo>
                      <a:pt x="95" y="38"/>
                      <a:pt x="79" y="36"/>
                      <a:pt x="65" y="38"/>
                    </a:cubicBezTo>
                    <a:cubicBezTo>
                      <a:pt x="59" y="39"/>
                      <a:pt x="52" y="39"/>
                      <a:pt x="47" y="42"/>
                    </a:cubicBezTo>
                    <a:cubicBezTo>
                      <a:pt x="41" y="44"/>
                      <a:pt x="37" y="48"/>
                      <a:pt x="32" y="51"/>
                    </a:cubicBezTo>
                    <a:cubicBezTo>
                      <a:pt x="22" y="56"/>
                      <a:pt x="12" y="57"/>
                      <a:pt x="7" y="54"/>
                    </a:cubicBezTo>
                    <a:cubicBezTo>
                      <a:pt x="1" y="52"/>
                      <a:pt x="-1" y="48"/>
                      <a:pt x="0" y="48"/>
                    </a:cubicBezTo>
                    <a:cubicBezTo>
                      <a:pt x="0" y="48"/>
                      <a:pt x="2" y="51"/>
                      <a:pt x="7" y="53"/>
                    </a:cubicBezTo>
                    <a:cubicBezTo>
                      <a:pt x="13" y="54"/>
                      <a:pt x="21" y="53"/>
                      <a:pt x="30" y="48"/>
                    </a:cubicBezTo>
                    <a:cubicBezTo>
                      <a:pt x="35" y="45"/>
                      <a:pt x="39" y="41"/>
                      <a:pt x="45" y="39"/>
                    </a:cubicBezTo>
                    <a:cubicBezTo>
                      <a:pt x="51" y="36"/>
                      <a:pt x="58" y="34"/>
                      <a:pt x="65" y="33"/>
                    </a:cubicBezTo>
                    <a:cubicBezTo>
                      <a:pt x="79" y="31"/>
                      <a:pt x="95" y="33"/>
                      <a:pt x="110" y="29"/>
                    </a:cubicBezTo>
                    <a:cubicBezTo>
                      <a:pt x="114" y="28"/>
                      <a:pt x="117" y="27"/>
                      <a:pt x="120" y="25"/>
                    </a:cubicBezTo>
                    <a:cubicBezTo>
                      <a:pt x="124" y="23"/>
                      <a:pt x="125" y="21"/>
                      <a:pt x="124" y="19"/>
                    </a:cubicBezTo>
                    <a:cubicBezTo>
                      <a:pt x="123" y="17"/>
                      <a:pt x="119" y="17"/>
                      <a:pt x="116" y="16"/>
                    </a:cubicBezTo>
                    <a:lnTo>
                      <a:pt x="105" y="14"/>
                    </a:lnTo>
                    <a:cubicBezTo>
                      <a:pt x="91" y="12"/>
                      <a:pt x="79" y="10"/>
                      <a:pt x="68" y="8"/>
                    </a:cubicBezTo>
                    <a:cubicBezTo>
                      <a:pt x="58" y="6"/>
                      <a:pt x="50" y="4"/>
                      <a:pt x="44" y="3"/>
                    </a:cubicBezTo>
                    <a:cubicBezTo>
                      <a:pt x="38" y="2"/>
                      <a:pt x="35" y="1"/>
                      <a:pt x="35" y="1"/>
                    </a:cubicBezTo>
                    <a:close/>
                  </a:path>
                </a:pathLst>
              </a:custGeom>
              <a:solidFill>
                <a:srgbClr val="AA655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0" name="Google Shape;1510;p30"/>
              <p:cNvSpPr/>
              <p:nvPr/>
            </p:nvSpPr>
            <p:spPr>
              <a:xfrm>
                <a:off x="3007618" y="2194573"/>
                <a:ext cx="19307" cy="22525"/>
              </a:xfrm>
              <a:custGeom>
                <a:rect b="b" l="l" r="r" t="t"/>
                <a:pathLst>
                  <a:path extrusionOk="0" h="21" w="18">
                    <a:moveTo>
                      <a:pt x="0" y="6"/>
                    </a:moveTo>
                    <a:cubicBezTo>
                      <a:pt x="0" y="6"/>
                      <a:pt x="7" y="-1"/>
                      <a:pt x="9" y="0"/>
                    </a:cubicBezTo>
                    <a:cubicBezTo>
                      <a:pt x="12" y="0"/>
                      <a:pt x="16" y="1"/>
                      <a:pt x="18" y="6"/>
                    </a:cubicBezTo>
                    <a:cubicBezTo>
                      <a:pt x="19" y="11"/>
                      <a:pt x="17" y="12"/>
                      <a:pt x="9" y="21"/>
                    </a:cubicBezTo>
                    <a:lnTo>
                      <a:pt x="0" y="6"/>
                    </a:lnTo>
                    <a:close/>
                  </a:path>
                </a:pathLst>
              </a:custGeom>
              <a:solidFill>
                <a:srgbClr val="B788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1" name="Google Shape;1511;p30"/>
              <p:cNvSpPr/>
              <p:nvPr/>
            </p:nvSpPr>
            <p:spPr>
              <a:xfrm>
                <a:off x="2981876" y="2201008"/>
                <a:ext cx="35396" cy="31106"/>
              </a:xfrm>
              <a:custGeom>
                <a:rect b="b" l="l" r="r" t="t"/>
                <a:pathLst>
                  <a:path extrusionOk="0" h="29" w="33">
                    <a:moveTo>
                      <a:pt x="24" y="0"/>
                    </a:moveTo>
                    <a:cubicBezTo>
                      <a:pt x="18" y="5"/>
                      <a:pt x="13" y="9"/>
                      <a:pt x="7" y="14"/>
                    </a:cubicBezTo>
                    <a:cubicBezTo>
                      <a:pt x="5" y="16"/>
                      <a:pt x="3" y="17"/>
                      <a:pt x="1" y="20"/>
                    </a:cubicBezTo>
                    <a:cubicBezTo>
                      <a:pt x="0" y="22"/>
                      <a:pt x="0" y="25"/>
                      <a:pt x="1" y="27"/>
                    </a:cubicBezTo>
                    <a:cubicBezTo>
                      <a:pt x="3" y="29"/>
                      <a:pt x="5" y="29"/>
                      <a:pt x="7" y="29"/>
                    </a:cubicBezTo>
                    <a:cubicBezTo>
                      <a:pt x="9" y="29"/>
                      <a:pt x="11" y="28"/>
                      <a:pt x="12" y="27"/>
                    </a:cubicBezTo>
                    <a:cubicBezTo>
                      <a:pt x="19" y="24"/>
                      <a:pt x="27" y="19"/>
                      <a:pt x="33" y="15"/>
                    </a:cubicBezTo>
                    <a:lnTo>
                      <a:pt x="24" y="0"/>
                    </a:lnTo>
                    <a:close/>
                  </a:path>
                </a:pathLst>
              </a:custGeom>
              <a:solidFill>
                <a:srgbClr val="B788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2" name="Google Shape;1512;p30"/>
              <p:cNvSpPr/>
              <p:nvPr/>
            </p:nvSpPr>
            <p:spPr>
              <a:xfrm>
                <a:off x="2978658" y="2198863"/>
                <a:ext cx="48267" cy="35396"/>
              </a:xfrm>
              <a:custGeom>
                <a:rect b="b" l="l" r="r" t="t"/>
                <a:pathLst>
                  <a:path extrusionOk="0" h="33" w="45">
                    <a:moveTo>
                      <a:pt x="45" y="7"/>
                    </a:moveTo>
                    <a:cubicBezTo>
                      <a:pt x="45" y="7"/>
                      <a:pt x="43" y="12"/>
                      <a:pt x="37" y="18"/>
                    </a:cubicBezTo>
                    <a:cubicBezTo>
                      <a:pt x="34" y="21"/>
                      <a:pt x="30" y="24"/>
                      <a:pt x="25" y="27"/>
                    </a:cubicBezTo>
                    <a:cubicBezTo>
                      <a:pt x="22" y="28"/>
                      <a:pt x="20" y="29"/>
                      <a:pt x="17" y="31"/>
                    </a:cubicBezTo>
                    <a:cubicBezTo>
                      <a:pt x="14" y="32"/>
                      <a:pt x="11" y="33"/>
                      <a:pt x="7" y="33"/>
                    </a:cubicBezTo>
                    <a:cubicBezTo>
                      <a:pt x="5" y="33"/>
                      <a:pt x="3" y="32"/>
                      <a:pt x="2" y="30"/>
                    </a:cubicBezTo>
                    <a:cubicBezTo>
                      <a:pt x="0" y="28"/>
                      <a:pt x="0" y="26"/>
                      <a:pt x="1" y="24"/>
                    </a:cubicBezTo>
                    <a:cubicBezTo>
                      <a:pt x="1" y="20"/>
                      <a:pt x="4" y="18"/>
                      <a:pt x="6" y="16"/>
                    </a:cubicBezTo>
                    <a:cubicBezTo>
                      <a:pt x="10" y="13"/>
                      <a:pt x="14" y="10"/>
                      <a:pt x="18" y="7"/>
                    </a:cubicBezTo>
                    <a:cubicBezTo>
                      <a:pt x="24" y="2"/>
                      <a:pt x="28" y="-1"/>
                      <a:pt x="29" y="0"/>
                    </a:cubicBezTo>
                    <a:cubicBezTo>
                      <a:pt x="29" y="0"/>
                      <a:pt x="25" y="4"/>
                      <a:pt x="19" y="9"/>
                    </a:cubicBezTo>
                    <a:lnTo>
                      <a:pt x="8" y="19"/>
                    </a:lnTo>
                    <a:cubicBezTo>
                      <a:pt x="7" y="20"/>
                      <a:pt x="5" y="22"/>
                      <a:pt x="5" y="25"/>
                    </a:cubicBezTo>
                    <a:cubicBezTo>
                      <a:pt x="4" y="27"/>
                      <a:pt x="5" y="28"/>
                      <a:pt x="8" y="29"/>
                    </a:cubicBezTo>
                    <a:cubicBezTo>
                      <a:pt x="10" y="29"/>
                      <a:pt x="12" y="28"/>
                      <a:pt x="15" y="27"/>
                    </a:cubicBezTo>
                    <a:cubicBezTo>
                      <a:pt x="17" y="26"/>
                      <a:pt x="21" y="24"/>
                      <a:pt x="23" y="23"/>
                    </a:cubicBezTo>
                    <a:cubicBezTo>
                      <a:pt x="28" y="20"/>
                      <a:pt x="32" y="18"/>
                      <a:pt x="35" y="15"/>
                    </a:cubicBezTo>
                    <a:cubicBezTo>
                      <a:pt x="41" y="10"/>
                      <a:pt x="44" y="6"/>
                      <a:pt x="45" y="7"/>
                    </a:cubicBezTo>
                    <a:close/>
                  </a:path>
                </a:pathLst>
              </a:custGeom>
              <a:solidFill>
                <a:srgbClr val="AA655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3" name="Google Shape;1513;p30"/>
              <p:cNvSpPr/>
              <p:nvPr/>
            </p:nvSpPr>
            <p:spPr>
              <a:xfrm>
                <a:off x="2923955" y="2193500"/>
                <a:ext cx="15017" cy="38614"/>
              </a:xfrm>
              <a:custGeom>
                <a:rect b="b" l="l" r="r" t="t"/>
                <a:pathLst>
                  <a:path extrusionOk="0" h="36" w="14">
                    <a:moveTo>
                      <a:pt x="12" y="36"/>
                    </a:moveTo>
                    <a:cubicBezTo>
                      <a:pt x="10" y="36"/>
                      <a:pt x="13" y="27"/>
                      <a:pt x="9" y="17"/>
                    </a:cubicBezTo>
                    <a:cubicBezTo>
                      <a:pt x="6" y="7"/>
                      <a:pt x="0" y="1"/>
                      <a:pt x="0" y="0"/>
                    </a:cubicBezTo>
                    <a:cubicBezTo>
                      <a:pt x="1" y="-1"/>
                      <a:pt x="10" y="4"/>
                      <a:pt x="13" y="16"/>
                    </a:cubicBezTo>
                    <a:cubicBezTo>
                      <a:pt x="17" y="28"/>
                      <a:pt x="12" y="37"/>
                      <a:pt x="12" y="36"/>
                    </a:cubicBezTo>
                    <a:close/>
                  </a:path>
                </a:pathLst>
              </a:custGeom>
              <a:solidFill>
                <a:srgbClr val="AA655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4" name="Google Shape;1514;p30"/>
              <p:cNvSpPr/>
              <p:nvPr/>
            </p:nvSpPr>
            <p:spPr>
              <a:xfrm>
                <a:off x="1700107" y="2050842"/>
                <a:ext cx="578137" cy="909578"/>
              </a:xfrm>
              <a:custGeom>
                <a:rect b="b" l="l" r="r" t="t"/>
                <a:pathLst>
                  <a:path extrusionOk="0" h="848" w="539">
                    <a:moveTo>
                      <a:pt x="481" y="32"/>
                    </a:moveTo>
                    <a:cubicBezTo>
                      <a:pt x="441" y="11"/>
                      <a:pt x="401" y="6"/>
                      <a:pt x="357" y="5"/>
                    </a:cubicBezTo>
                    <a:cubicBezTo>
                      <a:pt x="307" y="4"/>
                      <a:pt x="235" y="-4"/>
                      <a:pt x="181" y="2"/>
                    </a:cubicBezTo>
                    <a:cubicBezTo>
                      <a:pt x="181" y="2"/>
                      <a:pt x="9" y="16"/>
                      <a:pt x="8" y="145"/>
                    </a:cubicBezTo>
                    <a:lnTo>
                      <a:pt x="36" y="621"/>
                    </a:lnTo>
                    <a:lnTo>
                      <a:pt x="0" y="833"/>
                    </a:lnTo>
                    <a:lnTo>
                      <a:pt x="499" y="848"/>
                    </a:lnTo>
                    <a:lnTo>
                      <a:pt x="495" y="598"/>
                    </a:lnTo>
                    <a:cubicBezTo>
                      <a:pt x="497" y="710"/>
                      <a:pt x="491" y="355"/>
                      <a:pt x="493" y="260"/>
                    </a:cubicBezTo>
                    <a:cubicBezTo>
                      <a:pt x="501" y="190"/>
                      <a:pt x="534" y="182"/>
                      <a:pt x="539" y="136"/>
                    </a:cubicBezTo>
                    <a:cubicBezTo>
                      <a:pt x="544" y="96"/>
                      <a:pt x="517" y="50"/>
                      <a:pt x="481" y="32"/>
                    </a:cubicBez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5" name="Google Shape;1515;p30"/>
              <p:cNvSpPr/>
              <p:nvPr/>
            </p:nvSpPr>
            <p:spPr>
              <a:xfrm>
                <a:off x="2105553" y="2059423"/>
                <a:ext cx="823764" cy="418320"/>
              </a:xfrm>
              <a:custGeom>
                <a:rect b="b" l="l" r="r" t="t"/>
                <a:pathLst>
                  <a:path extrusionOk="0" h="390" w="768">
                    <a:moveTo>
                      <a:pt x="0" y="0"/>
                    </a:moveTo>
                    <a:cubicBezTo>
                      <a:pt x="0" y="0"/>
                      <a:pt x="75" y="-2"/>
                      <a:pt x="125" y="23"/>
                    </a:cubicBezTo>
                    <a:cubicBezTo>
                      <a:pt x="174" y="47"/>
                      <a:pt x="448" y="215"/>
                      <a:pt x="448" y="215"/>
                    </a:cubicBezTo>
                    <a:lnTo>
                      <a:pt x="658" y="99"/>
                    </a:lnTo>
                    <a:lnTo>
                      <a:pt x="768" y="203"/>
                    </a:lnTo>
                    <a:lnTo>
                      <a:pt x="528" y="362"/>
                    </a:lnTo>
                    <a:cubicBezTo>
                      <a:pt x="481" y="393"/>
                      <a:pt x="422" y="399"/>
                      <a:pt x="370" y="377"/>
                    </a:cubicBezTo>
                    <a:lnTo>
                      <a:pt x="99" y="26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6" name="Google Shape;1516;p30"/>
              <p:cNvSpPr/>
              <p:nvPr/>
            </p:nvSpPr>
            <p:spPr>
              <a:xfrm>
                <a:off x="2226758" y="2246058"/>
                <a:ext cx="5363" cy="353963"/>
              </a:xfrm>
              <a:custGeom>
                <a:rect b="b" l="l" r="r" t="t"/>
                <a:pathLst>
                  <a:path extrusionOk="0" h="330" w="5">
                    <a:moveTo>
                      <a:pt x="2" y="0"/>
                    </a:moveTo>
                    <a:cubicBezTo>
                      <a:pt x="3" y="0"/>
                      <a:pt x="5" y="74"/>
                      <a:pt x="5" y="165"/>
                    </a:cubicBezTo>
                    <a:cubicBezTo>
                      <a:pt x="5" y="256"/>
                      <a:pt x="4" y="330"/>
                      <a:pt x="3" y="330"/>
                    </a:cubicBezTo>
                    <a:cubicBezTo>
                      <a:pt x="2" y="330"/>
                      <a:pt x="0" y="256"/>
                      <a:pt x="0" y="165"/>
                    </a:cubicBezTo>
                    <a:cubicBezTo>
                      <a:pt x="0" y="74"/>
                      <a:pt x="1" y="0"/>
                      <a:pt x="2" y="0"/>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17" name="Google Shape;1517;p30"/>
              <p:cNvSpPr/>
              <p:nvPr/>
            </p:nvSpPr>
            <p:spPr>
              <a:xfrm>
                <a:off x="1407284" y="4345168"/>
                <a:ext cx="282096" cy="379706"/>
              </a:xfrm>
              <a:custGeom>
                <a:rect b="b" l="l" r="r" t="t"/>
                <a:pathLst>
                  <a:path extrusionOk="0" h="354" w="263">
                    <a:moveTo>
                      <a:pt x="130" y="0"/>
                    </a:moveTo>
                    <a:lnTo>
                      <a:pt x="83" y="187"/>
                    </a:lnTo>
                    <a:lnTo>
                      <a:pt x="3" y="324"/>
                    </a:lnTo>
                    <a:cubicBezTo>
                      <a:pt x="-3" y="334"/>
                      <a:pt x="1" y="347"/>
                      <a:pt x="11" y="352"/>
                    </a:cubicBezTo>
                    <a:lnTo>
                      <a:pt x="11" y="352"/>
                    </a:lnTo>
                    <a:cubicBezTo>
                      <a:pt x="17" y="355"/>
                      <a:pt x="24" y="355"/>
                      <a:pt x="29" y="352"/>
                    </a:cubicBezTo>
                    <a:cubicBezTo>
                      <a:pt x="65" y="332"/>
                      <a:pt x="197" y="260"/>
                      <a:pt x="200" y="246"/>
                    </a:cubicBezTo>
                    <a:cubicBezTo>
                      <a:pt x="203" y="230"/>
                      <a:pt x="263" y="52"/>
                      <a:pt x="263" y="52"/>
                    </a:cubicBezTo>
                    <a:lnTo>
                      <a:pt x="130" y="0"/>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8" name="Google Shape;1518;p30"/>
              <p:cNvSpPr/>
              <p:nvPr/>
            </p:nvSpPr>
            <p:spPr>
              <a:xfrm>
                <a:off x="1419083" y="4596160"/>
                <a:ext cx="205941" cy="128714"/>
              </a:xfrm>
              <a:custGeom>
                <a:rect b="b" l="l" r="r" t="t"/>
                <a:pathLst>
                  <a:path extrusionOk="0" h="120" w="192">
                    <a:moveTo>
                      <a:pt x="0" y="118"/>
                    </a:moveTo>
                    <a:lnTo>
                      <a:pt x="192" y="0"/>
                    </a:lnTo>
                    <a:lnTo>
                      <a:pt x="190" y="8"/>
                    </a:lnTo>
                    <a:cubicBezTo>
                      <a:pt x="188" y="14"/>
                      <a:pt x="184" y="20"/>
                      <a:pt x="178" y="24"/>
                    </a:cubicBezTo>
                    <a:cubicBezTo>
                      <a:pt x="162" y="35"/>
                      <a:pt x="119" y="63"/>
                      <a:pt x="19" y="118"/>
                    </a:cubicBezTo>
                    <a:cubicBezTo>
                      <a:pt x="13" y="121"/>
                      <a:pt x="6" y="121"/>
                      <a:pt x="0" y="118"/>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9" name="Google Shape;1519;p30"/>
              <p:cNvSpPr/>
              <p:nvPr/>
            </p:nvSpPr>
            <p:spPr>
              <a:xfrm>
                <a:off x="1593918" y="4520005"/>
                <a:ext cx="23597" cy="23598"/>
              </a:xfrm>
              <a:custGeom>
                <a:rect b="b" l="l" r="r" t="t"/>
                <a:pathLst>
                  <a:path extrusionOk="0" h="22" w="22">
                    <a:moveTo>
                      <a:pt x="8" y="0"/>
                    </a:moveTo>
                    <a:cubicBezTo>
                      <a:pt x="2" y="2"/>
                      <a:pt x="-1" y="9"/>
                      <a:pt x="0" y="14"/>
                    </a:cubicBezTo>
                    <a:cubicBezTo>
                      <a:pt x="2" y="20"/>
                      <a:pt x="9" y="24"/>
                      <a:pt x="14" y="22"/>
                    </a:cubicBezTo>
                    <a:cubicBezTo>
                      <a:pt x="20" y="20"/>
                      <a:pt x="24" y="12"/>
                      <a:pt x="22" y="7"/>
                    </a:cubicBezTo>
                    <a:cubicBezTo>
                      <a:pt x="20" y="1"/>
                      <a:pt x="11" y="-2"/>
                      <a:pt x="7" y="1"/>
                    </a:cubicBezTo>
                    <a:lnTo>
                      <a:pt x="8" y="0"/>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20" name="Google Shape;1520;p30"/>
              <p:cNvSpPr/>
              <p:nvPr/>
            </p:nvSpPr>
            <p:spPr>
              <a:xfrm>
                <a:off x="1453406" y="4615467"/>
                <a:ext cx="36469" cy="32178"/>
              </a:xfrm>
              <a:custGeom>
                <a:rect b="b" l="l" r="r" t="t"/>
                <a:pathLst>
                  <a:path extrusionOk="0" h="30" w="34">
                    <a:moveTo>
                      <a:pt x="33" y="30"/>
                    </a:moveTo>
                    <a:cubicBezTo>
                      <a:pt x="32" y="31"/>
                      <a:pt x="30" y="20"/>
                      <a:pt x="21" y="11"/>
                    </a:cubicBezTo>
                    <a:cubicBezTo>
                      <a:pt x="11" y="3"/>
                      <a:pt x="0" y="3"/>
                      <a:pt x="0" y="1"/>
                    </a:cubicBezTo>
                    <a:cubicBezTo>
                      <a:pt x="0" y="1"/>
                      <a:pt x="3" y="0"/>
                      <a:pt x="8" y="1"/>
                    </a:cubicBezTo>
                    <a:cubicBezTo>
                      <a:pt x="12" y="1"/>
                      <a:pt x="18" y="4"/>
                      <a:pt x="24" y="8"/>
                    </a:cubicBezTo>
                    <a:cubicBezTo>
                      <a:pt x="29" y="13"/>
                      <a:pt x="32" y="19"/>
                      <a:pt x="33" y="23"/>
                    </a:cubicBezTo>
                    <a:cubicBezTo>
                      <a:pt x="34" y="28"/>
                      <a:pt x="34" y="30"/>
                      <a:pt x="33" y="30"/>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21" name="Google Shape;1521;p30"/>
              <p:cNvSpPr/>
              <p:nvPr/>
            </p:nvSpPr>
            <p:spPr>
              <a:xfrm>
                <a:off x="1433027" y="4648719"/>
                <a:ext cx="34324" cy="22525"/>
              </a:xfrm>
              <a:custGeom>
                <a:rect b="b" l="l" r="r" t="t"/>
                <a:pathLst>
                  <a:path extrusionOk="0" h="21" w="32">
                    <a:moveTo>
                      <a:pt x="32" y="21"/>
                    </a:moveTo>
                    <a:cubicBezTo>
                      <a:pt x="31" y="21"/>
                      <a:pt x="27" y="14"/>
                      <a:pt x="18" y="8"/>
                    </a:cubicBezTo>
                    <a:cubicBezTo>
                      <a:pt x="9" y="3"/>
                      <a:pt x="0" y="2"/>
                      <a:pt x="0" y="1"/>
                    </a:cubicBezTo>
                    <a:cubicBezTo>
                      <a:pt x="0" y="0"/>
                      <a:pt x="10" y="-2"/>
                      <a:pt x="20" y="5"/>
                    </a:cubicBezTo>
                    <a:cubicBezTo>
                      <a:pt x="30" y="11"/>
                      <a:pt x="33" y="21"/>
                      <a:pt x="32" y="2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22" name="Google Shape;1522;p30"/>
              <p:cNvSpPr/>
              <p:nvPr/>
            </p:nvSpPr>
            <p:spPr>
              <a:xfrm>
                <a:off x="1474859" y="4582216"/>
                <a:ext cx="50413" cy="38614"/>
              </a:xfrm>
              <a:custGeom>
                <a:rect b="b" l="l" r="r" t="t"/>
                <a:pathLst>
                  <a:path extrusionOk="0" h="36" w="47">
                    <a:moveTo>
                      <a:pt x="47" y="36"/>
                    </a:moveTo>
                    <a:cubicBezTo>
                      <a:pt x="46" y="37"/>
                      <a:pt x="39" y="25"/>
                      <a:pt x="26" y="15"/>
                    </a:cubicBezTo>
                    <a:cubicBezTo>
                      <a:pt x="13" y="6"/>
                      <a:pt x="0" y="3"/>
                      <a:pt x="0" y="1"/>
                    </a:cubicBezTo>
                    <a:cubicBezTo>
                      <a:pt x="0" y="0"/>
                      <a:pt x="15" y="1"/>
                      <a:pt x="29" y="12"/>
                    </a:cubicBezTo>
                    <a:cubicBezTo>
                      <a:pt x="43" y="22"/>
                      <a:pt x="48" y="36"/>
                      <a:pt x="47" y="36"/>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23" name="Google Shape;1523;p30"/>
              <p:cNvSpPr/>
              <p:nvPr/>
            </p:nvSpPr>
            <p:spPr>
              <a:xfrm>
                <a:off x="1494166" y="4542530"/>
                <a:ext cx="51485" cy="19307"/>
              </a:xfrm>
              <a:custGeom>
                <a:rect b="b" l="l" r="r" t="t"/>
                <a:pathLst>
                  <a:path extrusionOk="0" h="18" w="48">
                    <a:moveTo>
                      <a:pt x="48" y="18"/>
                    </a:moveTo>
                    <a:cubicBezTo>
                      <a:pt x="47" y="19"/>
                      <a:pt x="38" y="11"/>
                      <a:pt x="25" y="7"/>
                    </a:cubicBezTo>
                    <a:cubicBezTo>
                      <a:pt x="11" y="3"/>
                      <a:pt x="0" y="3"/>
                      <a:pt x="0" y="2"/>
                    </a:cubicBezTo>
                    <a:cubicBezTo>
                      <a:pt x="0" y="1"/>
                      <a:pt x="12" y="-1"/>
                      <a:pt x="26" y="3"/>
                    </a:cubicBezTo>
                    <a:cubicBezTo>
                      <a:pt x="40" y="8"/>
                      <a:pt x="49" y="17"/>
                      <a:pt x="48" y="18"/>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24" name="Google Shape;1524;p30"/>
              <p:cNvSpPr/>
              <p:nvPr/>
            </p:nvSpPr>
            <p:spPr>
              <a:xfrm>
                <a:off x="1508109" y="4484608"/>
                <a:ext cx="53631" cy="18234"/>
              </a:xfrm>
              <a:custGeom>
                <a:rect b="b" l="l" r="r" t="t"/>
                <a:pathLst>
                  <a:path extrusionOk="0" h="17" w="50">
                    <a:moveTo>
                      <a:pt x="50" y="17"/>
                    </a:moveTo>
                    <a:cubicBezTo>
                      <a:pt x="49" y="18"/>
                      <a:pt x="41" y="9"/>
                      <a:pt x="26" y="6"/>
                    </a:cubicBezTo>
                    <a:cubicBezTo>
                      <a:pt x="12" y="2"/>
                      <a:pt x="0" y="6"/>
                      <a:pt x="0" y="5"/>
                    </a:cubicBezTo>
                    <a:cubicBezTo>
                      <a:pt x="0" y="4"/>
                      <a:pt x="2" y="3"/>
                      <a:pt x="7" y="1"/>
                    </a:cubicBezTo>
                    <a:cubicBezTo>
                      <a:pt x="12" y="0"/>
                      <a:pt x="19" y="0"/>
                      <a:pt x="27" y="1"/>
                    </a:cubicBezTo>
                    <a:cubicBezTo>
                      <a:pt x="35" y="3"/>
                      <a:pt x="41" y="6"/>
                      <a:pt x="45" y="10"/>
                    </a:cubicBezTo>
                    <a:cubicBezTo>
                      <a:pt x="49" y="13"/>
                      <a:pt x="50" y="17"/>
                      <a:pt x="50" y="17"/>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25" name="Google Shape;1525;p30"/>
              <p:cNvSpPr/>
              <p:nvPr/>
            </p:nvSpPr>
            <p:spPr>
              <a:xfrm>
                <a:off x="1514545" y="4439558"/>
                <a:ext cx="62211" cy="39687"/>
              </a:xfrm>
              <a:custGeom>
                <a:rect b="b" l="l" r="r" t="t"/>
                <a:pathLst>
                  <a:path extrusionOk="0" h="37" w="58">
                    <a:moveTo>
                      <a:pt x="24" y="37"/>
                    </a:moveTo>
                    <a:cubicBezTo>
                      <a:pt x="24" y="37"/>
                      <a:pt x="23" y="34"/>
                      <a:pt x="25" y="30"/>
                    </a:cubicBezTo>
                    <a:cubicBezTo>
                      <a:pt x="26" y="26"/>
                      <a:pt x="30" y="19"/>
                      <a:pt x="36" y="13"/>
                    </a:cubicBezTo>
                    <a:cubicBezTo>
                      <a:pt x="39" y="10"/>
                      <a:pt x="42" y="6"/>
                      <a:pt x="48" y="5"/>
                    </a:cubicBezTo>
                    <a:cubicBezTo>
                      <a:pt x="51" y="5"/>
                      <a:pt x="55" y="6"/>
                      <a:pt x="56" y="9"/>
                    </a:cubicBezTo>
                    <a:cubicBezTo>
                      <a:pt x="58" y="12"/>
                      <a:pt x="58" y="16"/>
                      <a:pt x="57" y="19"/>
                    </a:cubicBezTo>
                    <a:cubicBezTo>
                      <a:pt x="53" y="30"/>
                      <a:pt x="40" y="39"/>
                      <a:pt x="26" y="37"/>
                    </a:cubicBezTo>
                    <a:cubicBezTo>
                      <a:pt x="13" y="35"/>
                      <a:pt x="3" y="24"/>
                      <a:pt x="0" y="12"/>
                    </a:cubicBezTo>
                    <a:cubicBezTo>
                      <a:pt x="0" y="9"/>
                      <a:pt x="0" y="6"/>
                      <a:pt x="2" y="3"/>
                    </a:cubicBezTo>
                    <a:cubicBezTo>
                      <a:pt x="4" y="0"/>
                      <a:pt x="9" y="0"/>
                      <a:pt x="11" y="1"/>
                    </a:cubicBezTo>
                    <a:cubicBezTo>
                      <a:pt x="16" y="3"/>
                      <a:pt x="19" y="8"/>
                      <a:pt x="22" y="11"/>
                    </a:cubicBezTo>
                    <a:cubicBezTo>
                      <a:pt x="27" y="18"/>
                      <a:pt x="29" y="24"/>
                      <a:pt x="30" y="29"/>
                    </a:cubicBezTo>
                    <a:cubicBezTo>
                      <a:pt x="31" y="33"/>
                      <a:pt x="32" y="36"/>
                      <a:pt x="31" y="36"/>
                    </a:cubicBezTo>
                    <a:cubicBezTo>
                      <a:pt x="31" y="36"/>
                      <a:pt x="29" y="25"/>
                      <a:pt x="19" y="13"/>
                    </a:cubicBezTo>
                    <a:cubicBezTo>
                      <a:pt x="17" y="9"/>
                      <a:pt x="14" y="6"/>
                      <a:pt x="10" y="4"/>
                    </a:cubicBezTo>
                    <a:cubicBezTo>
                      <a:pt x="8" y="3"/>
                      <a:pt x="6" y="4"/>
                      <a:pt x="5" y="5"/>
                    </a:cubicBezTo>
                    <a:cubicBezTo>
                      <a:pt x="4" y="7"/>
                      <a:pt x="4" y="9"/>
                      <a:pt x="4" y="11"/>
                    </a:cubicBezTo>
                    <a:cubicBezTo>
                      <a:pt x="6" y="21"/>
                      <a:pt x="15" y="31"/>
                      <a:pt x="27" y="33"/>
                    </a:cubicBezTo>
                    <a:cubicBezTo>
                      <a:pt x="38" y="34"/>
                      <a:pt x="50" y="27"/>
                      <a:pt x="53" y="17"/>
                    </a:cubicBezTo>
                    <a:cubicBezTo>
                      <a:pt x="54" y="15"/>
                      <a:pt x="54" y="13"/>
                      <a:pt x="53" y="11"/>
                    </a:cubicBezTo>
                    <a:cubicBezTo>
                      <a:pt x="52" y="9"/>
                      <a:pt x="50" y="8"/>
                      <a:pt x="48" y="9"/>
                    </a:cubicBezTo>
                    <a:cubicBezTo>
                      <a:pt x="44" y="9"/>
                      <a:pt x="41" y="12"/>
                      <a:pt x="38" y="15"/>
                    </a:cubicBezTo>
                    <a:cubicBezTo>
                      <a:pt x="26" y="27"/>
                      <a:pt x="24" y="37"/>
                      <a:pt x="24" y="37"/>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26" name="Google Shape;1526;p30"/>
              <p:cNvSpPr/>
              <p:nvPr/>
            </p:nvSpPr>
            <p:spPr>
              <a:xfrm>
                <a:off x="2054068" y="4365548"/>
                <a:ext cx="328219" cy="263863"/>
              </a:xfrm>
              <a:custGeom>
                <a:rect b="b" l="l" r="r" t="t"/>
                <a:pathLst>
                  <a:path extrusionOk="0" h="246" w="306">
                    <a:moveTo>
                      <a:pt x="159" y="5"/>
                    </a:moveTo>
                    <a:lnTo>
                      <a:pt x="148" y="163"/>
                    </a:lnTo>
                    <a:cubicBezTo>
                      <a:pt x="148" y="163"/>
                      <a:pt x="305" y="215"/>
                      <a:pt x="306" y="244"/>
                    </a:cubicBezTo>
                    <a:lnTo>
                      <a:pt x="0" y="246"/>
                    </a:lnTo>
                    <a:lnTo>
                      <a:pt x="6" y="0"/>
                    </a:lnTo>
                    <a:lnTo>
                      <a:pt x="159" y="5"/>
                    </a:lnTo>
                    <a:close/>
                  </a:path>
                </a:pathLst>
              </a:custGeom>
              <a:solidFill>
                <a:schemeClr val="dk2"/>
              </a:solidFill>
              <a:ln>
                <a:noFill/>
              </a:ln>
            </p:spPr>
            <p:txBody>
              <a:bodyPr anchorCtr="1" anchor="ctr" bIns="43550" lIns="90000" spcFirstLastPara="1" rIns="90000" wrap="square" tIns="435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27" name="Google Shape;1527;p30"/>
              <p:cNvSpPr/>
              <p:nvPr/>
            </p:nvSpPr>
            <p:spPr>
              <a:xfrm>
                <a:off x="2102335" y="4522150"/>
                <a:ext cx="24670" cy="25743"/>
              </a:xfrm>
              <a:custGeom>
                <a:rect b="b" l="l" r="r" t="t"/>
                <a:pathLst>
                  <a:path extrusionOk="0" h="24" w="23">
                    <a:moveTo>
                      <a:pt x="9" y="0"/>
                    </a:moveTo>
                    <a:cubicBezTo>
                      <a:pt x="3" y="2"/>
                      <a:pt x="-1" y="8"/>
                      <a:pt x="0" y="14"/>
                    </a:cubicBezTo>
                    <a:cubicBezTo>
                      <a:pt x="1" y="20"/>
                      <a:pt x="8" y="25"/>
                      <a:pt x="14" y="24"/>
                    </a:cubicBezTo>
                    <a:cubicBezTo>
                      <a:pt x="20" y="22"/>
                      <a:pt x="24" y="15"/>
                      <a:pt x="23" y="9"/>
                    </a:cubicBezTo>
                    <a:cubicBezTo>
                      <a:pt x="21" y="3"/>
                      <a:pt x="14" y="-2"/>
                      <a:pt x="8" y="1"/>
                    </a:cubicBezTo>
                    <a:lnTo>
                      <a:pt x="9" y="0"/>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28" name="Google Shape;1528;p30"/>
              <p:cNvSpPr/>
              <p:nvPr/>
            </p:nvSpPr>
            <p:spPr>
              <a:xfrm>
                <a:off x="2054068" y="4602596"/>
                <a:ext cx="330364" cy="26815"/>
              </a:xfrm>
              <a:custGeom>
                <a:rect b="b" l="l" r="r" t="t"/>
                <a:pathLst>
                  <a:path extrusionOk="0" h="25" w="308">
                    <a:moveTo>
                      <a:pt x="0" y="25"/>
                    </a:moveTo>
                    <a:lnTo>
                      <a:pt x="1" y="0"/>
                    </a:lnTo>
                    <a:lnTo>
                      <a:pt x="296" y="8"/>
                    </a:lnTo>
                    <a:cubicBezTo>
                      <a:pt x="296" y="8"/>
                      <a:pt x="306" y="13"/>
                      <a:pt x="308" y="25"/>
                    </a:cubicBezTo>
                    <a:lnTo>
                      <a:pt x="0" y="25"/>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29" name="Google Shape;1529;p30"/>
              <p:cNvSpPr/>
              <p:nvPr/>
            </p:nvSpPr>
            <p:spPr>
              <a:xfrm>
                <a:off x="2188144" y="4536094"/>
                <a:ext cx="30033" cy="20380"/>
              </a:xfrm>
              <a:custGeom>
                <a:rect b="b" l="l" r="r" t="t"/>
                <a:pathLst>
                  <a:path extrusionOk="0" h="19" w="28">
                    <a:moveTo>
                      <a:pt x="28" y="2"/>
                    </a:moveTo>
                    <a:cubicBezTo>
                      <a:pt x="28" y="4"/>
                      <a:pt x="21" y="4"/>
                      <a:pt x="13" y="9"/>
                    </a:cubicBezTo>
                    <a:cubicBezTo>
                      <a:pt x="6" y="13"/>
                      <a:pt x="2" y="20"/>
                      <a:pt x="0" y="19"/>
                    </a:cubicBezTo>
                    <a:cubicBezTo>
                      <a:pt x="-1" y="19"/>
                      <a:pt x="1" y="10"/>
                      <a:pt x="11" y="4"/>
                    </a:cubicBezTo>
                    <a:cubicBezTo>
                      <a:pt x="20" y="-1"/>
                      <a:pt x="29" y="1"/>
                      <a:pt x="28"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30" name="Google Shape;1530;p30"/>
              <p:cNvSpPr/>
              <p:nvPr/>
            </p:nvSpPr>
            <p:spPr>
              <a:xfrm>
                <a:off x="2229976" y="4552183"/>
                <a:ext cx="22525" cy="25743"/>
              </a:xfrm>
              <a:custGeom>
                <a:rect b="b" l="l" r="r" t="t"/>
                <a:pathLst>
                  <a:path extrusionOk="0" h="24" w="21">
                    <a:moveTo>
                      <a:pt x="21" y="1"/>
                    </a:moveTo>
                    <a:cubicBezTo>
                      <a:pt x="21" y="3"/>
                      <a:pt x="15" y="5"/>
                      <a:pt x="10" y="11"/>
                    </a:cubicBezTo>
                    <a:cubicBezTo>
                      <a:pt x="4" y="17"/>
                      <a:pt x="3" y="24"/>
                      <a:pt x="1" y="24"/>
                    </a:cubicBezTo>
                    <a:cubicBezTo>
                      <a:pt x="0" y="24"/>
                      <a:pt x="-1" y="15"/>
                      <a:pt x="6" y="8"/>
                    </a:cubicBezTo>
                    <a:cubicBezTo>
                      <a:pt x="12" y="0"/>
                      <a:pt x="21" y="0"/>
                      <a:pt x="21" y="1"/>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31" name="Google Shape;1531;p30"/>
              <p:cNvSpPr/>
              <p:nvPr/>
            </p:nvSpPr>
            <p:spPr>
              <a:xfrm>
                <a:off x="2268590" y="4568272"/>
                <a:ext cx="16089" cy="26815"/>
              </a:xfrm>
              <a:custGeom>
                <a:rect b="b" l="l" r="r" t="t"/>
                <a:pathLst>
                  <a:path extrusionOk="0" h="25" w="15">
                    <a:moveTo>
                      <a:pt x="2" y="25"/>
                    </a:moveTo>
                    <a:cubicBezTo>
                      <a:pt x="1" y="26"/>
                      <a:pt x="-1" y="18"/>
                      <a:pt x="3" y="10"/>
                    </a:cubicBezTo>
                    <a:cubicBezTo>
                      <a:pt x="7" y="2"/>
                      <a:pt x="14" y="-1"/>
                      <a:pt x="15" y="0"/>
                    </a:cubicBezTo>
                    <a:cubicBezTo>
                      <a:pt x="16" y="1"/>
                      <a:pt x="11" y="6"/>
                      <a:pt x="8" y="12"/>
                    </a:cubicBezTo>
                    <a:cubicBezTo>
                      <a:pt x="4" y="19"/>
                      <a:pt x="4" y="25"/>
                      <a:pt x="2" y="25"/>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32" name="Google Shape;1532;p30"/>
              <p:cNvSpPr/>
              <p:nvPr/>
            </p:nvSpPr>
            <p:spPr>
              <a:xfrm>
                <a:off x="2182781" y="4493189"/>
                <a:ext cx="34324" cy="7508"/>
              </a:xfrm>
              <a:custGeom>
                <a:rect b="b" l="l" r="r" t="t"/>
                <a:pathLst>
                  <a:path extrusionOk="0" h="7" w="32">
                    <a:moveTo>
                      <a:pt x="32" y="6"/>
                    </a:moveTo>
                    <a:cubicBezTo>
                      <a:pt x="31" y="7"/>
                      <a:pt x="24" y="5"/>
                      <a:pt x="16" y="5"/>
                    </a:cubicBezTo>
                    <a:cubicBezTo>
                      <a:pt x="7" y="6"/>
                      <a:pt x="1" y="8"/>
                      <a:pt x="0" y="7"/>
                    </a:cubicBezTo>
                    <a:cubicBezTo>
                      <a:pt x="-1" y="6"/>
                      <a:pt x="6" y="0"/>
                      <a:pt x="16" y="0"/>
                    </a:cubicBezTo>
                    <a:cubicBezTo>
                      <a:pt x="26" y="0"/>
                      <a:pt x="33" y="5"/>
                      <a:pt x="32" y="6"/>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33" name="Google Shape;1533;p30"/>
              <p:cNvSpPr/>
              <p:nvPr/>
            </p:nvSpPr>
            <p:spPr>
              <a:xfrm>
                <a:off x="2168837" y="4437413"/>
                <a:ext cx="49340" cy="30033"/>
              </a:xfrm>
              <a:custGeom>
                <a:rect b="b" l="l" r="r" t="t"/>
                <a:pathLst>
                  <a:path extrusionOk="0" h="28" w="46">
                    <a:moveTo>
                      <a:pt x="46" y="26"/>
                    </a:moveTo>
                    <a:cubicBezTo>
                      <a:pt x="46" y="27"/>
                      <a:pt x="40" y="28"/>
                      <a:pt x="31" y="26"/>
                    </a:cubicBezTo>
                    <a:cubicBezTo>
                      <a:pt x="26" y="25"/>
                      <a:pt x="21" y="23"/>
                      <a:pt x="15" y="20"/>
                    </a:cubicBezTo>
                    <a:cubicBezTo>
                      <a:pt x="12" y="19"/>
                      <a:pt x="9" y="17"/>
                      <a:pt x="7" y="15"/>
                    </a:cubicBezTo>
                    <a:cubicBezTo>
                      <a:pt x="5" y="14"/>
                      <a:pt x="3" y="14"/>
                      <a:pt x="2" y="12"/>
                    </a:cubicBezTo>
                    <a:cubicBezTo>
                      <a:pt x="0" y="10"/>
                      <a:pt x="0" y="6"/>
                      <a:pt x="2" y="4"/>
                    </a:cubicBezTo>
                    <a:cubicBezTo>
                      <a:pt x="3" y="1"/>
                      <a:pt x="6" y="0"/>
                      <a:pt x="8" y="1"/>
                    </a:cubicBezTo>
                    <a:cubicBezTo>
                      <a:pt x="11" y="1"/>
                      <a:pt x="12" y="1"/>
                      <a:pt x="14" y="2"/>
                    </a:cubicBezTo>
                    <a:cubicBezTo>
                      <a:pt x="17" y="3"/>
                      <a:pt x="21" y="4"/>
                      <a:pt x="23" y="5"/>
                    </a:cubicBezTo>
                    <a:cubicBezTo>
                      <a:pt x="29" y="8"/>
                      <a:pt x="34" y="11"/>
                      <a:pt x="37" y="15"/>
                    </a:cubicBezTo>
                    <a:cubicBezTo>
                      <a:pt x="44" y="22"/>
                      <a:pt x="46" y="27"/>
                      <a:pt x="46" y="28"/>
                    </a:cubicBezTo>
                    <a:cubicBezTo>
                      <a:pt x="45" y="28"/>
                      <a:pt x="42" y="23"/>
                      <a:pt x="35" y="18"/>
                    </a:cubicBezTo>
                    <a:cubicBezTo>
                      <a:pt x="31" y="15"/>
                      <a:pt x="27" y="12"/>
                      <a:pt x="21" y="10"/>
                    </a:cubicBezTo>
                    <a:cubicBezTo>
                      <a:pt x="19" y="8"/>
                      <a:pt x="16" y="7"/>
                      <a:pt x="13" y="7"/>
                    </a:cubicBezTo>
                    <a:cubicBezTo>
                      <a:pt x="9" y="6"/>
                      <a:pt x="7" y="5"/>
                      <a:pt x="6" y="7"/>
                    </a:cubicBezTo>
                    <a:cubicBezTo>
                      <a:pt x="5" y="7"/>
                      <a:pt x="5" y="8"/>
                      <a:pt x="6" y="9"/>
                    </a:cubicBezTo>
                    <a:cubicBezTo>
                      <a:pt x="7" y="10"/>
                      <a:pt x="8" y="10"/>
                      <a:pt x="9" y="11"/>
                    </a:cubicBezTo>
                    <a:cubicBezTo>
                      <a:pt x="12" y="13"/>
                      <a:pt x="15" y="15"/>
                      <a:pt x="17" y="16"/>
                    </a:cubicBezTo>
                    <a:cubicBezTo>
                      <a:pt x="23" y="19"/>
                      <a:pt x="28" y="21"/>
                      <a:pt x="32" y="22"/>
                    </a:cubicBezTo>
                    <a:cubicBezTo>
                      <a:pt x="41" y="25"/>
                      <a:pt x="46" y="26"/>
                      <a:pt x="46" y="27"/>
                    </a:cubicBezTo>
                    <a:lnTo>
                      <a:pt x="46" y="26"/>
                    </a:ln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34" name="Google Shape;1534;p30"/>
              <p:cNvSpPr/>
              <p:nvPr/>
            </p:nvSpPr>
            <p:spPr>
              <a:xfrm>
                <a:off x="2212814" y="4415961"/>
                <a:ext cx="26815" cy="51486"/>
              </a:xfrm>
              <a:custGeom>
                <a:rect b="b" l="l" r="r" t="t"/>
                <a:pathLst>
                  <a:path extrusionOk="0" h="48" w="25">
                    <a:moveTo>
                      <a:pt x="3" y="48"/>
                    </a:moveTo>
                    <a:cubicBezTo>
                      <a:pt x="3" y="48"/>
                      <a:pt x="0" y="43"/>
                      <a:pt x="0" y="33"/>
                    </a:cubicBezTo>
                    <a:cubicBezTo>
                      <a:pt x="0" y="29"/>
                      <a:pt x="0" y="23"/>
                      <a:pt x="2" y="17"/>
                    </a:cubicBezTo>
                    <a:cubicBezTo>
                      <a:pt x="3" y="14"/>
                      <a:pt x="5" y="11"/>
                      <a:pt x="7" y="8"/>
                    </a:cubicBezTo>
                    <a:cubicBezTo>
                      <a:pt x="8" y="5"/>
                      <a:pt x="11" y="1"/>
                      <a:pt x="17" y="0"/>
                    </a:cubicBezTo>
                    <a:cubicBezTo>
                      <a:pt x="20" y="0"/>
                      <a:pt x="22" y="3"/>
                      <a:pt x="23" y="5"/>
                    </a:cubicBezTo>
                    <a:cubicBezTo>
                      <a:pt x="24" y="7"/>
                      <a:pt x="24" y="9"/>
                      <a:pt x="24" y="10"/>
                    </a:cubicBezTo>
                    <a:cubicBezTo>
                      <a:pt x="25" y="14"/>
                      <a:pt x="25" y="17"/>
                      <a:pt x="24" y="21"/>
                    </a:cubicBezTo>
                    <a:cubicBezTo>
                      <a:pt x="23" y="27"/>
                      <a:pt x="20" y="32"/>
                      <a:pt x="17" y="36"/>
                    </a:cubicBezTo>
                    <a:cubicBezTo>
                      <a:pt x="11" y="44"/>
                      <a:pt x="4" y="45"/>
                      <a:pt x="4" y="45"/>
                    </a:cubicBezTo>
                    <a:cubicBezTo>
                      <a:pt x="4" y="44"/>
                      <a:pt x="9" y="42"/>
                      <a:pt x="14" y="34"/>
                    </a:cubicBezTo>
                    <a:cubicBezTo>
                      <a:pt x="16" y="30"/>
                      <a:pt x="18" y="26"/>
                      <a:pt x="19" y="20"/>
                    </a:cubicBezTo>
                    <a:cubicBezTo>
                      <a:pt x="20" y="17"/>
                      <a:pt x="20" y="14"/>
                      <a:pt x="19" y="11"/>
                    </a:cubicBezTo>
                    <a:cubicBezTo>
                      <a:pt x="19" y="8"/>
                      <a:pt x="18" y="5"/>
                      <a:pt x="16" y="5"/>
                    </a:cubicBezTo>
                    <a:cubicBezTo>
                      <a:pt x="15" y="5"/>
                      <a:pt x="12" y="8"/>
                      <a:pt x="11" y="10"/>
                    </a:cubicBezTo>
                    <a:cubicBezTo>
                      <a:pt x="9" y="13"/>
                      <a:pt x="8" y="16"/>
                      <a:pt x="7" y="18"/>
                    </a:cubicBezTo>
                    <a:cubicBezTo>
                      <a:pt x="5" y="24"/>
                      <a:pt x="4" y="29"/>
                      <a:pt x="4" y="34"/>
                    </a:cubicBezTo>
                    <a:cubicBezTo>
                      <a:pt x="3" y="43"/>
                      <a:pt x="4" y="48"/>
                      <a:pt x="4" y="48"/>
                    </a:cubicBezTo>
                    <a:lnTo>
                      <a:pt x="3" y="48"/>
                    </a:ln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35" name="Google Shape;1535;p30"/>
              <p:cNvSpPr/>
              <p:nvPr/>
            </p:nvSpPr>
            <p:spPr>
              <a:xfrm>
                <a:off x="1482367" y="2901427"/>
                <a:ext cx="777642" cy="1621794"/>
              </a:xfrm>
              <a:custGeom>
                <a:rect b="b" l="l" r="r" t="t"/>
                <a:pathLst>
                  <a:path extrusionOk="0" h="1512" w="725">
                    <a:moveTo>
                      <a:pt x="692" y="3"/>
                    </a:moveTo>
                    <a:lnTo>
                      <a:pt x="226" y="0"/>
                    </a:lnTo>
                    <a:lnTo>
                      <a:pt x="0" y="1479"/>
                    </a:lnTo>
                    <a:lnTo>
                      <a:pt x="194" y="1504"/>
                    </a:lnTo>
                    <a:lnTo>
                      <a:pt x="442" y="287"/>
                    </a:lnTo>
                    <a:lnTo>
                      <a:pt x="516" y="1508"/>
                    </a:lnTo>
                    <a:lnTo>
                      <a:pt x="516" y="1512"/>
                    </a:lnTo>
                    <a:lnTo>
                      <a:pt x="725" y="1508"/>
                    </a:lnTo>
                    <a:lnTo>
                      <a:pt x="692" y="3"/>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36" name="Google Shape;1536;p30"/>
              <p:cNvSpPr/>
              <p:nvPr/>
            </p:nvSpPr>
            <p:spPr>
              <a:xfrm>
                <a:off x="1872797" y="1541349"/>
                <a:ext cx="352889" cy="198434"/>
              </a:xfrm>
              <a:custGeom>
                <a:rect b="b" l="l" r="r" t="t"/>
                <a:pathLst>
                  <a:path extrusionOk="0" h="185" w="329">
                    <a:moveTo>
                      <a:pt x="17" y="185"/>
                    </a:moveTo>
                    <a:cubicBezTo>
                      <a:pt x="11" y="168"/>
                      <a:pt x="4" y="151"/>
                      <a:pt x="2" y="133"/>
                    </a:cubicBezTo>
                    <a:cubicBezTo>
                      <a:pt x="-1" y="115"/>
                      <a:pt x="0" y="97"/>
                      <a:pt x="7" y="80"/>
                    </a:cubicBezTo>
                    <a:cubicBezTo>
                      <a:pt x="15" y="64"/>
                      <a:pt x="30" y="50"/>
                      <a:pt x="48" y="48"/>
                    </a:cubicBezTo>
                    <a:cubicBezTo>
                      <a:pt x="59" y="46"/>
                      <a:pt x="70" y="49"/>
                      <a:pt x="81" y="45"/>
                    </a:cubicBezTo>
                    <a:cubicBezTo>
                      <a:pt x="93" y="41"/>
                      <a:pt x="102" y="31"/>
                      <a:pt x="112" y="22"/>
                    </a:cubicBezTo>
                    <a:cubicBezTo>
                      <a:pt x="127" y="9"/>
                      <a:pt x="146" y="1"/>
                      <a:pt x="166" y="0"/>
                    </a:cubicBezTo>
                    <a:cubicBezTo>
                      <a:pt x="177" y="0"/>
                      <a:pt x="188" y="1"/>
                      <a:pt x="197" y="6"/>
                    </a:cubicBezTo>
                    <a:cubicBezTo>
                      <a:pt x="206" y="11"/>
                      <a:pt x="213" y="21"/>
                      <a:pt x="214" y="31"/>
                    </a:cubicBezTo>
                    <a:cubicBezTo>
                      <a:pt x="226" y="28"/>
                      <a:pt x="239" y="24"/>
                      <a:pt x="252" y="24"/>
                    </a:cubicBezTo>
                    <a:cubicBezTo>
                      <a:pt x="265" y="24"/>
                      <a:pt x="277" y="28"/>
                      <a:pt x="287" y="37"/>
                    </a:cubicBezTo>
                    <a:cubicBezTo>
                      <a:pt x="296" y="46"/>
                      <a:pt x="300" y="61"/>
                      <a:pt x="294" y="72"/>
                    </a:cubicBezTo>
                    <a:cubicBezTo>
                      <a:pt x="305" y="67"/>
                      <a:pt x="320" y="72"/>
                      <a:pt x="326" y="83"/>
                    </a:cubicBezTo>
                    <a:cubicBezTo>
                      <a:pt x="332" y="93"/>
                      <a:pt x="329" y="107"/>
                      <a:pt x="322" y="117"/>
                    </a:cubicBezTo>
                    <a:cubicBezTo>
                      <a:pt x="314" y="127"/>
                      <a:pt x="297" y="135"/>
                      <a:pt x="285" y="136"/>
                    </a:cubicBezTo>
                    <a:cubicBezTo>
                      <a:pt x="273" y="137"/>
                      <a:pt x="259" y="138"/>
                      <a:pt x="248" y="133"/>
                    </a:cubicBezTo>
                    <a:lnTo>
                      <a:pt x="17" y="185"/>
                    </a:lnTo>
                    <a:close/>
                  </a:path>
                </a:pathLst>
              </a:custGeom>
              <a:solidFill>
                <a:srgbClr val="263238"/>
              </a:solidFill>
              <a:ln>
                <a:noFill/>
              </a:ln>
            </p:spPr>
            <p:txBody>
              <a:bodyPr anchorCtr="1" anchor="ctr" bIns="21600" lIns="90000" spcFirstLastPara="1" rIns="90000" wrap="square" tIns="216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37" name="Google Shape;1537;p30"/>
              <p:cNvSpPr/>
              <p:nvPr/>
            </p:nvSpPr>
            <p:spPr>
              <a:xfrm>
                <a:off x="1894249" y="1634667"/>
                <a:ext cx="286387" cy="529872"/>
              </a:xfrm>
              <a:custGeom>
                <a:rect b="b" l="l" r="r" t="t"/>
                <a:pathLst>
                  <a:path extrusionOk="0" h="494" w="267">
                    <a:moveTo>
                      <a:pt x="90" y="494"/>
                    </a:moveTo>
                    <a:lnTo>
                      <a:pt x="90" y="494"/>
                    </a:lnTo>
                    <a:cubicBezTo>
                      <a:pt x="145" y="499"/>
                      <a:pt x="191" y="456"/>
                      <a:pt x="190" y="402"/>
                    </a:cubicBezTo>
                    <a:cubicBezTo>
                      <a:pt x="189" y="372"/>
                      <a:pt x="188" y="347"/>
                      <a:pt x="189" y="344"/>
                    </a:cubicBezTo>
                    <a:cubicBezTo>
                      <a:pt x="189" y="344"/>
                      <a:pt x="261" y="336"/>
                      <a:pt x="266" y="264"/>
                    </a:cubicBezTo>
                    <a:cubicBezTo>
                      <a:pt x="270" y="192"/>
                      <a:pt x="265" y="25"/>
                      <a:pt x="265" y="25"/>
                    </a:cubicBezTo>
                    <a:lnTo>
                      <a:pt x="265" y="25"/>
                    </a:lnTo>
                    <a:cubicBezTo>
                      <a:pt x="183" y="-15"/>
                      <a:pt x="86" y="-7"/>
                      <a:pt x="12" y="45"/>
                    </a:cubicBezTo>
                    <a:lnTo>
                      <a:pt x="0" y="53"/>
                    </a:lnTo>
                    <a:lnTo>
                      <a:pt x="9" y="406"/>
                    </a:lnTo>
                    <a:cubicBezTo>
                      <a:pt x="10" y="452"/>
                      <a:pt x="45" y="489"/>
                      <a:pt x="90" y="494"/>
                    </a:cubicBezTo>
                    <a:close/>
                  </a:path>
                </a:pathLst>
              </a:custGeom>
              <a:solidFill>
                <a:srgbClr val="B78876"/>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38" name="Google Shape;1538;p30"/>
              <p:cNvSpPr/>
              <p:nvPr/>
            </p:nvSpPr>
            <p:spPr>
              <a:xfrm>
                <a:off x="1997220" y="1969323"/>
                <a:ext cx="99753" cy="53631"/>
              </a:xfrm>
              <a:custGeom>
                <a:rect b="b" l="l" r="r" t="t"/>
                <a:pathLst>
                  <a:path extrusionOk="0" h="50" w="93">
                    <a:moveTo>
                      <a:pt x="93" y="31"/>
                    </a:moveTo>
                    <a:cubicBezTo>
                      <a:pt x="93" y="31"/>
                      <a:pt x="47" y="32"/>
                      <a:pt x="0" y="0"/>
                    </a:cubicBezTo>
                    <a:cubicBezTo>
                      <a:pt x="0" y="0"/>
                      <a:pt x="20" y="53"/>
                      <a:pt x="92" y="50"/>
                    </a:cubicBezTo>
                    <a:lnTo>
                      <a:pt x="93" y="31"/>
                    </a:lnTo>
                    <a:close/>
                  </a:path>
                </a:pathLst>
              </a:custGeom>
              <a:solidFill>
                <a:srgbClr val="AA655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39" name="Google Shape;1539;p30"/>
              <p:cNvSpPr/>
              <p:nvPr/>
            </p:nvSpPr>
            <p:spPr>
              <a:xfrm>
                <a:off x="1847054" y="1768744"/>
                <a:ext cx="53631" cy="81519"/>
              </a:xfrm>
              <a:custGeom>
                <a:rect b="b" l="l" r="r" t="t"/>
                <a:pathLst>
                  <a:path extrusionOk="0" h="76" w="50">
                    <a:moveTo>
                      <a:pt x="50" y="3"/>
                    </a:moveTo>
                    <a:cubicBezTo>
                      <a:pt x="49" y="3"/>
                      <a:pt x="1" y="-14"/>
                      <a:pt x="0" y="36"/>
                    </a:cubicBezTo>
                    <a:cubicBezTo>
                      <a:pt x="-1" y="85"/>
                      <a:pt x="49" y="75"/>
                      <a:pt x="49" y="74"/>
                    </a:cubicBezTo>
                    <a:cubicBezTo>
                      <a:pt x="49" y="72"/>
                      <a:pt x="50" y="3"/>
                      <a:pt x="50" y="3"/>
                    </a:cubicBezTo>
                    <a:close/>
                  </a:path>
                </a:pathLst>
              </a:custGeom>
              <a:solidFill>
                <a:srgbClr val="B788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40" name="Google Shape;1540;p30"/>
              <p:cNvSpPr/>
              <p:nvPr/>
            </p:nvSpPr>
            <p:spPr>
              <a:xfrm>
                <a:off x="1860998" y="1785906"/>
                <a:ext cx="23597" cy="46122"/>
              </a:xfrm>
              <a:custGeom>
                <a:rect b="b" l="l" r="r" t="t"/>
                <a:pathLst>
                  <a:path extrusionOk="0" h="43" w="22">
                    <a:moveTo>
                      <a:pt x="22" y="39"/>
                    </a:moveTo>
                    <a:cubicBezTo>
                      <a:pt x="22" y="39"/>
                      <a:pt x="20" y="39"/>
                      <a:pt x="19" y="40"/>
                    </a:cubicBezTo>
                    <a:cubicBezTo>
                      <a:pt x="17" y="40"/>
                      <a:pt x="15" y="41"/>
                      <a:pt x="13" y="40"/>
                    </a:cubicBezTo>
                    <a:cubicBezTo>
                      <a:pt x="8" y="38"/>
                      <a:pt x="3" y="30"/>
                      <a:pt x="3" y="21"/>
                    </a:cubicBezTo>
                    <a:cubicBezTo>
                      <a:pt x="3" y="17"/>
                      <a:pt x="4" y="12"/>
                      <a:pt x="6" y="9"/>
                    </a:cubicBezTo>
                    <a:cubicBezTo>
                      <a:pt x="7" y="5"/>
                      <a:pt x="10" y="3"/>
                      <a:pt x="12" y="2"/>
                    </a:cubicBezTo>
                    <a:cubicBezTo>
                      <a:pt x="15" y="2"/>
                      <a:pt x="17" y="3"/>
                      <a:pt x="17" y="5"/>
                    </a:cubicBezTo>
                    <a:cubicBezTo>
                      <a:pt x="18" y="6"/>
                      <a:pt x="18" y="7"/>
                      <a:pt x="18" y="7"/>
                    </a:cubicBezTo>
                    <a:cubicBezTo>
                      <a:pt x="18" y="7"/>
                      <a:pt x="19" y="6"/>
                      <a:pt x="19" y="4"/>
                    </a:cubicBezTo>
                    <a:cubicBezTo>
                      <a:pt x="18" y="3"/>
                      <a:pt x="18" y="2"/>
                      <a:pt x="17" y="1"/>
                    </a:cubicBezTo>
                    <a:cubicBezTo>
                      <a:pt x="16" y="0"/>
                      <a:pt x="14" y="0"/>
                      <a:pt x="12" y="0"/>
                    </a:cubicBezTo>
                    <a:cubicBezTo>
                      <a:pt x="8" y="0"/>
                      <a:pt x="5" y="4"/>
                      <a:pt x="3" y="7"/>
                    </a:cubicBezTo>
                    <a:cubicBezTo>
                      <a:pt x="1" y="11"/>
                      <a:pt x="0" y="16"/>
                      <a:pt x="0" y="21"/>
                    </a:cubicBezTo>
                    <a:cubicBezTo>
                      <a:pt x="0" y="31"/>
                      <a:pt x="5" y="41"/>
                      <a:pt x="12" y="43"/>
                    </a:cubicBezTo>
                    <a:cubicBezTo>
                      <a:pt x="16" y="44"/>
                      <a:pt x="18" y="43"/>
                      <a:pt x="20" y="42"/>
                    </a:cubicBezTo>
                    <a:cubicBezTo>
                      <a:pt x="21" y="40"/>
                      <a:pt x="22" y="39"/>
                      <a:pt x="22" y="39"/>
                    </a:cubicBezTo>
                    <a:close/>
                  </a:path>
                </a:pathLst>
              </a:custGeom>
              <a:solidFill>
                <a:srgbClr val="AA655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41" name="Google Shape;1541;p30"/>
              <p:cNvSpPr/>
              <p:nvPr/>
            </p:nvSpPr>
            <p:spPr>
              <a:xfrm>
                <a:off x="1886741" y="1612142"/>
                <a:ext cx="297113" cy="219886"/>
              </a:xfrm>
              <a:custGeom>
                <a:rect b="b" l="l" r="r" t="t"/>
                <a:pathLst>
                  <a:path extrusionOk="0" h="205" w="277">
                    <a:moveTo>
                      <a:pt x="275" y="69"/>
                    </a:moveTo>
                    <a:cubicBezTo>
                      <a:pt x="275" y="69"/>
                      <a:pt x="226" y="83"/>
                      <a:pt x="170" y="59"/>
                    </a:cubicBezTo>
                    <a:cubicBezTo>
                      <a:pt x="133" y="43"/>
                      <a:pt x="91" y="36"/>
                      <a:pt x="82" y="44"/>
                    </a:cubicBezTo>
                    <a:cubicBezTo>
                      <a:pt x="73" y="51"/>
                      <a:pt x="73" y="88"/>
                      <a:pt x="38" y="101"/>
                    </a:cubicBezTo>
                    <a:cubicBezTo>
                      <a:pt x="38" y="101"/>
                      <a:pt x="48" y="205"/>
                      <a:pt x="19" y="205"/>
                    </a:cubicBezTo>
                    <a:cubicBezTo>
                      <a:pt x="-1" y="205"/>
                      <a:pt x="0" y="59"/>
                      <a:pt x="0" y="59"/>
                    </a:cubicBezTo>
                    <a:lnTo>
                      <a:pt x="67" y="22"/>
                    </a:lnTo>
                    <a:lnTo>
                      <a:pt x="141" y="4"/>
                    </a:lnTo>
                    <a:lnTo>
                      <a:pt x="211" y="0"/>
                    </a:lnTo>
                    <a:lnTo>
                      <a:pt x="277" y="17"/>
                    </a:lnTo>
                    <a:lnTo>
                      <a:pt x="275" y="69"/>
                    </a:lnTo>
                    <a:close/>
                  </a:path>
                </a:pathLst>
              </a:custGeom>
              <a:solidFill>
                <a:srgbClr val="263238"/>
              </a:solidFill>
              <a:ln>
                <a:noFill/>
              </a:ln>
            </p:spPr>
            <p:txBody>
              <a:bodyPr anchorCtr="1" anchor="ctr" bIns="28800" lIns="90000" spcFirstLastPara="1" rIns="90000" wrap="square" tIns="288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42" name="Google Shape;1542;p30"/>
              <p:cNvSpPr/>
              <p:nvPr/>
            </p:nvSpPr>
            <p:spPr>
              <a:xfrm>
                <a:off x="2137732" y="1765526"/>
                <a:ext cx="22525" cy="22525"/>
              </a:xfrm>
              <a:custGeom>
                <a:rect b="b" l="l" r="r" t="t"/>
                <a:pathLst>
                  <a:path extrusionOk="0" h="21" w="21">
                    <a:moveTo>
                      <a:pt x="21" y="10"/>
                    </a:moveTo>
                    <a:cubicBezTo>
                      <a:pt x="21" y="16"/>
                      <a:pt x="17" y="20"/>
                      <a:pt x="11" y="21"/>
                    </a:cubicBezTo>
                    <a:cubicBezTo>
                      <a:pt x="5" y="21"/>
                      <a:pt x="0" y="17"/>
                      <a:pt x="0" y="11"/>
                    </a:cubicBezTo>
                    <a:cubicBezTo>
                      <a:pt x="0" y="5"/>
                      <a:pt x="5" y="1"/>
                      <a:pt x="10" y="0"/>
                    </a:cubicBezTo>
                    <a:cubicBezTo>
                      <a:pt x="16" y="0"/>
                      <a:pt x="21" y="4"/>
                      <a:pt x="21" y="10"/>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43" name="Google Shape;1543;p30"/>
              <p:cNvSpPr/>
              <p:nvPr/>
            </p:nvSpPr>
            <p:spPr>
              <a:xfrm>
                <a:off x="2118425" y="1751582"/>
                <a:ext cx="43977" cy="11799"/>
              </a:xfrm>
              <a:custGeom>
                <a:rect b="b" l="l" r="r" t="t"/>
                <a:pathLst>
                  <a:path extrusionOk="0" h="11" w="41">
                    <a:moveTo>
                      <a:pt x="41" y="11"/>
                    </a:moveTo>
                    <a:cubicBezTo>
                      <a:pt x="40" y="13"/>
                      <a:pt x="32" y="7"/>
                      <a:pt x="21" y="7"/>
                    </a:cubicBezTo>
                    <a:cubicBezTo>
                      <a:pt x="9" y="7"/>
                      <a:pt x="1" y="12"/>
                      <a:pt x="0" y="11"/>
                    </a:cubicBezTo>
                    <a:cubicBezTo>
                      <a:pt x="-1" y="10"/>
                      <a:pt x="1" y="8"/>
                      <a:pt x="4" y="5"/>
                    </a:cubicBezTo>
                    <a:cubicBezTo>
                      <a:pt x="8" y="3"/>
                      <a:pt x="14" y="0"/>
                      <a:pt x="21" y="0"/>
                    </a:cubicBezTo>
                    <a:cubicBezTo>
                      <a:pt x="28" y="0"/>
                      <a:pt x="34" y="3"/>
                      <a:pt x="37" y="5"/>
                    </a:cubicBezTo>
                    <a:cubicBezTo>
                      <a:pt x="41" y="8"/>
                      <a:pt x="42" y="11"/>
                      <a:pt x="41" y="11"/>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44" name="Google Shape;1544;p30"/>
              <p:cNvSpPr/>
              <p:nvPr/>
            </p:nvSpPr>
            <p:spPr>
              <a:xfrm>
                <a:off x="2018672" y="1768744"/>
                <a:ext cx="22525" cy="21452"/>
              </a:xfrm>
              <a:custGeom>
                <a:rect b="b" l="l" r="r" t="t"/>
                <a:pathLst>
                  <a:path extrusionOk="0" h="20" w="21">
                    <a:moveTo>
                      <a:pt x="21" y="10"/>
                    </a:moveTo>
                    <a:cubicBezTo>
                      <a:pt x="21" y="15"/>
                      <a:pt x="17" y="20"/>
                      <a:pt x="11" y="20"/>
                    </a:cubicBezTo>
                    <a:cubicBezTo>
                      <a:pt x="5" y="21"/>
                      <a:pt x="0" y="16"/>
                      <a:pt x="0" y="11"/>
                    </a:cubicBezTo>
                    <a:cubicBezTo>
                      <a:pt x="0" y="5"/>
                      <a:pt x="4" y="0"/>
                      <a:pt x="10" y="0"/>
                    </a:cubicBezTo>
                    <a:cubicBezTo>
                      <a:pt x="16" y="0"/>
                      <a:pt x="21" y="4"/>
                      <a:pt x="21" y="10"/>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45" name="Google Shape;1545;p30"/>
              <p:cNvSpPr/>
              <p:nvPr/>
            </p:nvSpPr>
            <p:spPr>
              <a:xfrm>
                <a:off x="1998292" y="1753727"/>
                <a:ext cx="45050" cy="11799"/>
              </a:xfrm>
              <a:custGeom>
                <a:rect b="b" l="l" r="r" t="t"/>
                <a:pathLst>
                  <a:path extrusionOk="0" h="11" w="42">
                    <a:moveTo>
                      <a:pt x="42" y="11"/>
                    </a:moveTo>
                    <a:cubicBezTo>
                      <a:pt x="41" y="13"/>
                      <a:pt x="33" y="7"/>
                      <a:pt x="21" y="7"/>
                    </a:cubicBezTo>
                    <a:cubicBezTo>
                      <a:pt x="10" y="7"/>
                      <a:pt x="2" y="12"/>
                      <a:pt x="0" y="11"/>
                    </a:cubicBezTo>
                    <a:cubicBezTo>
                      <a:pt x="0" y="10"/>
                      <a:pt x="1" y="8"/>
                      <a:pt x="5" y="5"/>
                    </a:cubicBezTo>
                    <a:cubicBezTo>
                      <a:pt x="8" y="3"/>
                      <a:pt x="13" y="0"/>
                      <a:pt x="21" y="0"/>
                    </a:cubicBezTo>
                    <a:cubicBezTo>
                      <a:pt x="28" y="0"/>
                      <a:pt x="34" y="3"/>
                      <a:pt x="38" y="5"/>
                    </a:cubicBezTo>
                    <a:cubicBezTo>
                      <a:pt x="41" y="8"/>
                      <a:pt x="43" y="11"/>
                      <a:pt x="42" y="11"/>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46" name="Google Shape;1546;p30"/>
              <p:cNvSpPr/>
              <p:nvPr/>
            </p:nvSpPr>
            <p:spPr>
              <a:xfrm>
                <a:off x="2081956" y="1754800"/>
                <a:ext cx="36469" cy="101898"/>
              </a:xfrm>
              <a:custGeom>
                <a:rect b="b" l="l" r="r" t="t"/>
                <a:pathLst>
                  <a:path extrusionOk="0" h="95" w="34">
                    <a:moveTo>
                      <a:pt x="5" y="95"/>
                    </a:moveTo>
                    <a:cubicBezTo>
                      <a:pt x="5" y="94"/>
                      <a:pt x="12" y="93"/>
                      <a:pt x="24" y="91"/>
                    </a:cubicBezTo>
                    <a:cubicBezTo>
                      <a:pt x="27" y="91"/>
                      <a:pt x="29" y="90"/>
                      <a:pt x="30" y="88"/>
                    </a:cubicBezTo>
                    <a:cubicBezTo>
                      <a:pt x="30" y="86"/>
                      <a:pt x="29" y="83"/>
                      <a:pt x="28" y="80"/>
                    </a:cubicBezTo>
                    <a:cubicBezTo>
                      <a:pt x="25" y="73"/>
                      <a:pt x="22" y="65"/>
                      <a:pt x="19" y="58"/>
                    </a:cubicBezTo>
                    <a:cubicBezTo>
                      <a:pt x="7" y="26"/>
                      <a:pt x="-1" y="0"/>
                      <a:pt x="0" y="0"/>
                    </a:cubicBezTo>
                    <a:cubicBezTo>
                      <a:pt x="1" y="0"/>
                      <a:pt x="12" y="25"/>
                      <a:pt x="24" y="56"/>
                    </a:cubicBezTo>
                    <a:cubicBezTo>
                      <a:pt x="27" y="64"/>
                      <a:pt x="29" y="71"/>
                      <a:pt x="32" y="78"/>
                    </a:cubicBezTo>
                    <a:cubicBezTo>
                      <a:pt x="33" y="82"/>
                      <a:pt x="35" y="85"/>
                      <a:pt x="34" y="90"/>
                    </a:cubicBezTo>
                    <a:cubicBezTo>
                      <a:pt x="33" y="92"/>
                      <a:pt x="31" y="93"/>
                      <a:pt x="29" y="94"/>
                    </a:cubicBezTo>
                    <a:cubicBezTo>
                      <a:pt x="27" y="94"/>
                      <a:pt x="25" y="94"/>
                      <a:pt x="24" y="95"/>
                    </a:cubicBezTo>
                    <a:cubicBezTo>
                      <a:pt x="12" y="95"/>
                      <a:pt x="5" y="95"/>
                      <a:pt x="5" y="95"/>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47" name="Google Shape;1547;p30"/>
              <p:cNvSpPr/>
              <p:nvPr/>
            </p:nvSpPr>
            <p:spPr>
              <a:xfrm>
                <a:off x="2049778" y="1864207"/>
                <a:ext cx="40759" cy="35396"/>
              </a:xfrm>
              <a:custGeom>
                <a:rect b="b" l="l" r="r" t="t"/>
                <a:pathLst>
                  <a:path extrusionOk="0" h="33" w="38">
                    <a:moveTo>
                      <a:pt x="2" y="0"/>
                    </a:moveTo>
                    <a:cubicBezTo>
                      <a:pt x="4" y="0"/>
                      <a:pt x="4" y="13"/>
                      <a:pt x="14" y="21"/>
                    </a:cubicBezTo>
                    <a:cubicBezTo>
                      <a:pt x="25" y="30"/>
                      <a:pt x="38" y="29"/>
                      <a:pt x="38" y="30"/>
                    </a:cubicBezTo>
                    <a:cubicBezTo>
                      <a:pt x="38" y="31"/>
                      <a:pt x="35" y="33"/>
                      <a:pt x="29" y="33"/>
                    </a:cubicBezTo>
                    <a:cubicBezTo>
                      <a:pt x="24" y="33"/>
                      <a:pt x="16" y="31"/>
                      <a:pt x="10" y="26"/>
                    </a:cubicBezTo>
                    <a:cubicBezTo>
                      <a:pt x="3" y="21"/>
                      <a:pt x="0" y="14"/>
                      <a:pt x="0" y="8"/>
                    </a:cubicBezTo>
                    <a:cubicBezTo>
                      <a:pt x="0" y="3"/>
                      <a:pt x="1" y="0"/>
                      <a:pt x="2" y="0"/>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48" name="Google Shape;1548;p30"/>
              <p:cNvSpPr/>
              <p:nvPr/>
            </p:nvSpPr>
            <p:spPr>
              <a:xfrm>
                <a:off x="1990784" y="1709750"/>
                <a:ext cx="55776" cy="15017"/>
              </a:xfrm>
              <a:custGeom>
                <a:rect b="b" l="l" r="r" t="t"/>
                <a:pathLst>
                  <a:path extrusionOk="0" h="14" w="52">
                    <a:moveTo>
                      <a:pt x="52" y="8"/>
                    </a:moveTo>
                    <a:cubicBezTo>
                      <a:pt x="51" y="11"/>
                      <a:pt x="39" y="9"/>
                      <a:pt x="26" y="11"/>
                    </a:cubicBezTo>
                    <a:cubicBezTo>
                      <a:pt x="13" y="12"/>
                      <a:pt x="2" y="16"/>
                      <a:pt x="0" y="14"/>
                    </a:cubicBezTo>
                    <a:cubicBezTo>
                      <a:pt x="-1" y="12"/>
                      <a:pt x="1" y="9"/>
                      <a:pt x="6" y="6"/>
                    </a:cubicBezTo>
                    <a:cubicBezTo>
                      <a:pt x="10" y="3"/>
                      <a:pt x="17" y="1"/>
                      <a:pt x="25" y="0"/>
                    </a:cubicBezTo>
                    <a:cubicBezTo>
                      <a:pt x="33" y="-1"/>
                      <a:pt x="40" y="0"/>
                      <a:pt x="45" y="2"/>
                    </a:cubicBezTo>
                    <a:cubicBezTo>
                      <a:pt x="50" y="4"/>
                      <a:pt x="52" y="6"/>
                      <a:pt x="52" y="8"/>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49" name="Google Shape;1549;p30"/>
              <p:cNvSpPr/>
              <p:nvPr/>
            </p:nvSpPr>
            <p:spPr>
              <a:xfrm>
                <a:off x="2116279" y="1715113"/>
                <a:ext cx="41832" cy="13944"/>
              </a:xfrm>
              <a:custGeom>
                <a:rect b="b" l="l" r="r" t="t"/>
                <a:pathLst>
                  <a:path extrusionOk="0" h="13" w="39">
                    <a:moveTo>
                      <a:pt x="39" y="12"/>
                    </a:moveTo>
                    <a:cubicBezTo>
                      <a:pt x="37" y="15"/>
                      <a:pt x="30" y="12"/>
                      <a:pt x="20" y="12"/>
                    </a:cubicBezTo>
                    <a:cubicBezTo>
                      <a:pt x="11" y="12"/>
                      <a:pt x="3" y="14"/>
                      <a:pt x="1" y="11"/>
                    </a:cubicBezTo>
                    <a:cubicBezTo>
                      <a:pt x="0" y="10"/>
                      <a:pt x="1" y="7"/>
                      <a:pt x="5" y="5"/>
                    </a:cubicBezTo>
                    <a:cubicBezTo>
                      <a:pt x="8" y="2"/>
                      <a:pt x="14" y="0"/>
                      <a:pt x="20" y="0"/>
                    </a:cubicBezTo>
                    <a:cubicBezTo>
                      <a:pt x="27" y="1"/>
                      <a:pt x="32" y="3"/>
                      <a:pt x="36" y="6"/>
                    </a:cubicBezTo>
                    <a:cubicBezTo>
                      <a:pt x="39" y="8"/>
                      <a:pt x="40" y="11"/>
                      <a:pt x="39" y="12"/>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50" name="Google Shape;1550;p30"/>
              <p:cNvSpPr/>
              <p:nvPr/>
            </p:nvSpPr>
            <p:spPr>
              <a:xfrm>
                <a:off x="3026925" y="3523544"/>
                <a:ext cx="68647" cy="5363"/>
              </a:xfrm>
              <a:custGeom>
                <a:rect b="b" l="l" r="r" t="t"/>
                <a:pathLst>
                  <a:path extrusionOk="0" h="5" w="64">
                    <a:moveTo>
                      <a:pt x="0" y="2"/>
                    </a:moveTo>
                    <a:cubicBezTo>
                      <a:pt x="0" y="1"/>
                      <a:pt x="14" y="0"/>
                      <a:pt x="32" y="0"/>
                    </a:cubicBezTo>
                    <a:cubicBezTo>
                      <a:pt x="50" y="0"/>
                      <a:pt x="64" y="0"/>
                      <a:pt x="64" y="2"/>
                    </a:cubicBezTo>
                    <a:cubicBezTo>
                      <a:pt x="64" y="3"/>
                      <a:pt x="50" y="5"/>
                      <a:pt x="32" y="5"/>
                    </a:cubicBezTo>
                    <a:cubicBezTo>
                      <a:pt x="14" y="5"/>
                      <a:pt x="0" y="4"/>
                      <a:pt x="0"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51" name="Google Shape;1551;p30"/>
              <p:cNvSpPr/>
              <p:nvPr/>
            </p:nvSpPr>
            <p:spPr>
              <a:xfrm>
                <a:off x="2888559" y="3523544"/>
                <a:ext cx="69720" cy="5363"/>
              </a:xfrm>
              <a:custGeom>
                <a:rect b="b" l="l" r="r" t="t"/>
                <a:pathLst>
                  <a:path extrusionOk="0" h="5" w="65">
                    <a:moveTo>
                      <a:pt x="0" y="2"/>
                    </a:moveTo>
                    <a:cubicBezTo>
                      <a:pt x="0" y="1"/>
                      <a:pt x="15" y="0"/>
                      <a:pt x="32" y="0"/>
                    </a:cubicBezTo>
                    <a:cubicBezTo>
                      <a:pt x="50" y="0"/>
                      <a:pt x="65" y="0"/>
                      <a:pt x="65" y="2"/>
                    </a:cubicBezTo>
                    <a:cubicBezTo>
                      <a:pt x="65" y="3"/>
                      <a:pt x="49" y="5"/>
                      <a:pt x="32" y="5"/>
                    </a:cubicBezTo>
                    <a:cubicBezTo>
                      <a:pt x="14" y="5"/>
                      <a:pt x="0" y="4"/>
                      <a:pt x="0"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552" name="Google Shape;1552;p30"/>
            <p:cNvGrpSpPr/>
            <p:nvPr/>
          </p:nvGrpSpPr>
          <p:grpSpPr>
            <a:xfrm>
              <a:off x="557777" y="1653974"/>
              <a:ext cx="890266" cy="517000"/>
              <a:chOff x="557777" y="1653974"/>
              <a:chExt cx="890266" cy="517000"/>
            </a:xfrm>
          </p:grpSpPr>
          <p:sp>
            <p:nvSpPr>
              <p:cNvPr id="1553" name="Google Shape;1553;p30"/>
              <p:cNvSpPr/>
              <p:nvPr/>
            </p:nvSpPr>
            <p:spPr>
              <a:xfrm>
                <a:off x="557777" y="1653974"/>
                <a:ext cx="890266" cy="517000"/>
              </a:xfrm>
              <a:custGeom>
                <a:rect b="b" l="l" r="r" t="t"/>
                <a:pathLst>
                  <a:path extrusionOk="0" h="482" w="830">
                    <a:moveTo>
                      <a:pt x="828" y="480"/>
                    </a:moveTo>
                    <a:cubicBezTo>
                      <a:pt x="828" y="480"/>
                      <a:pt x="828" y="477"/>
                      <a:pt x="828" y="472"/>
                    </a:cubicBezTo>
                    <a:cubicBezTo>
                      <a:pt x="828" y="466"/>
                      <a:pt x="828" y="457"/>
                      <a:pt x="828" y="446"/>
                    </a:cubicBezTo>
                    <a:cubicBezTo>
                      <a:pt x="828" y="424"/>
                      <a:pt x="828" y="392"/>
                      <a:pt x="828" y="351"/>
                    </a:cubicBezTo>
                    <a:cubicBezTo>
                      <a:pt x="828" y="268"/>
                      <a:pt x="828" y="148"/>
                      <a:pt x="827" y="1"/>
                    </a:cubicBezTo>
                    <a:lnTo>
                      <a:pt x="829" y="3"/>
                    </a:lnTo>
                    <a:cubicBezTo>
                      <a:pt x="607" y="3"/>
                      <a:pt x="317" y="3"/>
                      <a:pt x="1" y="3"/>
                    </a:cubicBezTo>
                    <a:lnTo>
                      <a:pt x="1" y="3"/>
                    </a:lnTo>
                    <a:lnTo>
                      <a:pt x="3" y="2"/>
                    </a:lnTo>
                    <a:cubicBezTo>
                      <a:pt x="3" y="171"/>
                      <a:pt x="3" y="333"/>
                      <a:pt x="3" y="480"/>
                    </a:cubicBezTo>
                    <a:lnTo>
                      <a:pt x="1" y="479"/>
                    </a:lnTo>
                    <a:cubicBezTo>
                      <a:pt x="244" y="479"/>
                      <a:pt x="450" y="479"/>
                      <a:pt x="596" y="480"/>
                    </a:cubicBezTo>
                    <a:cubicBezTo>
                      <a:pt x="669" y="480"/>
                      <a:pt x="727" y="480"/>
                      <a:pt x="767" y="480"/>
                    </a:cubicBezTo>
                    <a:cubicBezTo>
                      <a:pt x="787" y="480"/>
                      <a:pt x="802" y="480"/>
                      <a:pt x="813" y="480"/>
                    </a:cubicBezTo>
                    <a:cubicBezTo>
                      <a:pt x="818" y="480"/>
                      <a:pt x="822" y="480"/>
                      <a:pt x="825" y="480"/>
                    </a:cubicBezTo>
                    <a:cubicBezTo>
                      <a:pt x="827" y="480"/>
                      <a:pt x="829" y="480"/>
                      <a:pt x="829" y="480"/>
                    </a:cubicBezTo>
                    <a:cubicBezTo>
                      <a:pt x="829" y="480"/>
                      <a:pt x="827" y="480"/>
                      <a:pt x="825" y="480"/>
                    </a:cubicBezTo>
                    <a:cubicBezTo>
                      <a:pt x="822" y="480"/>
                      <a:pt x="818" y="480"/>
                      <a:pt x="813" y="480"/>
                    </a:cubicBezTo>
                    <a:cubicBezTo>
                      <a:pt x="803" y="480"/>
                      <a:pt x="788" y="480"/>
                      <a:pt x="768" y="480"/>
                    </a:cubicBezTo>
                    <a:cubicBezTo>
                      <a:pt x="728" y="480"/>
                      <a:pt x="670" y="481"/>
                      <a:pt x="597" y="481"/>
                    </a:cubicBezTo>
                    <a:cubicBezTo>
                      <a:pt x="451" y="481"/>
                      <a:pt x="244" y="481"/>
                      <a:pt x="1" y="482"/>
                    </a:cubicBezTo>
                    <a:lnTo>
                      <a:pt x="0" y="482"/>
                    </a:lnTo>
                    <a:lnTo>
                      <a:pt x="0" y="480"/>
                    </a:lnTo>
                    <a:cubicBezTo>
                      <a:pt x="0" y="333"/>
                      <a:pt x="0" y="171"/>
                      <a:pt x="0" y="1"/>
                    </a:cubicBezTo>
                    <a:lnTo>
                      <a:pt x="0" y="0"/>
                    </a:lnTo>
                    <a:lnTo>
                      <a:pt x="1" y="0"/>
                    </a:lnTo>
                    <a:cubicBezTo>
                      <a:pt x="317" y="0"/>
                      <a:pt x="607" y="0"/>
                      <a:pt x="829" y="0"/>
                    </a:cubicBezTo>
                    <a:lnTo>
                      <a:pt x="830" y="0"/>
                    </a:lnTo>
                    <a:lnTo>
                      <a:pt x="830" y="1"/>
                    </a:lnTo>
                    <a:cubicBezTo>
                      <a:pt x="830" y="149"/>
                      <a:pt x="829" y="268"/>
                      <a:pt x="829" y="352"/>
                    </a:cubicBezTo>
                    <a:cubicBezTo>
                      <a:pt x="829" y="393"/>
                      <a:pt x="829" y="425"/>
                      <a:pt x="829" y="447"/>
                    </a:cubicBezTo>
                    <a:cubicBezTo>
                      <a:pt x="829" y="458"/>
                      <a:pt x="829" y="466"/>
                      <a:pt x="829" y="472"/>
                    </a:cubicBezTo>
                    <a:cubicBezTo>
                      <a:pt x="829" y="477"/>
                      <a:pt x="829" y="480"/>
                      <a:pt x="829" y="480"/>
                    </a:cubicBezTo>
                    <a:lnTo>
                      <a:pt x="828" y="480"/>
                    </a:ln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54" name="Google Shape;1554;p30"/>
              <p:cNvSpPr/>
              <p:nvPr/>
            </p:nvSpPr>
            <p:spPr>
              <a:xfrm>
                <a:off x="559922" y="1716186"/>
                <a:ext cx="887048" cy="3218"/>
              </a:xfrm>
              <a:custGeom>
                <a:rect b="b" l="l" r="r" t="t"/>
                <a:pathLst>
                  <a:path extrusionOk="0" h="3" w="827">
                    <a:moveTo>
                      <a:pt x="827" y="1"/>
                    </a:moveTo>
                    <a:cubicBezTo>
                      <a:pt x="827" y="2"/>
                      <a:pt x="642" y="3"/>
                      <a:pt x="414" y="3"/>
                    </a:cubicBezTo>
                    <a:cubicBezTo>
                      <a:pt x="185" y="3"/>
                      <a:pt x="0" y="2"/>
                      <a:pt x="0" y="1"/>
                    </a:cubicBezTo>
                    <a:cubicBezTo>
                      <a:pt x="0" y="1"/>
                      <a:pt x="185" y="0"/>
                      <a:pt x="414" y="0"/>
                    </a:cubicBezTo>
                    <a:cubicBezTo>
                      <a:pt x="642" y="0"/>
                      <a:pt x="827" y="1"/>
                      <a:pt x="827" y="1"/>
                    </a:cubicBez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55" name="Google Shape;1555;p30"/>
              <p:cNvSpPr/>
              <p:nvPr/>
            </p:nvSpPr>
            <p:spPr>
              <a:xfrm>
                <a:off x="636078" y="1801995"/>
                <a:ext cx="273516" cy="274589"/>
              </a:xfrm>
              <a:custGeom>
                <a:rect b="b" l="l" r="r" t="t"/>
                <a:pathLst>
                  <a:path extrusionOk="0" h="256" w="255">
                    <a:moveTo>
                      <a:pt x="0" y="0"/>
                    </a:moveTo>
                    <a:lnTo>
                      <a:pt x="255" y="0"/>
                    </a:lnTo>
                    <a:lnTo>
                      <a:pt x="255" y="256"/>
                    </a:lnTo>
                    <a:lnTo>
                      <a:pt x="0" y="256"/>
                    </a:lnTo>
                    <a:lnTo>
                      <a:pt x="0" y="0"/>
                    </a:ln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56" name="Google Shape;1556;p30"/>
              <p:cNvSpPr/>
              <p:nvPr/>
            </p:nvSpPr>
            <p:spPr>
              <a:xfrm>
                <a:off x="984676" y="1845972"/>
                <a:ext cx="396866" cy="3218"/>
              </a:xfrm>
              <a:custGeom>
                <a:rect b="b" l="l" r="r" t="t"/>
                <a:pathLst>
                  <a:path extrusionOk="0" h="3" w="370">
                    <a:moveTo>
                      <a:pt x="370" y="2"/>
                    </a:moveTo>
                    <a:cubicBezTo>
                      <a:pt x="370" y="2"/>
                      <a:pt x="369" y="2"/>
                      <a:pt x="367" y="2"/>
                    </a:cubicBezTo>
                    <a:cubicBezTo>
                      <a:pt x="364" y="2"/>
                      <a:pt x="360" y="2"/>
                      <a:pt x="356" y="2"/>
                    </a:cubicBezTo>
                    <a:cubicBezTo>
                      <a:pt x="346" y="2"/>
                      <a:pt x="333" y="3"/>
                      <a:pt x="316" y="3"/>
                    </a:cubicBezTo>
                    <a:cubicBezTo>
                      <a:pt x="282" y="3"/>
                      <a:pt x="236" y="3"/>
                      <a:pt x="186" y="3"/>
                    </a:cubicBezTo>
                    <a:cubicBezTo>
                      <a:pt x="135" y="3"/>
                      <a:pt x="89" y="3"/>
                      <a:pt x="55" y="3"/>
                    </a:cubicBezTo>
                    <a:cubicBezTo>
                      <a:pt x="38" y="3"/>
                      <a:pt x="25" y="2"/>
                      <a:pt x="15" y="2"/>
                    </a:cubicBezTo>
                    <a:cubicBezTo>
                      <a:pt x="11" y="2"/>
                      <a:pt x="7" y="2"/>
                      <a:pt x="4" y="2"/>
                    </a:cubicBezTo>
                    <a:cubicBezTo>
                      <a:pt x="2" y="2"/>
                      <a:pt x="0" y="2"/>
                      <a:pt x="0" y="2"/>
                    </a:cubicBezTo>
                    <a:cubicBezTo>
                      <a:pt x="0" y="1"/>
                      <a:pt x="2" y="1"/>
                      <a:pt x="4" y="1"/>
                    </a:cubicBezTo>
                    <a:cubicBezTo>
                      <a:pt x="7" y="1"/>
                      <a:pt x="11" y="1"/>
                      <a:pt x="15" y="1"/>
                    </a:cubicBezTo>
                    <a:cubicBezTo>
                      <a:pt x="25" y="1"/>
                      <a:pt x="38" y="1"/>
                      <a:pt x="55" y="0"/>
                    </a:cubicBezTo>
                    <a:cubicBezTo>
                      <a:pt x="89" y="0"/>
                      <a:pt x="135" y="0"/>
                      <a:pt x="186" y="0"/>
                    </a:cubicBezTo>
                    <a:cubicBezTo>
                      <a:pt x="236" y="0"/>
                      <a:pt x="282" y="0"/>
                      <a:pt x="316" y="0"/>
                    </a:cubicBezTo>
                    <a:cubicBezTo>
                      <a:pt x="333" y="1"/>
                      <a:pt x="346" y="1"/>
                      <a:pt x="356" y="1"/>
                    </a:cubicBezTo>
                    <a:cubicBezTo>
                      <a:pt x="360" y="1"/>
                      <a:pt x="364" y="1"/>
                      <a:pt x="367" y="1"/>
                    </a:cubicBezTo>
                    <a:cubicBezTo>
                      <a:pt x="369" y="1"/>
                      <a:pt x="370" y="1"/>
                      <a:pt x="370" y="2"/>
                    </a:cubicBez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57" name="Google Shape;1557;p30"/>
              <p:cNvSpPr/>
              <p:nvPr/>
            </p:nvSpPr>
            <p:spPr>
              <a:xfrm>
                <a:off x="985748" y="1907112"/>
                <a:ext cx="405447" cy="3218"/>
              </a:xfrm>
              <a:custGeom>
                <a:rect b="b" l="l" r="r" t="t"/>
                <a:pathLst>
                  <a:path extrusionOk="0" h="3" w="378">
                    <a:moveTo>
                      <a:pt x="378" y="2"/>
                    </a:moveTo>
                    <a:cubicBezTo>
                      <a:pt x="378" y="2"/>
                      <a:pt x="376" y="2"/>
                      <a:pt x="374" y="2"/>
                    </a:cubicBezTo>
                    <a:cubicBezTo>
                      <a:pt x="371" y="2"/>
                      <a:pt x="367" y="2"/>
                      <a:pt x="363" y="2"/>
                    </a:cubicBezTo>
                    <a:cubicBezTo>
                      <a:pt x="353" y="2"/>
                      <a:pt x="339" y="3"/>
                      <a:pt x="322" y="3"/>
                    </a:cubicBezTo>
                    <a:cubicBezTo>
                      <a:pt x="288" y="3"/>
                      <a:pt x="241" y="3"/>
                      <a:pt x="189" y="3"/>
                    </a:cubicBezTo>
                    <a:cubicBezTo>
                      <a:pt x="137" y="3"/>
                      <a:pt x="90" y="3"/>
                      <a:pt x="55" y="3"/>
                    </a:cubicBezTo>
                    <a:cubicBezTo>
                      <a:pt x="38" y="3"/>
                      <a:pt x="24" y="2"/>
                      <a:pt x="14" y="2"/>
                    </a:cubicBezTo>
                    <a:cubicBezTo>
                      <a:pt x="10" y="2"/>
                      <a:pt x="6" y="2"/>
                      <a:pt x="3" y="2"/>
                    </a:cubicBezTo>
                    <a:cubicBezTo>
                      <a:pt x="1" y="2"/>
                      <a:pt x="0" y="2"/>
                      <a:pt x="0" y="2"/>
                    </a:cubicBezTo>
                    <a:cubicBezTo>
                      <a:pt x="0" y="1"/>
                      <a:pt x="1" y="1"/>
                      <a:pt x="3" y="1"/>
                    </a:cubicBezTo>
                    <a:cubicBezTo>
                      <a:pt x="6" y="1"/>
                      <a:pt x="10" y="1"/>
                      <a:pt x="14" y="1"/>
                    </a:cubicBezTo>
                    <a:cubicBezTo>
                      <a:pt x="24" y="1"/>
                      <a:pt x="38" y="1"/>
                      <a:pt x="55" y="0"/>
                    </a:cubicBezTo>
                    <a:cubicBezTo>
                      <a:pt x="90" y="0"/>
                      <a:pt x="137" y="0"/>
                      <a:pt x="189" y="0"/>
                    </a:cubicBezTo>
                    <a:cubicBezTo>
                      <a:pt x="241" y="0"/>
                      <a:pt x="288" y="0"/>
                      <a:pt x="322" y="0"/>
                    </a:cubicBezTo>
                    <a:cubicBezTo>
                      <a:pt x="339" y="1"/>
                      <a:pt x="353" y="1"/>
                      <a:pt x="363" y="1"/>
                    </a:cubicBezTo>
                    <a:cubicBezTo>
                      <a:pt x="367" y="1"/>
                      <a:pt x="371" y="1"/>
                      <a:pt x="374" y="1"/>
                    </a:cubicBezTo>
                    <a:cubicBezTo>
                      <a:pt x="376" y="1"/>
                      <a:pt x="378" y="1"/>
                      <a:pt x="378" y="2"/>
                    </a:cubicBez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58" name="Google Shape;1558;p30"/>
              <p:cNvSpPr/>
              <p:nvPr/>
            </p:nvSpPr>
            <p:spPr>
              <a:xfrm>
                <a:off x="985748" y="1968251"/>
                <a:ext cx="405447" cy="4290"/>
              </a:xfrm>
              <a:custGeom>
                <a:rect b="b" l="l" r="r" t="t"/>
                <a:pathLst>
                  <a:path extrusionOk="0" h="4" w="378">
                    <a:moveTo>
                      <a:pt x="378" y="2"/>
                    </a:moveTo>
                    <a:cubicBezTo>
                      <a:pt x="378" y="2"/>
                      <a:pt x="376" y="2"/>
                      <a:pt x="374" y="2"/>
                    </a:cubicBezTo>
                    <a:cubicBezTo>
                      <a:pt x="371" y="2"/>
                      <a:pt x="367" y="2"/>
                      <a:pt x="363" y="2"/>
                    </a:cubicBezTo>
                    <a:cubicBezTo>
                      <a:pt x="353" y="3"/>
                      <a:pt x="339" y="3"/>
                      <a:pt x="322" y="3"/>
                    </a:cubicBezTo>
                    <a:cubicBezTo>
                      <a:pt x="288" y="3"/>
                      <a:pt x="241" y="3"/>
                      <a:pt x="189" y="4"/>
                    </a:cubicBezTo>
                    <a:cubicBezTo>
                      <a:pt x="137" y="3"/>
                      <a:pt x="90" y="3"/>
                      <a:pt x="55" y="3"/>
                    </a:cubicBezTo>
                    <a:cubicBezTo>
                      <a:pt x="38" y="3"/>
                      <a:pt x="24" y="3"/>
                      <a:pt x="14" y="2"/>
                    </a:cubicBezTo>
                    <a:cubicBezTo>
                      <a:pt x="10" y="2"/>
                      <a:pt x="6" y="2"/>
                      <a:pt x="3" y="2"/>
                    </a:cubicBezTo>
                    <a:cubicBezTo>
                      <a:pt x="1" y="2"/>
                      <a:pt x="0" y="2"/>
                      <a:pt x="0" y="2"/>
                    </a:cubicBezTo>
                    <a:cubicBezTo>
                      <a:pt x="0" y="2"/>
                      <a:pt x="1" y="2"/>
                      <a:pt x="3" y="1"/>
                    </a:cubicBezTo>
                    <a:cubicBezTo>
                      <a:pt x="6" y="1"/>
                      <a:pt x="10" y="1"/>
                      <a:pt x="14" y="1"/>
                    </a:cubicBezTo>
                    <a:cubicBezTo>
                      <a:pt x="24" y="1"/>
                      <a:pt x="38" y="1"/>
                      <a:pt x="55" y="1"/>
                    </a:cubicBezTo>
                    <a:cubicBezTo>
                      <a:pt x="90" y="0"/>
                      <a:pt x="137" y="0"/>
                      <a:pt x="189" y="0"/>
                    </a:cubicBezTo>
                    <a:cubicBezTo>
                      <a:pt x="241" y="0"/>
                      <a:pt x="288" y="0"/>
                      <a:pt x="322" y="1"/>
                    </a:cubicBezTo>
                    <a:cubicBezTo>
                      <a:pt x="339" y="1"/>
                      <a:pt x="353" y="1"/>
                      <a:pt x="363" y="1"/>
                    </a:cubicBezTo>
                    <a:cubicBezTo>
                      <a:pt x="367" y="1"/>
                      <a:pt x="371" y="1"/>
                      <a:pt x="374" y="1"/>
                    </a:cubicBezTo>
                    <a:cubicBezTo>
                      <a:pt x="376" y="2"/>
                      <a:pt x="378" y="2"/>
                      <a:pt x="378" y="2"/>
                    </a:cubicBez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59" name="Google Shape;1559;p30"/>
              <p:cNvSpPr/>
              <p:nvPr/>
            </p:nvSpPr>
            <p:spPr>
              <a:xfrm>
                <a:off x="985748" y="2029390"/>
                <a:ext cx="405447" cy="4290"/>
              </a:xfrm>
              <a:custGeom>
                <a:rect b="b" l="l" r="r" t="t"/>
                <a:pathLst>
                  <a:path extrusionOk="0" h="4" w="378">
                    <a:moveTo>
                      <a:pt x="378" y="2"/>
                    </a:moveTo>
                    <a:cubicBezTo>
                      <a:pt x="378" y="2"/>
                      <a:pt x="376" y="2"/>
                      <a:pt x="374" y="2"/>
                    </a:cubicBezTo>
                    <a:cubicBezTo>
                      <a:pt x="371" y="2"/>
                      <a:pt x="367" y="2"/>
                      <a:pt x="363" y="2"/>
                    </a:cubicBezTo>
                    <a:cubicBezTo>
                      <a:pt x="353" y="3"/>
                      <a:pt x="339" y="3"/>
                      <a:pt x="322" y="3"/>
                    </a:cubicBezTo>
                    <a:cubicBezTo>
                      <a:pt x="288" y="3"/>
                      <a:pt x="241" y="3"/>
                      <a:pt x="189" y="4"/>
                    </a:cubicBezTo>
                    <a:cubicBezTo>
                      <a:pt x="137" y="3"/>
                      <a:pt x="90" y="3"/>
                      <a:pt x="55" y="3"/>
                    </a:cubicBezTo>
                    <a:cubicBezTo>
                      <a:pt x="38" y="3"/>
                      <a:pt x="24" y="3"/>
                      <a:pt x="14" y="2"/>
                    </a:cubicBezTo>
                    <a:cubicBezTo>
                      <a:pt x="10" y="2"/>
                      <a:pt x="6" y="2"/>
                      <a:pt x="3" y="2"/>
                    </a:cubicBezTo>
                    <a:cubicBezTo>
                      <a:pt x="1" y="2"/>
                      <a:pt x="0" y="2"/>
                      <a:pt x="0" y="2"/>
                    </a:cubicBezTo>
                    <a:cubicBezTo>
                      <a:pt x="0" y="2"/>
                      <a:pt x="1" y="2"/>
                      <a:pt x="3" y="2"/>
                    </a:cubicBezTo>
                    <a:cubicBezTo>
                      <a:pt x="6" y="2"/>
                      <a:pt x="10" y="1"/>
                      <a:pt x="14" y="1"/>
                    </a:cubicBezTo>
                    <a:cubicBezTo>
                      <a:pt x="24" y="1"/>
                      <a:pt x="38" y="1"/>
                      <a:pt x="55" y="1"/>
                    </a:cubicBezTo>
                    <a:cubicBezTo>
                      <a:pt x="90" y="1"/>
                      <a:pt x="137" y="0"/>
                      <a:pt x="189" y="0"/>
                    </a:cubicBezTo>
                    <a:cubicBezTo>
                      <a:pt x="241" y="0"/>
                      <a:pt x="288" y="0"/>
                      <a:pt x="322" y="1"/>
                    </a:cubicBezTo>
                    <a:cubicBezTo>
                      <a:pt x="339" y="1"/>
                      <a:pt x="353" y="1"/>
                      <a:pt x="363" y="1"/>
                    </a:cubicBezTo>
                    <a:cubicBezTo>
                      <a:pt x="367" y="1"/>
                      <a:pt x="371" y="1"/>
                      <a:pt x="374" y="2"/>
                    </a:cubicBezTo>
                    <a:cubicBezTo>
                      <a:pt x="376" y="2"/>
                      <a:pt x="378" y="2"/>
                      <a:pt x="378" y="2"/>
                    </a:cubicBezTo>
                    <a:close/>
                  </a:path>
                </a:pathLst>
              </a:custGeom>
              <a:solidFill>
                <a:schemeClr val="accent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560" name="Google Shape;1560;p30"/>
            <p:cNvGrpSpPr/>
            <p:nvPr/>
          </p:nvGrpSpPr>
          <p:grpSpPr>
            <a:xfrm>
              <a:off x="985750" y="1059299"/>
              <a:ext cx="451575" cy="449876"/>
              <a:chOff x="985750" y="1059299"/>
              <a:chExt cx="451575" cy="449876"/>
            </a:xfrm>
          </p:grpSpPr>
          <p:sp>
            <p:nvSpPr>
              <p:cNvPr id="1561" name="Google Shape;1561;p30"/>
              <p:cNvSpPr/>
              <p:nvPr/>
            </p:nvSpPr>
            <p:spPr>
              <a:xfrm flipH="1">
                <a:off x="1127237" y="1216035"/>
                <a:ext cx="159280" cy="159278"/>
              </a:xfrm>
              <a:custGeom>
                <a:rect b="b" l="l" r="r" t="t"/>
                <a:pathLst>
                  <a:path extrusionOk="0" h="188" w="188">
                    <a:moveTo>
                      <a:pt x="2" y="2"/>
                    </a:moveTo>
                    <a:cubicBezTo>
                      <a:pt x="2" y="2"/>
                      <a:pt x="2" y="3"/>
                      <a:pt x="3" y="5"/>
                    </a:cubicBezTo>
                    <a:cubicBezTo>
                      <a:pt x="3" y="8"/>
                      <a:pt x="3" y="11"/>
                      <a:pt x="3" y="16"/>
                    </a:cubicBezTo>
                    <a:cubicBezTo>
                      <a:pt x="3" y="25"/>
                      <a:pt x="3" y="37"/>
                      <a:pt x="3" y="53"/>
                    </a:cubicBezTo>
                    <a:cubicBezTo>
                      <a:pt x="4" y="85"/>
                      <a:pt x="4" y="131"/>
                      <a:pt x="4" y="185"/>
                    </a:cubicBezTo>
                    <a:lnTo>
                      <a:pt x="2" y="183"/>
                    </a:lnTo>
                    <a:cubicBezTo>
                      <a:pt x="56" y="183"/>
                      <a:pt x="119" y="183"/>
                      <a:pt x="186" y="183"/>
                    </a:cubicBezTo>
                    <a:cubicBezTo>
                      <a:pt x="186" y="182"/>
                      <a:pt x="181" y="187"/>
                      <a:pt x="183" y="185"/>
                    </a:cubicBezTo>
                    <a:lnTo>
                      <a:pt x="183" y="185"/>
                    </a:lnTo>
                    <a:lnTo>
                      <a:pt x="183" y="173"/>
                    </a:lnTo>
                    <a:cubicBezTo>
                      <a:pt x="183" y="169"/>
                      <a:pt x="183" y="165"/>
                      <a:pt x="183" y="160"/>
                    </a:cubicBezTo>
                    <a:cubicBezTo>
                      <a:pt x="183" y="152"/>
                      <a:pt x="183" y="144"/>
                      <a:pt x="183" y="136"/>
                    </a:cubicBezTo>
                    <a:cubicBezTo>
                      <a:pt x="183" y="120"/>
                      <a:pt x="183" y="104"/>
                      <a:pt x="183" y="88"/>
                    </a:cubicBezTo>
                    <a:cubicBezTo>
                      <a:pt x="183" y="58"/>
                      <a:pt x="184" y="29"/>
                      <a:pt x="184" y="2"/>
                    </a:cubicBezTo>
                    <a:lnTo>
                      <a:pt x="186" y="4"/>
                    </a:lnTo>
                    <a:cubicBezTo>
                      <a:pt x="131" y="4"/>
                      <a:pt x="86" y="3"/>
                      <a:pt x="53" y="3"/>
                    </a:cubicBezTo>
                    <a:cubicBezTo>
                      <a:pt x="38" y="3"/>
                      <a:pt x="25" y="2"/>
                      <a:pt x="16" y="2"/>
                    </a:cubicBezTo>
                    <a:cubicBezTo>
                      <a:pt x="12" y="2"/>
                      <a:pt x="8" y="2"/>
                      <a:pt x="6" y="2"/>
                    </a:cubicBezTo>
                    <a:cubicBezTo>
                      <a:pt x="3" y="2"/>
                      <a:pt x="2" y="2"/>
                      <a:pt x="2" y="2"/>
                    </a:cubicBezTo>
                    <a:cubicBezTo>
                      <a:pt x="2" y="2"/>
                      <a:pt x="3" y="2"/>
                      <a:pt x="5" y="2"/>
                    </a:cubicBezTo>
                    <a:cubicBezTo>
                      <a:pt x="8" y="2"/>
                      <a:pt x="11" y="2"/>
                      <a:pt x="15" y="1"/>
                    </a:cubicBezTo>
                    <a:cubicBezTo>
                      <a:pt x="24" y="1"/>
                      <a:pt x="36" y="1"/>
                      <a:pt x="52" y="1"/>
                    </a:cubicBezTo>
                    <a:cubicBezTo>
                      <a:pt x="85" y="1"/>
                      <a:pt x="131" y="0"/>
                      <a:pt x="186" y="0"/>
                    </a:cubicBezTo>
                    <a:lnTo>
                      <a:pt x="188" y="0"/>
                    </a:lnTo>
                    <a:lnTo>
                      <a:pt x="188" y="2"/>
                    </a:lnTo>
                    <a:cubicBezTo>
                      <a:pt x="188" y="29"/>
                      <a:pt x="188" y="58"/>
                      <a:pt x="188" y="88"/>
                    </a:cubicBezTo>
                    <a:cubicBezTo>
                      <a:pt x="188" y="104"/>
                      <a:pt x="188" y="120"/>
                      <a:pt x="188" y="136"/>
                    </a:cubicBezTo>
                    <a:cubicBezTo>
                      <a:pt x="188" y="144"/>
                      <a:pt x="188" y="152"/>
                      <a:pt x="188" y="160"/>
                    </a:cubicBezTo>
                    <a:cubicBezTo>
                      <a:pt x="188" y="165"/>
                      <a:pt x="188" y="169"/>
                      <a:pt x="188" y="173"/>
                    </a:cubicBezTo>
                    <a:lnTo>
                      <a:pt x="188" y="185"/>
                    </a:lnTo>
                    <a:lnTo>
                      <a:pt x="188" y="185"/>
                    </a:lnTo>
                    <a:cubicBezTo>
                      <a:pt x="190" y="183"/>
                      <a:pt x="185" y="188"/>
                      <a:pt x="186" y="188"/>
                    </a:cubicBezTo>
                    <a:cubicBezTo>
                      <a:pt x="118" y="188"/>
                      <a:pt x="56" y="187"/>
                      <a:pt x="2" y="187"/>
                    </a:cubicBezTo>
                    <a:lnTo>
                      <a:pt x="0" y="187"/>
                    </a:lnTo>
                    <a:lnTo>
                      <a:pt x="0" y="185"/>
                    </a:lnTo>
                    <a:cubicBezTo>
                      <a:pt x="0" y="130"/>
                      <a:pt x="1" y="84"/>
                      <a:pt x="1" y="52"/>
                    </a:cubicBezTo>
                    <a:cubicBezTo>
                      <a:pt x="1" y="36"/>
                      <a:pt x="2" y="24"/>
                      <a:pt x="2" y="15"/>
                    </a:cubicBezTo>
                    <a:cubicBezTo>
                      <a:pt x="2" y="11"/>
                      <a:pt x="2" y="7"/>
                      <a:pt x="2" y="5"/>
                    </a:cubicBezTo>
                    <a:cubicBezTo>
                      <a:pt x="2" y="3"/>
                      <a:pt x="2" y="2"/>
                      <a:pt x="2" y="2"/>
                    </a:cubicBezTo>
                    <a:close/>
                  </a:path>
                </a:pathLst>
              </a:custGeom>
              <a:solidFill>
                <a:schemeClr val="accent1"/>
              </a:solidFill>
              <a:ln>
                <a:noFill/>
              </a:ln>
            </p:spPr>
            <p:txBody>
              <a:bodyPr anchorCtr="1" anchor="ctr" bIns="22675" lIns="90000" spcFirstLastPara="1" rIns="90000" wrap="square" tIns="2267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62" name="Google Shape;1562;p30"/>
              <p:cNvSpPr/>
              <p:nvPr/>
            </p:nvSpPr>
            <p:spPr>
              <a:xfrm>
                <a:off x="1133779" y="1204160"/>
                <a:ext cx="168599" cy="136403"/>
              </a:xfrm>
              <a:custGeom>
                <a:rect b="b" l="l" r="r" t="t"/>
                <a:pathLst>
                  <a:path extrusionOk="0" h="161" w="199">
                    <a:moveTo>
                      <a:pt x="199" y="0"/>
                    </a:moveTo>
                    <a:cubicBezTo>
                      <a:pt x="202" y="2"/>
                      <a:pt x="163" y="55"/>
                      <a:pt x="111" y="118"/>
                    </a:cubicBezTo>
                    <a:cubicBezTo>
                      <a:pt x="100" y="131"/>
                      <a:pt x="90" y="144"/>
                      <a:pt x="80" y="156"/>
                    </a:cubicBezTo>
                    <a:lnTo>
                      <a:pt x="76" y="161"/>
                    </a:lnTo>
                    <a:lnTo>
                      <a:pt x="70" y="156"/>
                    </a:lnTo>
                    <a:cubicBezTo>
                      <a:pt x="27" y="118"/>
                      <a:pt x="-2" y="89"/>
                      <a:pt x="0" y="86"/>
                    </a:cubicBezTo>
                    <a:cubicBezTo>
                      <a:pt x="2" y="84"/>
                      <a:pt x="35" y="109"/>
                      <a:pt x="79" y="146"/>
                    </a:cubicBezTo>
                    <a:lnTo>
                      <a:pt x="70" y="147"/>
                    </a:lnTo>
                    <a:cubicBezTo>
                      <a:pt x="79" y="135"/>
                      <a:pt x="89" y="123"/>
                      <a:pt x="100" y="109"/>
                    </a:cubicBezTo>
                    <a:cubicBezTo>
                      <a:pt x="152" y="46"/>
                      <a:pt x="196" y="-3"/>
                      <a:pt x="199" y="0"/>
                    </a:cubicBezTo>
                    <a:close/>
                  </a:path>
                </a:pathLst>
              </a:custGeom>
              <a:solidFill>
                <a:schemeClr val="dk2"/>
              </a:solidFill>
              <a:ln>
                <a:noFill/>
              </a:ln>
            </p:spPr>
            <p:txBody>
              <a:bodyPr anchorCtr="1" anchor="ctr" bIns="12950" lIns="90000" spcFirstLastPara="1" rIns="90000" wrap="square" tIns="129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63" name="Google Shape;1563;p30"/>
              <p:cNvSpPr/>
              <p:nvPr/>
            </p:nvSpPr>
            <p:spPr>
              <a:xfrm flipH="1">
                <a:off x="985750" y="1059299"/>
                <a:ext cx="451575" cy="449876"/>
              </a:xfrm>
              <a:custGeom>
                <a:rect b="b" l="l" r="r" t="t"/>
                <a:pathLst>
                  <a:path extrusionOk="0" h="531" w="533">
                    <a:moveTo>
                      <a:pt x="267" y="0"/>
                    </a:moveTo>
                    <a:cubicBezTo>
                      <a:pt x="267" y="0"/>
                      <a:pt x="268" y="0"/>
                      <a:pt x="271" y="0"/>
                    </a:cubicBezTo>
                    <a:cubicBezTo>
                      <a:pt x="274" y="0"/>
                      <a:pt x="279" y="1"/>
                      <a:pt x="285" y="1"/>
                    </a:cubicBezTo>
                    <a:cubicBezTo>
                      <a:pt x="288" y="1"/>
                      <a:pt x="291" y="1"/>
                      <a:pt x="295" y="1"/>
                    </a:cubicBezTo>
                    <a:cubicBezTo>
                      <a:pt x="298" y="2"/>
                      <a:pt x="302" y="2"/>
                      <a:pt x="306" y="3"/>
                    </a:cubicBezTo>
                    <a:cubicBezTo>
                      <a:pt x="311" y="3"/>
                      <a:pt x="315" y="4"/>
                      <a:pt x="320" y="5"/>
                    </a:cubicBezTo>
                    <a:cubicBezTo>
                      <a:pt x="325" y="6"/>
                      <a:pt x="330" y="7"/>
                      <a:pt x="336" y="9"/>
                    </a:cubicBezTo>
                    <a:cubicBezTo>
                      <a:pt x="357" y="14"/>
                      <a:pt x="384" y="24"/>
                      <a:pt x="410" y="41"/>
                    </a:cubicBezTo>
                    <a:cubicBezTo>
                      <a:pt x="437" y="59"/>
                      <a:pt x="465" y="83"/>
                      <a:pt x="488" y="117"/>
                    </a:cubicBezTo>
                    <a:cubicBezTo>
                      <a:pt x="510" y="150"/>
                      <a:pt x="527" y="192"/>
                      <a:pt x="532" y="240"/>
                    </a:cubicBezTo>
                    <a:cubicBezTo>
                      <a:pt x="532" y="252"/>
                      <a:pt x="534" y="264"/>
                      <a:pt x="533" y="276"/>
                    </a:cubicBezTo>
                    <a:cubicBezTo>
                      <a:pt x="532" y="282"/>
                      <a:pt x="532" y="288"/>
                      <a:pt x="531" y="295"/>
                    </a:cubicBezTo>
                    <a:cubicBezTo>
                      <a:pt x="530" y="301"/>
                      <a:pt x="529" y="307"/>
                      <a:pt x="528" y="313"/>
                    </a:cubicBezTo>
                    <a:cubicBezTo>
                      <a:pt x="523" y="338"/>
                      <a:pt x="516" y="363"/>
                      <a:pt x="503" y="387"/>
                    </a:cubicBezTo>
                    <a:cubicBezTo>
                      <a:pt x="491" y="411"/>
                      <a:pt x="475" y="433"/>
                      <a:pt x="455" y="453"/>
                    </a:cubicBezTo>
                    <a:cubicBezTo>
                      <a:pt x="435" y="473"/>
                      <a:pt x="412" y="490"/>
                      <a:pt x="386" y="503"/>
                    </a:cubicBezTo>
                    <a:cubicBezTo>
                      <a:pt x="360" y="516"/>
                      <a:pt x="331" y="525"/>
                      <a:pt x="301" y="529"/>
                    </a:cubicBezTo>
                    <a:cubicBezTo>
                      <a:pt x="294" y="530"/>
                      <a:pt x="286" y="530"/>
                      <a:pt x="279" y="531"/>
                    </a:cubicBezTo>
                    <a:cubicBezTo>
                      <a:pt x="271" y="531"/>
                      <a:pt x="264" y="532"/>
                      <a:pt x="256" y="531"/>
                    </a:cubicBezTo>
                    <a:cubicBezTo>
                      <a:pt x="241" y="531"/>
                      <a:pt x="226" y="529"/>
                      <a:pt x="211" y="526"/>
                    </a:cubicBezTo>
                    <a:cubicBezTo>
                      <a:pt x="178" y="519"/>
                      <a:pt x="147" y="505"/>
                      <a:pt x="120" y="487"/>
                    </a:cubicBezTo>
                    <a:lnTo>
                      <a:pt x="122" y="488"/>
                    </a:lnTo>
                    <a:cubicBezTo>
                      <a:pt x="91" y="500"/>
                      <a:pt x="60" y="513"/>
                      <a:pt x="30" y="525"/>
                    </a:cubicBezTo>
                    <a:lnTo>
                      <a:pt x="24" y="527"/>
                    </a:lnTo>
                    <a:lnTo>
                      <a:pt x="26" y="521"/>
                    </a:lnTo>
                    <a:cubicBezTo>
                      <a:pt x="35" y="487"/>
                      <a:pt x="44" y="454"/>
                      <a:pt x="53" y="422"/>
                    </a:cubicBezTo>
                    <a:lnTo>
                      <a:pt x="54" y="425"/>
                    </a:lnTo>
                    <a:cubicBezTo>
                      <a:pt x="28" y="390"/>
                      <a:pt x="11" y="351"/>
                      <a:pt x="4" y="312"/>
                    </a:cubicBezTo>
                    <a:cubicBezTo>
                      <a:pt x="1" y="292"/>
                      <a:pt x="-1" y="273"/>
                      <a:pt x="1" y="254"/>
                    </a:cubicBezTo>
                    <a:cubicBezTo>
                      <a:pt x="1" y="244"/>
                      <a:pt x="1" y="235"/>
                      <a:pt x="3" y="226"/>
                    </a:cubicBezTo>
                    <a:cubicBezTo>
                      <a:pt x="4" y="221"/>
                      <a:pt x="5" y="217"/>
                      <a:pt x="5" y="212"/>
                    </a:cubicBezTo>
                    <a:cubicBezTo>
                      <a:pt x="6" y="208"/>
                      <a:pt x="8" y="204"/>
                      <a:pt x="9" y="199"/>
                    </a:cubicBezTo>
                    <a:cubicBezTo>
                      <a:pt x="27" y="130"/>
                      <a:pt x="69" y="78"/>
                      <a:pt x="112" y="49"/>
                    </a:cubicBezTo>
                    <a:cubicBezTo>
                      <a:pt x="133" y="34"/>
                      <a:pt x="154" y="23"/>
                      <a:pt x="173" y="16"/>
                    </a:cubicBezTo>
                    <a:cubicBezTo>
                      <a:pt x="178" y="15"/>
                      <a:pt x="183" y="13"/>
                      <a:pt x="187" y="11"/>
                    </a:cubicBezTo>
                    <a:cubicBezTo>
                      <a:pt x="192" y="10"/>
                      <a:pt x="196" y="9"/>
                      <a:pt x="200" y="8"/>
                    </a:cubicBezTo>
                    <a:cubicBezTo>
                      <a:pt x="204" y="7"/>
                      <a:pt x="208" y="6"/>
                      <a:pt x="212" y="5"/>
                    </a:cubicBezTo>
                    <a:cubicBezTo>
                      <a:pt x="216" y="4"/>
                      <a:pt x="220" y="4"/>
                      <a:pt x="223" y="3"/>
                    </a:cubicBezTo>
                    <a:cubicBezTo>
                      <a:pt x="230" y="3"/>
                      <a:pt x="236" y="1"/>
                      <a:pt x="242" y="1"/>
                    </a:cubicBezTo>
                    <a:cubicBezTo>
                      <a:pt x="247" y="1"/>
                      <a:pt x="252" y="1"/>
                      <a:pt x="255" y="1"/>
                    </a:cubicBezTo>
                    <a:cubicBezTo>
                      <a:pt x="259" y="1"/>
                      <a:pt x="262" y="0"/>
                      <a:pt x="264" y="0"/>
                    </a:cubicBezTo>
                    <a:cubicBezTo>
                      <a:pt x="266" y="0"/>
                      <a:pt x="267" y="0"/>
                      <a:pt x="267" y="0"/>
                    </a:cubicBezTo>
                    <a:cubicBezTo>
                      <a:pt x="267" y="0"/>
                      <a:pt x="266" y="1"/>
                      <a:pt x="264" y="1"/>
                    </a:cubicBezTo>
                    <a:cubicBezTo>
                      <a:pt x="262" y="1"/>
                      <a:pt x="259" y="1"/>
                      <a:pt x="255" y="1"/>
                    </a:cubicBezTo>
                    <a:cubicBezTo>
                      <a:pt x="252" y="2"/>
                      <a:pt x="247" y="2"/>
                      <a:pt x="242" y="2"/>
                    </a:cubicBezTo>
                    <a:cubicBezTo>
                      <a:pt x="237" y="3"/>
                      <a:pt x="230" y="4"/>
                      <a:pt x="224" y="5"/>
                    </a:cubicBezTo>
                    <a:cubicBezTo>
                      <a:pt x="196" y="10"/>
                      <a:pt x="155" y="21"/>
                      <a:pt x="114" y="52"/>
                    </a:cubicBezTo>
                    <a:cubicBezTo>
                      <a:pt x="72" y="81"/>
                      <a:pt x="30" y="132"/>
                      <a:pt x="13" y="200"/>
                    </a:cubicBezTo>
                    <a:cubicBezTo>
                      <a:pt x="12" y="205"/>
                      <a:pt x="11" y="209"/>
                      <a:pt x="10" y="213"/>
                    </a:cubicBezTo>
                    <a:cubicBezTo>
                      <a:pt x="9" y="218"/>
                      <a:pt x="9" y="222"/>
                      <a:pt x="8" y="227"/>
                    </a:cubicBezTo>
                    <a:cubicBezTo>
                      <a:pt x="6" y="236"/>
                      <a:pt x="6" y="245"/>
                      <a:pt x="6" y="254"/>
                    </a:cubicBezTo>
                    <a:cubicBezTo>
                      <a:pt x="4" y="272"/>
                      <a:pt x="6" y="292"/>
                      <a:pt x="9" y="311"/>
                    </a:cubicBezTo>
                    <a:cubicBezTo>
                      <a:pt x="16" y="349"/>
                      <a:pt x="32" y="388"/>
                      <a:pt x="58" y="421"/>
                    </a:cubicBezTo>
                    <a:lnTo>
                      <a:pt x="59" y="422"/>
                    </a:lnTo>
                    <a:lnTo>
                      <a:pt x="59" y="424"/>
                    </a:lnTo>
                    <a:cubicBezTo>
                      <a:pt x="50" y="456"/>
                      <a:pt x="41" y="489"/>
                      <a:pt x="32" y="523"/>
                    </a:cubicBezTo>
                    <a:lnTo>
                      <a:pt x="28" y="519"/>
                    </a:lnTo>
                    <a:cubicBezTo>
                      <a:pt x="58" y="507"/>
                      <a:pt x="89" y="495"/>
                      <a:pt x="120" y="482"/>
                    </a:cubicBezTo>
                    <a:lnTo>
                      <a:pt x="122" y="481"/>
                    </a:lnTo>
                    <a:lnTo>
                      <a:pt x="123" y="482"/>
                    </a:lnTo>
                    <a:cubicBezTo>
                      <a:pt x="149" y="500"/>
                      <a:pt x="180" y="513"/>
                      <a:pt x="212" y="520"/>
                    </a:cubicBezTo>
                    <a:cubicBezTo>
                      <a:pt x="226" y="523"/>
                      <a:pt x="241" y="525"/>
                      <a:pt x="256" y="525"/>
                    </a:cubicBezTo>
                    <a:cubicBezTo>
                      <a:pt x="264" y="526"/>
                      <a:pt x="271" y="525"/>
                      <a:pt x="279" y="525"/>
                    </a:cubicBezTo>
                    <a:cubicBezTo>
                      <a:pt x="286" y="525"/>
                      <a:pt x="293" y="525"/>
                      <a:pt x="301" y="523"/>
                    </a:cubicBezTo>
                    <a:cubicBezTo>
                      <a:pt x="330" y="520"/>
                      <a:pt x="358" y="511"/>
                      <a:pt x="383" y="498"/>
                    </a:cubicBezTo>
                    <a:cubicBezTo>
                      <a:pt x="409" y="485"/>
                      <a:pt x="432" y="468"/>
                      <a:pt x="451" y="449"/>
                    </a:cubicBezTo>
                    <a:cubicBezTo>
                      <a:pt x="470" y="430"/>
                      <a:pt x="486" y="408"/>
                      <a:pt x="498" y="385"/>
                    </a:cubicBezTo>
                    <a:cubicBezTo>
                      <a:pt x="511" y="361"/>
                      <a:pt x="518" y="337"/>
                      <a:pt x="523" y="312"/>
                    </a:cubicBezTo>
                    <a:cubicBezTo>
                      <a:pt x="524" y="306"/>
                      <a:pt x="525" y="300"/>
                      <a:pt x="526" y="294"/>
                    </a:cubicBezTo>
                    <a:cubicBezTo>
                      <a:pt x="527" y="288"/>
                      <a:pt x="527" y="282"/>
                      <a:pt x="527" y="276"/>
                    </a:cubicBezTo>
                    <a:cubicBezTo>
                      <a:pt x="529" y="264"/>
                      <a:pt x="527" y="252"/>
                      <a:pt x="527" y="241"/>
                    </a:cubicBezTo>
                    <a:cubicBezTo>
                      <a:pt x="523" y="194"/>
                      <a:pt x="506" y="152"/>
                      <a:pt x="484" y="119"/>
                    </a:cubicBezTo>
                    <a:cubicBezTo>
                      <a:pt x="462" y="86"/>
                      <a:pt x="435" y="62"/>
                      <a:pt x="409" y="44"/>
                    </a:cubicBezTo>
                    <a:cubicBezTo>
                      <a:pt x="382" y="27"/>
                      <a:pt x="356" y="17"/>
                      <a:pt x="335" y="11"/>
                    </a:cubicBezTo>
                    <a:cubicBezTo>
                      <a:pt x="330" y="10"/>
                      <a:pt x="324" y="8"/>
                      <a:pt x="320" y="7"/>
                    </a:cubicBezTo>
                    <a:cubicBezTo>
                      <a:pt x="315" y="6"/>
                      <a:pt x="310" y="6"/>
                      <a:pt x="306" y="5"/>
                    </a:cubicBezTo>
                    <a:cubicBezTo>
                      <a:pt x="302" y="4"/>
                      <a:pt x="298" y="3"/>
                      <a:pt x="294" y="3"/>
                    </a:cubicBezTo>
                    <a:cubicBezTo>
                      <a:pt x="291" y="2"/>
                      <a:pt x="287" y="2"/>
                      <a:pt x="284" y="2"/>
                    </a:cubicBezTo>
                    <a:cubicBezTo>
                      <a:pt x="279" y="2"/>
                      <a:pt x="274" y="1"/>
                      <a:pt x="271" y="1"/>
                    </a:cubicBezTo>
                    <a:cubicBezTo>
                      <a:pt x="268" y="1"/>
                      <a:pt x="266" y="1"/>
                      <a:pt x="266" y="0"/>
                    </a:cubicBezTo>
                    <a:lnTo>
                      <a:pt x="267"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564" name="Google Shape;1564;p30"/>
            <p:cNvGrpSpPr/>
            <p:nvPr/>
          </p:nvGrpSpPr>
          <p:grpSpPr>
            <a:xfrm>
              <a:off x="1589777" y="707935"/>
              <a:ext cx="1355779" cy="685401"/>
              <a:chOff x="1606790" y="783010"/>
              <a:chExt cx="1355779" cy="685401"/>
            </a:xfrm>
          </p:grpSpPr>
          <p:sp>
            <p:nvSpPr>
              <p:cNvPr id="1565" name="Google Shape;1565;p30"/>
              <p:cNvSpPr/>
              <p:nvPr/>
            </p:nvSpPr>
            <p:spPr>
              <a:xfrm>
                <a:off x="1606790" y="993243"/>
                <a:ext cx="447278" cy="446208"/>
              </a:xfrm>
              <a:custGeom>
                <a:rect b="b" l="l" r="r" t="t"/>
                <a:pathLst>
                  <a:path extrusionOk="0" h="416" w="417">
                    <a:moveTo>
                      <a:pt x="235" y="379"/>
                    </a:moveTo>
                    <a:cubicBezTo>
                      <a:pt x="220" y="382"/>
                      <a:pt x="205" y="382"/>
                      <a:pt x="190" y="381"/>
                    </a:cubicBezTo>
                    <a:lnTo>
                      <a:pt x="166" y="416"/>
                    </a:lnTo>
                    <a:lnTo>
                      <a:pt x="100" y="391"/>
                    </a:lnTo>
                    <a:lnTo>
                      <a:pt x="106" y="348"/>
                    </a:lnTo>
                    <a:cubicBezTo>
                      <a:pt x="94" y="339"/>
                      <a:pt x="83" y="329"/>
                      <a:pt x="73" y="317"/>
                    </a:cubicBezTo>
                    <a:lnTo>
                      <a:pt x="31" y="325"/>
                    </a:lnTo>
                    <a:lnTo>
                      <a:pt x="3" y="260"/>
                    </a:lnTo>
                    <a:lnTo>
                      <a:pt x="37" y="235"/>
                    </a:lnTo>
                    <a:cubicBezTo>
                      <a:pt x="34" y="220"/>
                      <a:pt x="34" y="204"/>
                      <a:pt x="36" y="189"/>
                    </a:cubicBezTo>
                    <a:lnTo>
                      <a:pt x="0" y="165"/>
                    </a:lnTo>
                    <a:lnTo>
                      <a:pt x="26" y="100"/>
                    </a:lnTo>
                    <a:lnTo>
                      <a:pt x="68" y="106"/>
                    </a:lnTo>
                    <a:cubicBezTo>
                      <a:pt x="77" y="93"/>
                      <a:pt x="87" y="82"/>
                      <a:pt x="99" y="72"/>
                    </a:cubicBezTo>
                    <a:lnTo>
                      <a:pt x="91" y="31"/>
                    </a:lnTo>
                    <a:lnTo>
                      <a:pt x="156" y="2"/>
                    </a:lnTo>
                    <a:lnTo>
                      <a:pt x="181" y="36"/>
                    </a:lnTo>
                    <a:cubicBezTo>
                      <a:pt x="197" y="34"/>
                      <a:pt x="212" y="33"/>
                      <a:pt x="227" y="35"/>
                    </a:cubicBezTo>
                    <a:lnTo>
                      <a:pt x="251" y="0"/>
                    </a:lnTo>
                    <a:lnTo>
                      <a:pt x="317" y="25"/>
                    </a:lnTo>
                    <a:lnTo>
                      <a:pt x="310" y="67"/>
                    </a:lnTo>
                    <a:cubicBezTo>
                      <a:pt x="323" y="76"/>
                      <a:pt x="334" y="87"/>
                      <a:pt x="344" y="99"/>
                    </a:cubicBezTo>
                    <a:lnTo>
                      <a:pt x="386" y="91"/>
                    </a:lnTo>
                    <a:lnTo>
                      <a:pt x="414" y="155"/>
                    </a:lnTo>
                    <a:lnTo>
                      <a:pt x="380" y="181"/>
                    </a:lnTo>
                    <a:cubicBezTo>
                      <a:pt x="382" y="196"/>
                      <a:pt x="383" y="211"/>
                      <a:pt x="381" y="227"/>
                    </a:cubicBezTo>
                    <a:lnTo>
                      <a:pt x="417" y="250"/>
                    </a:lnTo>
                    <a:lnTo>
                      <a:pt x="391" y="316"/>
                    </a:lnTo>
                    <a:lnTo>
                      <a:pt x="349" y="310"/>
                    </a:lnTo>
                    <a:cubicBezTo>
                      <a:pt x="340" y="322"/>
                      <a:pt x="329" y="333"/>
                      <a:pt x="317" y="343"/>
                    </a:cubicBezTo>
                    <a:lnTo>
                      <a:pt x="325" y="385"/>
                    </a:lnTo>
                    <a:lnTo>
                      <a:pt x="261" y="414"/>
                    </a:lnTo>
                    <a:lnTo>
                      <a:pt x="235" y="380"/>
                    </a:lnTo>
                    <a:lnTo>
                      <a:pt x="235" y="380"/>
                    </a:lnTo>
                    <a:lnTo>
                      <a:pt x="235" y="379"/>
                    </a:lnTo>
                    <a:moveTo>
                      <a:pt x="236" y="278"/>
                    </a:moveTo>
                    <a:cubicBezTo>
                      <a:pt x="274" y="261"/>
                      <a:pt x="291" y="217"/>
                      <a:pt x="274" y="179"/>
                    </a:cubicBezTo>
                    <a:cubicBezTo>
                      <a:pt x="257" y="140"/>
                      <a:pt x="213" y="123"/>
                      <a:pt x="175" y="140"/>
                    </a:cubicBezTo>
                    <a:cubicBezTo>
                      <a:pt x="136" y="157"/>
                      <a:pt x="119" y="202"/>
                      <a:pt x="136" y="240"/>
                    </a:cubicBezTo>
                    <a:cubicBezTo>
                      <a:pt x="153" y="278"/>
                      <a:pt x="198" y="295"/>
                      <a:pt x="236" y="278"/>
                    </a:cubicBez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1566" name="Google Shape;1566;p30"/>
              <p:cNvGrpSpPr/>
              <p:nvPr/>
            </p:nvGrpSpPr>
            <p:grpSpPr>
              <a:xfrm>
                <a:off x="2178491" y="1115521"/>
                <a:ext cx="350743" cy="352890"/>
                <a:chOff x="2178491" y="1115521"/>
                <a:chExt cx="350743" cy="352890"/>
              </a:xfrm>
            </p:grpSpPr>
            <p:sp>
              <p:nvSpPr>
                <p:cNvPr id="1567" name="Google Shape;1567;p30"/>
                <p:cNvSpPr/>
                <p:nvPr/>
              </p:nvSpPr>
              <p:spPr>
                <a:xfrm>
                  <a:off x="2286824" y="1227073"/>
                  <a:ext cx="131931" cy="130859"/>
                </a:xfrm>
                <a:custGeom>
                  <a:rect b="b" l="l" r="r" t="t"/>
                  <a:pathLst>
                    <a:path extrusionOk="0" h="122" w="123">
                      <a:moveTo>
                        <a:pt x="85" y="115"/>
                      </a:moveTo>
                      <a:cubicBezTo>
                        <a:pt x="85" y="115"/>
                        <a:pt x="84" y="115"/>
                        <a:pt x="83" y="116"/>
                      </a:cubicBezTo>
                      <a:cubicBezTo>
                        <a:pt x="82" y="116"/>
                        <a:pt x="80" y="117"/>
                        <a:pt x="78" y="117"/>
                      </a:cubicBezTo>
                      <a:cubicBezTo>
                        <a:pt x="73" y="119"/>
                        <a:pt x="66" y="120"/>
                        <a:pt x="57" y="120"/>
                      </a:cubicBezTo>
                      <a:cubicBezTo>
                        <a:pt x="48" y="119"/>
                        <a:pt x="37" y="116"/>
                        <a:pt x="26" y="108"/>
                      </a:cubicBezTo>
                      <a:cubicBezTo>
                        <a:pt x="16" y="101"/>
                        <a:pt x="6" y="88"/>
                        <a:pt x="4" y="71"/>
                      </a:cubicBezTo>
                      <a:cubicBezTo>
                        <a:pt x="1" y="55"/>
                        <a:pt x="5" y="35"/>
                        <a:pt x="19" y="21"/>
                      </a:cubicBezTo>
                      <a:cubicBezTo>
                        <a:pt x="33" y="7"/>
                        <a:pt x="56" y="-1"/>
                        <a:pt x="77" y="5"/>
                      </a:cubicBezTo>
                      <a:cubicBezTo>
                        <a:pt x="88" y="8"/>
                        <a:pt x="98" y="15"/>
                        <a:pt x="106" y="23"/>
                      </a:cubicBezTo>
                      <a:cubicBezTo>
                        <a:pt x="113" y="32"/>
                        <a:pt x="118" y="43"/>
                        <a:pt x="120" y="56"/>
                      </a:cubicBezTo>
                      <a:cubicBezTo>
                        <a:pt x="121" y="68"/>
                        <a:pt x="119" y="80"/>
                        <a:pt x="113" y="91"/>
                      </a:cubicBezTo>
                      <a:cubicBezTo>
                        <a:pt x="110" y="97"/>
                        <a:pt x="106" y="102"/>
                        <a:pt x="101" y="106"/>
                      </a:cubicBezTo>
                      <a:cubicBezTo>
                        <a:pt x="99" y="108"/>
                        <a:pt x="96" y="110"/>
                        <a:pt x="94" y="112"/>
                      </a:cubicBezTo>
                      <a:cubicBezTo>
                        <a:pt x="93" y="113"/>
                        <a:pt x="91" y="114"/>
                        <a:pt x="90" y="115"/>
                      </a:cubicBezTo>
                      <a:lnTo>
                        <a:pt x="88" y="116"/>
                      </a:lnTo>
                      <a:lnTo>
                        <a:pt x="87" y="117"/>
                      </a:lnTo>
                      <a:lnTo>
                        <a:pt x="86" y="117"/>
                      </a:lnTo>
                      <a:lnTo>
                        <a:pt x="86" y="117"/>
                      </a:lnTo>
                      <a:lnTo>
                        <a:pt x="86" y="117"/>
                      </a:lnTo>
                      <a:cubicBezTo>
                        <a:pt x="86" y="117"/>
                        <a:pt x="88" y="116"/>
                        <a:pt x="87" y="114"/>
                      </a:cubicBezTo>
                      <a:lnTo>
                        <a:pt x="84" y="113"/>
                      </a:lnTo>
                      <a:cubicBezTo>
                        <a:pt x="86" y="112"/>
                        <a:pt x="89" y="111"/>
                        <a:pt x="91" y="110"/>
                      </a:cubicBezTo>
                      <a:cubicBezTo>
                        <a:pt x="112" y="98"/>
                        <a:pt x="122" y="71"/>
                        <a:pt x="117" y="49"/>
                      </a:cubicBezTo>
                      <a:cubicBezTo>
                        <a:pt x="112" y="26"/>
                        <a:pt x="93" y="9"/>
                        <a:pt x="72" y="6"/>
                      </a:cubicBezTo>
                      <a:cubicBezTo>
                        <a:pt x="51" y="1"/>
                        <a:pt x="30" y="10"/>
                        <a:pt x="18" y="24"/>
                      </a:cubicBezTo>
                      <a:cubicBezTo>
                        <a:pt x="5" y="38"/>
                        <a:pt x="1" y="57"/>
                        <a:pt x="4" y="73"/>
                      </a:cubicBezTo>
                      <a:cubicBezTo>
                        <a:pt x="7" y="88"/>
                        <a:pt x="16" y="101"/>
                        <a:pt x="26" y="109"/>
                      </a:cubicBezTo>
                      <a:cubicBezTo>
                        <a:pt x="37" y="116"/>
                        <a:pt x="48" y="119"/>
                        <a:pt x="57" y="120"/>
                      </a:cubicBezTo>
                      <a:cubicBezTo>
                        <a:pt x="66" y="121"/>
                        <a:pt x="73" y="119"/>
                        <a:pt x="78" y="118"/>
                      </a:cubicBezTo>
                      <a:cubicBezTo>
                        <a:pt x="82" y="116"/>
                        <a:pt x="85" y="115"/>
                        <a:pt x="85" y="115"/>
                      </a:cubicBezTo>
                      <a:cubicBezTo>
                        <a:pt x="85" y="115"/>
                        <a:pt x="83" y="117"/>
                        <a:pt x="78" y="119"/>
                      </a:cubicBezTo>
                      <a:cubicBezTo>
                        <a:pt x="73" y="120"/>
                        <a:pt x="66" y="122"/>
                        <a:pt x="57" y="122"/>
                      </a:cubicBezTo>
                      <a:cubicBezTo>
                        <a:pt x="48" y="122"/>
                        <a:pt x="36" y="119"/>
                        <a:pt x="25" y="111"/>
                      </a:cubicBezTo>
                      <a:cubicBezTo>
                        <a:pt x="14" y="103"/>
                        <a:pt x="4" y="90"/>
                        <a:pt x="1" y="73"/>
                      </a:cubicBezTo>
                      <a:cubicBezTo>
                        <a:pt x="-2" y="57"/>
                        <a:pt x="2" y="37"/>
                        <a:pt x="15" y="21"/>
                      </a:cubicBezTo>
                      <a:cubicBezTo>
                        <a:pt x="28" y="6"/>
                        <a:pt x="50" y="-3"/>
                        <a:pt x="73" y="1"/>
                      </a:cubicBezTo>
                      <a:cubicBezTo>
                        <a:pt x="84" y="4"/>
                        <a:pt x="95" y="9"/>
                        <a:pt x="104" y="17"/>
                      </a:cubicBezTo>
                      <a:cubicBezTo>
                        <a:pt x="112" y="25"/>
                        <a:pt x="119" y="36"/>
                        <a:pt x="121" y="48"/>
                      </a:cubicBezTo>
                      <a:cubicBezTo>
                        <a:pt x="127" y="72"/>
                        <a:pt x="117" y="101"/>
                        <a:pt x="93" y="114"/>
                      </a:cubicBezTo>
                      <a:cubicBezTo>
                        <a:pt x="91" y="116"/>
                        <a:pt x="88" y="117"/>
                        <a:pt x="85" y="118"/>
                      </a:cubicBezTo>
                      <a:lnTo>
                        <a:pt x="84" y="118"/>
                      </a:lnTo>
                      <a:lnTo>
                        <a:pt x="83" y="117"/>
                      </a:lnTo>
                      <a:cubicBezTo>
                        <a:pt x="82" y="115"/>
                        <a:pt x="83" y="113"/>
                        <a:pt x="83" y="114"/>
                      </a:cubicBezTo>
                      <a:cubicBezTo>
                        <a:pt x="83" y="114"/>
                        <a:pt x="83" y="113"/>
                        <a:pt x="84" y="113"/>
                      </a:cubicBezTo>
                      <a:lnTo>
                        <a:pt x="84" y="113"/>
                      </a:lnTo>
                      <a:lnTo>
                        <a:pt x="85" y="113"/>
                      </a:lnTo>
                      <a:lnTo>
                        <a:pt x="86" y="112"/>
                      </a:lnTo>
                      <a:lnTo>
                        <a:pt x="87" y="111"/>
                      </a:lnTo>
                      <a:cubicBezTo>
                        <a:pt x="89" y="110"/>
                        <a:pt x="90" y="110"/>
                        <a:pt x="91" y="109"/>
                      </a:cubicBezTo>
                      <a:cubicBezTo>
                        <a:pt x="94" y="107"/>
                        <a:pt x="96" y="105"/>
                        <a:pt x="98" y="103"/>
                      </a:cubicBezTo>
                      <a:cubicBezTo>
                        <a:pt x="102" y="99"/>
                        <a:pt x="106" y="95"/>
                        <a:pt x="109" y="89"/>
                      </a:cubicBezTo>
                      <a:cubicBezTo>
                        <a:pt x="114" y="79"/>
                        <a:pt x="116" y="68"/>
                        <a:pt x="115" y="57"/>
                      </a:cubicBezTo>
                      <a:cubicBezTo>
                        <a:pt x="113" y="46"/>
                        <a:pt x="109" y="35"/>
                        <a:pt x="102" y="27"/>
                      </a:cubicBezTo>
                      <a:cubicBezTo>
                        <a:pt x="95" y="19"/>
                        <a:pt x="86" y="13"/>
                        <a:pt x="76" y="10"/>
                      </a:cubicBezTo>
                      <a:cubicBezTo>
                        <a:pt x="56" y="4"/>
                        <a:pt x="35" y="11"/>
                        <a:pt x="22" y="24"/>
                      </a:cubicBezTo>
                      <a:cubicBezTo>
                        <a:pt x="9" y="38"/>
                        <a:pt x="4" y="56"/>
                        <a:pt x="7" y="71"/>
                      </a:cubicBezTo>
                      <a:cubicBezTo>
                        <a:pt x="9" y="87"/>
                        <a:pt x="18" y="100"/>
                        <a:pt x="28" y="107"/>
                      </a:cubicBezTo>
                      <a:cubicBezTo>
                        <a:pt x="38" y="115"/>
                        <a:pt x="49" y="118"/>
                        <a:pt x="57" y="119"/>
                      </a:cubicBezTo>
                      <a:cubicBezTo>
                        <a:pt x="66" y="120"/>
                        <a:pt x="73" y="118"/>
                        <a:pt x="78" y="117"/>
                      </a:cubicBezTo>
                      <a:cubicBezTo>
                        <a:pt x="82" y="116"/>
                        <a:pt x="85" y="115"/>
                        <a:pt x="85" y="116"/>
                      </a:cubicBezTo>
                      <a:lnTo>
                        <a:pt x="85" y="115"/>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68" name="Google Shape;1568;p30"/>
                <p:cNvSpPr/>
                <p:nvPr/>
              </p:nvSpPr>
              <p:spPr>
                <a:xfrm>
                  <a:off x="2178491" y="1115521"/>
                  <a:ext cx="350743" cy="352890"/>
                </a:xfrm>
                <a:custGeom>
                  <a:rect b="b" l="l" r="r" t="t"/>
                  <a:pathLst>
                    <a:path extrusionOk="0" h="329" w="327">
                      <a:moveTo>
                        <a:pt x="185" y="297"/>
                      </a:moveTo>
                      <a:cubicBezTo>
                        <a:pt x="187" y="299"/>
                        <a:pt x="193" y="307"/>
                        <a:pt x="205" y="323"/>
                      </a:cubicBezTo>
                      <a:lnTo>
                        <a:pt x="204" y="323"/>
                      </a:lnTo>
                      <a:cubicBezTo>
                        <a:pt x="217" y="317"/>
                        <a:pt x="234" y="310"/>
                        <a:pt x="255" y="301"/>
                      </a:cubicBezTo>
                      <a:lnTo>
                        <a:pt x="254" y="302"/>
                      </a:lnTo>
                      <a:cubicBezTo>
                        <a:pt x="252" y="292"/>
                        <a:pt x="250" y="281"/>
                        <a:pt x="248" y="269"/>
                      </a:cubicBezTo>
                      <a:lnTo>
                        <a:pt x="250" y="269"/>
                      </a:lnTo>
                      <a:lnTo>
                        <a:pt x="249" y="270"/>
                      </a:lnTo>
                      <a:lnTo>
                        <a:pt x="248" y="269"/>
                      </a:lnTo>
                      <a:cubicBezTo>
                        <a:pt x="257" y="262"/>
                        <a:pt x="265" y="253"/>
                        <a:pt x="272" y="243"/>
                      </a:cubicBezTo>
                      <a:lnTo>
                        <a:pt x="274" y="245"/>
                      </a:lnTo>
                      <a:lnTo>
                        <a:pt x="273" y="245"/>
                      </a:lnTo>
                      <a:lnTo>
                        <a:pt x="272" y="243"/>
                      </a:lnTo>
                      <a:lnTo>
                        <a:pt x="306" y="248"/>
                      </a:lnTo>
                      <a:lnTo>
                        <a:pt x="304" y="249"/>
                      </a:lnTo>
                      <a:cubicBezTo>
                        <a:pt x="311" y="232"/>
                        <a:pt x="317" y="215"/>
                        <a:pt x="324" y="196"/>
                      </a:cubicBezTo>
                      <a:lnTo>
                        <a:pt x="325" y="198"/>
                      </a:lnTo>
                      <a:cubicBezTo>
                        <a:pt x="316" y="192"/>
                        <a:pt x="307" y="186"/>
                        <a:pt x="297" y="179"/>
                      </a:cubicBezTo>
                      <a:lnTo>
                        <a:pt x="299" y="177"/>
                      </a:lnTo>
                      <a:lnTo>
                        <a:pt x="300" y="179"/>
                      </a:lnTo>
                      <a:lnTo>
                        <a:pt x="297" y="179"/>
                      </a:lnTo>
                      <a:cubicBezTo>
                        <a:pt x="298" y="168"/>
                        <a:pt x="298" y="156"/>
                        <a:pt x="296" y="144"/>
                      </a:cubicBezTo>
                      <a:lnTo>
                        <a:pt x="299" y="144"/>
                      </a:lnTo>
                      <a:lnTo>
                        <a:pt x="298" y="146"/>
                      </a:lnTo>
                      <a:lnTo>
                        <a:pt x="296" y="144"/>
                      </a:lnTo>
                      <a:cubicBezTo>
                        <a:pt x="304" y="138"/>
                        <a:pt x="314" y="131"/>
                        <a:pt x="323" y="123"/>
                      </a:cubicBezTo>
                      <a:lnTo>
                        <a:pt x="323" y="125"/>
                      </a:lnTo>
                      <a:cubicBezTo>
                        <a:pt x="316" y="109"/>
                        <a:pt x="308" y="92"/>
                        <a:pt x="300" y="74"/>
                      </a:cubicBezTo>
                      <a:lnTo>
                        <a:pt x="302" y="75"/>
                      </a:lnTo>
                      <a:cubicBezTo>
                        <a:pt x="292" y="77"/>
                        <a:pt x="280" y="79"/>
                        <a:pt x="268" y="81"/>
                      </a:cubicBezTo>
                      <a:lnTo>
                        <a:pt x="269" y="78"/>
                      </a:lnTo>
                      <a:lnTo>
                        <a:pt x="270" y="78"/>
                      </a:lnTo>
                      <a:lnTo>
                        <a:pt x="268" y="81"/>
                      </a:lnTo>
                      <a:cubicBezTo>
                        <a:pt x="261" y="73"/>
                        <a:pt x="253" y="64"/>
                        <a:pt x="243" y="57"/>
                      </a:cubicBezTo>
                      <a:lnTo>
                        <a:pt x="245" y="55"/>
                      </a:lnTo>
                      <a:lnTo>
                        <a:pt x="246" y="56"/>
                      </a:lnTo>
                      <a:lnTo>
                        <a:pt x="242" y="57"/>
                      </a:lnTo>
                      <a:cubicBezTo>
                        <a:pt x="244" y="46"/>
                        <a:pt x="246" y="35"/>
                        <a:pt x="247" y="23"/>
                      </a:cubicBezTo>
                      <a:lnTo>
                        <a:pt x="249" y="25"/>
                      </a:lnTo>
                      <a:cubicBezTo>
                        <a:pt x="232" y="19"/>
                        <a:pt x="214" y="12"/>
                        <a:pt x="196" y="5"/>
                      </a:cubicBezTo>
                      <a:lnTo>
                        <a:pt x="198" y="4"/>
                      </a:lnTo>
                      <a:cubicBezTo>
                        <a:pt x="192" y="13"/>
                        <a:pt x="186" y="22"/>
                        <a:pt x="179" y="32"/>
                      </a:cubicBezTo>
                      <a:lnTo>
                        <a:pt x="176" y="29"/>
                      </a:lnTo>
                      <a:lnTo>
                        <a:pt x="178" y="28"/>
                      </a:lnTo>
                      <a:lnTo>
                        <a:pt x="179" y="32"/>
                      </a:lnTo>
                      <a:cubicBezTo>
                        <a:pt x="168" y="31"/>
                        <a:pt x="156" y="31"/>
                        <a:pt x="143" y="33"/>
                      </a:cubicBezTo>
                      <a:lnTo>
                        <a:pt x="144" y="33"/>
                      </a:lnTo>
                      <a:lnTo>
                        <a:pt x="144" y="29"/>
                      </a:lnTo>
                      <a:lnTo>
                        <a:pt x="144" y="29"/>
                      </a:lnTo>
                      <a:lnTo>
                        <a:pt x="142" y="33"/>
                      </a:lnTo>
                      <a:lnTo>
                        <a:pt x="142" y="33"/>
                      </a:lnTo>
                      <a:lnTo>
                        <a:pt x="142" y="33"/>
                      </a:lnTo>
                      <a:lnTo>
                        <a:pt x="143" y="33"/>
                      </a:lnTo>
                      <a:lnTo>
                        <a:pt x="144" y="30"/>
                      </a:lnTo>
                      <a:lnTo>
                        <a:pt x="144" y="29"/>
                      </a:lnTo>
                      <a:lnTo>
                        <a:pt x="144" y="29"/>
                      </a:lnTo>
                      <a:lnTo>
                        <a:pt x="144" y="29"/>
                      </a:lnTo>
                      <a:lnTo>
                        <a:pt x="144" y="30"/>
                      </a:lnTo>
                      <a:lnTo>
                        <a:pt x="145" y="30"/>
                      </a:lnTo>
                      <a:lnTo>
                        <a:pt x="143" y="33"/>
                      </a:lnTo>
                      <a:cubicBezTo>
                        <a:pt x="137" y="25"/>
                        <a:pt x="130" y="15"/>
                        <a:pt x="122" y="6"/>
                      </a:cubicBezTo>
                      <a:lnTo>
                        <a:pt x="125" y="7"/>
                      </a:lnTo>
                      <a:cubicBezTo>
                        <a:pt x="109" y="14"/>
                        <a:pt x="91" y="22"/>
                        <a:pt x="73" y="30"/>
                      </a:cubicBezTo>
                      <a:lnTo>
                        <a:pt x="74" y="27"/>
                      </a:lnTo>
                      <a:cubicBezTo>
                        <a:pt x="76" y="37"/>
                        <a:pt x="79" y="49"/>
                        <a:pt x="81" y="61"/>
                      </a:cubicBezTo>
                      <a:lnTo>
                        <a:pt x="77" y="60"/>
                      </a:lnTo>
                      <a:lnTo>
                        <a:pt x="77" y="59"/>
                      </a:lnTo>
                      <a:lnTo>
                        <a:pt x="81" y="61"/>
                      </a:lnTo>
                      <a:cubicBezTo>
                        <a:pt x="72" y="68"/>
                        <a:pt x="64" y="77"/>
                        <a:pt x="57" y="87"/>
                      </a:cubicBezTo>
                      <a:lnTo>
                        <a:pt x="54" y="83"/>
                      </a:lnTo>
                      <a:lnTo>
                        <a:pt x="55" y="83"/>
                      </a:lnTo>
                      <a:lnTo>
                        <a:pt x="56" y="87"/>
                      </a:lnTo>
                      <a:cubicBezTo>
                        <a:pt x="46" y="85"/>
                        <a:pt x="34" y="84"/>
                        <a:pt x="22" y="82"/>
                      </a:cubicBezTo>
                      <a:lnTo>
                        <a:pt x="25" y="81"/>
                      </a:lnTo>
                      <a:cubicBezTo>
                        <a:pt x="18" y="97"/>
                        <a:pt x="12" y="115"/>
                        <a:pt x="4" y="133"/>
                      </a:cubicBezTo>
                      <a:lnTo>
                        <a:pt x="4" y="131"/>
                      </a:lnTo>
                      <a:cubicBezTo>
                        <a:pt x="12" y="136"/>
                        <a:pt x="22" y="143"/>
                        <a:pt x="32" y="150"/>
                      </a:cubicBezTo>
                      <a:lnTo>
                        <a:pt x="28" y="152"/>
                      </a:lnTo>
                      <a:lnTo>
                        <a:pt x="28" y="151"/>
                      </a:lnTo>
                      <a:lnTo>
                        <a:pt x="32" y="150"/>
                      </a:lnTo>
                      <a:cubicBezTo>
                        <a:pt x="31" y="161"/>
                        <a:pt x="31" y="173"/>
                        <a:pt x="33" y="185"/>
                      </a:cubicBezTo>
                      <a:lnTo>
                        <a:pt x="29" y="185"/>
                      </a:lnTo>
                      <a:lnTo>
                        <a:pt x="29" y="183"/>
                      </a:lnTo>
                      <a:lnTo>
                        <a:pt x="33" y="186"/>
                      </a:lnTo>
                      <a:cubicBezTo>
                        <a:pt x="24" y="192"/>
                        <a:pt x="15" y="199"/>
                        <a:pt x="6" y="206"/>
                      </a:cubicBezTo>
                      <a:lnTo>
                        <a:pt x="6" y="204"/>
                      </a:lnTo>
                      <a:cubicBezTo>
                        <a:pt x="14" y="220"/>
                        <a:pt x="21" y="237"/>
                        <a:pt x="29" y="255"/>
                      </a:cubicBezTo>
                      <a:lnTo>
                        <a:pt x="27" y="254"/>
                      </a:lnTo>
                      <a:cubicBezTo>
                        <a:pt x="37" y="252"/>
                        <a:pt x="48" y="249"/>
                        <a:pt x="60" y="247"/>
                      </a:cubicBezTo>
                      <a:lnTo>
                        <a:pt x="59" y="252"/>
                      </a:lnTo>
                      <a:lnTo>
                        <a:pt x="58" y="251"/>
                      </a:lnTo>
                      <a:lnTo>
                        <a:pt x="61" y="247"/>
                      </a:lnTo>
                      <a:cubicBezTo>
                        <a:pt x="68" y="256"/>
                        <a:pt x="77" y="264"/>
                        <a:pt x="86" y="272"/>
                      </a:cubicBezTo>
                      <a:lnTo>
                        <a:pt x="83" y="274"/>
                      </a:lnTo>
                      <a:lnTo>
                        <a:pt x="82" y="273"/>
                      </a:lnTo>
                      <a:lnTo>
                        <a:pt x="87" y="273"/>
                      </a:lnTo>
                      <a:cubicBezTo>
                        <a:pt x="85" y="283"/>
                        <a:pt x="84" y="294"/>
                        <a:pt x="82" y="306"/>
                      </a:cubicBezTo>
                      <a:lnTo>
                        <a:pt x="81" y="303"/>
                      </a:lnTo>
                      <a:cubicBezTo>
                        <a:pt x="97" y="310"/>
                        <a:pt x="115" y="316"/>
                        <a:pt x="133" y="323"/>
                      </a:cubicBezTo>
                      <a:lnTo>
                        <a:pt x="130" y="324"/>
                      </a:lnTo>
                      <a:cubicBezTo>
                        <a:pt x="135" y="315"/>
                        <a:pt x="142" y="306"/>
                        <a:pt x="148" y="296"/>
                      </a:cubicBezTo>
                      <a:lnTo>
                        <a:pt x="151" y="300"/>
                      </a:lnTo>
                      <a:lnTo>
                        <a:pt x="150" y="300"/>
                      </a:lnTo>
                      <a:lnTo>
                        <a:pt x="150" y="295"/>
                      </a:lnTo>
                      <a:cubicBezTo>
                        <a:pt x="159" y="296"/>
                        <a:pt x="170" y="296"/>
                        <a:pt x="180" y="295"/>
                      </a:cubicBezTo>
                      <a:lnTo>
                        <a:pt x="182" y="295"/>
                      </a:lnTo>
                      <a:lnTo>
                        <a:pt x="182" y="295"/>
                      </a:lnTo>
                      <a:lnTo>
                        <a:pt x="182" y="295"/>
                      </a:lnTo>
                      <a:lnTo>
                        <a:pt x="182" y="296"/>
                      </a:lnTo>
                      <a:lnTo>
                        <a:pt x="183" y="296"/>
                      </a:lnTo>
                      <a:cubicBezTo>
                        <a:pt x="182" y="296"/>
                        <a:pt x="183" y="299"/>
                        <a:pt x="184" y="299"/>
                      </a:cubicBezTo>
                      <a:lnTo>
                        <a:pt x="184" y="299"/>
                      </a:lnTo>
                      <a:cubicBezTo>
                        <a:pt x="185" y="299"/>
                        <a:pt x="185" y="299"/>
                        <a:pt x="185" y="299"/>
                      </a:cubicBezTo>
                      <a:lnTo>
                        <a:pt x="185" y="299"/>
                      </a:lnTo>
                      <a:lnTo>
                        <a:pt x="180" y="299"/>
                      </a:lnTo>
                      <a:cubicBezTo>
                        <a:pt x="176" y="300"/>
                        <a:pt x="173" y="300"/>
                        <a:pt x="169" y="300"/>
                      </a:cubicBezTo>
                      <a:cubicBezTo>
                        <a:pt x="163" y="300"/>
                        <a:pt x="156" y="300"/>
                        <a:pt x="149" y="299"/>
                      </a:cubicBezTo>
                      <a:lnTo>
                        <a:pt x="151" y="298"/>
                      </a:lnTo>
                      <a:cubicBezTo>
                        <a:pt x="145" y="307"/>
                        <a:pt x="139" y="317"/>
                        <a:pt x="133" y="326"/>
                      </a:cubicBezTo>
                      <a:lnTo>
                        <a:pt x="130" y="322"/>
                      </a:lnTo>
                      <a:lnTo>
                        <a:pt x="131" y="322"/>
                      </a:lnTo>
                      <a:lnTo>
                        <a:pt x="131" y="326"/>
                      </a:lnTo>
                      <a:cubicBezTo>
                        <a:pt x="114" y="319"/>
                        <a:pt x="97" y="313"/>
                        <a:pt x="80" y="306"/>
                      </a:cubicBezTo>
                      <a:lnTo>
                        <a:pt x="83" y="303"/>
                      </a:lnTo>
                      <a:lnTo>
                        <a:pt x="84" y="304"/>
                      </a:lnTo>
                      <a:lnTo>
                        <a:pt x="80" y="305"/>
                      </a:lnTo>
                      <a:cubicBezTo>
                        <a:pt x="81" y="294"/>
                        <a:pt x="83" y="283"/>
                        <a:pt x="84" y="272"/>
                      </a:cubicBezTo>
                      <a:lnTo>
                        <a:pt x="85" y="274"/>
                      </a:lnTo>
                      <a:cubicBezTo>
                        <a:pt x="75" y="267"/>
                        <a:pt x="66" y="258"/>
                        <a:pt x="59" y="249"/>
                      </a:cubicBezTo>
                      <a:lnTo>
                        <a:pt x="61" y="250"/>
                      </a:lnTo>
                      <a:cubicBezTo>
                        <a:pt x="50" y="252"/>
                        <a:pt x="39" y="254"/>
                        <a:pt x="28" y="256"/>
                      </a:cubicBezTo>
                      <a:lnTo>
                        <a:pt x="29" y="251"/>
                      </a:lnTo>
                      <a:lnTo>
                        <a:pt x="30" y="252"/>
                      </a:lnTo>
                      <a:lnTo>
                        <a:pt x="27" y="255"/>
                      </a:lnTo>
                      <a:cubicBezTo>
                        <a:pt x="19" y="239"/>
                        <a:pt x="12" y="222"/>
                        <a:pt x="5" y="206"/>
                      </a:cubicBezTo>
                      <a:lnTo>
                        <a:pt x="9" y="205"/>
                      </a:lnTo>
                      <a:lnTo>
                        <a:pt x="9" y="207"/>
                      </a:lnTo>
                      <a:lnTo>
                        <a:pt x="5" y="204"/>
                      </a:lnTo>
                      <a:cubicBezTo>
                        <a:pt x="14" y="198"/>
                        <a:pt x="23" y="191"/>
                        <a:pt x="32" y="184"/>
                      </a:cubicBezTo>
                      <a:lnTo>
                        <a:pt x="31" y="187"/>
                      </a:lnTo>
                      <a:cubicBezTo>
                        <a:pt x="29" y="174"/>
                        <a:pt x="29" y="162"/>
                        <a:pt x="31" y="149"/>
                      </a:cubicBezTo>
                      <a:lnTo>
                        <a:pt x="32" y="152"/>
                      </a:lnTo>
                      <a:cubicBezTo>
                        <a:pt x="22" y="145"/>
                        <a:pt x="13" y="139"/>
                        <a:pt x="4" y="133"/>
                      </a:cubicBezTo>
                      <a:lnTo>
                        <a:pt x="7" y="130"/>
                      </a:lnTo>
                      <a:lnTo>
                        <a:pt x="8" y="132"/>
                      </a:lnTo>
                      <a:lnTo>
                        <a:pt x="3" y="132"/>
                      </a:lnTo>
                      <a:cubicBezTo>
                        <a:pt x="10" y="115"/>
                        <a:pt x="16" y="98"/>
                        <a:pt x="23" y="81"/>
                      </a:cubicBezTo>
                      <a:lnTo>
                        <a:pt x="26" y="84"/>
                      </a:lnTo>
                      <a:lnTo>
                        <a:pt x="24" y="85"/>
                      </a:lnTo>
                      <a:lnTo>
                        <a:pt x="24" y="81"/>
                      </a:lnTo>
                      <a:cubicBezTo>
                        <a:pt x="35" y="83"/>
                        <a:pt x="46" y="84"/>
                        <a:pt x="57" y="86"/>
                      </a:cubicBezTo>
                      <a:lnTo>
                        <a:pt x="55" y="87"/>
                      </a:lnTo>
                      <a:cubicBezTo>
                        <a:pt x="62" y="76"/>
                        <a:pt x="71" y="67"/>
                        <a:pt x="81" y="60"/>
                      </a:cubicBezTo>
                      <a:lnTo>
                        <a:pt x="80" y="62"/>
                      </a:lnTo>
                      <a:cubicBezTo>
                        <a:pt x="78" y="50"/>
                        <a:pt x="75" y="39"/>
                        <a:pt x="73" y="29"/>
                      </a:cubicBezTo>
                      <a:lnTo>
                        <a:pt x="77" y="29"/>
                      </a:lnTo>
                      <a:lnTo>
                        <a:pt x="76" y="31"/>
                      </a:lnTo>
                      <a:lnTo>
                        <a:pt x="74" y="28"/>
                      </a:lnTo>
                      <a:cubicBezTo>
                        <a:pt x="91" y="21"/>
                        <a:pt x="107" y="13"/>
                        <a:pt x="123" y="6"/>
                      </a:cubicBezTo>
                      <a:lnTo>
                        <a:pt x="124" y="10"/>
                      </a:lnTo>
                      <a:lnTo>
                        <a:pt x="122" y="9"/>
                      </a:lnTo>
                      <a:lnTo>
                        <a:pt x="124" y="6"/>
                      </a:lnTo>
                      <a:cubicBezTo>
                        <a:pt x="131" y="15"/>
                        <a:pt x="137" y="24"/>
                        <a:pt x="143" y="32"/>
                      </a:cubicBezTo>
                      <a:lnTo>
                        <a:pt x="142" y="32"/>
                      </a:lnTo>
                      <a:lnTo>
                        <a:pt x="144" y="32"/>
                      </a:lnTo>
                      <a:lnTo>
                        <a:pt x="144" y="32"/>
                      </a:lnTo>
                      <a:lnTo>
                        <a:pt x="144" y="32"/>
                      </a:lnTo>
                      <a:lnTo>
                        <a:pt x="141" y="34"/>
                      </a:lnTo>
                      <a:lnTo>
                        <a:pt x="142" y="36"/>
                      </a:lnTo>
                      <a:lnTo>
                        <a:pt x="143" y="36"/>
                      </a:lnTo>
                      <a:lnTo>
                        <a:pt x="143" y="36"/>
                      </a:lnTo>
                      <a:lnTo>
                        <a:pt x="142" y="36"/>
                      </a:lnTo>
                      <a:lnTo>
                        <a:pt x="144" y="32"/>
                      </a:lnTo>
                      <a:lnTo>
                        <a:pt x="143" y="32"/>
                      </a:lnTo>
                      <a:cubicBezTo>
                        <a:pt x="156" y="30"/>
                        <a:pt x="168" y="30"/>
                        <a:pt x="179" y="32"/>
                      </a:cubicBezTo>
                      <a:lnTo>
                        <a:pt x="178" y="32"/>
                      </a:lnTo>
                      <a:cubicBezTo>
                        <a:pt x="184" y="23"/>
                        <a:pt x="190" y="14"/>
                        <a:pt x="196" y="4"/>
                      </a:cubicBezTo>
                      <a:lnTo>
                        <a:pt x="199" y="7"/>
                      </a:lnTo>
                      <a:lnTo>
                        <a:pt x="197" y="8"/>
                      </a:lnTo>
                      <a:lnTo>
                        <a:pt x="197" y="4"/>
                      </a:lnTo>
                      <a:cubicBezTo>
                        <a:pt x="214" y="11"/>
                        <a:pt x="231" y="18"/>
                        <a:pt x="247" y="24"/>
                      </a:cubicBezTo>
                      <a:lnTo>
                        <a:pt x="245" y="27"/>
                      </a:lnTo>
                      <a:lnTo>
                        <a:pt x="244" y="25"/>
                      </a:lnTo>
                      <a:lnTo>
                        <a:pt x="247" y="24"/>
                      </a:lnTo>
                      <a:cubicBezTo>
                        <a:pt x="246" y="36"/>
                        <a:pt x="244" y="47"/>
                        <a:pt x="242" y="58"/>
                      </a:cubicBezTo>
                      <a:lnTo>
                        <a:pt x="242" y="56"/>
                      </a:lnTo>
                      <a:cubicBezTo>
                        <a:pt x="253" y="64"/>
                        <a:pt x="261" y="72"/>
                        <a:pt x="269" y="82"/>
                      </a:cubicBezTo>
                      <a:lnTo>
                        <a:pt x="267" y="81"/>
                      </a:lnTo>
                      <a:cubicBezTo>
                        <a:pt x="279" y="79"/>
                        <a:pt x="289" y="76"/>
                        <a:pt x="300" y="74"/>
                      </a:cubicBezTo>
                      <a:lnTo>
                        <a:pt x="300" y="78"/>
                      </a:lnTo>
                      <a:lnTo>
                        <a:pt x="298" y="77"/>
                      </a:lnTo>
                      <a:lnTo>
                        <a:pt x="300" y="75"/>
                      </a:lnTo>
                      <a:cubicBezTo>
                        <a:pt x="308" y="92"/>
                        <a:pt x="315" y="109"/>
                        <a:pt x="322" y="124"/>
                      </a:cubicBezTo>
                      <a:lnTo>
                        <a:pt x="319" y="124"/>
                      </a:lnTo>
                      <a:lnTo>
                        <a:pt x="320" y="123"/>
                      </a:lnTo>
                      <a:lnTo>
                        <a:pt x="322" y="124"/>
                      </a:lnTo>
                      <a:cubicBezTo>
                        <a:pt x="312" y="132"/>
                        <a:pt x="303" y="138"/>
                        <a:pt x="295" y="144"/>
                      </a:cubicBezTo>
                      <a:lnTo>
                        <a:pt x="296" y="143"/>
                      </a:lnTo>
                      <a:cubicBezTo>
                        <a:pt x="298" y="157"/>
                        <a:pt x="298" y="169"/>
                        <a:pt x="297" y="180"/>
                      </a:cubicBezTo>
                      <a:lnTo>
                        <a:pt x="296" y="179"/>
                      </a:lnTo>
                      <a:cubicBezTo>
                        <a:pt x="306" y="186"/>
                        <a:pt x="315" y="192"/>
                        <a:pt x="324" y="197"/>
                      </a:cubicBezTo>
                      <a:lnTo>
                        <a:pt x="322" y="199"/>
                      </a:lnTo>
                      <a:lnTo>
                        <a:pt x="321" y="197"/>
                      </a:lnTo>
                      <a:lnTo>
                        <a:pt x="324" y="197"/>
                      </a:lnTo>
                      <a:cubicBezTo>
                        <a:pt x="316" y="217"/>
                        <a:pt x="310" y="233"/>
                        <a:pt x="304" y="248"/>
                      </a:cubicBezTo>
                      <a:lnTo>
                        <a:pt x="303" y="246"/>
                      </a:lnTo>
                      <a:lnTo>
                        <a:pt x="304" y="246"/>
                      </a:lnTo>
                      <a:lnTo>
                        <a:pt x="304" y="248"/>
                      </a:lnTo>
                      <a:cubicBezTo>
                        <a:pt x="291" y="246"/>
                        <a:pt x="281" y="244"/>
                        <a:pt x="271" y="243"/>
                      </a:cubicBezTo>
                      <a:lnTo>
                        <a:pt x="272" y="243"/>
                      </a:lnTo>
                      <a:cubicBezTo>
                        <a:pt x="264" y="255"/>
                        <a:pt x="255" y="263"/>
                        <a:pt x="247" y="269"/>
                      </a:cubicBezTo>
                      <a:lnTo>
                        <a:pt x="248" y="268"/>
                      </a:lnTo>
                      <a:cubicBezTo>
                        <a:pt x="250" y="282"/>
                        <a:pt x="252" y="292"/>
                        <a:pt x="254" y="301"/>
                      </a:cubicBezTo>
                      <a:lnTo>
                        <a:pt x="252" y="301"/>
                      </a:lnTo>
                      <a:lnTo>
                        <a:pt x="253" y="300"/>
                      </a:lnTo>
                      <a:lnTo>
                        <a:pt x="254" y="301"/>
                      </a:lnTo>
                      <a:cubicBezTo>
                        <a:pt x="232" y="310"/>
                        <a:pt x="216" y="318"/>
                        <a:pt x="204" y="323"/>
                      </a:cubicBezTo>
                      <a:lnTo>
                        <a:pt x="204" y="322"/>
                      </a:lnTo>
                      <a:lnTo>
                        <a:pt x="205" y="322"/>
                      </a:lnTo>
                      <a:lnTo>
                        <a:pt x="204" y="323"/>
                      </a:lnTo>
                      <a:cubicBezTo>
                        <a:pt x="192" y="306"/>
                        <a:pt x="187" y="299"/>
                        <a:pt x="185" y="297"/>
                      </a:cubicBezTo>
                      <a:cubicBezTo>
                        <a:pt x="185" y="297"/>
                        <a:pt x="187" y="299"/>
                        <a:pt x="190" y="303"/>
                      </a:cubicBezTo>
                      <a:cubicBezTo>
                        <a:pt x="193" y="307"/>
                        <a:pt x="198" y="314"/>
                        <a:pt x="205" y="322"/>
                      </a:cubicBezTo>
                      <a:lnTo>
                        <a:pt x="206" y="323"/>
                      </a:lnTo>
                      <a:lnTo>
                        <a:pt x="205" y="323"/>
                      </a:lnTo>
                      <a:lnTo>
                        <a:pt x="204" y="323"/>
                      </a:lnTo>
                      <a:lnTo>
                        <a:pt x="203" y="323"/>
                      </a:lnTo>
                      <a:lnTo>
                        <a:pt x="204" y="322"/>
                      </a:lnTo>
                      <a:cubicBezTo>
                        <a:pt x="216" y="316"/>
                        <a:pt x="232" y="309"/>
                        <a:pt x="253" y="299"/>
                      </a:cubicBezTo>
                      <a:lnTo>
                        <a:pt x="255" y="298"/>
                      </a:lnTo>
                      <a:lnTo>
                        <a:pt x="254" y="301"/>
                      </a:lnTo>
                      <a:lnTo>
                        <a:pt x="254" y="302"/>
                      </a:lnTo>
                      <a:lnTo>
                        <a:pt x="253" y="304"/>
                      </a:lnTo>
                      <a:lnTo>
                        <a:pt x="252" y="301"/>
                      </a:lnTo>
                      <a:cubicBezTo>
                        <a:pt x="250" y="292"/>
                        <a:pt x="248" y="282"/>
                        <a:pt x="246" y="269"/>
                      </a:cubicBezTo>
                      <a:lnTo>
                        <a:pt x="246" y="268"/>
                      </a:lnTo>
                      <a:lnTo>
                        <a:pt x="246" y="268"/>
                      </a:lnTo>
                      <a:cubicBezTo>
                        <a:pt x="254" y="261"/>
                        <a:pt x="262" y="253"/>
                        <a:pt x="271" y="241"/>
                      </a:cubicBezTo>
                      <a:lnTo>
                        <a:pt x="271" y="241"/>
                      </a:lnTo>
                      <a:lnTo>
                        <a:pt x="272" y="241"/>
                      </a:lnTo>
                      <a:cubicBezTo>
                        <a:pt x="281" y="242"/>
                        <a:pt x="292" y="244"/>
                        <a:pt x="305" y="246"/>
                      </a:cubicBezTo>
                      <a:lnTo>
                        <a:pt x="308" y="246"/>
                      </a:lnTo>
                      <a:lnTo>
                        <a:pt x="305" y="248"/>
                      </a:lnTo>
                      <a:lnTo>
                        <a:pt x="304" y="249"/>
                      </a:lnTo>
                      <a:lnTo>
                        <a:pt x="301" y="250"/>
                      </a:lnTo>
                      <a:lnTo>
                        <a:pt x="302" y="247"/>
                      </a:lnTo>
                      <a:cubicBezTo>
                        <a:pt x="308" y="232"/>
                        <a:pt x="314" y="216"/>
                        <a:pt x="321" y="196"/>
                      </a:cubicBezTo>
                      <a:lnTo>
                        <a:pt x="323" y="193"/>
                      </a:lnTo>
                      <a:lnTo>
                        <a:pt x="324" y="197"/>
                      </a:lnTo>
                      <a:lnTo>
                        <a:pt x="324" y="198"/>
                      </a:lnTo>
                      <a:lnTo>
                        <a:pt x="326" y="202"/>
                      </a:lnTo>
                      <a:lnTo>
                        <a:pt x="322" y="200"/>
                      </a:lnTo>
                      <a:cubicBezTo>
                        <a:pt x="314" y="194"/>
                        <a:pt x="305" y="188"/>
                        <a:pt x="294" y="181"/>
                      </a:cubicBezTo>
                      <a:lnTo>
                        <a:pt x="294" y="181"/>
                      </a:lnTo>
                      <a:lnTo>
                        <a:pt x="294" y="180"/>
                      </a:lnTo>
                      <a:cubicBezTo>
                        <a:pt x="295" y="169"/>
                        <a:pt x="295" y="157"/>
                        <a:pt x="293" y="143"/>
                      </a:cubicBezTo>
                      <a:lnTo>
                        <a:pt x="293" y="143"/>
                      </a:lnTo>
                      <a:lnTo>
                        <a:pt x="293" y="142"/>
                      </a:lnTo>
                      <a:cubicBezTo>
                        <a:pt x="302" y="136"/>
                        <a:pt x="310" y="129"/>
                        <a:pt x="320" y="122"/>
                      </a:cubicBezTo>
                      <a:lnTo>
                        <a:pt x="324" y="119"/>
                      </a:lnTo>
                      <a:lnTo>
                        <a:pt x="323" y="124"/>
                      </a:lnTo>
                      <a:lnTo>
                        <a:pt x="322" y="125"/>
                      </a:lnTo>
                      <a:lnTo>
                        <a:pt x="321" y="130"/>
                      </a:lnTo>
                      <a:lnTo>
                        <a:pt x="319" y="126"/>
                      </a:lnTo>
                      <a:cubicBezTo>
                        <a:pt x="312" y="110"/>
                        <a:pt x="305" y="94"/>
                        <a:pt x="297" y="76"/>
                      </a:cubicBezTo>
                      <a:lnTo>
                        <a:pt x="295" y="72"/>
                      </a:lnTo>
                      <a:lnTo>
                        <a:pt x="300" y="74"/>
                      </a:lnTo>
                      <a:lnTo>
                        <a:pt x="301" y="75"/>
                      </a:lnTo>
                      <a:lnTo>
                        <a:pt x="306" y="77"/>
                      </a:lnTo>
                      <a:lnTo>
                        <a:pt x="301" y="78"/>
                      </a:lnTo>
                      <a:cubicBezTo>
                        <a:pt x="290" y="80"/>
                        <a:pt x="280" y="82"/>
                        <a:pt x="268" y="85"/>
                      </a:cubicBezTo>
                      <a:lnTo>
                        <a:pt x="267" y="85"/>
                      </a:lnTo>
                      <a:lnTo>
                        <a:pt x="266" y="84"/>
                      </a:lnTo>
                      <a:cubicBezTo>
                        <a:pt x="259" y="75"/>
                        <a:pt x="250" y="67"/>
                        <a:pt x="240" y="59"/>
                      </a:cubicBezTo>
                      <a:lnTo>
                        <a:pt x="239" y="58"/>
                      </a:lnTo>
                      <a:lnTo>
                        <a:pt x="239" y="57"/>
                      </a:lnTo>
                      <a:cubicBezTo>
                        <a:pt x="241" y="47"/>
                        <a:pt x="242" y="36"/>
                        <a:pt x="244" y="24"/>
                      </a:cubicBezTo>
                      <a:lnTo>
                        <a:pt x="245" y="19"/>
                      </a:lnTo>
                      <a:lnTo>
                        <a:pt x="247" y="23"/>
                      </a:lnTo>
                      <a:lnTo>
                        <a:pt x="248" y="25"/>
                      </a:lnTo>
                      <a:lnTo>
                        <a:pt x="251" y="30"/>
                      </a:lnTo>
                      <a:lnTo>
                        <a:pt x="246" y="28"/>
                      </a:lnTo>
                      <a:cubicBezTo>
                        <a:pt x="230" y="21"/>
                        <a:pt x="213" y="15"/>
                        <a:pt x="195" y="8"/>
                      </a:cubicBezTo>
                      <a:lnTo>
                        <a:pt x="190" y="6"/>
                      </a:lnTo>
                      <a:lnTo>
                        <a:pt x="195" y="5"/>
                      </a:lnTo>
                      <a:lnTo>
                        <a:pt x="197" y="4"/>
                      </a:lnTo>
                      <a:lnTo>
                        <a:pt x="203" y="2"/>
                      </a:lnTo>
                      <a:lnTo>
                        <a:pt x="200" y="7"/>
                      </a:lnTo>
                      <a:cubicBezTo>
                        <a:pt x="194" y="16"/>
                        <a:pt x="187" y="25"/>
                        <a:pt x="181" y="35"/>
                      </a:cubicBezTo>
                      <a:lnTo>
                        <a:pt x="180" y="36"/>
                      </a:lnTo>
                      <a:lnTo>
                        <a:pt x="179" y="36"/>
                      </a:lnTo>
                      <a:cubicBezTo>
                        <a:pt x="168" y="35"/>
                        <a:pt x="156" y="35"/>
                        <a:pt x="144" y="37"/>
                      </a:cubicBezTo>
                      <a:lnTo>
                        <a:pt x="142" y="37"/>
                      </a:lnTo>
                      <a:lnTo>
                        <a:pt x="143" y="35"/>
                      </a:lnTo>
                      <a:lnTo>
                        <a:pt x="143" y="35"/>
                      </a:lnTo>
                      <a:lnTo>
                        <a:pt x="144" y="33"/>
                      </a:lnTo>
                      <a:cubicBezTo>
                        <a:pt x="144" y="32"/>
                        <a:pt x="144" y="33"/>
                        <a:pt x="144" y="33"/>
                      </a:cubicBezTo>
                      <a:lnTo>
                        <a:pt x="144" y="33"/>
                      </a:lnTo>
                      <a:lnTo>
                        <a:pt x="145" y="33"/>
                      </a:lnTo>
                      <a:lnTo>
                        <a:pt x="146" y="35"/>
                      </a:lnTo>
                      <a:lnTo>
                        <a:pt x="143" y="37"/>
                      </a:lnTo>
                      <a:lnTo>
                        <a:pt x="143" y="37"/>
                      </a:lnTo>
                      <a:lnTo>
                        <a:pt x="142" y="36"/>
                      </a:lnTo>
                      <a:lnTo>
                        <a:pt x="141" y="36"/>
                      </a:lnTo>
                      <a:lnTo>
                        <a:pt x="140" y="36"/>
                      </a:lnTo>
                      <a:lnTo>
                        <a:pt x="140" y="35"/>
                      </a:lnTo>
                      <a:cubicBezTo>
                        <a:pt x="134" y="27"/>
                        <a:pt x="127" y="18"/>
                        <a:pt x="121" y="9"/>
                      </a:cubicBezTo>
                      <a:lnTo>
                        <a:pt x="117" y="4"/>
                      </a:lnTo>
                      <a:lnTo>
                        <a:pt x="123" y="6"/>
                      </a:lnTo>
                      <a:lnTo>
                        <a:pt x="125" y="6"/>
                      </a:lnTo>
                      <a:lnTo>
                        <a:pt x="131" y="8"/>
                      </a:lnTo>
                      <a:lnTo>
                        <a:pt x="125" y="10"/>
                      </a:lnTo>
                      <a:cubicBezTo>
                        <a:pt x="109" y="17"/>
                        <a:pt x="93" y="25"/>
                        <a:pt x="76" y="32"/>
                      </a:cubicBezTo>
                      <a:lnTo>
                        <a:pt x="70" y="35"/>
                      </a:lnTo>
                      <a:lnTo>
                        <a:pt x="73" y="29"/>
                      </a:lnTo>
                      <a:lnTo>
                        <a:pt x="74" y="27"/>
                      </a:lnTo>
                      <a:lnTo>
                        <a:pt x="77" y="22"/>
                      </a:lnTo>
                      <a:lnTo>
                        <a:pt x="78" y="28"/>
                      </a:lnTo>
                      <a:cubicBezTo>
                        <a:pt x="80" y="39"/>
                        <a:pt x="82" y="50"/>
                        <a:pt x="84" y="61"/>
                      </a:cubicBezTo>
                      <a:lnTo>
                        <a:pt x="85" y="62"/>
                      </a:lnTo>
                      <a:lnTo>
                        <a:pt x="84" y="63"/>
                      </a:lnTo>
                      <a:cubicBezTo>
                        <a:pt x="74" y="71"/>
                        <a:pt x="66" y="79"/>
                        <a:pt x="59" y="89"/>
                      </a:cubicBezTo>
                      <a:lnTo>
                        <a:pt x="58" y="91"/>
                      </a:lnTo>
                      <a:lnTo>
                        <a:pt x="57" y="90"/>
                      </a:lnTo>
                      <a:cubicBezTo>
                        <a:pt x="46" y="89"/>
                        <a:pt x="34" y="87"/>
                        <a:pt x="23" y="85"/>
                      </a:cubicBezTo>
                      <a:lnTo>
                        <a:pt x="17" y="85"/>
                      </a:lnTo>
                      <a:lnTo>
                        <a:pt x="22" y="81"/>
                      </a:lnTo>
                      <a:lnTo>
                        <a:pt x="24" y="80"/>
                      </a:lnTo>
                      <a:lnTo>
                        <a:pt x="30" y="77"/>
                      </a:lnTo>
                      <a:lnTo>
                        <a:pt x="27" y="83"/>
                      </a:lnTo>
                      <a:cubicBezTo>
                        <a:pt x="21" y="100"/>
                        <a:pt x="14" y="117"/>
                        <a:pt x="8" y="134"/>
                      </a:cubicBezTo>
                      <a:lnTo>
                        <a:pt x="6" y="140"/>
                      </a:lnTo>
                      <a:lnTo>
                        <a:pt x="4" y="134"/>
                      </a:lnTo>
                      <a:lnTo>
                        <a:pt x="3" y="132"/>
                      </a:lnTo>
                      <a:lnTo>
                        <a:pt x="1" y="125"/>
                      </a:lnTo>
                      <a:lnTo>
                        <a:pt x="6" y="129"/>
                      </a:lnTo>
                      <a:cubicBezTo>
                        <a:pt x="16" y="135"/>
                        <a:pt x="25" y="142"/>
                        <a:pt x="34" y="148"/>
                      </a:cubicBezTo>
                      <a:lnTo>
                        <a:pt x="36" y="149"/>
                      </a:lnTo>
                      <a:lnTo>
                        <a:pt x="36" y="150"/>
                      </a:lnTo>
                      <a:cubicBezTo>
                        <a:pt x="34" y="162"/>
                        <a:pt x="34" y="174"/>
                        <a:pt x="36" y="186"/>
                      </a:cubicBezTo>
                      <a:lnTo>
                        <a:pt x="37" y="188"/>
                      </a:lnTo>
                      <a:lnTo>
                        <a:pt x="35" y="188"/>
                      </a:lnTo>
                      <a:cubicBezTo>
                        <a:pt x="26" y="195"/>
                        <a:pt x="18" y="202"/>
                        <a:pt x="8" y="208"/>
                      </a:cubicBezTo>
                      <a:lnTo>
                        <a:pt x="3" y="212"/>
                      </a:lnTo>
                      <a:lnTo>
                        <a:pt x="5" y="206"/>
                      </a:lnTo>
                      <a:lnTo>
                        <a:pt x="5" y="204"/>
                      </a:lnTo>
                      <a:lnTo>
                        <a:pt x="7" y="198"/>
                      </a:lnTo>
                      <a:lnTo>
                        <a:pt x="10" y="204"/>
                      </a:lnTo>
                      <a:cubicBezTo>
                        <a:pt x="17" y="220"/>
                        <a:pt x="24" y="237"/>
                        <a:pt x="31" y="254"/>
                      </a:cubicBezTo>
                      <a:lnTo>
                        <a:pt x="34" y="260"/>
                      </a:lnTo>
                      <a:lnTo>
                        <a:pt x="28" y="257"/>
                      </a:lnTo>
                      <a:lnTo>
                        <a:pt x="27" y="256"/>
                      </a:lnTo>
                      <a:lnTo>
                        <a:pt x="21" y="253"/>
                      </a:lnTo>
                      <a:lnTo>
                        <a:pt x="27" y="251"/>
                      </a:lnTo>
                      <a:cubicBezTo>
                        <a:pt x="38" y="249"/>
                        <a:pt x="49" y="247"/>
                        <a:pt x="60" y="245"/>
                      </a:cubicBezTo>
                      <a:lnTo>
                        <a:pt x="62" y="245"/>
                      </a:lnTo>
                      <a:lnTo>
                        <a:pt x="63" y="246"/>
                      </a:lnTo>
                      <a:cubicBezTo>
                        <a:pt x="70" y="255"/>
                        <a:pt x="79" y="264"/>
                        <a:pt x="89" y="271"/>
                      </a:cubicBezTo>
                      <a:lnTo>
                        <a:pt x="90" y="271"/>
                      </a:lnTo>
                      <a:lnTo>
                        <a:pt x="90" y="273"/>
                      </a:lnTo>
                      <a:cubicBezTo>
                        <a:pt x="88" y="284"/>
                        <a:pt x="86" y="295"/>
                        <a:pt x="85" y="306"/>
                      </a:cubicBezTo>
                      <a:lnTo>
                        <a:pt x="84" y="312"/>
                      </a:lnTo>
                      <a:lnTo>
                        <a:pt x="80" y="307"/>
                      </a:lnTo>
                      <a:lnTo>
                        <a:pt x="80" y="306"/>
                      </a:lnTo>
                      <a:lnTo>
                        <a:pt x="76" y="300"/>
                      </a:lnTo>
                      <a:lnTo>
                        <a:pt x="82" y="302"/>
                      </a:lnTo>
                      <a:cubicBezTo>
                        <a:pt x="99" y="309"/>
                        <a:pt x="116" y="315"/>
                        <a:pt x="133" y="322"/>
                      </a:cubicBezTo>
                      <a:lnTo>
                        <a:pt x="139" y="324"/>
                      </a:lnTo>
                      <a:lnTo>
                        <a:pt x="133" y="326"/>
                      </a:lnTo>
                      <a:lnTo>
                        <a:pt x="132" y="327"/>
                      </a:lnTo>
                      <a:lnTo>
                        <a:pt x="125" y="329"/>
                      </a:lnTo>
                      <a:lnTo>
                        <a:pt x="129" y="323"/>
                      </a:lnTo>
                      <a:cubicBezTo>
                        <a:pt x="135" y="314"/>
                        <a:pt x="142" y="305"/>
                        <a:pt x="148" y="296"/>
                      </a:cubicBezTo>
                      <a:lnTo>
                        <a:pt x="149" y="295"/>
                      </a:lnTo>
                      <a:lnTo>
                        <a:pt x="150" y="295"/>
                      </a:lnTo>
                      <a:cubicBezTo>
                        <a:pt x="157" y="296"/>
                        <a:pt x="163" y="296"/>
                        <a:pt x="170" y="296"/>
                      </a:cubicBezTo>
                      <a:cubicBezTo>
                        <a:pt x="173" y="296"/>
                        <a:pt x="176" y="295"/>
                        <a:pt x="180" y="295"/>
                      </a:cubicBezTo>
                      <a:lnTo>
                        <a:pt x="185" y="294"/>
                      </a:lnTo>
                      <a:lnTo>
                        <a:pt x="185" y="294"/>
                      </a:lnTo>
                      <a:lnTo>
                        <a:pt x="186" y="294"/>
                      </a:lnTo>
                      <a:lnTo>
                        <a:pt x="186" y="294"/>
                      </a:lnTo>
                      <a:cubicBezTo>
                        <a:pt x="187" y="294"/>
                        <a:pt x="188" y="298"/>
                        <a:pt x="187" y="298"/>
                      </a:cubicBezTo>
                      <a:lnTo>
                        <a:pt x="187" y="298"/>
                      </a:lnTo>
                      <a:lnTo>
                        <a:pt x="187" y="298"/>
                      </a:lnTo>
                      <a:lnTo>
                        <a:pt x="186" y="299"/>
                      </a:lnTo>
                      <a:cubicBezTo>
                        <a:pt x="185" y="299"/>
                        <a:pt x="184" y="299"/>
                        <a:pt x="184" y="300"/>
                      </a:cubicBezTo>
                      <a:lnTo>
                        <a:pt x="181" y="300"/>
                      </a:lnTo>
                      <a:cubicBezTo>
                        <a:pt x="170" y="302"/>
                        <a:pt x="160" y="301"/>
                        <a:pt x="150" y="300"/>
                      </a:cubicBezTo>
                      <a:lnTo>
                        <a:pt x="141" y="300"/>
                      </a:lnTo>
                      <a:lnTo>
                        <a:pt x="149" y="296"/>
                      </a:lnTo>
                      <a:lnTo>
                        <a:pt x="150" y="296"/>
                      </a:lnTo>
                      <a:lnTo>
                        <a:pt x="157" y="292"/>
                      </a:lnTo>
                      <a:lnTo>
                        <a:pt x="153" y="299"/>
                      </a:lnTo>
                      <a:cubicBezTo>
                        <a:pt x="146" y="309"/>
                        <a:pt x="140" y="318"/>
                        <a:pt x="134" y="327"/>
                      </a:cubicBezTo>
                      <a:lnTo>
                        <a:pt x="133" y="329"/>
                      </a:lnTo>
                      <a:lnTo>
                        <a:pt x="131" y="328"/>
                      </a:lnTo>
                      <a:cubicBezTo>
                        <a:pt x="113" y="321"/>
                        <a:pt x="96" y="314"/>
                        <a:pt x="79" y="308"/>
                      </a:cubicBezTo>
                      <a:lnTo>
                        <a:pt x="78" y="307"/>
                      </a:lnTo>
                      <a:lnTo>
                        <a:pt x="78" y="306"/>
                      </a:lnTo>
                      <a:cubicBezTo>
                        <a:pt x="80" y="294"/>
                        <a:pt x="81" y="283"/>
                        <a:pt x="83" y="272"/>
                      </a:cubicBezTo>
                      <a:lnTo>
                        <a:pt x="84" y="264"/>
                      </a:lnTo>
                      <a:lnTo>
                        <a:pt x="87" y="272"/>
                      </a:lnTo>
                      <a:lnTo>
                        <a:pt x="87" y="273"/>
                      </a:lnTo>
                      <a:lnTo>
                        <a:pt x="91" y="281"/>
                      </a:lnTo>
                      <a:lnTo>
                        <a:pt x="84" y="276"/>
                      </a:lnTo>
                      <a:cubicBezTo>
                        <a:pt x="74" y="268"/>
                        <a:pt x="65" y="260"/>
                        <a:pt x="58" y="251"/>
                      </a:cubicBezTo>
                      <a:lnTo>
                        <a:pt x="52" y="244"/>
                      </a:lnTo>
                      <a:lnTo>
                        <a:pt x="60" y="247"/>
                      </a:lnTo>
                      <a:lnTo>
                        <a:pt x="61" y="248"/>
                      </a:lnTo>
                      <a:lnTo>
                        <a:pt x="69" y="250"/>
                      </a:lnTo>
                      <a:lnTo>
                        <a:pt x="61" y="252"/>
                      </a:lnTo>
                      <a:cubicBezTo>
                        <a:pt x="50" y="254"/>
                        <a:pt x="38" y="257"/>
                        <a:pt x="28" y="259"/>
                      </a:cubicBezTo>
                      <a:lnTo>
                        <a:pt x="26" y="259"/>
                      </a:lnTo>
                      <a:lnTo>
                        <a:pt x="25" y="257"/>
                      </a:lnTo>
                      <a:cubicBezTo>
                        <a:pt x="17" y="239"/>
                        <a:pt x="9" y="222"/>
                        <a:pt x="2" y="206"/>
                      </a:cubicBezTo>
                      <a:lnTo>
                        <a:pt x="1" y="204"/>
                      </a:lnTo>
                      <a:lnTo>
                        <a:pt x="3" y="203"/>
                      </a:lnTo>
                      <a:cubicBezTo>
                        <a:pt x="12" y="196"/>
                        <a:pt x="22" y="189"/>
                        <a:pt x="30" y="183"/>
                      </a:cubicBezTo>
                      <a:lnTo>
                        <a:pt x="37" y="178"/>
                      </a:lnTo>
                      <a:lnTo>
                        <a:pt x="34" y="185"/>
                      </a:lnTo>
                      <a:lnTo>
                        <a:pt x="33" y="187"/>
                      </a:lnTo>
                      <a:lnTo>
                        <a:pt x="30" y="194"/>
                      </a:lnTo>
                      <a:lnTo>
                        <a:pt x="29" y="186"/>
                      </a:lnTo>
                      <a:cubicBezTo>
                        <a:pt x="27" y="174"/>
                        <a:pt x="26" y="161"/>
                        <a:pt x="28" y="150"/>
                      </a:cubicBezTo>
                      <a:lnTo>
                        <a:pt x="29" y="142"/>
                      </a:lnTo>
                      <a:lnTo>
                        <a:pt x="32" y="149"/>
                      </a:lnTo>
                      <a:lnTo>
                        <a:pt x="33" y="150"/>
                      </a:lnTo>
                      <a:lnTo>
                        <a:pt x="36" y="158"/>
                      </a:lnTo>
                      <a:lnTo>
                        <a:pt x="30" y="153"/>
                      </a:lnTo>
                      <a:cubicBezTo>
                        <a:pt x="20" y="147"/>
                        <a:pt x="10" y="140"/>
                        <a:pt x="1" y="134"/>
                      </a:cubicBezTo>
                      <a:lnTo>
                        <a:pt x="0" y="133"/>
                      </a:lnTo>
                      <a:lnTo>
                        <a:pt x="0" y="132"/>
                      </a:lnTo>
                      <a:cubicBezTo>
                        <a:pt x="8" y="113"/>
                        <a:pt x="14" y="95"/>
                        <a:pt x="21" y="79"/>
                      </a:cubicBezTo>
                      <a:lnTo>
                        <a:pt x="21" y="77"/>
                      </a:lnTo>
                      <a:lnTo>
                        <a:pt x="23" y="77"/>
                      </a:lnTo>
                      <a:cubicBezTo>
                        <a:pt x="35" y="79"/>
                        <a:pt x="46" y="81"/>
                        <a:pt x="57" y="82"/>
                      </a:cubicBezTo>
                      <a:lnTo>
                        <a:pt x="65" y="83"/>
                      </a:lnTo>
                      <a:lnTo>
                        <a:pt x="57" y="87"/>
                      </a:lnTo>
                      <a:lnTo>
                        <a:pt x="56" y="87"/>
                      </a:lnTo>
                      <a:lnTo>
                        <a:pt x="49" y="90"/>
                      </a:lnTo>
                      <a:lnTo>
                        <a:pt x="53" y="84"/>
                      </a:lnTo>
                      <a:cubicBezTo>
                        <a:pt x="61" y="74"/>
                        <a:pt x="69" y="65"/>
                        <a:pt x="78" y="58"/>
                      </a:cubicBezTo>
                      <a:lnTo>
                        <a:pt x="84" y="53"/>
                      </a:lnTo>
                      <a:lnTo>
                        <a:pt x="82" y="60"/>
                      </a:lnTo>
                      <a:lnTo>
                        <a:pt x="81" y="62"/>
                      </a:lnTo>
                      <a:lnTo>
                        <a:pt x="78" y="69"/>
                      </a:lnTo>
                      <a:lnTo>
                        <a:pt x="77" y="61"/>
                      </a:lnTo>
                      <a:cubicBezTo>
                        <a:pt x="74" y="50"/>
                        <a:pt x="72" y="38"/>
                        <a:pt x="70" y="28"/>
                      </a:cubicBezTo>
                      <a:lnTo>
                        <a:pt x="70" y="26"/>
                      </a:lnTo>
                      <a:lnTo>
                        <a:pt x="71" y="26"/>
                      </a:lnTo>
                      <a:cubicBezTo>
                        <a:pt x="90" y="18"/>
                        <a:pt x="107" y="10"/>
                        <a:pt x="123" y="2"/>
                      </a:cubicBezTo>
                      <a:lnTo>
                        <a:pt x="125" y="2"/>
                      </a:lnTo>
                      <a:lnTo>
                        <a:pt x="126" y="3"/>
                      </a:lnTo>
                      <a:cubicBezTo>
                        <a:pt x="133" y="13"/>
                        <a:pt x="140" y="22"/>
                        <a:pt x="146" y="30"/>
                      </a:cubicBezTo>
                      <a:lnTo>
                        <a:pt x="151" y="36"/>
                      </a:lnTo>
                      <a:lnTo>
                        <a:pt x="144" y="34"/>
                      </a:lnTo>
                      <a:lnTo>
                        <a:pt x="143" y="33"/>
                      </a:lnTo>
                      <a:lnTo>
                        <a:pt x="142" y="33"/>
                      </a:lnTo>
                      <a:lnTo>
                        <a:pt x="142" y="33"/>
                      </a:lnTo>
                      <a:lnTo>
                        <a:pt x="142" y="33"/>
                      </a:lnTo>
                      <a:lnTo>
                        <a:pt x="141" y="33"/>
                      </a:lnTo>
                      <a:lnTo>
                        <a:pt x="143" y="29"/>
                      </a:lnTo>
                      <a:cubicBezTo>
                        <a:pt x="144" y="29"/>
                        <a:pt x="143" y="29"/>
                        <a:pt x="144" y="29"/>
                      </a:cubicBezTo>
                      <a:lnTo>
                        <a:pt x="144" y="29"/>
                      </a:lnTo>
                      <a:lnTo>
                        <a:pt x="144" y="30"/>
                      </a:lnTo>
                      <a:lnTo>
                        <a:pt x="143" y="32"/>
                      </a:lnTo>
                      <a:lnTo>
                        <a:pt x="143" y="32"/>
                      </a:lnTo>
                      <a:lnTo>
                        <a:pt x="142" y="33"/>
                      </a:lnTo>
                      <a:lnTo>
                        <a:pt x="142" y="33"/>
                      </a:lnTo>
                      <a:lnTo>
                        <a:pt x="137" y="31"/>
                      </a:lnTo>
                      <a:lnTo>
                        <a:pt x="142" y="29"/>
                      </a:lnTo>
                      <a:lnTo>
                        <a:pt x="143" y="29"/>
                      </a:lnTo>
                      <a:cubicBezTo>
                        <a:pt x="155" y="27"/>
                        <a:pt x="168" y="27"/>
                        <a:pt x="179" y="28"/>
                      </a:cubicBezTo>
                      <a:lnTo>
                        <a:pt x="186" y="29"/>
                      </a:lnTo>
                      <a:lnTo>
                        <a:pt x="179" y="32"/>
                      </a:lnTo>
                      <a:lnTo>
                        <a:pt x="178" y="33"/>
                      </a:lnTo>
                      <a:lnTo>
                        <a:pt x="171" y="36"/>
                      </a:lnTo>
                      <a:lnTo>
                        <a:pt x="175" y="30"/>
                      </a:lnTo>
                      <a:cubicBezTo>
                        <a:pt x="182" y="20"/>
                        <a:pt x="189" y="10"/>
                        <a:pt x="194" y="1"/>
                      </a:cubicBezTo>
                      <a:lnTo>
                        <a:pt x="195" y="0"/>
                      </a:lnTo>
                      <a:lnTo>
                        <a:pt x="197" y="1"/>
                      </a:lnTo>
                      <a:cubicBezTo>
                        <a:pt x="215" y="8"/>
                        <a:pt x="233" y="15"/>
                        <a:pt x="250" y="21"/>
                      </a:cubicBezTo>
                      <a:lnTo>
                        <a:pt x="251" y="22"/>
                      </a:lnTo>
                      <a:lnTo>
                        <a:pt x="251" y="23"/>
                      </a:lnTo>
                      <a:cubicBezTo>
                        <a:pt x="249" y="35"/>
                        <a:pt x="247" y="47"/>
                        <a:pt x="246" y="57"/>
                      </a:cubicBezTo>
                      <a:lnTo>
                        <a:pt x="245" y="64"/>
                      </a:lnTo>
                      <a:lnTo>
                        <a:pt x="242" y="57"/>
                      </a:lnTo>
                      <a:lnTo>
                        <a:pt x="242" y="56"/>
                      </a:lnTo>
                      <a:lnTo>
                        <a:pt x="239" y="50"/>
                      </a:lnTo>
                      <a:lnTo>
                        <a:pt x="245" y="54"/>
                      </a:lnTo>
                      <a:cubicBezTo>
                        <a:pt x="255" y="61"/>
                        <a:pt x="264" y="70"/>
                        <a:pt x="271" y="79"/>
                      </a:cubicBezTo>
                      <a:lnTo>
                        <a:pt x="275" y="84"/>
                      </a:lnTo>
                      <a:lnTo>
                        <a:pt x="269" y="82"/>
                      </a:lnTo>
                      <a:lnTo>
                        <a:pt x="267" y="81"/>
                      </a:lnTo>
                      <a:lnTo>
                        <a:pt x="261" y="79"/>
                      </a:lnTo>
                      <a:lnTo>
                        <a:pt x="268" y="78"/>
                      </a:lnTo>
                      <a:cubicBezTo>
                        <a:pt x="279" y="75"/>
                        <a:pt x="291" y="73"/>
                        <a:pt x="301" y="71"/>
                      </a:cubicBezTo>
                      <a:lnTo>
                        <a:pt x="302" y="71"/>
                      </a:lnTo>
                      <a:lnTo>
                        <a:pt x="303" y="72"/>
                      </a:lnTo>
                      <a:cubicBezTo>
                        <a:pt x="311" y="90"/>
                        <a:pt x="318" y="108"/>
                        <a:pt x="326" y="124"/>
                      </a:cubicBezTo>
                      <a:lnTo>
                        <a:pt x="326" y="125"/>
                      </a:lnTo>
                      <a:lnTo>
                        <a:pt x="325" y="126"/>
                      </a:lnTo>
                      <a:cubicBezTo>
                        <a:pt x="315" y="133"/>
                        <a:pt x="306" y="140"/>
                        <a:pt x="298" y="146"/>
                      </a:cubicBezTo>
                      <a:lnTo>
                        <a:pt x="293" y="150"/>
                      </a:lnTo>
                      <a:lnTo>
                        <a:pt x="295" y="144"/>
                      </a:lnTo>
                      <a:lnTo>
                        <a:pt x="296" y="143"/>
                      </a:lnTo>
                      <a:lnTo>
                        <a:pt x="298" y="138"/>
                      </a:lnTo>
                      <a:lnTo>
                        <a:pt x="299" y="143"/>
                      </a:lnTo>
                      <a:cubicBezTo>
                        <a:pt x="301" y="156"/>
                        <a:pt x="301" y="168"/>
                        <a:pt x="300" y="179"/>
                      </a:cubicBezTo>
                      <a:lnTo>
                        <a:pt x="299" y="185"/>
                      </a:lnTo>
                      <a:lnTo>
                        <a:pt x="297" y="180"/>
                      </a:lnTo>
                      <a:lnTo>
                        <a:pt x="296" y="178"/>
                      </a:lnTo>
                      <a:lnTo>
                        <a:pt x="294" y="174"/>
                      </a:lnTo>
                      <a:lnTo>
                        <a:pt x="298" y="177"/>
                      </a:lnTo>
                      <a:cubicBezTo>
                        <a:pt x="308" y="183"/>
                        <a:pt x="318" y="190"/>
                        <a:pt x="326" y="196"/>
                      </a:cubicBezTo>
                      <a:lnTo>
                        <a:pt x="327" y="196"/>
                      </a:lnTo>
                      <a:lnTo>
                        <a:pt x="327" y="197"/>
                      </a:lnTo>
                      <a:cubicBezTo>
                        <a:pt x="320" y="216"/>
                        <a:pt x="313" y="233"/>
                        <a:pt x="306" y="250"/>
                      </a:cubicBezTo>
                      <a:lnTo>
                        <a:pt x="306" y="250"/>
                      </a:lnTo>
                      <a:lnTo>
                        <a:pt x="305" y="250"/>
                      </a:lnTo>
                      <a:cubicBezTo>
                        <a:pt x="293" y="248"/>
                        <a:pt x="282" y="247"/>
                        <a:pt x="272" y="245"/>
                      </a:cubicBezTo>
                      <a:lnTo>
                        <a:pt x="268" y="244"/>
                      </a:lnTo>
                      <a:lnTo>
                        <a:pt x="271" y="243"/>
                      </a:lnTo>
                      <a:lnTo>
                        <a:pt x="273" y="243"/>
                      </a:lnTo>
                      <a:lnTo>
                        <a:pt x="276" y="241"/>
                      </a:lnTo>
                      <a:lnTo>
                        <a:pt x="274" y="244"/>
                      </a:lnTo>
                      <a:cubicBezTo>
                        <a:pt x="266" y="255"/>
                        <a:pt x="258" y="263"/>
                        <a:pt x="249" y="270"/>
                      </a:cubicBezTo>
                      <a:lnTo>
                        <a:pt x="246" y="272"/>
                      </a:lnTo>
                      <a:lnTo>
                        <a:pt x="247" y="269"/>
                      </a:lnTo>
                      <a:lnTo>
                        <a:pt x="248" y="268"/>
                      </a:lnTo>
                      <a:lnTo>
                        <a:pt x="249" y="265"/>
                      </a:lnTo>
                      <a:lnTo>
                        <a:pt x="249" y="268"/>
                      </a:lnTo>
                      <a:cubicBezTo>
                        <a:pt x="252" y="280"/>
                        <a:pt x="254" y="291"/>
                        <a:pt x="256" y="301"/>
                      </a:cubicBezTo>
                      <a:lnTo>
                        <a:pt x="256" y="302"/>
                      </a:lnTo>
                      <a:lnTo>
                        <a:pt x="255" y="302"/>
                      </a:lnTo>
                      <a:cubicBezTo>
                        <a:pt x="234" y="311"/>
                        <a:pt x="217" y="318"/>
                        <a:pt x="204" y="324"/>
                      </a:cubicBezTo>
                      <a:lnTo>
                        <a:pt x="204" y="324"/>
                      </a:lnTo>
                      <a:lnTo>
                        <a:pt x="204" y="324"/>
                      </a:lnTo>
                      <a:cubicBezTo>
                        <a:pt x="197" y="315"/>
                        <a:pt x="193" y="308"/>
                        <a:pt x="189" y="303"/>
                      </a:cubicBezTo>
                      <a:cubicBezTo>
                        <a:pt x="188" y="301"/>
                        <a:pt x="187" y="299"/>
                        <a:pt x="186" y="298"/>
                      </a:cubicBezTo>
                      <a:cubicBezTo>
                        <a:pt x="185" y="297"/>
                        <a:pt x="185" y="296"/>
                        <a:pt x="185" y="296"/>
                      </a:cubicBezTo>
                      <a:lnTo>
                        <a:pt x="185" y="297"/>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1569" name="Google Shape;1569;p30"/>
              <p:cNvSpPr/>
              <p:nvPr/>
            </p:nvSpPr>
            <p:spPr>
              <a:xfrm>
                <a:off x="2195652" y="796954"/>
                <a:ext cx="230611" cy="231685"/>
              </a:xfrm>
              <a:custGeom>
                <a:rect b="b" l="l" r="r" t="t"/>
                <a:pathLst>
                  <a:path extrusionOk="0" h="216" w="215">
                    <a:moveTo>
                      <a:pt x="122" y="197"/>
                    </a:moveTo>
                    <a:cubicBezTo>
                      <a:pt x="114" y="198"/>
                      <a:pt x="106" y="198"/>
                      <a:pt x="98" y="197"/>
                    </a:cubicBezTo>
                    <a:lnTo>
                      <a:pt x="85" y="216"/>
                    </a:lnTo>
                    <a:lnTo>
                      <a:pt x="51" y="203"/>
                    </a:lnTo>
                    <a:lnTo>
                      <a:pt x="55" y="181"/>
                    </a:lnTo>
                    <a:cubicBezTo>
                      <a:pt x="48" y="176"/>
                      <a:pt x="42" y="171"/>
                      <a:pt x="37" y="164"/>
                    </a:cubicBezTo>
                    <a:lnTo>
                      <a:pt x="16" y="169"/>
                    </a:lnTo>
                    <a:lnTo>
                      <a:pt x="1" y="135"/>
                    </a:lnTo>
                    <a:lnTo>
                      <a:pt x="19" y="122"/>
                    </a:lnTo>
                    <a:cubicBezTo>
                      <a:pt x="17" y="114"/>
                      <a:pt x="17" y="106"/>
                      <a:pt x="18" y="98"/>
                    </a:cubicBezTo>
                    <a:lnTo>
                      <a:pt x="0" y="86"/>
                    </a:lnTo>
                    <a:lnTo>
                      <a:pt x="13" y="52"/>
                    </a:lnTo>
                    <a:lnTo>
                      <a:pt x="35" y="55"/>
                    </a:lnTo>
                    <a:cubicBezTo>
                      <a:pt x="39" y="49"/>
                      <a:pt x="45" y="43"/>
                      <a:pt x="51" y="38"/>
                    </a:cubicBezTo>
                    <a:lnTo>
                      <a:pt x="47" y="16"/>
                    </a:lnTo>
                    <a:lnTo>
                      <a:pt x="80" y="1"/>
                    </a:lnTo>
                    <a:lnTo>
                      <a:pt x="93" y="19"/>
                    </a:lnTo>
                    <a:cubicBezTo>
                      <a:pt x="101" y="18"/>
                      <a:pt x="109" y="18"/>
                      <a:pt x="117" y="19"/>
                    </a:cubicBezTo>
                    <a:lnTo>
                      <a:pt x="129" y="0"/>
                    </a:lnTo>
                    <a:lnTo>
                      <a:pt x="163" y="13"/>
                    </a:lnTo>
                    <a:lnTo>
                      <a:pt x="160" y="35"/>
                    </a:lnTo>
                    <a:cubicBezTo>
                      <a:pt x="167" y="40"/>
                      <a:pt x="172" y="45"/>
                      <a:pt x="178" y="52"/>
                    </a:cubicBezTo>
                    <a:lnTo>
                      <a:pt x="199" y="47"/>
                    </a:lnTo>
                    <a:lnTo>
                      <a:pt x="214" y="81"/>
                    </a:lnTo>
                    <a:lnTo>
                      <a:pt x="196" y="94"/>
                    </a:lnTo>
                    <a:cubicBezTo>
                      <a:pt x="198" y="102"/>
                      <a:pt x="198" y="110"/>
                      <a:pt x="197" y="118"/>
                    </a:cubicBezTo>
                    <a:lnTo>
                      <a:pt x="215" y="130"/>
                    </a:lnTo>
                    <a:lnTo>
                      <a:pt x="202" y="164"/>
                    </a:lnTo>
                    <a:lnTo>
                      <a:pt x="180" y="161"/>
                    </a:lnTo>
                    <a:cubicBezTo>
                      <a:pt x="176" y="167"/>
                      <a:pt x="170" y="173"/>
                      <a:pt x="164" y="178"/>
                    </a:cubicBezTo>
                    <a:lnTo>
                      <a:pt x="168" y="200"/>
                    </a:lnTo>
                    <a:lnTo>
                      <a:pt x="135" y="214"/>
                    </a:lnTo>
                    <a:lnTo>
                      <a:pt x="121" y="197"/>
                    </a:lnTo>
                    <a:lnTo>
                      <a:pt x="121" y="197"/>
                    </a:lnTo>
                    <a:lnTo>
                      <a:pt x="122" y="197"/>
                    </a:lnTo>
                    <a:moveTo>
                      <a:pt x="122" y="144"/>
                    </a:moveTo>
                    <a:cubicBezTo>
                      <a:pt x="142" y="136"/>
                      <a:pt x="150" y="112"/>
                      <a:pt x="142" y="93"/>
                    </a:cubicBezTo>
                    <a:cubicBezTo>
                      <a:pt x="133" y="73"/>
                      <a:pt x="110" y="64"/>
                      <a:pt x="90" y="73"/>
                    </a:cubicBezTo>
                    <a:cubicBezTo>
                      <a:pt x="70" y="81"/>
                      <a:pt x="61" y="104"/>
                      <a:pt x="70" y="124"/>
                    </a:cubicBezTo>
                    <a:cubicBezTo>
                      <a:pt x="79" y="143"/>
                      <a:pt x="102" y="153"/>
                      <a:pt x="122" y="144"/>
                    </a:cubicBezTo>
                    <a:close/>
                  </a:path>
                </a:pathLst>
              </a:custGeom>
              <a:solidFill>
                <a:schemeClr val="dk2"/>
              </a:solidFill>
              <a:ln>
                <a:noFill/>
              </a:ln>
            </p:spPr>
            <p:txBody>
              <a:bodyPr anchorCtr="1" anchor="ctr" bIns="32750" lIns="90000" spcFirstLastPara="1" rIns="90000" wrap="square" tIns="327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0" name="Google Shape;1570;p30"/>
              <p:cNvSpPr/>
              <p:nvPr/>
            </p:nvSpPr>
            <p:spPr>
              <a:xfrm>
                <a:off x="2516363" y="783010"/>
                <a:ext cx="446206" cy="447280"/>
              </a:xfrm>
              <a:custGeom>
                <a:rect b="b" l="l" r="r" t="t"/>
                <a:pathLst>
                  <a:path extrusionOk="0" h="417" w="416">
                    <a:moveTo>
                      <a:pt x="235" y="380"/>
                    </a:moveTo>
                    <a:cubicBezTo>
                      <a:pt x="220" y="382"/>
                      <a:pt x="204" y="383"/>
                      <a:pt x="189" y="381"/>
                    </a:cubicBezTo>
                    <a:lnTo>
                      <a:pt x="165" y="417"/>
                    </a:lnTo>
                    <a:lnTo>
                      <a:pt x="100" y="391"/>
                    </a:lnTo>
                    <a:lnTo>
                      <a:pt x="106" y="349"/>
                    </a:lnTo>
                    <a:cubicBezTo>
                      <a:pt x="93" y="340"/>
                      <a:pt x="82" y="329"/>
                      <a:pt x="72" y="317"/>
                    </a:cubicBezTo>
                    <a:lnTo>
                      <a:pt x="31" y="325"/>
                    </a:lnTo>
                    <a:lnTo>
                      <a:pt x="2" y="261"/>
                    </a:lnTo>
                    <a:lnTo>
                      <a:pt x="36" y="236"/>
                    </a:lnTo>
                    <a:cubicBezTo>
                      <a:pt x="34" y="220"/>
                      <a:pt x="34" y="205"/>
                      <a:pt x="35" y="190"/>
                    </a:cubicBezTo>
                    <a:lnTo>
                      <a:pt x="0" y="166"/>
                    </a:lnTo>
                    <a:lnTo>
                      <a:pt x="25" y="100"/>
                    </a:lnTo>
                    <a:lnTo>
                      <a:pt x="67" y="106"/>
                    </a:lnTo>
                    <a:cubicBezTo>
                      <a:pt x="76" y="94"/>
                      <a:pt x="87" y="83"/>
                      <a:pt x="99" y="73"/>
                    </a:cubicBezTo>
                    <a:lnTo>
                      <a:pt x="91" y="31"/>
                    </a:lnTo>
                    <a:lnTo>
                      <a:pt x="155" y="2"/>
                    </a:lnTo>
                    <a:lnTo>
                      <a:pt x="181" y="37"/>
                    </a:lnTo>
                    <a:cubicBezTo>
                      <a:pt x="196" y="34"/>
                      <a:pt x="212" y="34"/>
                      <a:pt x="227" y="36"/>
                    </a:cubicBezTo>
                    <a:lnTo>
                      <a:pt x="250" y="0"/>
                    </a:lnTo>
                    <a:lnTo>
                      <a:pt x="316" y="26"/>
                    </a:lnTo>
                    <a:lnTo>
                      <a:pt x="310" y="68"/>
                    </a:lnTo>
                    <a:cubicBezTo>
                      <a:pt x="322" y="77"/>
                      <a:pt x="334" y="87"/>
                      <a:pt x="343" y="99"/>
                    </a:cubicBezTo>
                    <a:lnTo>
                      <a:pt x="385" y="91"/>
                    </a:lnTo>
                    <a:lnTo>
                      <a:pt x="414" y="156"/>
                    </a:lnTo>
                    <a:lnTo>
                      <a:pt x="380" y="181"/>
                    </a:lnTo>
                    <a:cubicBezTo>
                      <a:pt x="382" y="197"/>
                      <a:pt x="382" y="212"/>
                      <a:pt x="381" y="227"/>
                    </a:cubicBezTo>
                    <a:lnTo>
                      <a:pt x="416" y="251"/>
                    </a:lnTo>
                    <a:lnTo>
                      <a:pt x="391" y="317"/>
                    </a:lnTo>
                    <a:lnTo>
                      <a:pt x="349" y="311"/>
                    </a:lnTo>
                    <a:cubicBezTo>
                      <a:pt x="340" y="323"/>
                      <a:pt x="329" y="334"/>
                      <a:pt x="317" y="344"/>
                    </a:cubicBezTo>
                    <a:lnTo>
                      <a:pt x="325" y="386"/>
                    </a:lnTo>
                    <a:lnTo>
                      <a:pt x="261" y="414"/>
                    </a:lnTo>
                    <a:lnTo>
                      <a:pt x="235" y="380"/>
                    </a:lnTo>
                    <a:moveTo>
                      <a:pt x="236" y="279"/>
                    </a:moveTo>
                    <a:cubicBezTo>
                      <a:pt x="274" y="262"/>
                      <a:pt x="291" y="217"/>
                      <a:pt x="274" y="179"/>
                    </a:cubicBezTo>
                    <a:cubicBezTo>
                      <a:pt x="257" y="141"/>
                      <a:pt x="212" y="124"/>
                      <a:pt x="174" y="141"/>
                    </a:cubicBezTo>
                    <a:cubicBezTo>
                      <a:pt x="136" y="158"/>
                      <a:pt x="119" y="202"/>
                      <a:pt x="136" y="240"/>
                    </a:cubicBezTo>
                    <a:cubicBezTo>
                      <a:pt x="153" y="279"/>
                      <a:pt x="197" y="296"/>
                      <a:pt x="236" y="279"/>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571" name="Google Shape;1571;p30"/>
            <p:cNvGrpSpPr/>
            <p:nvPr/>
          </p:nvGrpSpPr>
          <p:grpSpPr>
            <a:xfrm>
              <a:off x="1011491" y="2518503"/>
              <a:ext cx="1466258" cy="598519"/>
              <a:chOff x="1011491" y="2518503"/>
              <a:chExt cx="1466258" cy="598519"/>
            </a:xfrm>
          </p:grpSpPr>
          <p:sp>
            <p:nvSpPr>
              <p:cNvPr id="1572" name="Google Shape;1572;p30"/>
              <p:cNvSpPr/>
              <p:nvPr/>
            </p:nvSpPr>
            <p:spPr>
              <a:xfrm>
                <a:off x="1768754" y="2882120"/>
                <a:ext cx="396866" cy="34324"/>
              </a:xfrm>
              <a:custGeom>
                <a:rect b="b" l="l" r="r" t="t"/>
                <a:pathLst>
                  <a:path extrusionOk="0" h="32" w="370">
                    <a:moveTo>
                      <a:pt x="370" y="0"/>
                    </a:moveTo>
                    <a:cubicBezTo>
                      <a:pt x="370" y="0"/>
                      <a:pt x="365" y="2"/>
                      <a:pt x="356" y="5"/>
                    </a:cubicBezTo>
                    <a:cubicBezTo>
                      <a:pt x="347" y="9"/>
                      <a:pt x="334" y="12"/>
                      <a:pt x="317" y="17"/>
                    </a:cubicBezTo>
                    <a:cubicBezTo>
                      <a:pt x="301" y="21"/>
                      <a:pt x="281" y="24"/>
                      <a:pt x="259" y="27"/>
                    </a:cubicBezTo>
                    <a:cubicBezTo>
                      <a:pt x="236" y="30"/>
                      <a:pt x="211" y="32"/>
                      <a:pt x="185" y="32"/>
                    </a:cubicBezTo>
                    <a:cubicBezTo>
                      <a:pt x="159" y="32"/>
                      <a:pt x="134" y="30"/>
                      <a:pt x="112" y="28"/>
                    </a:cubicBezTo>
                    <a:cubicBezTo>
                      <a:pt x="90" y="25"/>
                      <a:pt x="70" y="21"/>
                      <a:pt x="53" y="17"/>
                    </a:cubicBezTo>
                    <a:cubicBezTo>
                      <a:pt x="36" y="13"/>
                      <a:pt x="23" y="10"/>
                      <a:pt x="14" y="6"/>
                    </a:cubicBezTo>
                    <a:cubicBezTo>
                      <a:pt x="5" y="3"/>
                      <a:pt x="0" y="2"/>
                      <a:pt x="0" y="1"/>
                    </a:cubicBezTo>
                    <a:cubicBezTo>
                      <a:pt x="0" y="1"/>
                      <a:pt x="6" y="2"/>
                      <a:pt x="15" y="5"/>
                    </a:cubicBezTo>
                    <a:cubicBezTo>
                      <a:pt x="24" y="7"/>
                      <a:pt x="37" y="10"/>
                      <a:pt x="54" y="14"/>
                    </a:cubicBezTo>
                    <a:cubicBezTo>
                      <a:pt x="70" y="18"/>
                      <a:pt x="90" y="21"/>
                      <a:pt x="113" y="23"/>
                    </a:cubicBezTo>
                    <a:cubicBezTo>
                      <a:pt x="135" y="26"/>
                      <a:pt x="159" y="27"/>
                      <a:pt x="185" y="27"/>
                    </a:cubicBezTo>
                    <a:cubicBezTo>
                      <a:pt x="211" y="27"/>
                      <a:pt x="236" y="26"/>
                      <a:pt x="258" y="23"/>
                    </a:cubicBezTo>
                    <a:cubicBezTo>
                      <a:pt x="280" y="20"/>
                      <a:pt x="300" y="17"/>
                      <a:pt x="317" y="13"/>
                    </a:cubicBezTo>
                    <a:cubicBezTo>
                      <a:pt x="333" y="10"/>
                      <a:pt x="347" y="6"/>
                      <a:pt x="356" y="4"/>
                    </a:cubicBezTo>
                    <a:cubicBezTo>
                      <a:pt x="365" y="1"/>
                      <a:pt x="370" y="0"/>
                      <a:pt x="370" y="0"/>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73" name="Google Shape;1573;p30"/>
              <p:cNvSpPr/>
              <p:nvPr/>
            </p:nvSpPr>
            <p:spPr>
              <a:xfrm>
                <a:off x="1013636" y="2520648"/>
                <a:ext cx="1461967" cy="594229"/>
              </a:xfrm>
              <a:custGeom>
                <a:rect b="b" l="l" r="r" t="t"/>
                <a:pathLst>
                  <a:path extrusionOk="0" h="554" w="1363">
                    <a:moveTo>
                      <a:pt x="0" y="0"/>
                    </a:moveTo>
                    <a:lnTo>
                      <a:pt x="1363" y="0"/>
                    </a:lnTo>
                    <a:lnTo>
                      <a:pt x="1363" y="554"/>
                    </a:lnTo>
                    <a:lnTo>
                      <a:pt x="0" y="554"/>
                    </a:lnTo>
                    <a:lnTo>
                      <a:pt x="0" y="0"/>
                    </a:ln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4" name="Google Shape;1574;p30"/>
              <p:cNvSpPr/>
              <p:nvPr/>
            </p:nvSpPr>
            <p:spPr>
              <a:xfrm>
                <a:off x="1011491" y="2518503"/>
                <a:ext cx="1466258" cy="598519"/>
              </a:xfrm>
              <a:custGeom>
                <a:rect b="b" l="l" r="r" t="t"/>
                <a:pathLst>
                  <a:path extrusionOk="0" h="558" w="1367">
                    <a:moveTo>
                      <a:pt x="1365" y="556"/>
                    </a:moveTo>
                    <a:cubicBezTo>
                      <a:pt x="1365" y="556"/>
                      <a:pt x="1365" y="553"/>
                      <a:pt x="1365" y="546"/>
                    </a:cubicBezTo>
                    <a:cubicBezTo>
                      <a:pt x="1365" y="540"/>
                      <a:pt x="1365" y="530"/>
                      <a:pt x="1365" y="517"/>
                    </a:cubicBezTo>
                    <a:cubicBezTo>
                      <a:pt x="1365" y="492"/>
                      <a:pt x="1365" y="455"/>
                      <a:pt x="1365" y="407"/>
                    </a:cubicBezTo>
                    <a:cubicBezTo>
                      <a:pt x="1365" y="312"/>
                      <a:pt x="1364" y="173"/>
                      <a:pt x="1364" y="2"/>
                    </a:cubicBezTo>
                    <a:lnTo>
                      <a:pt x="1365" y="4"/>
                    </a:lnTo>
                    <a:cubicBezTo>
                      <a:pt x="1019" y="4"/>
                      <a:pt x="536" y="4"/>
                      <a:pt x="2" y="4"/>
                    </a:cubicBezTo>
                    <a:lnTo>
                      <a:pt x="2" y="4"/>
                    </a:lnTo>
                    <a:lnTo>
                      <a:pt x="4" y="2"/>
                    </a:lnTo>
                    <a:cubicBezTo>
                      <a:pt x="4" y="196"/>
                      <a:pt x="4" y="383"/>
                      <a:pt x="4" y="556"/>
                    </a:cubicBezTo>
                    <a:lnTo>
                      <a:pt x="2" y="554"/>
                    </a:lnTo>
                    <a:cubicBezTo>
                      <a:pt x="397" y="554"/>
                      <a:pt x="738" y="555"/>
                      <a:pt x="980" y="555"/>
                    </a:cubicBezTo>
                    <a:cubicBezTo>
                      <a:pt x="1101" y="555"/>
                      <a:pt x="1197" y="555"/>
                      <a:pt x="1263" y="555"/>
                    </a:cubicBezTo>
                    <a:cubicBezTo>
                      <a:pt x="1296" y="556"/>
                      <a:pt x="1322" y="556"/>
                      <a:pt x="1339" y="556"/>
                    </a:cubicBezTo>
                    <a:cubicBezTo>
                      <a:pt x="1348" y="556"/>
                      <a:pt x="1355" y="556"/>
                      <a:pt x="1359" y="556"/>
                    </a:cubicBezTo>
                    <a:cubicBezTo>
                      <a:pt x="1363" y="556"/>
                      <a:pt x="1366" y="556"/>
                      <a:pt x="1366" y="556"/>
                    </a:cubicBezTo>
                    <a:cubicBezTo>
                      <a:pt x="1366" y="556"/>
                      <a:pt x="1364" y="556"/>
                      <a:pt x="1359" y="556"/>
                    </a:cubicBezTo>
                    <a:cubicBezTo>
                      <a:pt x="1355" y="556"/>
                      <a:pt x="1348" y="556"/>
                      <a:pt x="1340" y="556"/>
                    </a:cubicBezTo>
                    <a:cubicBezTo>
                      <a:pt x="1323" y="556"/>
                      <a:pt x="1297" y="556"/>
                      <a:pt x="1264" y="556"/>
                    </a:cubicBezTo>
                    <a:cubicBezTo>
                      <a:pt x="1198" y="556"/>
                      <a:pt x="1102" y="557"/>
                      <a:pt x="981" y="557"/>
                    </a:cubicBezTo>
                    <a:cubicBezTo>
                      <a:pt x="739" y="557"/>
                      <a:pt x="398" y="557"/>
                      <a:pt x="2" y="558"/>
                    </a:cubicBezTo>
                    <a:lnTo>
                      <a:pt x="0" y="558"/>
                    </a:lnTo>
                    <a:lnTo>
                      <a:pt x="0" y="556"/>
                    </a:lnTo>
                    <a:cubicBezTo>
                      <a:pt x="0" y="383"/>
                      <a:pt x="0" y="196"/>
                      <a:pt x="0" y="2"/>
                    </a:cubicBezTo>
                    <a:lnTo>
                      <a:pt x="0" y="0"/>
                    </a:lnTo>
                    <a:lnTo>
                      <a:pt x="2" y="0"/>
                    </a:lnTo>
                    <a:cubicBezTo>
                      <a:pt x="536" y="0"/>
                      <a:pt x="1019" y="0"/>
                      <a:pt x="1366" y="0"/>
                    </a:cubicBezTo>
                    <a:lnTo>
                      <a:pt x="1367" y="0"/>
                    </a:lnTo>
                    <a:lnTo>
                      <a:pt x="1367" y="2"/>
                    </a:lnTo>
                    <a:cubicBezTo>
                      <a:pt x="1367" y="173"/>
                      <a:pt x="1367" y="312"/>
                      <a:pt x="1366" y="408"/>
                    </a:cubicBezTo>
                    <a:cubicBezTo>
                      <a:pt x="1366" y="456"/>
                      <a:pt x="1366" y="493"/>
                      <a:pt x="1366" y="518"/>
                    </a:cubicBezTo>
                    <a:cubicBezTo>
                      <a:pt x="1366" y="530"/>
                      <a:pt x="1366" y="540"/>
                      <a:pt x="1366" y="546"/>
                    </a:cubicBezTo>
                    <a:cubicBezTo>
                      <a:pt x="1366" y="553"/>
                      <a:pt x="1366" y="556"/>
                      <a:pt x="1366" y="556"/>
                    </a:cubicBezTo>
                    <a:lnTo>
                      <a:pt x="1365" y="556"/>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5" name="Google Shape;1575;p30"/>
              <p:cNvSpPr/>
              <p:nvPr/>
            </p:nvSpPr>
            <p:spPr>
              <a:xfrm>
                <a:off x="1014709" y="2598949"/>
                <a:ext cx="1460895" cy="4290"/>
              </a:xfrm>
              <a:custGeom>
                <a:rect b="b" l="l" r="r" t="t"/>
                <a:pathLst>
                  <a:path extrusionOk="0" h="4" w="1362">
                    <a:moveTo>
                      <a:pt x="0" y="2"/>
                    </a:moveTo>
                    <a:cubicBezTo>
                      <a:pt x="0" y="1"/>
                      <a:pt x="305" y="0"/>
                      <a:pt x="681" y="0"/>
                    </a:cubicBezTo>
                    <a:cubicBezTo>
                      <a:pt x="1057" y="0"/>
                      <a:pt x="1362" y="1"/>
                      <a:pt x="1362" y="2"/>
                    </a:cubicBezTo>
                    <a:cubicBezTo>
                      <a:pt x="1362" y="3"/>
                      <a:pt x="1057" y="4"/>
                      <a:pt x="681" y="4"/>
                    </a:cubicBezTo>
                    <a:cubicBezTo>
                      <a:pt x="305" y="4"/>
                      <a:pt x="0" y="3"/>
                      <a:pt x="0"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6" name="Google Shape;1576;p30"/>
              <p:cNvSpPr/>
              <p:nvPr/>
            </p:nvSpPr>
            <p:spPr>
              <a:xfrm>
                <a:off x="1054395" y="2553899"/>
                <a:ext cx="21452" cy="21452"/>
              </a:xfrm>
              <a:custGeom>
                <a:rect b="b" l="l" r="r" t="t"/>
                <a:pathLst>
                  <a:path extrusionOk="0" h="20" w="20">
                    <a:moveTo>
                      <a:pt x="20" y="10"/>
                    </a:moveTo>
                    <a:cubicBezTo>
                      <a:pt x="20" y="16"/>
                      <a:pt x="15" y="20"/>
                      <a:pt x="10" y="20"/>
                    </a:cubicBezTo>
                    <a:cubicBezTo>
                      <a:pt x="4" y="20"/>
                      <a:pt x="0" y="15"/>
                      <a:pt x="0" y="10"/>
                    </a:cubicBezTo>
                    <a:cubicBezTo>
                      <a:pt x="0" y="4"/>
                      <a:pt x="4" y="0"/>
                      <a:pt x="10" y="0"/>
                    </a:cubicBezTo>
                    <a:cubicBezTo>
                      <a:pt x="15" y="0"/>
                      <a:pt x="20" y="5"/>
                      <a:pt x="20" y="10"/>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7" name="Google Shape;1577;p30"/>
              <p:cNvSpPr/>
              <p:nvPr/>
            </p:nvSpPr>
            <p:spPr>
              <a:xfrm>
                <a:off x="1090864" y="2553899"/>
                <a:ext cx="21452" cy="21452"/>
              </a:xfrm>
              <a:custGeom>
                <a:rect b="b" l="l" r="r" t="t"/>
                <a:pathLst>
                  <a:path extrusionOk="0" h="20" w="20">
                    <a:moveTo>
                      <a:pt x="20" y="10"/>
                    </a:moveTo>
                    <a:cubicBezTo>
                      <a:pt x="20" y="16"/>
                      <a:pt x="15" y="20"/>
                      <a:pt x="10" y="20"/>
                    </a:cubicBezTo>
                    <a:cubicBezTo>
                      <a:pt x="5" y="20"/>
                      <a:pt x="0" y="15"/>
                      <a:pt x="0" y="10"/>
                    </a:cubicBezTo>
                    <a:cubicBezTo>
                      <a:pt x="0" y="4"/>
                      <a:pt x="5" y="0"/>
                      <a:pt x="10" y="0"/>
                    </a:cubicBezTo>
                    <a:cubicBezTo>
                      <a:pt x="15" y="0"/>
                      <a:pt x="20" y="5"/>
                      <a:pt x="20" y="10"/>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8" name="Google Shape;1578;p30"/>
              <p:cNvSpPr/>
              <p:nvPr/>
            </p:nvSpPr>
            <p:spPr>
              <a:xfrm>
                <a:off x="1127333" y="2553899"/>
                <a:ext cx="20380" cy="21452"/>
              </a:xfrm>
              <a:custGeom>
                <a:rect b="b" l="l" r="r" t="t"/>
                <a:pathLst>
                  <a:path extrusionOk="0" h="20" w="19">
                    <a:moveTo>
                      <a:pt x="19" y="10"/>
                    </a:moveTo>
                    <a:cubicBezTo>
                      <a:pt x="19" y="16"/>
                      <a:pt x="14" y="20"/>
                      <a:pt x="9" y="20"/>
                    </a:cubicBezTo>
                    <a:cubicBezTo>
                      <a:pt x="3" y="20"/>
                      <a:pt x="0" y="15"/>
                      <a:pt x="0" y="10"/>
                    </a:cubicBezTo>
                    <a:cubicBezTo>
                      <a:pt x="0" y="4"/>
                      <a:pt x="3" y="0"/>
                      <a:pt x="9" y="0"/>
                    </a:cubicBezTo>
                    <a:cubicBezTo>
                      <a:pt x="14" y="0"/>
                      <a:pt x="19" y="5"/>
                      <a:pt x="19" y="10"/>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9" name="Google Shape;1579;p30"/>
              <p:cNvSpPr/>
              <p:nvPr/>
            </p:nvSpPr>
            <p:spPr>
              <a:xfrm>
                <a:off x="1138059" y="2697630"/>
                <a:ext cx="352889" cy="352890"/>
              </a:xfrm>
              <a:custGeom>
                <a:rect b="b" l="l" r="r" t="t"/>
                <a:pathLst>
                  <a:path extrusionOk="0" h="329" w="329">
                    <a:moveTo>
                      <a:pt x="0" y="0"/>
                    </a:moveTo>
                    <a:lnTo>
                      <a:pt x="329" y="0"/>
                    </a:lnTo>
                    <a:lnTo>
                      <a:pt x="329" y="329"/>
                    </a:lnTo>
                    <a:lnTo>
                      <a:pt x="0" y="329"/>
                    </a:lnTo>
                    <a:lnTo>
                      <a:pt x="0" y="0"/>
                    </a:ln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80" name="Google Shape;1580;p30"/>
              <p:cNvSpPr/>
              <p:nvPr/>
            </p:nvSpPr>
            <p:spPr>
              <a:xfrm>
                <a:off x="1562813" y="2789875"/>
                <a:ext cx="811966" cy="4290"/>
              </a:xfrm>
              <a:custGeom>
                <a:rect b="b" l="l" r="r" t="t"/>
                <a:pathLst>
                  <a:path extrusionOk="0" h="4" w="757">
                    <a:moveTo>
                      <a:pt x="757" y="2"/>
                    </a:moveTo>
                    <a:cubicBezTo>
                      <a:pt x="757" y="3"/>
                      <a:pt x="587" y="4"/>
                      <a:pt x="378" y="4"/>
                    </a:cubicBezTo>
                    <a:cubicBezTo>
                      <a:pt x="169" y="4"/>
                      <a:pt x="0" y="3"/>
                      <a:pt x="0" y="2"/>
                    </a:cubicBezTo>
                    <a:cubicBezTo>
                      <a:pt x="0" y="1"/>
                      <a:pt x="168" y="0"/>
                      <a:pt x="378" y="0"/>
                    </a:cubicBezTo>
                    <a:cubicBezTo>
                      <a:pt x="587" y="0"/>
                      <a:pt x="757" y="1"/>
                      <a:pt x="757"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81" name="Google Shape;1581;p30"/>
              <p:cNvSpPr/>
              <p:nvPr/>
            </p:nvSpPr>
            <p:spPr>
              <a:xfrm>
                <a:off x="1562813" y="2861740"/>
                <a:ext cx="811966" cy="4290"/>
              </a:xfrm>
              <a:custGeom>
                <a:rect b="b" l="l" r="r" t="t"/>
                <a:pathLst>
                  <a:path extrusionOk="0" h="4" w="757">
                    <a:moveTo>
                      <a:pt x="757" y="2"/>
                    </a:moveTo>
                    <a:cubicBezTo>
                      <a:pt x="757" y="4"/>
                      <a:pt x="587" y="4"/>
                      <a:pt x="378" y="4"/>
                    </a:cubicBezTo>
                    <a:cubicBezTo>
                      <a:pt x="169" y="4"/>
                      <a:pt x="0" y="3"/>
                      <a:pt x="0" y="2"/>
                    </a:cubicBezTo>
                    <a:cubicBezTo>
                      <a:pt x="0" y="0"/>
                      <a:pt x="168" y="0"/>
                      <a:pt x="378" y="0"/>
                    </a:cubicBezTo>
                    <a:cubicBezTo>
                      <a:pt x="587" y="0"/>
                      <a:pt x="757" y="1"/>
                      <a:pt x="757"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82" name="Google Shape;1582;p30"/>
              <p:cNvSpPr/>
              <p:nvPr/>
            </p:nvSpPr>
            <p:spPr>
              <a:xfrm>
                <a:off x="1562813" y="2933605"/>
                <a:ext cx="522361" cy="5363"/>
              </a:xfrm>
              <a:custGeom>
                <a:rect b="b" l="l" r="r" t="t"/>
                <a:pathLst>
                  <a:path extrusionOk="0" h="5" w="487">
                    <a:moveTo>
                      <a:pt x="487" y="2"/>
                    </a:moveTo>
                    <a:cubicBezTo>
                      <a:pt x="487" y="2"/>
                      <a:pt x="485" y="3"/>
                      <a:pt x="482" y="3"/>
                    </a:cubicBezTo>
                    <a:cubicBezTo>
                      <a:pt x="479" y="3"/>
                      <a:pt x="474" y="3"/>
                      <a:pt x="468" y="3"/>
                    </a:cubicBezTo>
                    <a:cubicBezTo>
                      <a:pt x="455" y="4"/>
                      <a:pt x="438" y="4"/>
                      <a:pt x="416" y="4"/>
                    </a:cubicBezTo>
                    <a:cubicBezTo>
                      <a:pt x="371" y="4"/>
                      <a:pt x="311" y="4"/>
                      <a:pt x="244" y="5"/>
                    </a:cubicBezTo>
                    <a:cubicBezTo>
                      <a:pt x="177" y="4"/>
                      <a:pt x="116" y="4"/>
                      <a:pt x="71" y="4"/>
                    </a:cubicBezTo>
                    <a:cubicBezTo>
                      <a:pt x="50" y="4"/>
                      <a:pt x="32" y="3"/>
                      <a:pt x="19" y="3"/>
                    </a:cubicBezTo>
                    <a:cubicBezTo>
                      <a:pt x="13" y="3"/>
                      <a:pt x="8" y="3"/>
                      <a:pt x="5" y="3"/>
                    </a:cubicBezTo>
                    <a:cubicBezTo>
                      <a:pt x="1" y="3"/>
                      <a:pt x="0" y="3"/>
                      <a:pt x="0" y="2"/>
                    </a:cubicBezTo>
                    <a:cubicBezTo>
                      <a:pt x="0" y="2"/>
                      <a:pt x="2" y="2"/>
                      <a:pt x="5" y="2"/>
                    </a:cubicBezTo>
                    <a:cubicBezTo>
                      <a:pt x="8" y="2"/>
                      <a:pt x="13" y="2"/>
                      <a:pt x="19" y="2"/>
                    </a:cubicBezTo>
                    <a:cubicBezTo>
                      <a:pt x="32" y="1"/>
                      <a:pt x="50" y="1"/>
                      <a:pt x="71" y="1"/>
                    </a:cubicBezTo>
                    <a:cubicBezTo>
                      <a:pt x="116" y="1"/>
                      <a:pt x="176" y="0"/>
                      <a:pt x="244" y="0"/>
                    </a:cubicBezTo>
                    <a:cubicBezTo>
                      <a:pt x="311" y="0"/>
                      <a:pt x="371" y="1"/>
                      <a:pt x="416" y="1"/>
                    </a:cubicBezTo>
                    <a:cubicBezTo>
                      <a:pt x="438" y="1"/>
                      <a:pt x="455" y="1"/>
                      <a:pt x="468" y="2"/>
                    </a:cubicBezTo>
                    <a:cubicBezTo>
                      <a:pt x="474" y="2"/>
                      <a:pt x="479" y="2"/>
                      <a:pt x="482" y="2"/>
                    </a:cubicBezTo>
                    <a:cubicBezTo>
                      <a:pt x="486" y="2"/>
                      <a:pt x="487" y="2"/>
                      <a:pt x="487"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583" name="Google Shape;1583;p30"/>
            <p:cNvGrpSpPr/>
            <p:nvPr/>
          </p:nvGrpSpPr>
          <p:grpSpPr>
            <a:xfrm>
              <a:off x="1570321" y="2100182"/>
              <a:ext cx="724012" cy="729378"/>
              <a:chOff x="1570321" y="2100182"/>
              <a:chExt cx="724012" cy="729378"/>
            </a:xfrm>
          </p:grpSpPr>
          <p:sp>
            <p:nvSpPr>
              <p:cNvPr id="1584" name="Google Shape;1584;p30"/>
              <p:cNvSpPr/>
              <p:nvPr/>
            </p:nvSpPr>
            <p:spPr>
              <a:xfrm>
                <a:off x="1570321" y="2100182"/>
                <a:ext cx="448351" cy="728306"/>
              </a:xfrm>
              <a:custGeom>
                <a:rect b="b" l="l" r="r" t="t"/>
                <a:pathLst>
                  <a:path extrusionOk="0" h="679" w="418">
                    <a:moveTo>
                      <a:pt x="180" y="0"/>
                    </a:moveTo>
                    <a:cubicBezTo>
                      <a:pt x="180" y="0"/>
                      <a:pt x="114" y="34"/>
                      <a:pt x="84" y="157"/>
                    </a:cubicBezTo>
                    <a:cubicBezTo>
                      <a:pt x="70" y="218"/>
                      <a:pt x="9" y="415"/>
                      <a:pt x="0" y="525"/>
                    </a:cubicBezTo>
                    <a:cubicBezTo>
                      <a:pt x="-6" y="594"/>
                      <a:pt x="68" y="658"/>
                      <a:pt x="136" y="668"/>
                    </a:cubicBezTo>
                    <a:cubicBezTo>
                      <a:pt x="137" y="668"/>
                      <a:pt x="139" y="668"/>
                      <a:pt x="140" y="668"/>
                    </a:cubicBezTo>
                    <a:cubicBezTo>
                      <a:pt x="281" y="697"/>
                      <a:pt x="418" y="658"/>
                      <a:pt x="418" y="658"/>
                    </a:cubicBezTo>
                    <a:lnTo>
                      <a:pt x="389" y="529"/>
                    </a:lnTo>
                    <a:cubicBezTo>
                      <a:pt x="389" y="529"/>
                      <a:pt x="208" y="494"/>
                      <a:pt x="185" y="483"/>
                    </a:cubicBezTo>
                    <a:lnTo>
                      <a:pt x="255" y="206"/>
                    </a:lnTo>
                    <a:cubicBezTo>
                      <a:pt x="255" y="206"/>
                      <a:pt x="308" y="12"/>
                      <a:pt x="180" y="0"/>
                    </a:cubicBez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85" name="Google Shape;1585;p30"/>
              <p:cNvSpPr/>
              <p:nvPr/>
            </p:nvSpPr>
            <p:spPr>
              <a:xfrm>
                <a:off x="1702252" y="2130216"/>
                <a:ext cx="318565" cy="699345"/>
              </a:xfrm>
              <a:custGeom>
                <a:rect b="b" l="l" r="r" t="t"/>
                <a:pathLst>
                  <a:path extrusionOk="0" h="652" w="297">
                    <a:moveTo>
                      <a:pt x="73" y="0"/>
                    </a:moveTo>
                    <a:cubicBezTo>
                      <a:pt x="73" y="0"/>
                      <a:pt x="74" y="0"/>
                      <a:pt x="76" y="0"/>
                    </a:cubicBezTo>
                    <a:cubicBezTo>
                      <a:pt x="78" y="1"/>
                      <a:pt x="80" y="1"/>
                      <a:pt x="83" y="2"/>
                    </a:cubicBezTo>
                    <a:cubicBezTo>
                      <a:pt x="90" y="3"/>
                      <a:pt x="99" y="6"/>
                      <a:pt x="109" y="13"/>
                    </a:cubicBezTo>
                    <a:cubicBezTo>
                      <a:pt x="120" y="20"/>
                      <a:pt x="130" y="33"/>
                      <a:pt x="137" y="49"/>
                    </a:cubicBezTo>
                    <a:cubicBezTo>
                      <a:pt x="144" y="66"/>
                      <a:pt x="147" y="87"/>
                      <a:pt x="146" y="109"/>
                    </a:cubicBezTo>
                    <a:cubicBezTo>
                      <a:pt x="146" y="121"/>
                      <a:pt x="145" y="132"/>
                      <a:pt x="143" y="145"/>
                    </a:cubicBezTo>
                    <a:cubicBezTo>
                      <a:pt x="140" y="157"/>
                      <a:pt x="137" y="169"/>
                      <a:pt x="133" y="182"/>
                    </a:cubicBezTo>
                    <a:cubicBezTo>
                      <a:pt x="127" y="208"/>
                      <a:pt x="120" y="235"/>
                      <a:pt x="113" y="265"/>
                    </a:cubicBezTo>
                    <a:cubicBezTo>
                      <a:pt x="98" y="323"/>
                      <a:pt x="82" y="387"/>
                      <a:pt x="65" y="456"/>
                    </a:cubicBezTo>
                    <a:lnTo>
                      <a:pt x="63" y="453"/>
                    </a:lnTo>
                    <a:cubicBezTo>
                      <a:pt x="84" y="459"/>
                      <a:pt x="107" y="465"/>
                      <a:pt x="130" y="471"/>
                    </a:cubicBezTo>
                    <a:cubicBezTo>
                      <a:pt x="154" y="476"/>
                      <a:pt x="177" y="482"/>
                      <a:pt x="201" y="486"/>
                    </a:cubicBezTo>
                    <a:cubicBezTo>
                      <a:pt x="213" y="489"/>
                      <a:pt x="224" y="490"/>
                      <a:pt x="236" y="492"/>
                    </a:cubicBezTo>
                    <a:cubicBezTo>
                      <a:pt x="241" y="493"/>
                      <a:pt x="247" y="493"/>
                      <a:pt x="253" y="494"/>
                    </a:cubicBezTo>
                    <a:cubicBezTo>
                      <a:pt x="256" y="495"/>
                      <a:pt x="259" y="496"/>
                      <a:pt x="262" y="497"/>
                    </a:cubicBezTo>
                    <a:cubicBezTo>
                      <a:pt x="265" y="498"/>
                      <a:pt x="268" y="501"/>
                      <a:pt x="269" y="503"/>
                    </a:cubicBezTo>
                    <a:cubicBezTo>
                      <a:pt x="273" y="509"/>
                      <a:pt x="274" y="515"/>
                      <a:pt x="275" y="520"/>
                    </a:cubicBezTo>
                    <a:cubicBezTo>
                      <a:pt x="276" y="526"/>
                      <a:pt x="277" y="531"/>
                      <a:pt x="279" y="537"/>
                    </a:cubicBezTo>
                    <a:cubicBezTo>
                      <a:pt x="281" y="547"/>
                      <a:pt x="283" y="558"/>
                      <a:pt x="285" y="569"/>
                    </a:cubicBezTo>
                    <a:cubicBezTo>
                      <a:pt x="289" y="590"/>
                      <a:pt x="292" y="610"/>
                      <a:pt x="297" y="630"/>
                    </a:cubicBezTo>
                    <a:lnTo>
                      <a:pt x="297" y="632"/>
                    </a:lnTo>
                    <a:lnTo>
                      <a:pt x="295" y="632"/>
                    </a:lnTo>
                    <a:cubicBezTo>
                      <a:pt x="209" y="654"/>
                      <a:pt x="133" y="654"/>
                      <a:pt x="81" y="650"/>
                    </a:cubicBezTo>
                    <a:cubicBezTo>
                      <a:pt x="29" y="645"/>
                      <a:pt x="0" y="638"/>
                      <a:pt x="0" y="638"/>
                    </a:cubicBezTo>
                    <a:cubicBezTo>
                      <a:pt x="0" y="638"/>
                      <a:pt x="2" y="638"/>
                      <a:pt x="5" y="639"/>
                    </a:cubicBezTo>
                    <a:cubicBezTo>
                      <a:pt x="9" y="639"/>
                      <a:pt x="14" y="640"/>
                      <a:pt x="21" y="641"/>
                    </a:cubicBezTo>
                    <a:cubicBezTo>
                      <a:pt x="35" y="643"/>
                      <a:pt x="55" y="645"/>
                      <a:pt x="81" y="647"/>
                    </a:cubicBezTo>
                    <a:cubicBezTo>
                      <a:pt x="133" y="650"/>
                      <a:pt x="208" y="650"/>
                      <a:pt x="294" y="628"/>
                    </a:cubicBezTo>
                    <a:lnTo>
                      <a:pt x="293" y="631"/>
                    </a:lnTo>
                    <a:cubicBezTo>
                      <a:pt x="288" y="611"/>
                      <a:pt x="284" y="591"/>
                      <a:pt x="281" y="570"/>
                    </a:cubicBezTo>
                    <a:cubicBezTo>
                      <a:pt x="279" y="559"/>
                      <a:pt x="277" y="548"/>
                      <a:pt x="274" y="538"/>
                    </a:cubicBezTo>
                    <a:cubicBezTo>
                      <a:pt x="273" y="532"/>
                      <a:pt x="272" y="527"/>
                      <a:pt x="271" y="521"/>
                    </a:cubicBezTo>
                    <a:cubicBezTo>
                      <a:pt x="269" y="516"/>
                      <a:pt x="268" y="510"/>
                      <a:pt x="266" y="506"/>
                    </a:cubicBezTo>
                    <a:cubicBezTo>
                      <a:pt x="263" y="502"/>
                      <a:pt x="258" y="501"/>
                      <a:pt x="252" y="499"/>
                    </a:cubicBezTo>
                    <a:cubicBezTo>
                      <a:pt x="247" y="498"/>
                      <a:pt x="241" y="498"/>
                      <a:pt x="235" y="497"/>
                    </a:cubicBezTo>
                    <a:cubicBezTo>
                      <a:pt x="224" y="495"/>
                      <a:pt x="212" y="493"/>
                      <a:pt x="200" y="491"/>
                    </a:cubicBezTo>
                    <a:cubicBezTo>
                      <a:pt x="177" y="487"/>
                      <a:pt x="153" y="481"/>
                      <a:pt x="129" y="476"/>
                    </a:cubicBezTo>
                    <a:cubicBezTo>
                      <a:pt x="106" y="470"/>
                      <a:pt x="83" y="464"/>
                      <a:pt x="62" y="458"/>
                    </a:cubicBezTo>
                    <a:lnTo>
                      <a:pt x="60" y="457"/>
                    </a:lnTo>
                    <a:lnTo>
                      <a:pt x="60" y="455"/>
                    </a:lnTo>
                    <a:cubicBezTo>
                      <a:pt x="78" y="387"/>
                      <a:pt x="94" y="322"/>
                      <a:pt x="109" y="264"/>
                    </a:cubicBezTo>
                    <a:cubicBezTo>
                      <a:pt x="117" y="235"/>
                      <a:pt x="124" y="207"/>
                      <a:pt x="130" y="181"/>
                    </a:cubicBezTo>
                    <a:cubicBezTo>
                      <a:pt x="133" y="169"/>
                      <a:pt x="137" y="156"/>
                      <a:pt x="139" y="144"/>
                    </a:cubicBezTo>
                    <a:cubicBezTo>
                      <a:pt x="142" y="132"/>
                      <a:pt x="143" y="121"/>
                      <a:pt x="143" y="110"/>
                    </a:cubicBezTo>
                    <a:cubicBezTo>
                      <a:pt x="144" y="87"/>
                      <a:pt x="141" y="67"/>
                      <a:pt x="135" y="51"/>
                    </a:cubicBezTo>
                    <a:cubicBezTo>
                      <a:pt x="129" y="34"/>
                      <a:pt x="119" y="22"/>
                      <a:pt x="109" y="15"/>
                    </a:cubicBezTo>
                    <a:cubicBezTo>
                      <a:pt x="99" y="8"/>
                      <a:pt x="90" y="5"/>
                      <a:pt x="84" y="3"/>
                    </a:cubicBezTo>
                    <a:cubicBezTo>
                      <a:pt x="80" y="2"/>
                      <a:pt x="78" y="1"/>
                      <a:pt x="76" y="1"/>
                    </a:cubicBezTo>
                    <a:cubicBezTo>
                      <a:pt x="75" y="0"/>
                      <a:pt x="74" y="0"/>
                      <a:pt x="74" y="0"/>
                    </a:cubicBezTo>
                    <a:lnTo>
                      <a:pt x="73" y="0"/>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86" name="Google Shape;1586;p30"/>
              <p:cNvSpPr/>
              <p:nvPr/>
            </p:nvSpPr>
            <p:spPr>
              <a:xfrm>
                <a:off x="1676509" y="2618256"/>
                <a:ext cx="93317" cy="58994"/>
              </a:xfrm>
              <a:custGeom>
                <a:rect b="b" l="l" r="r" t="t"/>
                <a:pathLst>
                  <a:path extrusionOk="0" h="55" w="87">
                    <a:moveTo>
                      <a:pt x="0" y="55"/>
                    </a:moveTo>
                    <a:cubicBezTo>
                      <a:pt x="0" y="55"/>
                      <a:pt x="0" y="48"/>
                      <a:pt x="4" y="39"/>
                    </a:cubicBezTo>
                    <a:cubicBezTo>
                      <a:pt x="9" y="30"/>
                      <a:pt x="18" y="18"/>
                      <a:pt x="32" y="10"/>
                    </a:cubicBezTo>
                    <a:cubicBezTo>
                      <a:pt x="46" y="2"/>
                      <a:pt x="60" y="-1"/>
                      <a:pt x="71" y="0"/>
                    </a:cubicBezTo>
                    <a:cubicBezTo>
                      <a:pt x="81" y="0"/>
                      <a:pt x="87" y="2"/>
                      <a:pt x="87" y="3"/>
                    </a:cubicBezTo>
                    <a:cubicBezTo>
                      <a:pt x="87" y="4"/>
                      <a:pt x="80" y="2"/>
                      <a:pt x="71" y="3"/>
                    </a:cubicBezTo>
                    <a:cubicBezTo>
                      <a:pt x="61" y="4"/>
                      <a:pt x="47" y="7"/>
                      <a:pt x="35" y="14"/>
                    </a:cubicBezTo>
                    <a:cubicBezTo>
                      <a:pt x="22" y="22"/>
                      <a:pt x="12" y="32"/>
                      <a:pt x="7" y="41"/>
                    </a:cubicBezTo>
                    <a:cubicBezTo>
                      <a:pt x="1" y="49"/>
                      <a:pt x="0" y="55"/>
                      <a:pt x="0" y="55"/>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87" name="Google Shape;1587;p30"/>
              <p:cNvSpPr/>
              <p:nvPr/>
            </p:nvSpPr>
            <p:spPr>
              <a:xfrm>
                <a:off x="1996147" y="2572134"/>
                <a:ext cx="298186" cy="220959"/>
              </a:xfrm>
              <a:custGeom>
                <a:rect b="b" l="l" r="r" t="t"/>
                <a:pathLst>
                  <a:path extrusionOk="0" h="206" w="278">
                    <a:moveTo>
                      <a:pt x="0" y="101"/>
                    </a:moveTo>
                    <a:lnTo>
                      <a:pt x="52" y="95"/>
                    </a:lnTo>
                    <a:cubicBezTo>
                      <a:pt x="52" y="95"/>
                      <a:pt x="73" y="59"/>
                      <a:pt x="87" y="47"/>
                    </a:cubicBezTo>
                    <a:cubicBezTo>
                      <a:pt x="101" y="34"/>
                      <a:pt x="174" y="0"/>
                      <a:pt x="174" y="0"/>
                    </a:cubicBezTo>
                    <a:cubicBezTo>
                      <a:pt x="174" y="0"/>
                      <a:pt x="185" y="12"/>
                      <a:pt x="174" y="25"/>
                    </a:cubicBezTo>
                    <a:cubicBezTo>
                      <a:pt x="169" y="31"/>
                      <a:pt x="135" y="50"/>
                      <a:pt x="135" y="50"/>
                    </a:cubicBezTo>
                    <a:lnTo>
                      <a:pt x="135" y="50"/>
                    </a:lnTo>
                    <a:cubicBezTo>
                      <a:pt x="131" y="65"/>
                      <a:pt x="143" y="78"/>
                      <a:pt x="158" y="75"/>
                    </a:cubicBezTo>
                    <a:cubicBezTo>
                      <a:pt x="179" y="71"/>
                      <a:pt x="204" y="67"/>
                      <a:pt x="207" y="67"/>
                    </a:cubicBezTo>
                    <a:cubicBezTo>
                      <a:pt x="211" y="67"/>
                      <a:pt x="232" y="47"/>
                      <a:pt x="248" y="32"/>
                    </a:cubicBezTo>
                    <a:cubicBezTo>
                      <a:pt x="257" y="23"/>
                      <a:pt x="274" y="31"/>
                      <a:pt x="270" y="44"/>
                    </a:cubicBezTo>
                    <a:cubicBezTo>
                      <a:pt x="270" y="45"/>
                      <a:pt x="269" y="46"/>
                      <a:pt x="268" y="47"/>
                    </a:cubicBezTo>
                    <a:cubicBezTo>
                      <a:pt x="268" y="47"/>
                      <a:pt x="290" y="46"/>
                      <a:pt x="270" y="76"/>
                    </a:cubicBezTo>
                    <a:cubicBezTo>
                      <a:pt x="270" y="76"/>
                      <a:pt x="275" y="104"/>
                      <a:pt x="259" y="117"/>
                    </a:cubicBezTo>
                    <a:cubicBezTo>
                      <a:pt x="259" y="117"/>
                      <a:pt x="252" y="151"/>
                      <a:pt x="241" y="162"/>
                    </a:cubicBezTo>
                    <a:cubicBezTo>
                      <a:pt x="230" y="174"/>
                      <a:pt x="127" y="196"/>
                      <a:pt x="127" y="196"/>
                    </a:cubicBezTo>
                    <a:lnTo>
                      <a:pt x="20" y="206"/>
                    </a:lnTo>
                    <a:lnTo>
                      <a:pt x="0" y="101"/>
                    </a:lnTo>
                    <a:close/>
                  </a:path>
                </a:pathLst>
              </a:custGeom>
              <a:solidFill>
                <a:srgbClr val="B78876"/>
              </a:solidFill>
              <a:ln>
                <a:noFill/>
              </a:ln>
            </p:spPr>
            <p:txBody>
              <a:bodyPr anchorCtr="1" anchor="ctr" bIns="29150" lIns="90000" spcFirstLastPara="1" rIns="90000" wrap="square" tIns="291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88" name="Google Shape;1588;p30"/>
              <p:cNvSpPr/>
              <p:nvPr/>
            </p:nvSpPr>
            <p:spPr>
              <a:xfrm>
                <a:off x="2175273" y="2621474"/>
                <a:ext cx="107261" cy="66502"/>
              </a:xfrm>
              <a:custGeom>
                <a:rect b="b" l="l" r="r" t="t"/>
                <a:pathLst>
                  <a:path extrusionOk="0" h="62" w="100">
                    <a:moveTo>
                      <a:pt x="0" y="61"/>
                    </a:moveTo>
                    <a:cubicBezTo>
                      <a:pt x="0" y="62"/>
                      <a:pt x="7" y="62"/>
                      <a:pt x="18" y="62"/>
                    </a:cubicBezTo>
                    <a:cubicBezTo>
                      <a:pt x="30" y="61"/>
                      <a:pt x="46" y="59"/>
                      <a:pt x="62" y="50"/>
                    </a:cubicBezTo>
                    <a:cubicBezTo>
                      <a:pt x="77" y="41"/>
                      <a:pt x="86" y="27"/>
                      <a:pt x="92" y="17"/>
                    </a:cubicBezTo>
                    <a:cubicBezTo>
                      <a:pt x="98" y="7"/>
                      <a:pt x="100" y="1"/>
                      <a:pt x="100" y="0"/>
                    </a:cubicBezTo>
                    <a:cubicBezTo>
                      <a:pt x="99" y="0"/>
                      <a:pt x="95" y="6"/>
                      <a:pt x="89" y="15"/>
                    </a:cubicBezTo>
                    <a:cubicBezTo>
                      <a:pt x="83" y="25"/>
                      <a:pt x="74" y="38"/>
                      <a:pt x="59" y="46"/>
                    </a:cubicBezTo>
                    <a:cubicBezTo>
                      <a:pt x="45" y="55"/>
                      <a:pt x="29" y="57"/>
                      <a:pt x="18" y="58"/>
                    </a:cubicBezTo>
                    <a:cubicBezTo>
                      <a:pt x="7" y="60"/>
                      <a:pt x="0" y="61"/>
                      <a:pt x="0" y="61"/>
                    </a:cubicBezTo>
                    <a:close/>
                  </a:path>
                </a:pathLst>
              </a:custGeom>
              <a:solidFill>
                <a:srgbClr val="AA655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89" name="Google Shape;1589;p30"/>
              <p:cNvSpPr/>
              <p:nvPr/>
            </p:nvSpPr>
            <p:spPr>
              <a:xfrm>
                <a:off x="2185999" y="2654725"/>
                <a:ext cx="100825" cy="60066"/>
              </a:xfrm>
              <a:custGeom>
                <a:rect b="b" l="l" r="r" t="t"/>
                <a:pathLst>
                  <a:path extrusionOk="0" h="56" w="94">
                    <a:moveTo>
                      <a:pt x="0" y="54"/>
                    </a:moveTo>
                    <a:cubicBezTo>
                      <a:pt x="0" y="55"/>
                      <a:pt x="7" y="56"/>
                      <a:pt x="17" y="56"/>
                    </a:cubicBezTo>
                    <a:cubicBezTo>
                      <a:pt x="23" y="55"/>
                      <a:pt x="29" y="55"/>
                      <a:pt x="36" y="53"/>
                    </a:cubicBezTo>
                    <a:cubicBezTo>
                      <a:pt x="42" y="51"/>
                      <a:pt x="50" y="49"/>
                      <a:pt x="57" y="44"/>
                    </a:cubicBezTo>
                    <a:cubicBezTo>
                      <a:pt x="63" y="39"/>
                      <a:pt x="68" y="33"/>
                      <a:pt x="73" y="28"/>
                    </a:cubicBezTo>
                    <a:cubicBezTo>
                      <a:pt x="77" y="23"/>
                      <a:pt x="80" y="18"/>
                      <a:pt x="84" y="14"/>
                    </a:cubicBezTo>
                    <a:cubicBezTo>
                      <a:pt x="90" y="6"/>
                      <a:pt x="94" y="1"/>
                      <a:pt x="94" y="0"/>
                    </a:cubicBezTo>
                    <a:cubicBezTo>
                      <a:pt x="93" y="0"/>
                      <a:pt x="89" y="4"/>
                      <a:pt x="82" y="12"/>
                    </a:cubicBezTo>
                    <a:cubicBezTo>
                      <a:pt x="78" y="15"/>
                      <a:pt x="74" y="20"/>
                      <a:pt x="69" y="25"/>
                    </a:cubicBezTo>
                    <a:cubicBezTo>
                      <a:pt x="65" y="30"/>
                      <a:pt x="60" y="36"/>
                      <a:pt x="54" y="41"/>
                    </a:cubicBezTo>
                    <a:cubicBezTo>
                      <a:pt x="48" y="45"/>
                      <a:pt x="41" y="47"/>
                      <a:pt x="35" y="49"/>
                    </a:cubicBezTo>
                    <a:cubicBezTo>
                      <a:pt x="28" y="50"/>
                      <a:pt x="22" y="52"/>
                      <a:pt x="17" y="52"/>
                    </a:cubicBezTo>
                    <a:cubicBezTo>
                      <a:pt x="7" y="54"/>
                      <a:pt x="1" y="54"/>
                      <a:pt x="1" y="54"/>
                    </a:cubicBezTo>
                    <a:lnTo>
                      <a:pt x="0" y="54"/>
                    </a:lnTo>
                    <a:close/>
                  </a:path>
                </a:pathLst>
              </a:custGeom>
              <a:solidFill>
                <a:srgbClr val="AA655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0" name="Google Shape;1590;p30"/>
              <p:cNvSpPr/>
              <p:nvPr/>
            </p:nvSpPr>
            <p:spPr>
              <a:xfrm>
                <a:off x="2202088" y="2697630"/>
                <a:ext cx="71865" cy="43977"/>
              </a:xfrm>
              <a:custGeom>
                <a:rect b="b" l="l" r="r" t="t"/>
                <a:pathLst>
                  <a:path extrusionOk="0" h="41" w="67">
                    <a:moveTo>
                      <a:pt x="0" y="41"/>
                    </a:moveTo>
                    <a:cubicBezTo>
                      <a:pt x="0" y="43"/>
                      <a:pt x="19" y="39"/>
                      <a:pt x="41" y="33"/>
                    </a:cubicBezTo>
                    <a:cubicBezTo>
                      <a:pt x="44" y="32"/>
                      <a:pt x="46" y="30"/>
                      <a:pt x="49" y="28"/>
                    </a:cubicBezTo>
                    <a:cubicBezTo>
                      <a:pt x="51" y="26"/>
                      <a:pt x="52" y="24"/>
                      <a:pt x="54" y="22"/>
                    </a:cubicBezTo>
                    <a:cubicBezTo>
                      <a:pt x="58" y="18"/>
                      <a:pt x="60" y="15"/>
                      <a:pt x="62" y="11"/>
                    </a:cubicBezTo>
                    <a:cubicBezTo>
                      <a:pt x="66" y="5"/>
                      <a:pt x="67" y="0"/>
                      <a:pt x="67" y="0"/>
                    </a:cubicBezTo>
                    <a:cubicBezTo>
                      <a:pt x="66" y="0"/>
                      <a:pt x="64" y="4"/>
                      <a:pt x="59" y="10"/>
                    </a:cubicBezTo>
                    <a:cubicBezTo>
                      <a:pt x="57" y="13"/>
                      <a:pt x="54" y="16"/>
                      <a:pt x="51" y="19"/>
                    </a:cubicBezTo>
                    <a:cubicBezTo>
                      <a:pt x="49" y="21"/>
                      <a:pt x="47" y="22"/>
                      <a:pt x="45" y="24"/>
                    </a:cubicBezTo>
                    <a:cubicBezTo>
                      <a:pt x="43" y="25"/>
                      <a:pt x="41" y="28"/>
                      <a:pt x="39" y="28"/>
                    </a:cubicBezTo>
                    <a:cubicBezTo>
                      <a:pt x="28" y="31"/>
                      <a:pt x="18" y="34"/>
                      <a:pt x="11" y="37"/>
                    </a:cubicBezTo>
                    <a:cubicBezTo>
                      <a:pt x="4" y="39"/>
                      <a:pt x="0" y="40"/>
                      <a:pt x="0" y="41"/>
                    </a:cubicBezTo>
                    <a:close/>
                  </a:path>
                </a:pathLst>
              </a:custGeom>
              <a:solidFill>
                <a:srgbClr val="AA655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591" name="Google Shape;1591;p30"/>
            <p:cNvGrpSpPr/>
            <p:nvPr/>
          </p:nvGrpSpPr>
          <p:grpSpPr>
            <a:xfrm>
              <a:off x="2372633" y="1339698"/>
              <a:ext cx="1806275" cy="3294001"/>
              <a:chOff x="2372633" y="1339698"/>
              <a:chExt cx="1806275" cy="3294001"/>
            </a:xfrm>
          </p:grpSpPr>
          <p:sp>
            <p:nvSpPr>
              <p:cNvPr id="1592" name="Google Shape;1592;p30"/>
              <p:cNvSpPr/>
              <p:nvPr/>
            </p:nvSpPr>
            <p:spPr>
              <a:xfrm>
                <a:off x="2616116" y="1339698"/>
                <a:ext cx="1562793" cy="3294001"/>
              </a:xfrm>
              <a:custGeom>
                <a:rect b="b" l="l" r="r" t="t"/>
                <a:pathLst>
                  <a:path extrusionOk="0" h="3071" w="1457">
                    <a:moveTo>
                      <a:pt x="1285" y="3"/>
                    </a:moveTo>
                    <a:cubicBezTo>
                      <a:pt x="1285" y="3"/>
                      <a:pt x="1287" y="3"/>
                      <a:pt x="1291" y="3"/>
                    </a:cubicBezTo>
                    <a:cubicBezTo>
                      <a:pt x="1295" y="4"/>
                      <a:pt x="1301" y="3"/>
                      <a:pt x="1308" y="5"/>
                    </a:cubicBezTo>
                    <a:cubicBezTo>
                      <a:pt x="1323" y="6"/>
                      <a:pt x="1346" y="11"/>
                      <a:pt x="1372" y="27"/>
                    </a:cubicBezTo>
                    <a:cubicBezTo>
                      <a:pt x="1385" y="34"/>
                      <a:pt x="1398" y="44"/>
                      <a:pt x="1411" y="58"/>
                    </a:cubicBezTo>
                    <a:cubicBezTo>
                      <a:pt x="1423" y="71"/>
                      <a:pt x="1435" y="88"/>
                      <a:pt x="1443" y="109"/>
                    </a:cubicBezTo>
                    <a:cubicBezTo>
                      <a:pt x="1452" y="129"/>
                      <a:pt x="1456" y="152"/>
                      <a:pt x="1456" y="178"/>
                    </a:cubicBezTo>
                    <a:cubicBezTo>
                      <a:pt x="1456" y="203"/>
                      <a:pt x="1456" y="229"/>
                      <a:pt x="1456" y="258"/>
                    </a:cubicBezTo>
                    <a:cubicBezTo>
                      <a:pt x="1456" y="484"/>
                      <a:pt x="1456" y="812"/>
                      <a:pt x="1456" y="1217"/>
                    </a:cubicBezTo>
                    <a:cubicBezTo>
                      <a:pt x="1456" y="1621"/>
                      <a:pt x="1457" y="2103"/>
                      <a:pt x="1457" y="2639"/>
                    </a:cubicBezTo>
                    <a:cubicBezTo>
                      <a:pt x="1457" y="2705"/>
                      <a:pt x="1457" y="2773"/>
                      <a:pt x="1457" y="2842"/>
                    </a:cubicBezTo>
                    <a:lnTo>
                      <a:pt x="1457" y="2893"/>
                    </a:lnTo>
                    <a:cubicBezTo>
                      <a:pt x="1456" y="2910"/>
                      <a:pt x="1455" y="2928"/>
                      <a:pt x="1450" y="2945"/>
                    </a:cubicBezTo>
                    <a:cubicBezTo>
                      <a:pt x="1445" y="2962"/>
                      <a:pt x="1438" y="2978"/>
                      <a:pt x="1428" y="2993"/>
                    </a:cubicBezTo>
                    <a:cubicBezTo>
                      <a:pt x="1419" y="3007"/>
                      <a:pt x="1407" y="3021"/>
                      <a:pt x="1393" y="3032"/>
                    </a:cubicBezTo>
                    <a:cubicBezTo>
                      <a:pt x="1365" y="3054"/>
                      <a:pt x="1331" y="3068"/>
                      <a:pt x="1295" y="3070"/>
                    </a:cubicBezTo>
                    <a:cubicBezTo>
                      <a:pt x="1259" y="3071"/>
                      <a:pt x="1224" y="3070"/>
                      <a:pt x="1188" y="3071"/>
                    </a:cubicBezTo>
                    <a:cubicBezTo>
                      <a:pt x="1116" y="3071"/>
                      <a:pt x="1044" y="3071"/>
                      <a:pt x="972" y="3071"/>
                    </a:cubicBezTo>
                    <a:cubicBezTo>
                      <a:pt x="826" y="3071"/>
                      <a:pt x="678" y="3070"/>
                      <a:pt x="527" y="3070"/>
                    </a:cubicBezTo>
                    <a:cubicBezTo>
                      <a:pt x="452" y="3070"/>
                      <a:pt x="376" y="3070"/>
                      <a:pt x="300" y="3070"/>
                    </a:cubicBezTo>
                    <a:cubicBezTo>
                      <a:pt x="262" y="3070"/>
                      <a:pt x="224" y="3070"/>
                      <a:pt x="185" y="3070"/>
                    </a:cubicBezTo>
                    <a:cubicBezTo>
                      <a:pt x="147" y="3072"/>
                      <a:pt x="107" y="3062"/>
                      <a:pt x="75" y="3040"/>
                    </a:cubicBezTo>
                    <a:cubicBezTo>
                      <a:pt x="43" y="3017"/>
                      <a:pt x="19" y="2984"/>
                      <a:pt x="8" y="2947"/>
                    </a:cubicBezTo>
                    <a:cubicBezTo>
                      <a:pt x="2" y="2928"/>
                      <a:pt x="0" y="2908"/>
                      <a:pt x="0" y="2889"/>
                    </a:cubicBezTo>
                    <a:cubicBezTo>
                      <a:pt x="0" y="2870"/>
                      <a:pt x="0" y="2851"/>
                      <a:pt x="0" y="2832"/>
                    </a:cubicBezTo>
                    <a:cubicBezTo>
                      <a:pt x="0" y="2756"/>
                      <a:pt x="0" y="2680"/>
                      <a:pt x="0" y="2605"/>
                    </a:cubicBezTo>
                    <a:cubicBezTo>
                      <a:pt x="0" y="2454"/>
                      <a:pt x="0" y="2306"/>
                      <a:pt x="1" y="2160"/>
                    </a:cubicBezTo>
                    <a:cubicBezTo>
                      <a:pt x="1" y="1869"/>
                      <a:pt x="1" y="1587"/>
                      <a:pt x="1" y="1320"/>
                    </a:cubicBezTo>
                    <a:cubicBezTo>
                      <a:pt x="1" y="1052"/>
                      <a:pt x="1" y="798"/>
                      <a:pt x="1" y="560"/>
                    </a:cubicBezTo>
                    <a:cubicBezTo>
                      <a:pt x="1" y="441"/>
                      <a:pt x="1" y="327"/>
                      <a:pt x="1" y="216"/>
                    </a:cubicBezTo>
                    <a:cubicBezTo>
                      <a:pt x="1" y="202"/>
                      <a:pt x="1" y="188"/>
                      <a:pt x="1" y="175"/>
                    </a:cubicBezTo>
                    <a:cubicBezTo>
                      <a:pt x="1" y="168"/>
                      <a:pt x="2" y="161"/>
                      <a:pt x="2" y="154"/>
                    </a:cubicBezTo>
                    <a:cubicBezTo>
                      <a:pt x="4" y="147"/>
                      <a:pt x="4" y="140"/>
                      <a:pt x="6" y="134"/>
                    </a:cubicBezTo>
                    <a:cubicBezTo>
                      <a:pt x="12" y="107"/>
                      <a:pt x="24" y="82"/>
                      <a:pt x="42" y="62"/>
                    </a:cubicBezTo>
                    <a:cubicBezTo>
                      <a:pt x="59" y="42"/>
                      <a:pt x="81" y="25"/>
                      <a:pt x="105" y="15"/>
                    </a:cubicBezTo>
                    <a:cubicBezTo>
                      <a:pt x="129" y="4"/>
                      <a:pt x="155" y="0"/>
                      <a:pt x="180" y="0"/>
                    </a:cubicBezTo>
                    <a:cubicBezTo>
                      <a:pt x="231" y="0"/>
                      <a:pt x="280" y="1"/>
                      <a:pt x="328" y="1"/>
                    </a:cubicBezTo>
                    <a:cubicBezTo>
                      <a:pt x="352" y="1"/>
                      <a:pt x="376" y="1"/>
                      <a:pt x="400" y="1"/>
                    </a:cubicBezTo>
                    <a:cubicBezTo>
                      <a:pt x="411" y="1"/>
                      <a:pt x="423" y="1"/>
                      <a:pt x="434" y="1"/>
                    </a:cubicBezTo>
                    <a:cubicBezTo>
                      <a:pt x="446" y="0"/>
                      <a:pt x="458" y="3"/>
                      <a:pt x="468" y="10"/>
                    </a:cubicBezTo>
                    <a:cubicBezTo>
                      <a:pt x="478" y="17"/>
                      <a:pt x="485" y="26"/>
                      <a:pt x="489" y="37"/>
                    </a:cubicBezTo>
                    <a:cubicBezTo>
                      <a:pt x="493" y="48"/>
                      <a:pt x="492" y="60"/>
                      <a:pt x="492" y="71"/>
                    </a:cubicBezTo>
                    <a:cubicBezTo>
                      <a:pt x="492" y="76"/>
                      <a:pt x="492" y="81"/>
                      <a:pt x="492" y="87"/>
                    </a:cubicBezTo>
                    <a:cubicBezTo>
                      <a:pt x="492" y="92"/>
                      <a:pt x="492" y="98"/>
                      <a:pt x="493" y="104"/>
                    </a:cubicBezTo>
                    <a:cubicBezTo>
                      <a:pt x="494" y="114"/>
                      <a:pt x="499" y="124"/>
                      <a:pt x="505" y="132"/>
                    </a:cubicBezTo>
                    <a:cubicBezTo>
                      <a:pt x="512" y="140"/>
                      <a:pt x="522" y="146"/>
                      <a:pt x="531" y="148"/>
                    </a:cubicBezTo>
                    <a:cubicBezTo>
                      <a:pt x="536" y="149"/>
                      <a:pt x="542" y="150"/>
                      <a:pt x="547" y="150"/>
                    </a:cubicBezTo>
                    <a:cubicBezTo>
                      <a:pt x="552" y="150"/>
                      <a:pt x="557" y="150"/>
                      <a:pt x="562" y="150"/>
                    </a:cubicBezTo>
                    <a:cubicBezTo>
                      <a:pt x="583" y="150"/>
                      <a:pt x="604" y="150"/>
                      <a:pt x="624" y="150"/>
                    </a:cubicBezTo>
                    <a:cubicBezTo>
                      <a:pt x="704" y="150"/>
                      <a:pt x="779" y="150"/>
                      <a:pt x="848" y="150"/>
                    </a:cubicBezTo>
                    <a:cubicBezTo>
                      <a:pt x="882" y="150"/>
                      <a:pt x="915" y="150"/>
                      <a:pt x="947" y="150"/>
                    </a:cubicBezTo>
                    <a:cubicBezTo>
                      <a:pt x="954" y="150"/>
                      <a:pt x="962" y="151"/>
                      <a:pt x="970" y="150"/>
                    </a:cubicBezTo>
                    <a:cubicBezTo>
                      <a:pt x="977" y="149"/>
                      <a:pt x="984" y="146"/>
                      <a:pt x="991" y="143"/>
                    </a:cubicBezTo>
                    <a:cubicBezTo>
                      <a:pt x="1003" y="135"/>
                      <a:pt x="1012" y="122"/>
                      <a:pt x="1014" y="108"/>
                    </a:cubicBezTo>
                    <a:cubicBezTo>
                      <a:pt x="1016" y="102"/>
                      <a:pt x="1016" y="95"/>
                      <a:pt x="1016" y="88"/>
                    </a:cubicBezTo>
                    <a:cubicBezTo>
                      <a:pt x="1016" y="81"/>
                      <a:pt x="1016" y="73"/>
                      <a:pt x="1016" y="67"/>
                    </a:cubicBezTo>
                    <a:cubicBezTo>
                      <a:pt x="1016" y="60"/>
                      <a:pt x="1015" y="54"/>
                      <a:pt x="1017" y="48"/>
                    </a:cubicBezTo>
                    <a:cubicBezTo>
                      <a:pt x="1018" y="41"/>
                      <a:pt x="1020" y="35"/>
                      <a:pt x="1023" y="29"/>
                    </a:cubicBezTo>
                    <a:cubicBezTo>
                      <a:pt x="1029" y="18"/>
                      <a:pt x="1039" y="10"/>
                      <a:pt x="1050" y="5"/>
                    </a:cubicBezTo>
                    <a:cubicBezTo>
                      <a:pt x="1061" y="1"/>
                      <a:pt x="1073" y="2"/>
                      <a:pt x="1084" y="2"/>
                    </a:cubicBezTo>
                    <a:cubicBezTo>
                      <a:pt x="1127" y="2"/>
                      <a:pt x="1164" y="2"/>
                      <a:pt x="1194" y="2"/>
                    </a:cubicBezTo>
                    <a:cubicBezTo>
                      <a:pt x="1224" y="2"/>
                      <a:pt x="1247" y="2"/>
                      <a:pt x="1262" y="2"/>
                    </a:cubicBezTo>
                    <a:cubicBezTo>
                      <a:pt x="1277" y="2"/>
                      <a:pt x="1285" y="3"/>
                      <a:pt x="1285" y="3"/>
                    </a:cubicBezTo>
                    <a:cubicBezTo>
                      <a:pt x="1285" y="3"/>
                      <a:pt x="1277" y="3"/>
                      <a:pt x="1262" y="3"/>
                    </a:cubicBezTo>
                    <a:cubicBezTo>
                      <a:pt x="1247" y="3"/>
                      <a:pt x="1224" y="3"/>
                      <a:pt x="1194" y="3"/>
                    </a:cubicBezTo>
                    <a:cubicBezTo>
                      <a:pt x="1164" y="3"/>
                      <a:pt x="1127" y="3"/>
                      <a:pt x="1084" y="3"/>
                    </a:cubicBezTo>
                    <a:cubicBezTo>
                      <a:pt x="1073" y="3"/>
                      <a:pt x="1061" y="2"/>
                      <a:pt x="1051" y="7"/>
                    </a:cubicBezTo>
                    <a:cubicBezTo>
                      <a:pt x="1040" y="11"/>
                      <a:pt x="1030" y="19"/>
                      <a:pt x="1024" y="30"/>
                    </a:cubicBezTo>
                    <a:cubicBezTo>
                      <a:pt x="1021" y="36"/>
                      <a:pt x="1019" y="42"/>
                      <a:pt x="1018" y="48"/>
                    </a:cubicBezTo>
                    <a:cubicBezTo>
                      <a:pt x="1017" y="54"/>
                      <a:pt x="1018" y="61"/>
                      <a:pt x="1018" y="68"/>
                    </a:cubicBezTo>
                    <a:lnTo>
                      <a:pt x="1018" y="88"/>
                    </a:lnTo>
                    <a:cubicBezTo>
                      <a:pt x="1018" y="95"/>
                      <a:pt x="1018" y="102"/>
                      <a:pt x="1016" y="109"/>
                    </a:cubicBezTo>
                    <a:cubicBezTo>
                      <a:pt x="1013" y="123"/>
                      <a:pt x="1005" y="136"/>
                      <a:pt x="992" y="144"/>
                    </a:cubicBezTo>
                    <a:cubicBezTo>
                      <a:pt x="985" y="148"/>
                      <a:pt x="978" y="151"/>
                      <a:pt x="970" y="152"/>
                    </a:cubicBezTo>
                    <a:cubicBezTo>
                      <a:pt x="962" y="153"/>
                      <a:pt x="954" y="152"/>
                      <a:pt x="947" y="152"/>
                    </a:cubicBezTo>
                    <a:cubicBezTo>
                      <a:pt x="915" y="152"/>
                      <a:pt x="882" y="152"/>
                      <a:pt x="848" y="152"/>
                    </a:cubicBezTo>
                    <a:cubicBezTo>
                      <a:pt x="779" y="152"/>
                      <a:pt x="704" y="152"/>
                      <a:pt x="624" y="152"/>
                    </a:cubicBezTo>
                    <a:cubicBezTo>
                      <a:pt x="604" y="152"/>
                      <a:pt x="583" y="152"/>
                      <a:pt x="562" y="152"/>
                    </a:cubicBezTo>
                    <a:lnTo>
                      <a:pt x="547" y="152"/>
                    </a:lnTo>
                    <a:cubicBezTo>
                      <a:pt x="542" y="152"/>
                      <a:pt x="536" y="152"/>
                      <a:pt x="531" y="151"/>
                    </a:cubicBezTo>
                    <a:cubicBezTo>
                      <a:pt x="520" y="148"/>
                      <a:pt x="510" y="142"/>
                      <a:pt x="503" y="134"/>
                    </a:cubicBezTo>
                    <a:cubicBezTo>
                      <a:pt x="496" y="126"/>
                      <a:pt x="491" y="115"/>
                      <a:pt x="490" y="104"/>
                    </a:cubicBezTo>
                    <a:cubicBezTo>
                      <a:pt x="489" y="98"/>
                      <a:pt x="489" y="92"/>
                      <a:pt x="489" y="87"/>
                    </a:cubicBezTo>
                    <a:cubicBezTo>
                      <a:pt x="489" y="81"/>
                      <a:pt x="489" y="76"/>
                      <a:pt x="489" y="71"/>
                    </a:cubicBezTo>
                    <a:cubicBezTo>
                      <a:pt x="489" y="60"/>
                      <a:pt x="490" y="49"/>
                      <a:pt x="486" y="38"/>
                    </a:cubicBezTo>
                    <a:cubicBezTo>
                      <a:pt x="482" y="28"/>
                      <a:pt x="475" y="19"/>
                      <a:pt x="466" y="12"/>
                    </a:cubicBezTo>
                    <a:cubicBezTo>
                      <a:pt x="457" y="6"/>
                      <a:pt x="446" y="3"/>
                      <a:pt x="435" y="4"/>
                    </a:cubicBezTo>
                    <a:lnTo>
                      <a:pt x="329" y="4"/>
                    </a:lnTo>
                    <a:cubicBezTo>
                      <a:pt x="280" y="4"/>
                      <a:pt x="231" y="4"/>
                      <a:pt x="180" y="4"/>
                    </a:cubicBezTo>
                    <a:cubicBezTo>
                      <a:pt x="155" y="3"/>
                      <a:pt x="130" y="7"/>
                      <a:pt x="106" y="18"/>
                    </a:cubicBezTo>
                    <a:cubicBezTo>
                      <a:pt x="83" y="28"/>
                      <a:pt x="62" y="44"/>
                      <a:pt x="45" y="64"/>
                    </a:cubicBezTo>
                    <a:cubicBezTo>
                      <a:pt x="28" y="84"/>
                      <a:pt x="16" y="109"/>
                      <a:pt x="10" y="135"/>
                    </a:cubicBezTo>
                    <a:cubicBezTo>
                      <a:pt x="8" y="141"/>
                      <a:pt x="8" y="148"/>
                      <a:pt x="6" y="154"/>
                    </a:cubicBezTo>
                    <a:cubicBezTo>
                      <a:pt x="6" y="161"/>
                      <a:pt x="5" y="168"/>
                      <a:pt x="5" y="175"/>
                    </a:cubicBezTo>
                    <a:cubicBezTo>
                      <a:pt x="5" y="188"/>
                      <a:pt x="5" y="202"/>
                      <a:pt x="5" y="216"/>
                    </a:cubicBezTo>
                    <a:cubicBezTo>
                      <a:pt x="5" y="326"/>
                      <a:pt x="5" y="441"/>
                      <a:pt x="5" y="560"/>
                    </a:cubicBezTo>
                    <a:cubicBezTo>
                      <a:pt x="5" y="798"/>
                      <a:pt x="5" y="1052"/>
                      <a:pt x="5" y="1320"/>
                    </a:cubicBezTo>
                    <a:cubicBezTo>
                      <a:pt x="5" y="1587"/>
                      <a:pt x="5" y="1869"/>
                      <a:pt x="5" y="2160"/>
                    </a:cubicBezTo>
                    <a:cubicBezTo>
                      <a:pt x="5" y="2306"/>
                      <a:pt x="5" y="2454"/>
                      <a:pt x="5" y="2604"/>
                    </a:cubicBezTo>
                    <a:cubicBezTo>
                      <a:pt x="5" y="2680"/>
                      <a:pt x="5" y="2755"/>
                      <a:pt x="5" y="2832"/>
                    </a:cubicBezTo>
                    <a:cubicBezTo>
                      <a:pt x="5" y="2851"/>
                      <a:pt x="5" y="2870"/>
                      <a:pt x="5" y="2889"/>
                    </a:cubicBezTo>
                    <a:cubicBezTo>
                      <a:pt x="5" y="2908"/>
                      <a:pt x="7" y="2927"/>
                      <a:pt x="12" y="2945"/>
                    </a:cubicBezTo>
                    <a:cubicBezTo>
                      <a:pt x="23" y="2981"/>
                      <a:pt x="46" y="3014"/>
                      <a:pt x="78" y="3035"/>
                    </a:cubicBezTo>
                    <a:cubicBezTo>
                      <a:pt x="109" y="3057"/>
                      <a:pt x="148" y="3067"/>
                      <a:pt x="186" y="3065"/>
                    </a:cubicBezTo>
                    <a:cubicBezTo>
                      <a:pt x="224" y="3065"/>
                      <a:pt x="262" y="3065"/>
                      <a:pt x="301" y="3065"/>
                    </a:cubicBezTo>
                    <a:cubicBezTo>
                      <a:pt x="377" y="3065"/>
                      <a:pt x="453" y="3065"/>
                      <a:pt x="528" y="3065"/>
                    </a:cubicBezTo>
                    <a:cubicBezTo>
                      <a:pt x="678" y="3065"/>
                      <a:pt x="826" y="3066"/>
                      <a:pt x="972" y="3066"/>
                    </a:cubicBezTo>
                    <a:cubicBezTo>
                      <a:pt x="1045" y="3066"/>
                      <a:pt x="1117" y="3066"/>
                      <a:pt x="1188" y="3066"/>
                    </a:cubicBezTo>
                    <a:cubicBezTo>
                      <a:pt x="1224" y="3066"/>
                      <a:pt x="1260" y="3066"/>
                      <a:pt x="1295" y="3065"/>
                    </a:cubicBezTo>
                    <a:cubicBezTo>
                      <a:pt x="1330" y="3064"/>
                      <a:pt x="1363" y="3050"/>
                      <a:pt x="1390" y="3028"/>
                    </a:cubicBezTo>
                    <a:cubicBezTo>
                      <a:pt x="1404" y="3017"/>
                      <a:pt x="1415" y="3004"/>
                      <a:pt x="1425" y="2990"/>
                    </a:cubicBezTo>
                    <a:cubicBezTo>
                      <a:pt x="1434" y="2976"/>
                      <a:pt x="1441" y="2960"/>
                      <a:pt x="1446" y="2943"/>
                    </a:cubicBezTo>
                    <a:cubicBezTo>
                      <a:pt x="1451" y="2927"/>
                      <a:pt x="1452" y="2910"/>
                      <a:pt x="1452" y="2893"/>
                    </a:cubicBezTo>
                    <a:cubicBezTo>
                      <a:pt x="1452" y="2876"/>
                      <a:pt x="1452" y="2858"/>
                      <a:pt x="1452" y="2841"/>
                    </a:cubicBezTo>
                    <a:cubicBezTo>
                      <a:pt x="1452" y="2773"/>
                      <a:pt x="1452" y="2705"/>
                      <a:pt x="1452" y="2638"/>
                    </a:cubicBezTo>
                    <a:cubicBezTo>
                      <a:pt x="1453" y="2103"/>
                      <a:pt x="1453" y="1621"/>
                      <a:pt x="1453" y="1216"/>
                    </a:cubicBezTo>
                    <a:cubicBezTo>
                      <a:pt x="1453" y="811"/>
                      <a:pt x="1454" y="484"/>
                      <a:pt x="1454" y="257"/>
                    </a:cubicBezTo>
                    <a:cubicBezTo>
                      <a:pt x="1454" y="229"/>
                      <a:pt x="1454" y="202"/>
                      <a:pt x="1454" y="177"/>
                    </a:cubicBezTo>
                    <a:cubicBezTo>
                      <a:pt x="1454" y="152"/>
                      <a:pt x="1450" y="129"/>
                      <a:pt x="1442" y="109"/>
                    </a:cubicBezTo>
                    <a:cubicBezTo>
                      <a:pt x="1433" y="89"/>
                      <a:pt x="1422" y="72"/>
                      <a:pt x="1410" y="58"/>
                    </a:cubicBezTo>
                    <a:cubicBezTo>
                      <a:pt x="1397" y="45"/>
                      <a:pt x="1384" y="34"/>
                      <a:pt x="1371" y="27"/>
                    </a:cubicBezTo>
                    <a:cubicBezTo>
                      <a:pt x="1346" y="12"/>
                      <a:pt x="1323" y="7"/>
                      <a:pt x="1308" y="5"/>
                    </a:cubicBezTo>
                    <a:cubicBezTo>
                      <a:pt x="1301" y="3"/>
                      <a:pt x="1295" y="3"/>
                      <a:pt x="1291" y="3"/>
                    </a:cubicBezTo>
                    <a:cubicBezTo>
                      <a:pt x="1287" y="3"/>
                      <a:pt x="1285" y="3"/>
                      <a:pt x="1285" y="3"/>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3" name="Google Shape;1593;p30"/>
              <p:cNvSpPr/>
              <p:nvPr/>
            </p:nvSpPr>
            <p:spPr>
              <a:xfrm>
                <a:off x="3995492" y="2211735"/>
                <a:ext cx="37541" cy="37542"/>
              </a:xfrm>
              <a:custGeom>
                <a:rect b="b" l="l" r="r" t="t"/>
                <a:pathLst>
                  <a:path extrusionOk="0" h="35" w="35">
                    <a:moveTo>
                      <a:pt x="1" y="32"/>
                    </a:moveTo>
                    <a:cubicBezTo>
                      <a:pt x="1" y="31"/>
                      <a:pt x="15" y="30"/>
                      <a:pt x="33" y="30"/>
                    </a:cubicBezTo>
                    <a:cubicBezTo>
                      <a:pt x="28" y="35"/>
                      <a:pt x="31" y="31"/>
                      <a:pt x="30" y="32"/>
                    </a:cubicBezTo>
                    <a:lnTo>
                      <a:pt x="30" y="32"/>
                    </a:lnTo>
                    <a:lnTo>
                      <a:pt x="30" y="26"/>
                    </a:lnTo>
                    <a:lnTo>
                      <a:pt x="31" y="20"/>
                    </a:lnTo>
                    <a:cubicBezTo>
                      <a:pt x="31" y="16"/>
                      <a:pt x="31" y="12"/>
                      <a:pt x="31" y="9"/>
                    </a:cubicBezTo>
                    <a:cubicBezTo>
                      <a:pt x="32" y="4"/>
                      <a:pt x="32" y="0"/>
                      <a:pt x="33" y="0"/>
                    </a:cubicBezTo>
                    <a:cubicBezTo>
                      <a:pt x="33" y="0"/>
                      <a:pt x="34" y="4"/>
                      <a:pt x="34" y="9"/>
                    </a:cubicBezTo>
                    <a:cubicBezTo>
                      <a:pt x="35" y="12"/>
                      <a:pt x="35" y="16"/>
                      <a:pt x="35" y="20"/>
                    </a:cubicBezTo>
                    <a:cubicBezTo>
                      <a:pt x="35" y="22"/>
                      <a:pt x="35" y="24"/>
                      <a:pt x="35" y="26"/>
                    </a:cubicBezTo>
                    <a:lnTo>
                      <a:pt x="35" y="32"/>
                    </a:lnTo>
                    <a:lnTo>
                      <a:pt x="35" y="32"/>
                    </a:lnTo>
                    <a:lnTo>
                      <a:pt x="35" y="32"/>
                    </a:lnTo>
                    <a:lnTo>
                      <a:pt x="35" y="32"/>
                    </a:lnTo>
                    <a:cubicBezTo>
                      <a:pt x="34" y="33"/>
                      <a:pt x="37" y="30"/>
                      <a:pt x="33" y="35"/>
                    </a:cubicBezTo>
                    <a:cubicBezTo>
                      <a:pt x="15" y="35"/>
                      <a:pt x="0" y="33"/>
                      <a:pt x="0" y="32"/>
                    </a:cubicBezTo>
                    <a:lnTo>
                      <a:pt x="1" y="32"/>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4" name="Google Shape;1594;p30"/>
              <p:cNvSpPr/>
              <p:nvPr/>
            </p:nvSpPr>
            <p:spPr>
              <a:xfrm>
                <a:off x="3863561" y="2243913"/>
                <a:ext cx="65429" cy="5363"/>
              </a:xfrm>
              <a:custGeom>
                <a:rect b="b" l="l" r="r" t="t"/>
                <a:pathLst>
                  <a:path extrusionOk="0" h="5" w="61">
                    <a:moveTo>
                      <a:pt x="0" y="2"/>
                    </a:moveTo>
                    <a:cubicBezTo>
                      <a:pt x="0" y="1"/>
                      <a:pt x="13" y="0"/>
                      <a:pt x="31" y="0"/>
                    </a:cubicBezTo>
                    <a:cubicBezTo>
                      <a:pt x="48" y="0"/>
                      <a:pt x="61" y="1"/>
                      <a:pt x="61" y="2"/>
                    </a:cubicBezTo>
                    <a:cubicBezTo>
                      <a:pt x="61" y="3"/>
                      <a:pt x="48" y="5"/>
                      <a:pt x="31" y="5"/>
                    </a:cubicBezTo>
                    <a:cubicBezTo>
                      <a:pt x="13" y="5"/>
                      <a:pt x="0" y="3"/>
                      <a:pt x="0"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5" name="Google Shape;1595;p30"/>
              <p:cNvSpPr/>
              <p:nvPr/>
            </p:nvSpPr>
            <p:spPr>
              <a:xfrm>
                <a:off x="3730557" y="2243913"/>
                <a:ext cx="66502" cy="5363"/>
              </a:xfrm>
              <a:custGeom>
                <a:rect b="b" l="l" r="r" t="t"/>
                <a:pathLst>
                  <a:path extrusionOk="0" h="5" w="62">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6" name="Google Shape;1596;p30"/>
              <p:cNvSpPr/>
              <p:nvPr/>
            </p:nvSpPr>
            <p:spPr>
              <a:xfrm>
                <a:off x="3597554" y="2243913"/>
                <a:ext cx="66502" cy="5363"/>
              </a:xfrm>
              <a:custGeom>
                <a:rect b="b" l="l" r="r" t="t"/>
                <a:pathLst>
                  <a:path extrusionOk="0" h="5" w="62">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7" name="Google Shape;1597;p30"/>
              <p:cNvSpPr/>
              <p:nvPr/>
            </p:nvSpPr>
            <p:spPr>
              <a:xfrm>
                <a:off x="3464550" y="2243913"/>
                <a:ext cx="66502" cy="5363"/>
              </a:xfrm>
              <a:custGeom>
                <a:rect b="b" l="l" r="r" t="t"/>
                <a:pathLst>
                  <a:path extrusionOk="0" h="5" w="62">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8" name="Google Shape;1598;p30"/>
              <p:cNvSpPr/>
              <p:nvPr/>
            </p:nvSpPr>
            <p:spPr>
              <a:xfrm>
                <a:off x="3331546" y="2243913"/>
                <a:ext cx="66502" cy="5363"/>
              </a:xfrm>
              <a:custGeom>
                <a:rect b="b" l="l" r="r" t="t"/>
                <a:pathLst>
                  <a:path extrusionOk="0" h="5" w="62">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9" name="Google Shape;1599;p30"/>
              <p:cNvSpPr/>
              <p:nvPr/>
            </p:nvSpPr>
            <p:spPr>
              <a:xfrm>
                <a:off x="3198543" y="2243913"/>
                <a:ext cx="66502" cy="5363"/>
              </a:xfrm>
              <a:custGeom>
                <a:rect b="b" l="l" r="r" t="t"/>
                <a:pathLst>
                  <a:path extrusionOk="0" h="5" w="62">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00" name="Google Shape;1600;p30"/>
              <p:cNvSpPr/>
              <p:nvPr/>
            </p:nvSpPr>
            <p:spPr>
              <a:xfrm>
                <a:off x="3065539" y="2243913"/>
                <a:ext cx="66502" cy="5363"/>
              </a:xfrm>
              <a:custGeom>
                <a:rect b="b" l="l" r="r" t="t"/>
                <a:pathLst>
                  <a:path extrusionOk="0" h="5" w="62">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01" name="Google Shape;1601;p30"/>
              <p:cNvSpPr/>
              <p:nvPr/>
            </p:nvSpPr>
            <p:spPr>
              <a:xfrm>
                <a:off x="2932536" y="2243913"/>
                <a:ext cx="66502" cy="5363"/>
              </a:xfrm>
              <a:custGeom>
                <a:rect b="b" l="l" r="r" t="t"/>
                <a:pathLst>
                  <a:path extrusionOk="0" h="5" w="62">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02" name="Google Shape;1602;p30"/>
              <p:cNvSpPr/>
              <p:nvPr/>
            </p:nvSpPr>
            <p:spPr>
              <a:xfrm>
                <a:off x="2829565" y="2211735"/>
                <a:ext cx="36469" cy="37542"/>
              </a:xfrm>
              <a:custGeom>
                <a:rect b="b" l="l" r="r" t="t"/>
                <a:pathLst>
                  <a:path extrusionOk="0" h="35" w="34">
                    <a:moveTo>
                      <a:pt x="2" y="0"/>
                    </a:moveTo>
                    <a:cubicBezTo>
                      <a:pt x="4" y="0"/>
                      <a:pt x="5" y="14"/>
                      <a:pt x="5" y="32"/>
                    </a:cubicBezTo>
                    <a:cubicBezTo>
                      <a:pt x="0" y="27"/>
                      <a:pt x="3" y="31"/>
                      <a:pt x="2" y="30"/>
                    </a:cubicBezTo>
                    <a:lnTo>
                      <a:pt x="9" y="30"/>
                    </a:lnTo>
                    <a:lnTo>
                      <a:pt x="15" y="30"/>
                    </a:lnTo>
                    <a:cubicBezTo>
                      <a:pt x="19" y="30"/>
                      <a:pt x="22" y="30"/>
                      <a:pt x="25" y="30"/>
                    </a:cubicBezTo>
                    <a:cubicBezTo>
                      <a:pt x="31" y="31"/>
                      <a:pt x="34" y="31"/>
                      <a:pt x="34" y="32"/>
                    </a:cubicBezTo>
                    <a:cubicBezTo>
                      <a:pt x="34" y="33"/>
                      <a:pt x="31" y="33"/>
                      <a:pt x="25" y="34"/>
                    </a:cubicBezTo>
                    <a:cubicBezTo>
                      <a:pt x="22" y="34"/>
                      <a:pt x="19" y="34"/>
                      <a:pt x="15" y="34"/>
                    </a:cubicBezTo>
                    <a:lnTo>
                      <a:pt x="9" y="34"/>
                    </a:lnTo>
                    <a:lnTo>
                      <a:pt x="5" y="35"/>
                    </a:lnTo>
                    <a:lnTo>
                      <a:pt x="2" y="35"/>
                    </a:lnTo>
                    <a:cubicBezTo>
                      <a:pt x="1" y="33"/>
                      <a:pt x="5" y="37"/>
                      <a:pt x="0" y="32"/>
                    </a:cubicBezTo>
                    <a:cubicBezTo>
                      <a:pt x="0" y="14"/>
                      <a:pt x="1" y="0"/>
                      <a:pt x="2" y="0"/>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03" name="Google Shape;1603;p30"/>
              <p:cNvSpPr/>
              <p:nvPr/>
            </p:nvSpPr>
            <p:spPr>
              <a:xfrm>
                <a:off x="2829565" y="2076585"/>
                <a:ext cx="5363" cy="67575"/>
              </a:xfrm>
              <a:custGeom>
                <a:rect b="b" l="l" r="r" t="t"/>
                <a:pathLst>
                  <a:path extrusionOk="0" h="63" w="5">
                    <a:moveTo>
                      <a:pt x="2" y="0"/>
                    </a:moveTo>
                    <a:cubicBezTo>
                      <a:pt x="4" y="0"/>
                      <a:pt x="5" y="14"/>
                      <a:pt x="5" y="32"/>
                    </a:cubicBezTo>
                    <a:cubicBezTo>
                      <a:pt x="5" y="49"/>
                      <a:pt x="3" y="63"/>
                      <a:pt x="2" y="63"/>
                    </a:cubicBezTo>
                    <a:cubicBezTo>
                      <a:pt x="0" y="63"/>
                      <a:pt x="0" y="49"/>
                      <a:pt x="0" y="32"/>
                    </a:cubicBezTo>
                    <a:cubicBezTo>
                      <a:pt x="0" y="14"/>
                      <a:pt x="1" y="0"/>
                      <a:pt x="2" y="0"/>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04" name="Google Shape;1604;p30"/>
              <p:cNvSpPr/>
              <p:nvPr/>
            </p:nvSpPr>
            <p:spPr>
              <a:xfrm>
                <a:off x="2829565" y="1942508"/>
                <a:ext cx="5363" cy="66502"/>
              </a:xfrm>
              <a:custGeom>
                <a:rect b="b" l="l" r="r" t="t"/>
                <a:pathLst>
                  <a:path extrusionOk="0" h="62" w="5">
                    <a:moveTo>
                      <a:pt x="2" y="0"/>
                    </a:moveTo>
                    <a:cubicBezTo>
                      <a:pt x="4" y="0"/>
                      <a:pt x="5" y="14"/>
                      <a:pt x="5" y="31"/>
                    </a:cubicBezTo>
                    <a:cubicBezTo>
                      <a:pt x="5" y="48"/>
                      <a:pt x="3" y="62"/>
                      <a:pt x="2" y="62"/>
                    </a:cubicBezTo>
                    <a:cubicBezTo>
                      <a:pt x="0" y="62"/>
                      <a:pt x="0" y="48"/>
                      <a:pt x="0" y="31"/>
                    </a:cubicBezTo>
                    <a:cubicBezTo>
                      <a:pt x="0" y="14"/>
                      <a:pt x="1" y="0"/>
                      <a:pt x="2" y="0"/>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05" name="Google Shape;1605;p30"/>
              <p:cNvSpPr/>
              <p:nvPr/>
            </p:nvSpPr>
            <p:spPr>
              <a:xfrm>
                <a:off x="2828492" y="1837392"/>
                <a:ext cx="37541" cy="37542"/>
              </a:xfrm>
              <a:custGeom>
                <a:rect b="b" l="l" r="r" t="t"/>
                <a:pathLst>
                  <a:path extrusionOk="0" h="35" w="35">
                    <a:moveTo>
                      <a:pt x="35" y="3"/>
                    </a:moveTo>
                    <a:cubicBezTo>
                      <a:pt x="35" y="4"/>
                      <a:pt x="21" y="5"/>
                      <a:pt x="3" y="5"/>
                    </a:cubicBezTo>
                    <a:cubicBezTo>
                      <a:pt x="8" y="0"/>
                      <a:pt x="5" y="4"/>
                      <a:pt x="6" y="3"/>
                    </a:cubicBezTo>
                    <a:lnTo>
                      <a:pt x="6" y="3"/>
                    </a:lnTo>
                    <a:lnTo>
                      <a:pt x="6" y="9"/>
                    </a:lnTo>
                    <a:lnTo>
                      <a:pt x="5" y="15"/>
                    </a:lnTo>
                    <a:cubicBezTo>
                      <a:pt x="5" y="19"/>
                      <a:pt x="5" y="22"/>
                      <a:pt x="5" y="25"/>
                    </a:cubicBezTo>
                    <a:cubicBezTo>
                      <a:pt x="4" y="31"/>
                      <a:pt x="4" y="35"/>
                      <a:pt x="3" y="35"/>
                    </a:cubicBezTo>
                    <a:cubicBezTo>
                      <a:pt x="3" y="35"/>
                      <a:pt x="2" y="31"/>
                      <a:pt x="2" y="25"/>
                    </a:cubicBezTo>
                    <a:cubicBezTo>
                      <a:pt x="1" y="22"/>
                      <a:pt x="1" y="19"/>
                      <a:pt x="1" y="15"/>
                    </a:cubicBezTo>
                    <a:lnTo>
                      <a:pt x="1" y="9"/>
                    </a:lnTo>
                    <a:lnTo>
                      <a:pt x="1" y="6"/>
                    </a:lnTo>
                    <a:lnTo>
                      <a:pt x="1" y="3"/>
                    </a:lnTo>
                    <a:lnTo>
                      <a:pt x="1" y="3"/>
                    </a:lnTo>
                    <a:lnTo>
                      <a:pt x="1" y="3"/>
                    </a:lnTo>
                    <a:lnTo>
                      <a:pt x="1" y="3"/>
                    </a:lnTo>
                    <a:cubicBezTo>
                      <a:pt x="2" y="2"/>
                      <a:pt x="-2" y="5"/>
                      <a:pt x="3" y="0"/>
                    </a:cubicBezTo>
                    <a:cubicBezTo>
                      <a:pt x="21" y="0"/>
                      <a:pt x="35" y="1"/>
                      <a:pt x="35"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06" name="Google Shape;1606;p30"/>
              <p:cNvSpPr/>
              <p:nvPr/>
            </p:nvSpPr>
            <p:spPr>
              <a:xfrm>
                <a:off x="2932536" y="1837392"/>
                <a:ext cx="66502" cy="5363"/>
              </a:xfrm>
              <a:custGeom>
                <a:rect b="b" l="l" r="r" t="t"/>
                <a:pathLst>
                  <a:path extrusionOk="0" h="5" w="62">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07" name="Google Shape;1607;p30"/>
              <p:cNvSpPr/>
              <p:nvPr/>
            </p:nvSpPr>
            <p:spPr>
              <a:xfrm>
                <a:off x="3065539" y="1837392"/>
                <a:ext cx="66502" cy="5363"/>
              </a:xfrm>
              <a:custGeom>
                <a:rect b="b" l="l" r="r" t="t"/>
                <a:pathLst>
                  <a:path extrusionOk="0" h="5" w="62">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08" name="Google Shape;1608;p30"/>
              <p:cNvSpPr/>
              <p:nvPr/>
            </p:nvSpPr>
            <p:spPr>
              <a:xfrm>
                <a:off x="3198543" y="1837392"/>
                <a:ext cx="66502" cy="5363"/>
              </a:xfrm>
              <a:custGeom>
                <a:rect b="b" l="l" r="r" t="t"/>
                <a:pathLst>
                  <a:path extrusionOk="0" h="5" w="62">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09" name="Google Shape;1609;p30"/>
              <p:cNvSpPr/>
              <p:nvPr/>
            </p:nvSpPr>
            <p:spPr>
              <a:xfrm>
                <a:off x="3331546" y="1837392"/>
                <a:ext cx="66502" cy="5363"/>
              </a:xfrm>
              <a:custGeom>
                <a:rect b="b" l="l" r="r" t="t"/>
                <a:pathLst>
                  <a:path extrusionOk="0" h="5" w="62">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10" name="Google Shape;1610;p30"/>
              <p:cNvSpPr/>
              <p:nvPr/>
            </p:nvSpPr>
            <p:spPr>
              <a:xfrm>
                <a:off x="3464550" y="1837392"/>
                <a:ext cx="66502" cy="5363"/>
              </a:xfrm>
              <a:custGeom>
                <a:rect b="b" l="l" r="r" t="t"/>
                <a:pathLst>
                  <a:path extrusionOk="0" h="5" w="62">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11" name="Google Shape;1611;p30"/>
              <p:cNvSpPr/>
              <p:nvPr/>
            </p:nvSpPr>
            <p:spPr>
              <a:xfrm>
                <a:off x="3597554" y="1837392"/>
                <a:ext cx="66502" cy="5363"/>
              </a:xfrm>
              <a:custGeom>
                <a:rect b="b" l="l" r="r" t="t"/>
                <a:pathLst>
                  <a:path extrusionOk="0" h="5" w="62">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12" name="Google Shape;1612;p30"/>
              <p:cNvSpPr/>
              <p:nvPr/>
            </p:nvSpPr>
            <p:spPr>
              <a:xfrm>
                <a:off x="3730557" y="1837392"/>
                <a:ext cx="66502" cy="5363"/>
              </a:xfrm>
              <a:custGeom>
                <a:rect b="b" l="l" r="r" t="t"/>
                <a:pathLst>
                  <a:path extrusionOk="0" h="5" w="62">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13" name="Google Shape;1613;p30"/>
              <p:cNvSpPr/>
              <p:nvPr/>
            </p:nvSpPr>
            <p:spPr>
              <a:xfrm>
                <a:off x="3863561" y="1837392"/>
                <a:ext cx="66502" cy="5363"/>
              </a:xfrm>
              <a:custGeom>
                <a:rect b="b" l="l" r="r" t="t"/>
                <a:pathLst>
                  <a:path extrusionOk="0" h="5" w="62">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14" name="Google Shape;1614;p30"/>
              <p:cNvSpPr/>
              <p:nvPr/>
            </p:nvSpPr>
            <p:spPr>
              <a:xfrm>
                <a:off x="3996565" y="1837392"/>
                <a:ext cx="36469" cy="37542"/>
              </a:xfrm>
              <a:custGeom>
                <a:rect b="b" l="l" r="r" t="t"/>
                <a:pathLst>
                  <a:path extrusionOk="0" h="35" w="34">
                    <a:moveTo>
                      <a:pt x="32" y="35"/>
                    </a:moveTo>
                    <a:cubicBezTo>
                      <a:pt x="30" y="35"/>
                      <a:pt x="29" y="20"/>
                      <a:pt x="29" y="3"/>
                    </a:cubicBezTo>
                    <a:cubicBezTo>
                      <a:pt x="34" y="7"/>
                      <a:pt x="31" y="4"/>
                      <a:pt x="32" y="5"/>
                    </a:cubicBezTo>
                    <a:lnTo>
                      <a:pt x="25" y="5"/>
                    </a:lnTo>
                    <a:lnTo>
                      <a:pt x="19" y="5"/>
                    </a:lnTo>
                    <a:cubicBezTo>
                      <a:pt x="15" y="5"/>
                      <a:pt x="12" y="5"/>
                      <a:pt x="9" y="4"/>
                    </a:cubicBezTo>
                    <a:cubicBezTo>
                      <a:pt x="3" y="4"/>
                      <a:pt x="0" y="3"/>
                      <a:pt x="0" y="3"/>
                    </a:cubicBezTo>
                    <a:cubicBezTo>
                      <a:pt x="0" y="2"/>
                      <a:pt x="3" y="1"/>
                      <a:pt x="9" y="1"/>
                    </a:cubicBezTo>
                    <a:cubicBezTo>
                      <a:pt x="12" y="1"/>
                      <a:pt x="15" y="1"/>
                      <a:pt x="19" y="0"/>
                    </a:cubicBezTo>
                    <a:cubicBezTo>
                      <a:pt x="21" y="0"/>
                      <a:pt x="23" y="0"/>
                      <a:pt x="25" y="0"/>
                    </a:cubicBezTo>
                    <a:lnTo>
                      <a:pt x="32" y="0"/>
                    </a:lnTo>
                    <a:cubicBezTo>
                      <a:pt x="33" y="1"/>
                      <a:pt x="29" y="-2"/>
                      <a:pt x="34" y="3"/>
                    </a:cubicBezTo>
                    <a:cubicBezTo>
                      <a:pt x="34" y="20"/>
                      <a:pt x="33" y="35"/>
                      <a:pt x="32" y="35"/>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15" name="Google Shape;1615;p30"/>
              <p:cNvSpPr/>
              <p:nvPr/>
            </p:nvSpPr>
            <p:spPr>
              <a:xfrm>
                <a:off x="4027670" y="1942508"/>
                <a:ext cx="5363" cy="66502"/>
              </a:xfrm>
              <a:custGeom>
                <a:rect b="b" l="l" r="r" t="t"/>
                <a:pathLst>
                  <a:path extrusionOk="0" h="62" w="5">
                    <a:moveTo>
                      <a:pt x="3" y="62"/>
                    </a:moveTo>
                    <a:cubicBezTo>
                      <a:pt x="1" y="62"/>
                      <a:pt x="0" y="48"/>
                      <a:pt x="0" y="31"/>
                    </a:cubicBezTo>
                    <a:cubicBezTo>
                      <a:pt x="0" y="14"/>
                      <a:pt x="1" y="0"/>
                      <a:pt x="3" y="0"/>
                    </a:cubicBezTo>
                    <a:cubicBezTo>
                      <a:pt x="4" y="0"/>
                      <a:pt x="5" y="14"/>
                      <a:pt x="5" y="31"/>
                    </a:cubicBezTo>
                    <a:cubicBezTo>
                      <a:pt x="5" y="48"/>
                      <a:pt x="4" y="62"/>
                      <a:pt x="3" y="62"/>
                    </a:cubicBezTo>
                    <a:close/>
                  </a:path>
                </a:pathLst>
              </a:custGeom>
              <a:solidFill>
                <a:srgbClr val="E8505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16" name="Google Shape;1616;p30"/>
              <p:cNvSpPr/>
              <p:nvPr/>
            </p:nvSpPr>
            <p:spPr>
              <a:xfrm>
                <a:off x="4027670" y="2076585"/>
                <a:ext cx="5363" cy="67575"/>
              </a:xfrm>
              <a:custGeom>
                <a:rect b="b" l="l" r="r" t="t"/>
                <a:pathLst>
                  <a:path extrusionOk="0" h="63" w="5">
                    <a:moveTo>
                      <a:pt x="3" y="63"/>
                    </a:moveTo>
                    <a:cubicBezTo>
                      <a:pt x="1" y="63"/>
                      <a:pt x="0" y="49"/>
                      <a:pt x="0" y="32"/>
                    </a:cubicBezTo>
                    <a:cubicBezTo>
                      <a:pt x="0" y="15"/>
                      <a:pt x="1" y="0"/>
                      <a:pt x="3" y="0"/>
                    </a:cubicBezTo>
                    <a:cubicBezTo>
                      <a:pt x="4" y="0"/>
                      <a:pt x="5" y="15"/>
                      <a:pt x="5" y="32"/>
                    </a:cubicBezTo>
                    <a:cubicBezTo>
                      <a:pt x="5" y="49"/>
                      <a:pt x="4" y="63"/>
                      <a:pt x="3" y="63"/>
                    </a:cubicBezTo>
                    <a:close/>
                  </a:path>
                </a:pathLst>
              </a:custGeom>
              <a:solidFill>
                <a:srgbClr val="E8505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17" name="Google Shape;1617;p30"/>
              <p:cNvSpPr/>
              <p:nvPr/>
            </p:nvSpPr>
            <p:spPr>
              <a:xfrm>
                <a:off x="2824202" y="1829883"/>
                <a:ext cx="21452" cy="20380"/>
              </a:xfrm>
              <a:custGeom>
                <a:rect b="b" l="l" r="r" t="t"/>
                <a:pathLst>
                  <a:path extrusionOk="0" h="19" w="20">
                    <a:moveTo>
                      <a:pt x="0" y="0"/>
                    </a:moveTo>
                    <a:lnTo>
                      <a:pt x="20" y="0"/>
                    </a:lnTo>
                    <a:lnTo>
                      <a:pt x="20" y="19"/>
                    </a:lnTo>
                    <a:lnTo>
                      <a:pt x="0" y="19"/>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18" name="Google Shape;1618;p30"/>
              <p:cNvSpPr/>
              <p:nvPr/>
            </p:nvSpPr>
            <p:spPr>
              <a:xfrm>
                <a:off x="2820984" y="2235332"/>
                <a:ext cx="21452" cy="21452"/>
              </a:xfrm>
              <a:custGeom>
                <a:rect b="b" l="l" r="r" t="t"/>
                <a:pathLst>
                  <a:path extrusionOk="0" h="20" w="20">
                    <a:moveTo>
                      <a:pt x="0" y="0"/>
                    </a:moveTo>
                    <a:lnTo>
                      <a:pt x="20" y="0"/>
                    </a:lnTo>
                    <a:lnTo>
                      <a:pt x="20" y="20"/>
                    </a:lnTo>
                    <a:lnTo>
                      <a:pt x="0" y="20"/>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19" name="Google Shape;1619;p30"/>
              <p:cNvSpPr/>
              <p:nvPr/>
            </p:nvSpPr>
            <p:spPr>
              <a:xfrm>
                <a:off x="3420573" y="2235332"/>
                <a:ext cx="21452" cy="21452"/>
              </a:xfrm>
              <a:custGeom>
                <a:rect b="b" l="l" r="r" t="t"/>
                <a:pathLst>
                  <a:path extrusionOk="0" h="20" w="20">
                    <a:moveTo>
                      <a:pt x="0" y="0"/>
                    </a:moveTo>
                    <a:lnTo>
                      <a:pt x="20" y="0"/>
                    </a:lnTo>
                    <a:lnTo>
                      <a:pt x="20" y="20"/>
                    </a:lnTo>
                    <a:lnTo>
                      <a:pt x="0" y="20"/>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20" name="Google Shape;1620;p30"/>
              <p:cNvSpPr/>
              <p:nvPr/>
            </p:nvSpPr>
            <p:spPr>
              <a:xfrm>
                <a:off x="3420573" y="1825593"/>
                <a:ext cx="21452" cy="20380"/>
              </a:xfrm>
              <a:custGeom>
                <a:rect b="b" l="l" r="r" t="t"/>
                <a:pathLst>
                  <a:path extrusionOk="0" h="19" w="20">
                    <a:moveTo>
                      <a:pt x="0" y="0"/>
                    </a:moveTo>
                    <a:lnTo>
                      <a:pt x="20" y="0"/>
                    </a:lnTo>
                    <a:lnTo>
                      <a:pt x="20" y="19"/>
                    </a:lnTo>
                    <a:lnTo>
                      <a:pt x="0" y="19"/>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21" name="Google Shape;1621;p30"/>
              <p:cNvSpPr/>
              <p:nvPr/>
            </p:nvSpPr>
            <p:spPr>
              <a:xfrm>
                <a:off x="3895739" y="1637885"/>
                <a:ext cx="134076" cy="2145"/>
              </a:xfrm>
              <a:custGeom>
                <a:rect b="b" l="l" r="r" t="t"/>
                <a:pathLst>
                  <a:path extrusionOk="0" h="2" w="125">
                    <a:moveTo>
                      <a:pt x="125" y="0"/>
                    </a:moveTo>
                    <a:cubicBezTo>
                      <a:pt x="125" y="1"/>
                      <a:pt x="96" y="2"/>
                      <a:pt x="62" y="2"/>
                    </a:cubicBezTo>
                    <a:cubicBezTo>
                      <a:pt x="27" y="2"/>
                      <a:pt x="0" y="2"/>
                      <a:pt x="0" y="1"/>
                    </a:cubicBezTo>
                    <a:cubicBezTo>
                      <a:pt x="0" y="1"/>
                      <a:pt x="27" y="0"/>
                      <a:pt x="62" y="0"/>
                    </a:cubicBezTo>
                    <a:cubicBezTo>
                      <a:pt x="96" y="-1"/>
                      <a:pt x="125" y="0"/>
                      <a:pt x="125" y="0"/>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22" name="Google Shape;1622;p30"/>
              <p:cNvSpPr/>
              <p:nvPr/>
            </p:nvSpPr>
            <p:spPr>
              <a:xfrm>
                <a:off x="3895739" y="1672209"/>
                <a:ext cx="134076" cy="2145"/>
              </a:xfrm>
              <a:custGeom>
                <a:rect b="b" l="l" r="r" t="t"/>
                <a:pathLst>
                  <a:path extrusionOk="0" h="2" w="125">
                    <a:moveTo>
                      <a:pt x="125" y="0"/>
                    </a:moveTo>
                    <a:cubicBezTo>
                      <a:pt x="125" y="1"/>
                      <a:pt x="97" y="1"/>
                      <a:pt x="63" y="2"/>
                    </a:cubicBezTo>
                    <a:cubicBezTo>
                      <a:pt x="28" y="2"/>
                      <a:pt x="0" y="2"/>
                      <a:pt x="0" y="2"/>
                    </a:cubicBezTo>
                    <a:cubicBezTo>
                      <a:pt x="0" y="1"/>
                      <a:pt x="28" y="0"/>
                      <a:pt x="63" y="0"/>
                    </a:cubicBezTo>
                    <a:cubicBezTo>
                      <a:pt x="97" y="-1"/>
                      <a:pt x="125" y="0"/>
                      <a:pt x="125" y="0"/>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23" name="Google Shape;1623;p30"/>
              <p:cNvSpPr/>
              <p:nvPr/>
            </p:nvSpPr>
            <p:spPr>
              <a:xfrm>
                <a:off x="3895739" y="1706532"/>
                <a:ext cx="135149" cy="2145"/>
              </a:xfrm>
              <a:custGeom>
                <a:rect b="b" l="l" r="r" t="t"/>
                <a:pathLst>
                  <a:path extrusionOk="0" h="2" w="126">
                    <a:moveTo>
                      <a:pt x="126" y="0"/>
                    </a:moveTo>
                    <a:cubicBezTo>
                      <a:pt x="126" y="1"/>
                      <a:pt x="98" y="1"/>
                      <a:pt x="63" y="2"/>
                    </a:cubicBezTo>
                    <a:cubicBezTo>
                      <a:pt x="28" y="2"/>
                      <a:pt x="0" y="2"/>
                      <a:pt x="0" y="2"/>
                    </a:cubicBezTo>
                    <a:cubicBezTo>
                      <a:pt x="0" y="1"/>
                      <a:pt x="28" y="0"/>
                      <a:pt x="63" y="0"/>
                    </a:cubicBezTo>
                    <a:cubicBezTo>
                      <a:pt x="98" y="-1"/>
                      <a:pt x="126" y="0"/>
                      <a:pt x="126" y="0"/>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24" name="Google Shape;1624;p30"/>
              <p:cNvSpPr/>
              <p:nvPr/>
            </p:nvSpPr>
            <p:spPr>
              <a:xfrm>
                <a:off x="3203906" y="2841360"/>
                <a:ext cx="415100" cy="4290"/>
              </a:xfrm>
              <a:custGeom>
                <a:rect b="b" l="l" r="r" t="t"/>
                <a:pathLst>
                  <a:path extrusionOk="0" h="4" w="387">
                    <a:moveTo>
                      <a:pt x="387" y="2"/>
                    </a:moveTo>
                    <a:cubicBezTo>
                      <a:pt x="387" y="3"/>
                      <a:pt x="300" y="4"/>
                      <a:pt x="193" y="4"/>
                    </a:cubicBezTo>
                    <a:cubicBezTo>
                      <a:pt x="86" y="4"/>
                      <a:pt x="0" y="3"/>
                      <a:pt x="0" y="2"/>
                    </a:cubicBezTo>
                    <a:cubicBezTo>
                      <a:pt x="0" y="1"/>
                      <a:pt x="86" y="0"/>
                      <a:pt x="193" y="0"/>
                    </a:cubicBezTo>
                    <a:cubicBezTo>
                      <a:pt x="300" y="0"/>
                      <a:pt x="387" y="1"/>
                      <a:pt x="387"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25" name="Google Shape;1625;p30"/>
              <p:cNvSpPr/>
              <p:nvPr/>
            </p:nvSpPr>
            <p:spPr>
              <a:xfrm>
                <a:off x="3203906" y="2926097"/>
                <a:ext cx="746537" cy="4290"/>
              </a:xfrm>
              <a:custGeom>
                <a:rect b="b" l="l" r="r" t="t"/>
                <a:pathLst>
                  <a:path extrusionOk="0" h="4" w="696">
                    <a:moveTo>
                      <a:pt x="696" y="2"/>
                    </a:moveTo>
                    <a:cubicBezTo>
                      <a:pt x="696" y="3"/>
                      <a:pt x="540" y="4"/>
                      <a:pt x="348" y="4"/>
                    </a:cubicBezTo>
                    <a:cubicBezTo>
                      <a:pt x="155" y="4"/>
                      <a:pt x="0" y="3"/>
                      <a:pt x="0" y="2"/>
                    </a:cubicBezTo>
                    <a:cubicBezTo>
                      <a:pt x="0" y="1"/>
                      <a:pt x="155" y="0"/>
                      <a:pt x="348" y="0"/>
                    </a:cubicBezTo>
                    <a:cubicBezTo>
                      <a:pt x="540" y="0"/>
                      <a:pt x="696" y="1"/>
                      <a:pt x="696"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26" name="Google Shape;1626;p30"/>
              <p:cNvSpPr/>
              <p:nvPr/>
            </p:nvSpPr>
            <p:spPr>
              <a:xfrm>
                <a:off x="3203906" y="2987236"/>
                <a:ext cx="737956" cy="4290"/>
              </a:xfrm>
              <a:custGeom>
                <a:rect b="b" l="l" r="r" t="t"/>
                <a:pathLst>
                  <a:path extrusionOk="0" h="4" w="688">
                    <a:moveTo>
                      <a:pt x="688" y="2"/>
                    </a:moveTo>
                    <a:cubicBezTo>
                      <a:pt x="688" y="3"/>
                      <a:pt x="534" y="4"/>
                      <a:pt x="344" y="4"/>
                    </a:cubicBezTo>
                    <a:cubicBezTo>
                      <a:pt x="154" y="4"/>
                      <a:pt x="0" y="3"/>
                      <a:pt x="0" y="2"/>
                    </a:cubicBezTo>
                    <a:cubicBezTo>
                      <a:pt x="0" y="1"/>
                      <a:pt x="154" y="0"/>
                      <a:pt x="344" y="0"/>
                    </a:cubicBezTo>
                    <a:cubicBezTo>
                      <a:pt x="534" y="0"/>
                      <a:pt x="688" y="1"/>
                      <a:pt x="688"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27" name="Google Shape;1627;p30"/>
              <p:cNvSpPr/>
              <p:nvPr/>
            </p:nvSpPr>
            <p:spPr>
              <a:xfrm>
                <a:off x="3203906" y="3045157"/>
                <a:ext cx="435480" cy="4290"/>
              </a:xfrm>
              <a:custGeom>
                <a:rect b="b" l="l" r="r" t="t"/>
                <a:pathLst>
                  <a:path extrusionOk="0" h="4" w="406">
                    <a:moveTo>
                      <a:pt x="406" y="2"/>
                    </a:moveTo>
                    <a:cubicBezTo>
                      <a:pt x="406" y="3"/>
                      <a:pt x="315" y="4"/>
                      <a:pt x="203" y="4"/>
                    </a:cubicBezTo>
                    <a:cubicBezTo>
                      <a:pt x="91" y="4"/>
                      <a:pt x="0" y="3"/>
                      <a:pt x="0" y="2"/>
                    </a:cubicBezTo>
                    <a:cubicBezTo>
                      <a:pt x="0" y="1"/>
                      <a:pt x="91" y="0"/>
                      <a:pt x="203" y="0"/>
                    </a:cubicBezTo>
                    <a:cubicBezTo>
                      <a:pt x="315" y="0"/>
                      <a:pt x="406" y="1"/>
                      <a:pt x="406"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28" name="Google Shape;1628;p30"/>
              <p:cNvSpPr/>
              <p:nvPr/>
            </p:nvSpPr>
            <p:spPr>
              <a:xfrm>
                <a:off x="3203906" y="3768101"/>
                <a:ext cx="415100" cy="4290"/>
              </a:xfrm>
              <a:custGeom>
                <a:rect b="b" l="l" r="r" t="t"/>
                <a:pathLst>
                  <a:path extrusionOk="0" h="4" w="387">
                    <a:moveTo>
                      <a:pt x="387" y="2"/>
                    </a:moveTo>
                    <a:cubicBezTo>
                      <a:pt x="387" y="3"/>
                      <a:pt x="300" y="4"/>
                      <a:pt x="193" y="4"/>
                    </a:cubicBezTo>
                    <a:cubicBezTo>
                      <a:pt x="86" y="4"/>
                      <a:pt x="0" y="3"/>
                      <a:pt x="0" y="2"/>
                    </a:cubicBezTo>
                    <a:cubicBezTo>
                      <a:pt x="0" y="1"/>
                      <a:pt x="86" y="0"/>
                      <a:pt x="193" y="0"/>
                    </a:cubicBezTo>
                    <a:cubicBezTo>
                      <a:pt x="300" y="0"/>
                      <a:pt x="387" y="1"/>
                      <a:pt x="387"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29" name="Google Shape;1629;p30"/>
              <p:cNvSpPr/>
              <p:nvPr/>
            </p:nvSpPr>
            <p:spPr>
              <a:xfrm>
                <a:off x="3203906" y="3852837"/>
                <a:ext cx="746537" cy="5363"/>
              </a:xfrm>
              <a:custGeom>
                <a:rect b="b" l="l" r="r" t="t"/>
                <a:pathLst>
                  <a:path extrusionOk="0" h="5" w="696">
                    <a:moveTo>
                      <a:pt x="696" y="3"/>
                    </a:moveTo>
                    <a:cubicBezTo>
                      <a:pt x="696" y="4"/>
                      <a:pt x="540" y="5"/>
                      <a:pt x="348" y="5"/>
                    </a:cubicBezTo>
                    <a:cubicBezTo>
                      <a:pt x="155" y="5"/>
                      <a:pt x="0" y="4"/>
                      <a:pt x="0" y="3"/>
                    </a:cubicBezTo>
                    <a:cubicBezTo>
                      <a:pt x="0" y="1"/>
                      <a:pt x="155" y="0"/>
                      <a:pt x="348" y="0"/>
                    </a:cubicBezTo>
                    <a:cubicBezTo>
                      <a:pt x="540" y="0"/>
                      <a:pt x="696" y="1"/>
                      <a:pt x="696" y="3"/>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30" name="Google Shape;1630;p30"/>
              <p:cNvSpPr/>
              <p:nvPr/>
            </p:nvSpPr>
            <p:spPr>
              <a:xfrm>
                <a:off x="3203906" y="3913976"/>
                <a:ext cx="737956" cy="5363"/>
              </a:xfrm>
              <a:custGeom>
                <a:rect b="b" l="l" r="r" t="t"/>
                <a:pathLst>
                  <a:path extrusionOk="0" h="5" w="688">
                    <a:moveTo>
                      <a:pt x="688" y="2"/>
                    </a:moveTo>
                    <a:cubicBezTo>
                      <a:pt x="688" y="4"/>
                      <a:pt x="534" y="5"/>
                      <a:pt x="344" y="5"/>
                    </a:cubicBezTo>
                    <a:cubicBezTo>
                      <a:pt x="154" y="5"/>
                      <a:pt x="0" y="3"/>
                      <a:pt x="0" y="2"/>
                    </a:cubicBezTo>
                    <a:cubicBezTo>
                      <a:pt x="0" y="0"/>
                      <a:pt x="154" y="0"/>
                      <a:pt x="344" y="0"/>
                    </a:cubicBezTo>
                    <a:cubicBezTo>
                      <a:pt x="534" y="0"/>
                      <a:pt x="688" y="1"/>
                      <a:pt x="688"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31" name="Google Shape;1631;p30"/>
              <p:cNvSpPr/>
              <p:nvPr/>
            </p:nvSpPr>
            <p:spPr>
              <a:xfrm>
                <a:off x="3203906" y="3971898"/>
                <a:ext cx="435480" cy="5363"/>
              </a:xfrm>
              <a:custGeom>
                <a:rect b="b" l="l" r="r" t="t"/>
                <a:pathLst>
                  <a:path extrusionOk="0" h="5" w="406">
                    <a:moveTo>
                      <a:pt x="406" y="3"/>
                    </a:moveTo>
                    <a:cubicBezTo>
                      <a:pt x="406" y="4"/>
                      <a:pt x="315" y="5"/>
                      <a:pt x="203" y="5"/>
                    </a:cubicBezTo>
                    <a:cubicBezTo>
                      <a:pt x="91" y="5"/>
                      <a:pt x="0" y="4"/>
                      <a:pt x="0" y="3"/>
                    </a:cubicBezTo>
                    <a:cubicBezTo>
                      <a:pt x="0" y="1"/>
                      <a:pt x="91" y="0"/>
                      <a:pt x="203" y="0"/>
                    </a:cubicBezTo>
                    <a:cubicBezTo>
                      <a:pt x="315" y="0"/>
                      <a:pt x="406" y="1"/>
                      <a:pt x="406" y="3"/>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32" name="Google Shape;1632;p30"/>
              <p:cNvSpPr/>
              <p:nvPr/>
            </p:nvSpPr>
            <p:spPr>
              <a:xfrm>
                <a:off x="3204978" y="2421967"/>
                <a:ext cx="415100" cy="4290"/>
              </a:xfrm>
              <a:custGeom>
                <a:rect b="b" l="l" r="r" t="t"/>
                <a:pathLst>
                  <a:path extrusionOk="0" h="4" w="387">
                    <a:moveTo>
                      <a:pt x="387" y="2"/>
                    </a:moveTo>
                    <a:cubicBezTo>
                      <a:pt x="387" y="3"/>
                      <a:pt x="300" y="4"/>
                      <a:pt x="193" y="4"/>
                    </a:cubicBezTo>
                    <a:cubicBezTo>
                      <a:pt x="86" y="4"/>
                      <a:pt x="0" y="3"/>
                      <a:pt x="0" y="2"/>
                    </a:cubicBezTo>
                    <a:cubicBezTo>
                      <a:pt x="0" y="1"/>
                      <a:pt x="86" y="0"/>
                      <a:pt x="193" y="0"/>
                    </a:cubicBezTo>
                    <a:cubicBezTo>
                      <a:pt x="300" y="0"/>
                      <a:pt x="387" y="1"/>
                      <a:pt x="387"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33" name="Google Shape;1633;p30"/>
              <p:cNvSpPr/>
              <p:nvPr/>
            </p:nvSpPr>
            <p:spPr>
              <a:xfrm>
                <a:off x="3204978" y="2506704"/>
                <a:ext cx="746537" cy="4290"/>
              </a:xfrm>
              <a:custGeom>
                <a:rect b="b" l="l" r="r" t="t"/>
                <a:pathLst>
                  <a:path extrusionOk="0" h="4" w="696">
                    <a:moveTo>
                      <a:pt x="696" y="2"/>
                    </a:moveTo>
                    <a:cubicBezTo>
                      <a:pt x="696" y="3"/>
                      <a:pt x="540" y="4"/>
                      <a:pt x="348" y="4"/>
                    </a:cubicBezTo>
                    <a:cubicBezTo>
                      <a:pt x="155" y="4"/>
                      <a:pt x="0" y="3"/>
                      <a:pt x="0" y="2"/>
                    </a:cubicBezTo>
                    <a:cubicBezTo>
                      <a:pt x="0" y="1"/>
                      <a:pt x="155" y="0"/>
                      <a:pt x="348" y="0"/>
                    </a:cubicBezTo>
                    <a:cubicBezTo>
                      <a:pt x="540" y="0"/>
                      <a:pt x="696" y="1"/>
                      <a:pt x="696"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34" name="Google Shape;1634;p30"/>
              <p:cNvSpPr/>
              <p:nvPr/>
            </p:nvSpPr>
            <p:spPr>
              <a:xfrm>
                <a:off x="3204978" y="2567843"/>
                <a:ext cx="737956" cy="4290"/>
              </a:xfrm>
              <a:custGeom>
                <a:rect b="b" l="l" r="r" t="t"/>
                <a:pathLst>
                  <a:path extrusionOk="0" h="4" w="688">
                    <a:moveTo>
                      <a:pt x="688" y="2"/>
                    </a:moveTo>
                    <a:cubicBezTo>
                      <a:pt x="688" y="3"/>
                      <a:pt x="534" y="4"/>
                      <a:pt x="344" y="4"/>
                    </a:cubicBezTo>
                    <a:cubicBezTo>
                      <a:pt x="154" y="4"/>
                      <a:pt x="0" y="3"/>
                      <a:pt x="0" y="2"/>
                    </a:cubicBezTo>
                    <a:cubicBezTo>
                      <a:pt x="0" y="1"/>
                      <a:pt x="154" y="0"/>
                      <a:pt x="344" y="0"/>
                    </a:cubicBezTo>
                    <a:cubicBezTo>
                      <a:pt x="534" y="0"/>
                      <a:pt x="688" y="1"/>
                      <a:pt x="688"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35" name="Google Shape;1635;p30"/>
              <p:cNvSpPr/>
              <p:nvPr/>
            </p:nvSpPr>
            <p:spPr>
              <a:xfrm>
                <a:off x="3204978" y="2625764"/>
                <a:ext cx="435480" cy="4290"/>
              </a:xfrm>
              <a:custGeom>
                <a:rect b="b" l="l" r="r" t="t"/>
                <a:pathLst>
                  <a:path extrusionOk="0" h="4" w="406">
                    <a:moveTo>
                      <a:pt x="406" y="2"/>
                    </a:moveTo>
                    <a:cubicBezTo>
                      <a:pt x="406" y="3"/>
                      <a:pt x="315" y="4"/>
                      <a:pt x="203" y="4"/>
                    </a:cubicBezTo>
                    <a:cubicBezTo>
                      <a:pt x="91" y="4"/>
                      <a:pt x="0" y="3"/>
                      <a:pt x="0" y="2"/>
                    </a:cubicBezTo>
                    <a:cubicBezTo>
                      <a:pt x="0" y="1"/>
                      <a:pt x="91" y="0"/>
                      <a:pt x="203" y="0"/>
                    </a:cubicBezTo>
                    <a:cubicBezTo>
                      <a:pt x="315" y="0"/>
                      <a:pt x="406" y="1"/>
                      <a:pt x="406"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36" name="Google Shape;1636;p30"/>
              <p:cNvSpPr/>
              <p:nvPr/>
            </p:nvSpPr>
            <p:spPr>
              <a:xfrm>
                <a:off x="3024780" y="2642926"/>
                <a:ext cx="69720" cy="5363"/>
              </a:xfrm>
              <a:custGeom>
                <a:rect b="b" l="l" r="r" t="t"/>
                <a:pathLst>
                  <a:path extrusionOk="0" h="5" w="65">
                    <a:moveTo>
                      <a:pt x="0" y="3"/>
                    </a:moveTo>
                    <a:cubicBezTo>
                      <a:pt x="0" y="2"/>
                      <a:pt x="15" y="0"/>
                      <a:pt x="33" y="0"/>
                    </a:cubicBezTo>
                    <a:cubicBezTo>
                      <a:pt x="50" y="0"/>
                      <a:pt x="65" y="2"/>
                      <a:pt x="65" y="3"/>
                    </a:cubicBezTo>
                    <a:cubicBezTo>
                      <a:pt x="65" y="4"/>
                      <a:pt x="50" y="5"/>
                      <a:pt x="33" y="5"/>
                    </a:cubicBezTo>
                    <a:cubicBezTo>
                      <a:pt x="15" y="5"/>
                      <a:pt x="0" y="4"/>
                      <a:pt x="0"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37" name="Google Shape;1637;p30"/>
              <p:cNvSpPr/>
              <p:nvPr/>
            </p:nvSpPr>
            <p:spPr>
              <a:xfrm>
                <a:off x="2887486" y="2642926"/>
                <a:ext cx="68647" cy="5363"/>
              </a:xfrm>
              <a:custGeom>
                <a:rect b="b" l="l" r="r" t="t"/>
                <a:pathLst>
                  <a:path extrusionOk="0" h="5" w="64">
                    <a:moveTo>
                      <a:pt x="0" y="3"/>
                    </a:moveTo>
                    <a:cubicBezTo>
                      <a:pt x="0" y="2"/>
                      <a:pt x="14" y="0"/>
                      <a:pt x="32" y="0"/>
                    </a:cubicBezTo>
                    <a:cubicBezTo>
                      <a:pt x="50" y="0"/>
                      <a:pt x="64" y="2"/>
                      <a:pt x="64" y="3"/>
                    </a:cubicBezTo>
                    <a:cubicBezTo>
                      <a:pt x="64" y="4"/>
                      <a:pt x="50" y="5"/>
                      <a:pt x="32" y="5"/>
                    </a:cubicBezTo>
                    <a:cubicBezTo>
                      <a:pt x="14" y="5"/>
                      <a:pt x="0" y="4"/>
                      <a:pt x="0"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38" name="Google Shape;1638;p30"/>
              <p:cNvSpPr/>
              <p:nvPr/>
            </p:nvSpPr>
            <p:spPr>
              <a:xfrm>
                <a:off x="2859598" y="2533519"/>
                <a:ext cx="5363" cy="68647"/>
              </a:xfrm>
              <a:custGeom>
                <a:rect b="b" l="l" r="r" t="t"/>
                <a:pathLst>
                  <a:path extrusionOk="0" h="64" w="5">
                    <a:moveTo>
                      <a:pt x="2" y="0"/>
                    </a:moveTo>
                    <a:cubicBezTo>
                      <a:pt x="4" y="0"/>
                      <a:pt x="5" y="14"/>
                      <a:pt x="5" y="32"/>
                    </a:cubicBezTo>
                    <a:cubicBezTo>
                      <a:pt x="5" y="49"/>
                      <a:pt x="3" y="64"/>
                      <a:pt x="2" y="64"/>
                    </a:cubicBezTo>
                    <a:cubicBezTo>
                      <a:pt x="0" y="64"/>
                      <a:pt x="0" y="49"/>
                      <a:pt x="0" y="32"/>
                    </a:cubicBezTo>
                    <a:cubicBezTo>
                      <a:pt x="0" y="14"/>
                      <a:pt x="1" y="0"/>
                      <a:pt x="2" y="0"/>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39" name="Google Shape;1639;p30"/>
              <p:cNvSpPr/>
              <p:nvPr/>
            </p:nvSpPr>
            <p:spPr>
              <a:xfrm>
                <a:off x="2859598" y="2411241"/>
                <a:ext cx="20380" cy="53631"/>
              </a:xfrm>
              <a:custGeom>
                <a:rect b="b" l="l" r="r" t="t"/>
                <a:pathLst>
                  <a:path extrusionOk="0" h="50" w="19">
                    <a:moveTo>
                      <a:pt x="19" y="3"/>
                    </a:moveTo>
                    <a:cubicBezTo>
                      <a:pt x="19" y="3"/>
                      <a:pt x="12" y="4"/>
                      <a:pt x="2" y="5"/>
                    </a:cubicBezTo>
                    <a:lnTo>
                      <a:pt x="4" y="3"/>
                    </a:lnTo>
                    <a:cubicBezTo>
                      <a:pt x="5" y="7"/>
                      <a:pt x="5" y="12"/>
                      <a:pt x="5" y="18"/>
                    </a:cubicBezTo>
                    <a:cubicBezTo>
                      <a:pt x="5" y="36"/>
                      <a:pt x="3" y="50"/>
                      <a:pt x="2" y="50"/>
                    </a:cubicBezTo>
                    <a:cubicBezTo>
                      <a:pt x="0" y="50"/>
                      <a:pt x="0" y="36"/>
                      <a:pt x="0" y="18"/>
                    </a:cubicBezTo>
                    <a:cubicBezTo>
                      <a:pt x="0" y="12"/>
                      <a:pt x="0" y="7"/>
                      <a:pt x="0" y="3"/>
                    </a:cubicBezTo>
                    <a:lnTo>
                      <a:pt x="0" y="0"/>
                    </a:lnTo>
                    <a:lnTo>
                      <a:pt x="2" y="0"/>
                    </a:lnTo>
                    <a:cubicBezTo>
                      <a:pt x="12" y="1"/>
                      <a:pt x="19" y="2"/>
                      <a:pt x="19"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40" name="Google Shape;1640;p30"/>
              <p:cNvSpPr/>
              <p:nvPr/>
            </p:nvSpPr>
            <p:spPr>
              <a:xfrm>
                <a:off x="2948625" y="2411241"/>
                <a:ext cx="68647" cy="5363"/>
              </a:xfrm>
              <a:custGeom>
                <a:rect b="b" l="l" r="r" t="t"/>
                <a:pathLst>
                  <a:path extrusionOk="0" h="5" w="64">
                    <a:moveTo>
                      <a:pt x="64" y="3"/>
                    </a:moveTo>
                    <a:cubicBezTo>
                      <a:pt x="64" y="4"/>
                      <a:pt x="49" y="5"/>
                      <a:pt x="32" y="5"/>
                    </a:cubicBezTo>
                    <a:cubicBezTo>
                      <a:pt x="14" y="5"/>
                      <a:pt x="0" y="4"/>
                      <a:pt x="0" y="3"/>
                    </a:cubicBezTo>
                    <a:cubicBezTo>
                      <a:pt x="0" y="1"/>
                      <a:pt x="14" y="0"/>
                      <a:pt x="32" y="0"/>
                    </a:cubicBezTo>
                    <a:cubicBezTo>
                      <a:pt x="49" y="0"/>
                      <a:pt x="64" y="1"/>
                      <a:pt x="64"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41" name="Google Shape;1641;p30"/>
              <p:cNvSpPr/>
              <p:nvPr/>
            </p:nvSpPr>
            <p:spPr>
              <a:xfrm>
                <a:off x="3086991" y="2412314"/>
                <a:ext cx="9653" cy="63284"/>
              </a:xfrm>
              <a:custGeom>
                <a:rect b="b" l="l" r="r" t="t"/>
                <a:pathLst>
                  <a:path extrusionOk="0" h="59" w="9">
                    <a:moveTo>
                      <a:pt x="7" y="59"/>
                    </a:moveTo>
                    <a:cubicBezTo>
                      <a:pt x="5" y="59"/>
                      <a:pt x="4" y="44"/>
                      <a:pt x="4" y="27"/>
                    </a:cubicBezTo>
                    <a:cubicBezTo>
                      <a:pt x="4" y="16"/>
                      <a:pt x="5" y="7"/>
                      <a:pt x="5" y="1"/>
                    </a:cubicBezTo>
                    <a:lnTo>
                      <a:pt x="7" y="3"/>
                    </a:lnTo>
                    <a:cubicBezTo>
                      <a:pt x="2" y="3"/>
                      <a:pt x="0" y="2"/>
                      <a:pt x="0" y="1"/>
                    </a:cubicBezTo>
                    <a:cubicBezTo>
                      <a:pt x="0" y="1"/>
                      <a:pt x="2" y="0"/>
                      <a:pt x="7" y="0"/>
                    </a:cubicBezTo>
                    <a:lnTo>
                      <a:pt x="8" y="0"/>
                    </a:lnTo>
                    <a:lnTo>
                      <a:pt x="8" y="1"/>
                    </a:lnTo>
                    <a:cubicBezTo>
                      <a:pt x="9" y="7"/>
                      <a:pt x="9" y="16"/>
                      <a:pt x="9" y="27"/>
                    </a:cubicBezTo>
                    <a:cubicBezTo>
                      <a:pt x="9" y="44"/>
                      <a:pt x="8" y="59"/>
                      <a:pt x="7" y="59"/>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42" name="Google Shape;1642;p30"/>
              <p:cNvSpPr/>
              <p:nvPr/>
            </p:nvSpPr>
            <p:spPr>
              <a:xfrm>
                <a:off x="3091282" y="2544246"/>
                <a:ext cx="5363" cy="68647"/>
              </a:xfrm>
              <a:custGeom>
                <a:rect b="b" l="l" r="r" t="t"/>
                <a:pathLst>
                  <a:path extrusionOk="0" h="64" w="5">
                    <a:moveTo>
                      <a:pt x="3" y="64"/>
                    </a:moveTo>
                    <a:cubicBezTo>
                      <a:pt x="1" y="64"/>
                      <a:pt x="0" y="50"/>
                      <a:pt x="0" y="32"/>
                    </a:cubicBezTo>
                    <a:cubicBezTo>
                      <a:pt x="0" y="14"/>
                      <a:pt x="1" y="0"/>
                      <a:pt x="3" y="0"/>
                    </a:cubicBezTo>
                    <a:cubicBezTo>
                      <a:pt x="4" y="0"/>
                      <a:pt x="5" y="14"/>
                      <a:pt x="5" y="32"/>
                    </a:cubicBezTo>
                    <a:cubicBezTo>
                      <a:pt x="5" y="50"/>
                      <a:pt x="4" y="64"/>
                      <a:pt x="3" y="64"/>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43" name="Google Shape;1643;p30"/>
              <p:cNvSpPr/>
              <p:nvPr/>
            </p:nvSpPr>
            <p:spPr>
              <a:xfrm>
                <a:off x="3078410" y="2634345"/>
                <a:ext cx="25743" cy="25743"/>
              </a:xfrm>
              <a:custGeom>
                <a:rect b="b" l="l" r="r" t="t"/>
                <a:pathLst>
                  <a:path extrusionOk="0" h="24" w="24">
                    <a:moveTo>
                      <a:pt x="0" y="0"/>
                    </a:moveTo>
                    <a:lnTo>
                      <a:pt x="24" y="0"/>
                    </a:lnTo>
                    <a:lnTo>
                      <a:pt x="24" y="24"/>
                    </a:lnTo>
                    <a:lnTo>
                      <a:pt x="0" y="24"/>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44" name="Google Shape;1644;p30"/>
              <p:cNvSpPr/>
              <p:nvPr/>
            </p:nvSpPr>
            <p:spPr>
              <a:xfrm>
                <a:off x="3078410" y="2395152"/>
                <a:ext cx="25743" cy="25743"/>
              </a:xfrm>
              <a:custGeom>
                <a:rect b="b" l="l" r="r" t="t"/>
                <a:pathLst>
                  <a:path extrusionOk="0" h="24" w="24">
                    <a:moveTo>
                      <a:pt x="0" y="0"/>
                    </a:moveTo>
                    <a:lnTo>
                      <a:pt x="24" y="0"/>
                    </a:lnTo>
                    <a:lnTo>
                      <a:pt x="24" y="24"/>
                    </a:lnTo>
                    <a:lnTo>
                      <a:pt x="0" y="24"/>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45" name="Google Shape;1645;p30"/>
              <p:cNvSpPr/>
              <p:nvPr/>
            </p:nvSpPr>
            <p:spPr>
              <a:xfrm>
                <a:off x="2848872" y="2634345"/>
                <a:ext cx="25743" cy="25743"/>
              </a:xfrm>
              <a:custGeom>
                <a:rect b="b" l="l" r="r" t="t"/>
                <a:pathLst>
                  <a:path extrusionOk="0" h="24" w="24">
                    <a:moveTo>
                      <a:pt x="0" y="0"/>
                    </a:moveTo>
                    <a:lnTo>
                      <a:pt x="24" y="0"/>
                    </a:lnTo>
                    <a:lnTo>
                      <a:pt x="24" y="24"/>
                    </a:lnTo>
                    <a:lnTo>
                      <a:pt x="0" y="24"/>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46" name="Google Shape;1646;p30"/>
              <p:cNvSpPr/>
              <p:nvPr/>
            </p:nvSpPr>
            <p:spPr>
              <a:xfrm>
                <a:off x="2848872" y="2401588"/>
                <a:ext cx="25743" cy="24670"/>
              </a:xfrm>
              <a:custGeom>
                <a:rect b="b" l="l" r="r" t="t"/>
                <a:pathLst>
                  <a:path extrusionOk="0" h="23" w="24">
                    <a:moveTo>
                      <a:pt x="0" y="0"/>
                    </a:moveTo>
                    <a:lnTo>
                      <a:pt x="24" y="0"/>
                    </a:lnTo>
                    <a:lnTo>
                      <a:pt x="24" y="23"/>
                    </a:lnTo>
                    <a:lnTo>
                      <a:pt x="0" y="23"/>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47" name="Google Shape;1647;p30"/>
              <p:cNvSpPr/>
              <p:nvPr/>
            </p:nvSpPr>
            <p:spPr>
              <a:xfrm>
                <a:off x="3024780" y="3070900"/>
                <a:ext cx="69720" cy="5363"/>
              </a:xfrm>
              <a:custGeom>
                <a:rect b="b" l="l" r="r" t="t"/>
                <a:pathLst>
                  <a:path extrusionOk="0" h="5" w="65">
                    <a:moveTo>
                      <a:pt x="0" y="2"/>
                    </a:moveTo>
                    <a:cubicBezTo>
                      <a:pt x="0" y="1"/>
                      <a:pt x="15" y="0"/>
                      <a:pt x="33" y="0"/>
                    </a:cubicBezTo>
                    <a:cubicBezTo>
                      <a:pt x="50" y="0"/>
                      <a:pt x="65" y="0"/>
                      <a:pt x="65" y="2"/>
                    </a:cubicBezTo>
                    <a:cubicBezTo>
                      <a:pt x="65" y="3"/>
                      <a:pt x="50" y="5"/>
                      <a:pt x="33" y="5"/>
                    </a:cubicBezTo>
                    <a:cubicBezTo>
                      <a:pt x="15" y="5"/>
                      <a:pt x="0" y="4"/>
                      <a:pt x="0"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48" name="Google Shape;1648;p30"/>
              <p:cNvSpPr/>
              <p:nvPr/>
            </p:nvSpPr>
            <p:spPr>
              <a:xfrm>
                <a:off x="2887486" y="3070900"/>
                <a:ext cx="68647" cy="5363"/>
              </a:xfrm>
              <a:custGeom>
                <a:rect b="b" l="l" r="r" t="t"/>
                <a:pathLst>
                  <a:path extrusionOk="0" h="5" w="64">
                    <a:moveTo>
                      <a:pt x="0" y="2"/>
                    </a:moveTo>
                    <a:cubicBezTo>
                      <a:pt x="0" y="1"/>
                      <a:pt x="14" y="0"/>
                      <a:pt x="32" y="0"/>
                    </a:cubicBezTo>
                    <a:cubicBezTo>
                      <a:pt x="50" y="0"/>
                      <a:pt x="64" y="0"/>
                      <a:pt x="64" y="2"/>
                    </a:cubicBezTo>
                    <a:cubicBezTo>
                      <a:pt x="64" y="3"/>
                      <a:pt x="50" y="5"/>
                      <a:pt x="32" y="5"/>
                    </a:cubicBezTo>
                    <a:cubicBezTo>
                      <a:pt x="14" y="5"/>
                      <a:pt x="0" y="4"/>
                      <a:pt x="0"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49" name="Google Shape;1649;p30"/>
              <p:cNvSpPr/>
              <p:nvPr/>
            </p:nvSpPr>
            <p:spPr>
              <a:xfrm>
                <a:off x="2859598" y="2961493"/>
                <a:ext cx="5363" cy="68647"/>
              </a:xfrm>
              <a:custGeom>
                <a:rect b="b" l="l" r="r" t="t"/>
                <a:pathLst>
                  <a:path extrusionOk="0" h="64" w="5">
                    <a:moveTo>
                      <a:pt x="2" y="0"/>
                    </a:moveTo>
                    <a:cubicBezTo>
                      <a:pt x="4" y="0"/>
                      <a:pt x="5" y="14"/>
                      <a:pt x="5" y="32"/>
                    </a:cubicBezTo>
                    <a:cubicBezTo>
                      <a:pt x="5" y="49"/>
                      <a:pt x="3" y="64"/>
                      <a:pt x="2" y="64"/>
                    </a:cubicBezTo>
                    <a:cubicBezTo>
                      <a:pt x="0" y="64"/>
                      <a:pt x="0" y="49"/>
                      <a:pt x="0" y="32"/>
                    </a:cubicBezTo>
                    <a:cubicBezTo>
                      <a:pt x="0" y="14"/>
                      <a:pt x="1" y="0"/>
                      <a:pt x="2" y="0"/>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50" name="Google Shape;1650;p30"/>
              <p:cNvSpPr/>
              <p:nvPr/>
            </p:nvSpPr>
            <p:spPr>
              <a:xfrm>
                <a:off x="2859598" y="2839215"/>
                <a:ext cx="20380" cy="52558"/>
              </a:xfrm>
              <a:custGeom>
                <a:rect b="b" l="l" r="r" t="t"/>
                <a:pathLst>
                  <a:path extrusionOk="0" h="49" w="19">
                    <a:moveTo>
                      <a:pt x="19" y="2"/>
                    </a:moveTo>
                    <a:cubicBezTo>
                      <a:pt x="19" y="3"/>
                      <a:pt x="12" y="4"/>
                      <a:pt x="2" y="4"/>
                    </a:cubicBezTo>
                    <a:lnTo>
                      <a:pt x="4" y="2"/>
                    </a:lnTo>
                    <a:cubicBezTo>
                      <a:pt x="5" y="6"/>
                      <a:pt x="5" y="12"/>
                      <a:pt x="5" y="17"/>
                    </a:cubicBezTo>
                    <a:cubicBezTo>
                      <a:pt x="5" y="35"/>
                      <a:pt x="3" y="49"/>
                      <a:pt x="2" y="49"/>
                    </a:cubicBezTo>
                    <a:cubicBezTo>
                      <a:pt x="0" y="49"/>
                      <a:pt x="0" y="35"/>
                      <a:pt x="0" y="17"/>
                    </a:cubicBezTo>
                    <a:cubicBezTo>
                      <a:pt x="0" y="12"/>
                      <a:pt x="0" y="6"/>
                      <a:pt x="0" y="2"/>
                    </a:cubicBezTo>
                    <a:lnTo>
                      <a:pt x="0" y="0"/>
                    </a:lnTo>
                    <a:lnTo>
                      <a:pt x="2" y="0"/>
                    </a:lnTo>
                    <a:cubicBezTo>
                      <a:pt x="12" y="0"/>
                      <a:pt x="19" y="1"/>
                      <a:pt x="19"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51" name="Google Shape;1651;p30"/>
              <p:cNvSpPr/>
              <p:nvPr/>
            </p:nvSpPr>
            <p:spPr>
              <a:xfrm>
                <a:off x="2948625" y="2838142"/>
                <a:ext cx="68647" cy="5363"/>
              </a:xfrm>
              <a:custGeom>
                <a:rect b="b" l="l" r="r" t="t"/>
                <a:pathLst>
                  <a:path extrusionOk="0" h="5" w="64">
                    <a:moveTo>
                      <a:pt x="64" y="3"/>
                    </a:moveTo>
                    <a:cubicBezTo>
                      <a:pt x="64" y="4"/>
                      <a:pt x="49" y="5"/>
                      <a:pt x="32" y="5"/>
                    </a:cubicBezTo>
                    <a:cubicBezTo>
                      <a:pt x="14" y="5"/>
                      <a:pt x="0" y="4"/>
                      <a:pt x="0" y="3"/>
                    </a:cubicBezTo>
                    <a:cubicBezTo>
                      <a:pt x="0" y="2"/>
                      <a:pt x="14" y="0"/>
                      <a:pt x="32" y="0"/>
                    </a:cubicBezTo>
                    <a:cubicBezTo>
                      <a:pt x="49" y="0"/>
                      <a:pt x="64" y="2"/>
                      <a:pt x="64" y="3"/>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52" name="Google Shape;1652;p30"/>
              <p:cNvSpPr/>
              <p:nvPr/>
            </p:nvSpPr>
            <p:spPr>
              <a:xfrm>
                <a:off x="3086991" y="2839215"/>
                <a:ext cx="9653" cy="63284"/>
              </a:xfrm>
              <a:custGeom>
                <a:rect b="b" l="l" r="r" t="t"/>
                <a:pathLst>
                  <a:path extrusionOk="0" h="59" w="9">
                    <a:moveTo>
                      <a:pt x="7" y="59"/>
                    </a:moveTo>
                    <a:cubicBezTo>
                      <a:pt x="5" y="59"/>
                      <a:pt x="4" y="45"/>
                      <a:pt x="4" y="27"/>
                    </a:cubicBezTo>
                    <a:cubicBezTo>
                      <a:pt x="4" y="17"/>
                      <a:pt x="5" y="8"/>
                      <a:pt x="5" y="2"/>
                    </a:cubicBezTo>
                    <a:lnTo>
                      <a:pt x="7" y="3"/>
                    </a:lnTo>
                    <a:cubicBezTo>
                      <a:pt x="2" y="3"/>
                      <a:pt x="0" y="3"/>
                      <a:pt x="0" y="2"/>
                    </a:cubicBezTo>
                    <a:cubicBezTo>
                      <a:pt x="0" y="1"/>
                      <a:pt x="2" y="1"/>
                      <a:pt x="7" y="0"/>
                    </a:cubicBezTo>
                    <a:lnTo>
                      <a:pt x="8" y="0"/>
                    </a:lnTo>
                    <a:lnTo>
                      <a:pt x="8" y="2"/>
                    </a:lnTo>
                    <a:cubicBezTo>
                      <a:pt x="9" y="8"/>
                      <a:pt x="9" y="17"/>
                      <a:pt x="9" y="27"/>
                    </a:cubicBezTo>
                    <a:cubicBezTo>
                      <a:pt x="9" y="45"/>
                      <a:pt x="8" y="59"/>
                      <a:pt x="7" y="59"/>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53" name="Google Shape;1653;p30"/>
              <p:cNvSpPr/>
              <p:nvPr/>
            </p:nvSpPr>
            <p:spPr>
              <a:xfrm>
                <a:off x="3091282" y="2971147"/>
                <a:ext cx="5363" cy="69720"/>
              </a:xfrm>
              <a:custGeom>
                <a:rect b="b" l="l" r="r" t="t"/>
                <a:pathLst>
                  <a:path extrusionOk="0" h="65" w="5">
                    <a:moveTo>
                      <a:pt x="3" y="65"/>
                    </a:moveTo>
                    <a:cubicBezTo>
                      <a:pt x="1" y="65"/>
                      <a:pt x="0" y="49"/>
                      <a:pt x="0" y="32"/>
                    </a:cubicBezTo>
                    <a:cubicBezTo>
                      <a:pt x="0" y="14"/>
                      <a:pt x="1" y="0"/>
                      <a:pt x="3" y="0"/>
                    </a:cubicBezTo>
                    <a:cubicBezTo>
                      <a:pt x="4" y="0"/>
                      <a:pt x="5" y="14"/>
                      <a:pt x="5" y="32"/>
                    </a:cubicBezTo>
                    <a:cubicBezTo>
                      <a:pt x="5" y="49"/>
                      <a:pt x="4" y="65"/>
                      <a:pt x="3" y="65"/>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54" name="Google Shape;1654;p30"/>
              <p:cNvSpPr/>
              <p:nvPr/>
            </p:nvSpPr>
            <p:spPr>
              <a:xfrm>
                <a:off x="3078410" y="3062319"/>
                <a:ext cx="25743" cy="25743"/>
              </a:xfrm>
              <a:custGeom>
                <a:rect b="b" l="l" r="r" t="t"/>
                <a:pathLst>
                  <a:path extrusionOk="0" h="24" w="24">
                    <a:moveTo>
                      <a:pt x="0" y="0"/>
                    </a:moveTo>
                    <a:lnTo>
                      <a:pt x="24" y="0"/>
                    </a:lnTo>
                    <a:lnTo>
                      <a:pt x="24" y="24"/>
                    </a:lnTo>
                    <a:lnTo>
                      <a:pt x="0" y="24"/>
                    </a:lnTo>
                    <a:lnTo>
                      <a:pt x="0" y="0"/>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55" name="Google Shape;1655;p30"/>
              <p:cNvSpPr/>
              <p:nvPr/>
            </p:nvSpPr>
            <p:spPr>
              <a:xfrm>
                <a:off x="3078410" y="2822053"/>
                <a:ext cx="25743" cy="25743"/>
              </a:xfrm>
              <a:custGeom>
                <a:rect b="b" l="l" r="r" t="t"/>
                <a:pathLst>
                  <a:path extrusionOk="0" h="24" w="24">
                    <a:moveTo>
                      <a:pt x="0" y="0"/>
                    </a:moveTo>
                    <a:lnTo>
                      <a:pt x="24" y="0"/>
                    </a:lnTo>
                    <a:lnTo>
                      <a:pt x="24" y="24"/>
                    </a:lnTo>
                    <a:lnTo>
                      <a:pt x="0" y="24"/>
                    </a:lnTo>
                    <a:lnTo>
                      <a:pt x="0" y="0"/>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56" name="Google Shape;1656;p30"/>
              <p:cNvSpPr/>
              <p:nvPr/>
            </p:nvSpPr>
            <p:spPr>
              <a:xfrm>
                <a:off x="2848872" y="3062319"/>
                <a:ext cx="25743" cy="25743"/>
              </a:xfrm>
              <a:custGeom>
                <a:rect b="b" l="l" r="r" t="t"/>
                <a:pathLst>
                  <a:path extrusionOk="0" h="24" w="24">
                    <a:moveTo>
                      <a:pt x="0" y="0"/>
                    </a:moveTo>
                    <a:lnTo>
                      <a:pt x="24" y="0"/>
                    </a:lnTo>
                    <a:lnTo>
                      <a:pt x="24" y="24"/>
                    </a:lnTo>
                    <a:lnTo>
                      <a:pt x="0" y="24"/>
                    </a:lnTo>
                    <a:lnTo>
                      <a:pt x="0" y="0"/>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57" name="Google Shape;1657;p30"/>
              <p:cNvSpPr/>
              <p:nvPr/>
            </p:nvSpPr>
            <p:spPr>
              <a:xfrm>
                <a:off x="2848872" y="2828489"/>
                <a:ext cx="25743" cy="25743"/>
              </a:xfrm>
              <a:custGeom>
                <a:rect b="b" l="l" r="r" t="t"/>
                <a:pathLst>
                  <a:path extrusionOk="0" h="24" w="24">
                    <a:moveTo>
                      <a:pt x="0" y="0"/>
                    </a:moveTo>
                    <a:lnTo>
                      <a:pt x="24" y="0"/>
                    </a:lnTo>
                    <a:lnTo>
                      <a:pt x="24" y="24"/>
                    </a:lnTo>
                    <a:lnTo>
                      <a:pt x="0" y="24"/>
                    </a:lnTo>
                    <a:lnTo>
                      <a:pt x="0" y="0"/>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58" name="Google Shape;1658;p30"/>
              <p:cNvSpPr/>
              <p:nvPr/>
            </p:nvSpPr>
            <p:spPr>
              <a:xfrm>
                <a:off x="2860671" y="3414137"/>
                <a:ext cx="5363" cy="68647"/>
              </a:xfrm>
              <a:custGeom>
                <a:rect b="b" l="l" r="r" t="t"/>
                <a:pathLst>
                  <a:path extrusionOk="0" h="64" w="5">
                    <a:moveTo>
                      <a:pt x="3" y="0"/>
                    </a:moveTo>
                    <a:cubicBezTo>
                      <a:pt x="4" y="0"/>
                      <a:pt x="5" y="14"/>
                      <a:pt x="5" y="32"/>
                    </a:cubicBezTo>
                    <a:cubicBezTo>
                      <a:pt x="5" y="49"/>
                      <a:pt x="4" y="64"/>
                      <a:pt x="3" y="64"/>
                    </a:cubicBezTo>
                    <a:cubicBezTo>
                      <a:pt x="1" y="64"/>
                      <a:pt x="0" y="49"/>
                      <a:pt x="0" y="32"/>
                    </a:cubicBezTo>
                    <a:cubicBezTo>
                      <a:pt x="0" y="14"/>
                      <a:pt x="1" y="0"/>
                      <a:pt x="3" y="0"/>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59" name="Google Shape;1659;p30"/>
              <p:cNvSpPr/>
              <p:nvPr/>
            </p:nvSpPr>
            <p:spPr>
              <a:xfrm>
                <a:off x="2860671" y="3291859"/>
                <a:ext cx="20380" cy="52558"/>
              </a:xfrm>
              <a:custGeom>
                <a:rect b="b" l="l" r="r" t="t"/>
                <a:pathLst>
                  <a:path extrusionOk="0" h="49" w="19">
                    <a:moveTo>
                      <a:pt x="19" y="2"/>
                    </a:moveTo>
                    <a:cubicBezTo>
                      <a:pt x="19" y="3"/>
                      <a:pt x="12" y="3"/>
                      <a:pt x="3" y="4"/>
                    </a:cubicBezTo>
                    <a:lnTo>
                      <a:pt x="5" y="2"/>
                    </a:lnTo>
                    <a:cubicBezTo>
                      <a:pt x="5" y="6"/>
                      <a:pt x="5" y="12"/>
                      <a:pt x="5" y="17"/>
                    </a:cubicBezTo>
                    <a:cubicBezTo>
                      <a:pt x="5" y="35"/>
                      <a:pt x="4" y="49"/>
                      <a:pt x="3" y="49"/>
                    </a:cubicBezTo>
                    <a:cubicBezTo>
                      <a:pt x="1" y="49"/>
                      <a:pt x="0" y="35"/>
                      <a:pt x="0" y="17"/>
                    </a:cubicBezTo>
                    <a:cubicBezTo>
                      <a:pt x="0" y="12"/>
                      <a:pt x="0" y="6"/>
                      <a:pt x="0" y="2"/>
                    </a:cubicBezTo>
                    <a:lnTo>
                      <a:pt x="0" y="0"/>
                    </a:lnTo>
                    <a:lnTo>
                      <a:pt x="3" y="0"/>
                    </a:lnTo>
                    <a:cubicBezTo>
                      <a:pt x="13" y="0"/>
                      <a:pt x="19" y="1"/>
                      <a:pt x="19"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60" name="Google Shape;1660;p30"/>
              <p:cNvSpPr/>
              <p:nvPr/>
            </p:nvSpPr>
            <p:spPr>
              <a:xfrm>
                <a:off x="2949697" y="3290786"/>
                <a:ext cx="69720" cy="5363"/>
              </a:xfrm>
              <a:custGeom>
                <a:rect b="b" l="l" r="r" t="t"/>
                <a:pathLst>
                  <a:path extrusionOk="0" h="5" w="65">
                    <a:moveTo>
                      <a:pt x="65" y="3"/>
                    </a:moveTo>
                    <a:cubicBezTo>
                      <a:pt x="65" y="4"/>
                      <a:pt x="50" y="5"/>
                      <a:pt x="33" y="5"/>
                    </a:cubicBezTo>
                    <a:cubicBezTo>
                      <a:pt x="15" y="5"/>
                      <a:pt x="0" y="4"/>
                      <a:pt x="0" y="3"/>
                    </a:cubicBezTo>
                    <a:cubicBezTo>
                      <a:pt x="0" y="2"/>
                      <a:pt x="15" y="0"/>
                      <a:pt x="33" y="0"/>
                    </a:cubicBezTo>
                    <a:cubicBezTo>
                      <a:pt x="50" y="0"/>
                      <a:pt x="65" y="2"/>
                      <a:pt x="65"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61" name="Google Shape;1661;p30"/>
              <p:cNvSpPr/>
              <p:nvPr/>
            </p:nvSpPr>
            <p:spPr>
              <a:xfrm>
                <a:off x="3088064" y="3291859"/>
                <a:ext cx="9653" cy="63284"/>
              </a:xfrm>
              <a:custGeom>
                <a:rect b="b" l="l" r="r" t="t"/>
                <a:pathLst>
                  <a:path extrusionOk="0" h="59" w="9">
                    <a:moveTo>
                      <a:pt x="7" y="59"/>
                    </a:moveTo>
                    <a:cubicBezTo>
                      <a:pt x="6" y="59"/>
                      <a:pt x="4" y="45"/>
                      <a:pt x="4" y="27"/>
                    </a:cubicBezTo>
                    <a:cubicBezTo>
                      <a:pt x="4" y="17"/>
                      <a:pt x="5" y="8"/>
                      <a:pt x="5" y="2"/>
                    </a:cubicBezTo>
                    <a:lnTo>
                      <a:pt x="7" y="3"/>
                    </a:lnTo>
                    <a:cubicBezTo>
                      <a:pt x="2" y="3"/>
                      <a:pt x="0" y="2"/>
                      <a:pt x="0" y="2"/>
                    </a:cubicBezTo>
                    <a:cubicBezTo>
                      <a:pt x="0" y="1"/>
                      <a:pt x="2" y="1"/>
                      <a:pt x="7" y="0"/>
                    </a:cubicBezTo>
                    <a:lnTo>
                      <a:pt x="8" y="0"/>
                    </a:lnTo>
                    <a:lnTo>
                      <a:pt x="8" y="2"/>
                    </a:lnTo>
                    <a:cubicBezTo>
                      <a:pt x="9" y="8"/>
                      <a:pt x="9" y="17"/>
                      <a:pt x="9" y="27"/>
                    </a:cubicBezTo>
                    <a:cubicBezTo>
                      <a:pt x="9" y="45"/>
                      <a:pt x="8" y="59"/>
                      <a:pt x="7" y="59"/>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62" name="Google Shape;1662;p30"/>
              <p:cNvSpPr/>
              <p:nvPr/>
            </p:nvSpPr>
            <p:spPr>
              <a:xfrm>
                <a:off x="3092354" y="3423791"/>
                <a:ext cx="5363" cy="69720"/>
              </a:xfrm>
              <a:custGeom>
                <a:rect b="b" l="l" r="r" t="t"/>
                <a:pathLst>
                  <a:path extrusionOk="0" h="65" w="5">
                    <a:moveTo>
                      <a:pt x="3" y="65"/>
                    </a:moveTo>
                    <a:cubicBezTo>
                      <a:pt x="2" y="65"/>
                      <a:pt x="0" y="49"/>
                      <a:pt x="0" y="32"/>
                    </a:cubicBezTo>
                    <a:cubicBezTo>
                      <a:pt x="0" y="14"/>
                      <a:pt x="2" y="0"/>
                      <a:pt x="3" y="0"/>
                    </a:cubicBezTo>
                    <a:cubicBezTo>
                      <a:pt x="4" y="0"/>
                      <a:pt x="5" y="14"/>
                      <a:pt x="5" y="32"/>
                    </a:cubicBezTo>
                    <a:cubicBezTo>
                      <a:pt x="5" y="49"/>
                      <a:pt x="4" y="65"/>
                      <a:pt x="3" y="65"/>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63" name="Google Shape;1663;p30"/>
              <p:cNvSpPr/>
              <p:nvPr/>
            </p:nvSpPr>
            <p:spPr>
              <a:xfrm>
                <a:off x="3080556" y="3514963"/>
                <a:ext cx="25743" cy="25743"/>
              </a:xfrm>
              <a:custGeom>
                <a:rect b="b" l="l" r="r" t="t"/>
                <a:pathLst>
                  <a:path extrusionOk="0" h="24" w="24">
                    <a:moveTo>
                      <a:pt x="0" y="0"/>
                    </a:moveTo>
                    <a:lnTo>
                      <a:pt x="24" y="0"/>
                    </a:lnTo>
                    <a:lnTo>
                      <a:pt x="24" y="24"/>
                    </a:lnTo>
                    <a:lnTo>
                      <a:pt x="0" y="24"/>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64" name="Google Shape;1664;p30"/>
              <p:cNvSpPr/>
              <p:nvPr/>
            </p:nvSpPr>
            <p:spPr>
              <a:xfrm>
                <a:off x="3080556" y="3274697"/>
                <a:ext cx="25743" cy="25743"/>
              </a:xfrm>
              <a:custGeom>
                <a:rect b="b" l="l" r="r" t="t"/>
                <a:pathLst>
                  <a:path extrusionOk="0" h="24" w="24">
                    <a:moveTo>
                      <a:pt x="0" y="0"/>
                    </a:moveTo>
                    <a:lnTo>
                      <a:pt x="24" y="0"/>
                    </a:lnTo>
                    <a:lnTo>
                      <a:pt x="24" y="24"/>
                    </a:lnTo>
                    <a:lnTo>
                      <a:pt x="0" y="24"/>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65" name="Google Shape;1665;p30"/>
              <p:cNvSpPr/>
              <p:nvPr/>
            </p:nvSpPr>
            <p:spPr>
              <a:xfrm>
                <a:off x="2849945" y="3514963"/>
                <a:ext cx="25743" cy="25743"/>
              </a:xfrm>
              <a:custGeom>
                <a:rect b="b" l="l" r="r" t="t"/>
                <a:pathLst>
                  <a:path extrusionOk="0" h="24" w="24">
                    <a:moveTo>
                      <a:pt x="0" y="0"/>
                    </a:moveTo>
                    <a:lnTo>
                      <a:pt x="24" y="0"/>
                    </a:lnTo>
                    <a:lnTo>
                      <a:pt x="24" y="24"/>
                    </a:lnTo>
                    <a:lnTo>
                      <a:pt x="0" y="24"/>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66" name="Google Shape;1666;p30"/>
              <p:cNvSpPr/>
              <p:nvPr/>
            </p:nvSpPr>
            <p:spPr>
              <a:xfrm>
                <a:off x="2849945" y="3281133"/>
                <a:ext cx="25743" cy="25743"/>
              </a:xfrm>
              <a:custGeom>
                <a:rect b="b" l="l" r="r" t="t"/>
                <a:pathLst>
                  <a:path extrusionOk="0" h="24" w="24">
                    <a:moveTo>
                      <a:pt x="0" y="0"/>
                    </a:moveTo>
                    <a:lnTo>
                      <a:pt x="24" y="0"/>
                    </a:lnTo>
                    <a:lnTo>
                      <a:pt x="24" y="24"/>
                    </a:lnTo>
                    <a:lnTo>
                      <a:pt x="0" y="24"/>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67" name="Google Shape;1667;p30"/>
              <p:cNvSpPr/>
              <p:nvPr/>
            </p:nvSpPr>
            <p:spPr>
              <a:xfrm>
                <a:off x="3024780" y="3975116"/>
                <a:ext cx="69720" cy="5363"/>
              </a:xfrm>
              <a:custGeom>
                <a:rect b="b" l="l" r="r" t="t"/>
                <a:pathLst>
                  <a:path extrusionOk="0" h="5" w="65">
                    <a:moveTo>
                      <a:pt x="0" y="2"/>
                    </a:moveTo>
                    <a:cubicBezTo>
                      <a:pt x="0" y="1"/>
                      <a:pt x="15" y="0"/>
                      <a:pt x="33" y="0"/>
                    </a:cubicBezTo>
                    <a:cubicBezTo>
                      <a:pt x="50" y="0"/>
                      <a:pt x="65" y="1"/>
                      <a:pt x="65" y="2"/>
                    </a:cubicBezTo>
                    <a:cubicBezTo>
                      <a:pt x="65" y="3"/>
                      <a:pt x="50" y="5"/>
                      <a:pt x="33" y="5"/>
                    </a:cubicBezTo>
                    <a:cubicBezTo>
                      <a:pt x="15" y="5"/>
                      <a:pt x="0" y="3"/>
                      <a:pt x="0"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68" name="Google Shape;1668;p30"/>
              <p:cNvSpPr/>
              <p:nvPr/>
            </p:nvSpPr>
            <p:spPr>
              <a:xfrm>
                <a:off x="2887486" y="3975116"/>
                <a:ext cx="68647" cy="5363"/>
              </a:xfrm>
              <a:custGeom>
                <a:rect b="b" l="l" r="r" t="t"/>
                <a:pathLst>
                  <a:path extrusionOk="0" h="5" w="64">
                    <a:moveTo>
                      <a:pt x="0" y="2"/>
                    </a:moveTo>
                    <a:cubicBezTo>
                      <a:pt x="0" y="1"/>
                      <a:pt x="14" y="0"/>
                      <a:pt x="32" y="0"/>
                    </a:cubicBezTo>
                    <a:cubicBezTo>
                      <a:pt x="50" y="0"/>
                      <a:pt x="64" y="1"/>
                      <a:pt x="64" y="2"/>
                    </a:cubicBezTo>
                    <a:cubicBezTo>
                      <a:pt x="64" y="3"/>
                      <a:pt x="50" y="5"/>
                      <a:pt x="32" y="5"/>
                    </a:cubicBezTo>
                    <a:cubicBezTo>
                      <a:pt x="14" y="5"/>
                      <a:pt x="0" y="3"/>
                      <a:pt x="0"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69" name="Google Shape;1669;p30"/>
              <p:cNvSpPr/>
              <p:nvPr/>
            </p:nvSpPr>
            <p:spPr>
              <a:xfrm>
                <a:off x="2859598" y="3864636"/>
                <a:ext cx="5363" cy="69720"/>
              </a:xfrm>
              <a:custGeom>
                <a:rect b="b" l="l" r="r" t="t"/>
                <a:pathLst>
                  <a:path extrusionOk="0" h="65" w="5">
                    <a:moveTo>
                      <a:pt x="2" y="0"/>
                    </a:moveTo>
                    <a:cubicBezTo>
                      <a:pt x="4" y="0"/>
                      <a:pt x="5" y="15"/>
                      <a:pt x="5" y="33"/>
                    </a:cubicBezTo>
                    <a:cubicBezTo>
                      <a:pt x="5" y="50"/>
                      <a:pt x="3" y="65"/>
                      <a:pt x="2" y="65"/>
                    </a:cubicBezTo>
                    <a:cubicBezTo>
                      <a:pt x="0" y="65"/>
                      <a:pt x="0" y="50"/>
                      <a:pt x="0" y="33"/>
                    </a:cubicBezTo>
                    <a:cubicBezTo>
                      <a:pt x="0" y="15"/>
                      <a:pt x="1" y="0"/>
                      <a:pt x="2" y="0"/>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0" name="Google Shape;1670;p30"/>
              <p:cNvSpPr/>
              <p:nvPr/>
            </p:nvSpPr>
            <p:spPr>
              <a:xfrm>
                <a:off x="2859598" y="3743430"/>
                <a:ext cx="20380" cy="52558"/>
              </a:xfrm>
              <a:custGeom>
                <a:rect b="b" l="l" r="r" t="t"/>
                <a:pathLst>
                  <a:path extrusionOk="0" h="49" w="19">
                    <a:moveTo>
                      <a:pt x="19" y="2"/>
                    </a:moveTo>
                    <a:cubicBezTo>
                      <a:pt x="19" y="3"/>
                      <a:pt x="12" y="3"/>
                      <a:pt x="2" y="4"/>
                    </a:cubicBezTo>
                    <a:lnTo>
                      <a:pt x="4" y="2"/>
                    </a:lnTo>
                    <a:cubicBezTo>
                      <a:pt x="5" y="6"/>
                      <a:pt x="5" y="11"/>
                      <a:pt x="5" y="17"/>
                    </a:cubicBezTo>
                    <a:cubicBezTo>
                      <a:pt x="5" y="35"/>
                      <a:pt x="3" y="49"/>
                      <a:pt x="2" y="49"/>
                    </a:cubicBezTo>
                    <a:cubicBezTo>
                      <a:pt x="0" y="49"/>
                      <a:pt x="0" y="35"/>
                      <a:pt x="0" y="17"/>
                    </a:cubicBezTo>
                    <a:cubicBezTo>
                      <a:pt x="0" y="11"/>
                      <a:pt x="0" y="6"/>
                      <a:pt x="0" y="2"/>
                    </a:cubicBezTo>
                    <a:lnTo>
                      <a:pt x="0" y="0"/>
                    </a:lnTo>
                    <a:lnTo>
                      <a:pt x="2" y="0"/>
                    </a:lnTo>
                    <a:cubicBezTo>
                      <a:pt x="12" y="0"/>
                      <a:pt x="19" y="1"/>
                      <a:pt x="19"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1" name="Google Shape;1671;p30"/>
              <p:cNvSpPr/>
              <p:nvPr/>
            </p:nvSpPr>
            <p:spPr>
              <a:xfrm>
                <a:off x="2948625" y="3742358"/>
                <a:ext cx="68647" cy="5363"/>
              </a:xfrm>
              <a:custGeom>
                <a:rect b="b" l="l" r="r" t="t"/>
                <a:pathLst>
                  <a:path extrusionOk="0" h="5" w="64">
                    <a:moveTo>
                      <a:pt x="64" y="3"/>
                    </a:moveTo>
                    <a:cubicBezTo>
                      <a:pt x="64" y="4"/>
                      <a:pt x="49" y="5"/>
                      <a:pt x="32" y="5"/>
                    </a:cubicBezTo>
                    <a:cubicBezTo>
                      <a:pt x="14" y="5"/>
                      <a:pt x="0" y="4"/>
                      <a:pt x="0" y="3"/>
                    </a:cubicBezTo>
                    <a:cubicBezTo>
                      <a:pt x="0" y="1"/>
                      <a:pt x="14" y="0"/>
                      <a:pt x="32" y="0"/>
                    </a:cubicBezTo>
                    <a:cubicBezTo>
                      <a:pt x="49" y="0"/>
                      <a:pt x="64" y="1"/>
                      <a:pt x="64" y="3"/>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2" name="Google Shape;1672;p30"/>
              <p:cNvSpPr/>
              <p:nvPr/>
            </p:nvSpPr>
            <p:spPr>
              <a:xfrm>
                <a:off x="3086991" y="3743430"/>
                <a:ext cx="9653" cy="63284"/>
              </a:xfrm>
              <a:custGeom>
                <a:rect b="b" l="l" r="r" t="t"/>
                <a:pathLst>
                  <a:path extrusionOk="0" h="59" w="9">
                    <a:moveTo>
                      <a:pt x="7" y="59"/>
                    </a:moveTo>
                    <a:cubicBezTo>
                      <a:pt x="5" y="59"/>
                      <a:pt x="4" y="45"/>
                      <a:pt x="4" y="27"/>
                    </a:cubicBezTo>
                    <a:cubicBezTo>
                      <a:pt x="4" y="17"/>
                      <a:pt x="5" y="8"/>
                      <a:pt x="5" y="2"/>
                    </a:cubicBezTo>
                    <a:lnTo>
                      <a:pt x="7" y="3"/>
                    </a:lnTo>
                    <a:cubicBezTo>
                      <a:pt x="2" y="3"/>
                      <a:pt x="0" y="2"/>
                      <a:pt x="0" y="2"/>
                    </a:cubicBezTo>
                    <a:cubicBezTo>
                      <a:pt x="0" y="1"/>
                      <a:pt x="2" y="1"/>
                      <a:pt x="7" y="0"/>
                    </a:cubicBezTo>
                    <a:lnTo>
                      <a:pt x="8" y="0"/>
                    </a:lnTo>
                    <a:lnTo>
                      <a:pt x="8" y="2"/>
                    </a:lnTo>
                    <a:cubicBezTo>
                      <a:pt x="9" y="8"/>
                      <a:pt x="9" y="17"/>
                      <a:pt x="9" y="27"/>
                    </a:cubicBezTo>
                    <a:cubicBezTo>
                      <a:pt x="9" y="45"/>
                      <a:pt x="8" y="59"/>
                      <a:pt x="7" y="59"/>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3" name="Google Shape;1673;p30"/>
              <p:cNvSpPr/>
              <p:nvPr/>
            </p:nvSpPr>
            <p:spPr>
              <a:xfrm>
                <a:off x="3091282" y="3875362"/>
                <a:ext cx="5363" cy="68647"/>
              </a:xfrm>
              <a:custGeom>
                <a:rect b="b" l="l" r="r" t="t"/>
                <a:pathLst>
                  <a:path extrusionOk="0" h="64" w="5">
                    <a:moveTo>
                      <a:pt x="3" y="64"/>
                    </a:moveTo>
                    <a:cubicBezTo>
                      <a:pt x="1" y="64"/>
                      <a:pt x="0" y="49"/>
                      <a:pt x="0" y="32"/>
                    </a:cubicBezTo>
                    <a:cubicBezTo>
                      <a:pt x="0" y="14"/>
                      <a:pt x="1" y="0"/>
                      <a:pt x="3" y="0"/>
                    </a:cubicBezTo>
                    <a:cubicBezTo>
                      <a:pt x="4" y="0"/>
                      <a:pt x="5" y="14"/>
                      <a:pt x="5" y="32"/>
                    </a:cubicBezTo>
                    <a:cubicBezTo>
                      <a:pt x="5" y="50"/>
                      <a:pt x="4" y="64"/>
                      <a:pt x="3" y="64"/>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4" name="Google Shape;1674;p30"/>
              <p:cNvSpPr/>
              <p:nvPr/>
            </p:nvSpPr>
            <p:spPr>
              <a:xfrm>
                <a:off x="3078410" y="3966535"/>
                <a:ext cx="25743" cy="24670"/>
              </a:xfrm>
              <a:custGeom>
                <a:rect b="b" l="l" r="r" t="t"/>
                <a:pathLst>
                  <a:path extrusionOk="0" h="23" w="24">
                    <a:moveTo>
                      <a:pt x="0" y="0"/>
                    </a:moveTo>
                    <a:lnTo>
                      <a:pt x="24" y="0"/>
                    </a:lnTo>
                    <a:lnTo>
                      <a:pt x="24" y="23"/>
                    </a:lnTo>
                    <a:lnTo>
                      <a:pt x="0" y="23"/>
                    </a:lnTo>
                    <a:lnTo>
                      <a:pt x="0" y="0"/>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5" name="Google Shape;1675;p30"/>
              <p:cNvSpPr/>
              <p:nvPr/>
            </p:nvSpPr>
            <p:spPr>
              <a:xfrm>
                <a:off x="3078410" y="3726269"/>
                <a:ext cx="25743" cy="25743"/>
              </a:xfrm>
              <a:custGeom>
                <a:rect b="b" l="l" r="r" t="t"/>
                <a:pathLst>
                  <a:path extrusionOk="0" h="24" w="24">
                    <a:moveTo>
                      <a:pt x="0" y="0"/>
                    </a:moveTo>
                    <a:lnTo>
                      <a:pt x="24" y="0"/>
                    </a:lnTo>
                    <a:lnTo>
                      <a:pt x="24" y="24"/>
                    </a:lnTo>
                    <a:lnTo>
                      <a:pt x="0" y="24"/>
                    </a:lnTo>
                    <a:lnTo>
                      <a:pt x="0" y="0"/>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6" name="Google Shape;1676;p30"/>
              <p:cNvSpPr/>
              <p:nvPr/>
            </p:nvSpPr>
            <p:spPr>
              <a:xfrm>
                <a:off x="2848872" y="3966535"/>
                <a:ext cx="25743" cy="24670"/>
              </a:xfrm>
              <a:custGeom>
                <a:rect b="b" l="l" r="r" t="t"/>
                <a:pathLst>
                  <a:path extrusionOk="0" h="23" w="24">
                    <a:moveTo>
                      <a:pt x="0" y="0"/>
                    </a:moveTo>
                    <a:lnTo>
                      <a:pt x="24" y="0"/>
                    </a:lnTo>
                    <a:lnTo>
                      <a:pt x="24" y="23"/>
                    </a:lnTo>
                    <a:lnTo>
                      <a:pt x="0" y="23"/>
                    </a:lnTo>
                    <a:lnTo>
                      <a:pt x="0" y="0"/>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7" name="Google Shape;1677;p30"/>
              <p:cNvSpPr/>
              <p:nvPr/>
            </p:nvSpPr>
            <p:spPr>
              <a:xfrm>
                <a:off x="2848872" y="3732704"/>
                <a:ext cx="25743" cy="25743"/>
              </a:xfrm>
              <a:custGeom>
                <a:rect b="b" l="l" r="r" t="t"/>
                <a:pathLst>
                  <a:path extrusionOk="0" h="24" w="24">
                    <a:moveTo>
                      <a:pt x="0" y="0"/>
                    </a:moveTo>
                    <a:lnTo>
                      <a:pt x="24" y="0"/>
                    </a:lnTo>
                    <a:lnTo>
                      <a:pt x="24" y="24"/>
                    </a:lnTo>
                    <a:lnTo>
                      <a:pt x="0" y="24"/>
                    </a:lnTo>
                    <a:lnTo>
                      <a:pt x="0" y="0"/>
                    </a:ln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8" name="Google Shape;1678;p30"/>
              <p:cNvSpPr/>
              <p:nvPr/>
            </p:nvSpPr>
            <p:spPr>
              <a:xfrm>
                <a:off x="3024780" y="4441704"/>
                <a:ext cx="69720" cy="5363"/>
              </a:xfrm>
              <a:custGeom>
                <a:rect b="b" l="l" r="r" t="t"/>
                <a:pathLst>
                  <a:path extrusionOk="0" h="5" w="65">
                    <a:moveTo>
                      <a:pt x="0" y="3"/>
                    </a:moveTo>
                    <a:cubicBezTo>
                      <a:pt x="0" y="1"/>
                      <a:pt x="15" y="0"/>
                      <a:pt x="33" y="0"/>
                    </a:cubicBezTo>
                    <a:cubicBezTo>
                      <a:pt x="50" y="0"/>
                      <a:pt x="65" y="1"/>
                      <a:pt x="65" y="3"/>
                    </a:cubicBezTo>
                    <a:cubicBezTo>
                      <a:pt x="65" y="4"/>
                      <a:pt x="50" y="5"/>
                      <a:pt x="33" y="5"/>
                    </a:cubicBezTo>
                    <a:cubicBezTo>
                      <a:pt x="15" y="5"/>
                      <a:pt x="0" y="4"/>
                      <a:pt x="0"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9" name="Google Shape;1679;p30"/>
              <p:cNvSpPr/>
              <p:nvPr/>
            </p:nvSpPr>
            <p:spPr>
              <a:xfrm>
                <a:off x="2887486" y="4441704"/>
                <a:ext cx="68647" cy="5363"/>
              </a:xfrm>
              <a:custGeom>
                <a:rect b="b" l="l" r="r" t="t"/>
                <a:pathLst>
                  <a:path extrusionOk="0" h="5" w="64">
                    <a:moveTo>
                      <a:pt x="0" y="3"/>
                    </a:moveTo>
                    <a:cubicBezTo>
                      <a:pt x="0" y="1"/>
                      <a:pt x="14" y="0"/>
                      <a:pt x="32" y="0"/>
                    </a:cubicBezTo>
                    <a:cubicBezTo>
                      <a:pt x="50" y="0"/>
                      <a:pt x="64" y="1"/>
                      <a:pt x="64" y="3"/>
                    </a:cubicBezTo>
                    <a:cubicBezTo>
                      <a:pt x="64" y="4"/>
                      <a:pt x="50" y="5"/>
                      <a:pt x="32" y="5"/>
                    </a:cubicBezTo>
                    <a:cubicBezTo>
                      <a:pt x="14" y="5"/>
                      <a:pt x="0" y="4"/>
                      <a:pt x="0"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0" name="Google Shape;1680;p30"/>
              <p:cNvSpPr/>
              <p:nvPr/>
            </p:nvSpPr>
            <p:spPr>
              <a:xfrm>
                <a:off x="2859598" y="4332297"/>
                <a:ext cx="5363" cy="68647"/>
              </a:xfrm>
              <a:custGeom>
                <a:rect b="b" l="l" r="r" t="t"/>
                <a:pathLst>
                  <a:path extrusionOk="0" h="64" w="5">
                    <a:moveTo>
                      <a:pt x="2" y="0"/>
                    </a:moveTo>
                    <a:cubicBezTo>
                      <a:pt x="4" y="0"/>
                      <a:pt x="5" y="14"/>
                      <a:pt x="5" y="32"/>
                    </a:cubicBezTo>
                    <a:cubicBezTo>
                      <a:pt x="5" y="50"/>
                      <a:pt x="3" y="64"/>
                      <a:pt x="2" y="64"/>
                    </a:cubicBezTo>
                    <a:cubicBezTo>
                      <a:pt x="0" y="64"/>
                      <a:pt x="0" y="50"/>
                      <a:pt x="0" y="32"/>
                    </a:cubicBezTo>
                    <a:cubicBezTo>
                      <a:pt x="0" y="14"/>
                      <a:pt x="1" y="0"/>
                      <a:pt x="2" y="0"/>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1" name="Google Shape;1681;p30"/>
              <p:cNvSpPr/>
              <p:nvPr/>
            </p:nvSpPr>
            <p:spPr>
              <a:xfrm>
                <a:off x="2859598" y="4210019"/>
                <a:ext cx="20380" cy="53631"/>
              </a:xfrm>
              <a:custGeom>
                <a:rect b="b" l="l" r="r" t="t"/>
                <a:pathLst>
                  <a:path extrusionOk="0" h="50" w="19">
                    <a:moveTo>
                      <a:pt x="19" y="2"/>
                    </a:moveTo>
                    <a:cubicBezTo>
                      <a:pt x="19" y="3"/>
                      <a:pt x="12" y="4"/>
                      <a:pt x="2" y="4"/>
                    </a:cubicBezTo>
                    <a:lnTo>
                      <a:pt x="4" y="2"/>
                    </a:lnTo>
                    <a:cubicBezTo>
                      <a:pt x="5" y="7"/>
                      <a:pt x="5" y="12"/>
                      <a:pt x="5" y="17"/>
                    </a:cubicBezTo>
                    <a:cubicBezTo>
                      <a:pt x="5" y="35"/>
                      <a:pt x="3" y="50"/>
                      <a:pt x="2" y="50"/>
                    </a:cubicBezTo>
                    <a:cubicBezTo>
                      <a:pt x="0" y="50"/>
                      <a:pt x="0" y="35"/>
                      <a:pt x="0" y="17"/>
                    </a:cubicBezTo>
                    <a:cubicBezTo>
                      <a:pt x="0" y="12"/>
                      <a:pt x="0" y="7"/>
                      <a:pt x="0" y="2"/>
                    </a:cubicBezTo>
                    <a:lnTo>
                      <a:pt x="0" y="0"/>
                    </a:lnTo>
                    <a:lnTo>
                      <a:pt x="2" y="0"/>
                    </a:lnTo>
                    <a:cubicBezTo>
                      <a:pt x="12" y="0"/>
                      <a:pt x="19" y="1"/>
                      <a:pt x="19"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2" name="Google Shape;1682;p30"/>
              <p:cNvSpPr/>
              <p:nvPr/>
            </p:nvSpPr>
            <p:spPr>
              <a:xfrm>
                <a:off x="2948625" y="4210019"/>
                <a:ext cx="68647" cy="5363"/>
              </a:xfrm>
              <a:custGeom>
                <a:rect b="b" l="l" r="r" t="t"/>
                <a:pathLst>
                  <a:path extrusionOk="0" h="5" w="64">
                    <a:moveTo>
                      <a:pt x="64" y="2"/>
                    </a:moveTo>
                    <a:cubicBezTo>
                      <a:pt x="64" y="3"/>
                      <a:pt x="49" y="5"/>
                      <a:pt x="32" y="5"/>
                    </a:cubicBezTo>
                    <a:cubicBezTo>
                      <a:pt x="14" y="5"/>
                      <a:pt x="0" y="3"/>
                      <a:pt x="0" y="2"/>
                    </a:cubicBezTo>
                    <a:cubicBezTo>
                      <a:pt x="0" y="1"/>
                      <a:pt x="14" y="0"/>
                      <a:pt x="32" y="0"/>
                    </a:cubicBezTo>
                    <a:cubicBezTo>
                      <a:pt x="49" y="0"/>
                      <a:pt x="64" y="1"/>
                      <a:pt x="64"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3" name="Google Shape;1683;p30"/>
              <p:cNvSpPr/>
              <p:nvPr/>
            </p:nvSpPr>
            <p:spPr>
              <a:xfrm>
                <a:off x="3086991" y="4211091"/>
                <a:ext cx="9653" cy="62212"/>
              </a:xfrm>
              <a:custGeom>
                <a:rect b="b" l="l" r="r" t="t"/>
                <a:pathLst>
                  <a:path extrusionOk="0" h="58" w="9">
                    <a:moveTo>
                      <a:pt x="7" y="58"/>
                    </a:moveTo>
                    <a:cubicBezTo>
                      <a:pt x="5" y="58"/>
                      <a:pt x="4" y="44"/>
                      <a:pt x="4" y="26"/>
                    </a:cubicBezTo>
                    <a:cubicBezTo>
                      <a:pt x="4" y="16"/>
                      <a:pt x="5" y="7"/>
                      <a:pt x="5" y="1"/>
                    </a:cubicBezTo>
                    <a:lnTo>
                      <a:pt x="7" y="3"/>
                    </a:lnTo>
                    <a:cubicBezTo>
                      <a:pt x="2" y="2"/>
                      <a:pt x="0" y="2"/>
                      <a:pt x="0" y="1"/>
                    </a:cubicBezTo>
                    <a:cubicBezTo>
                      <a:pt x="0" y="0"/>
                      <a:pt x="2" y="0"/>
                      <a:pt x="7" y="0"/>
                    </a:cubicBezTo>
                    <a:lnTo>
                      <a:pt x="8" y="0"/>
                    </a:lnTo>
                    <a:lnTo>
                      <a:pt x="8" y="1"/>
                    </a:lnTo>
                    <a:cubicBezTo>
                      <a:pt x="9" y="7"/>
                      <a:pt x="9" y="16"/>
                      <a:pt x="9" y="26"/>
                    </a:cubicBezTo>
                    <a:cubicBezTo>
                      <a:pt x="9" y="44"/>
                      <a:pt x="8" y="58"/>
                      <a:pt x="7" y="58"/>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4" name="Google Shape;1684;p30"/>
              <p:cNvSpPr/>
              <p:nvPr/>
            </p:nvSpPr>
            <p:spPr>
              <a:xfrm>
                <a:off x="3091282" y="4343023"/>
                <a:ext cx="5363" cy="68647"/>
              </a:xfrm>
              <a:custGeom>
                <a:rect b="b" l="l" r="r" t="t"/>
                <a:pathLst>
                  <a:path extrusionOk="0" h="64" w="5">
                    <a:moveTo>
                      <a:pt x="3" y="64"/>
                    </a:moveTo>
                    <a:cubicBezTo>
                      <a:pt x="1" y="64"/>
                      <a:pt x="0" y="49"/>
                      <a:pt x="0" y="32"/>
                    </a:cubicBezTo>
                    <a:cubicBezTo>
                      <a:pt x="0" y="14"/>
                      <a:pt x="1" y="0"/>
                      <a:pt x="3" y="0"/>
                    </a:cubicBezTo>
                    <a:cubicBezTo>
                      <a:pt x="4" y="0"/>
                      <a:pt x="5" y="14"/>
                      <a:pt x="5" y="32"/>
                    </a:cubicBezTo>
                    <a:cubicBezTo>
                      <a:pt x="5" y="50"/>
                      <a:pt x="4" y="64"/>
                      <a:pt x="3" y="64"/>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5" name="Google Shape;1685;p30"/>
              <p:cNvSpPr/>
              <p:nvPr/>
            </p:nvSpPr>
            <p:spPr>
              <a:xfrm>
                <a:off x="3078410" y="4433123"/>
                <a:ext cx="25743" cy="25743"/>
              </a:xfrm>
              <a:custGeom>
                <a:rect b="b" l="l" r="r" t="t"/>
                <a:pathLst>
                  <a:path extrusionOk="0" h="24" w="24">
                    <a:moveTo>
                      <a:pt x="0" y="0"/>
                    </a:moveTo>
                    <a:lnTo>
                      <a:pt x="24" y="0"/>
                    </a:lnTo>
                    <a:lnTo>
                      <a:pt x="24" y="24"/>
                    </a:lnTo>
                    <a:lnTo>
                      <a:pt x="0" y="24"/>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6" name="Google Shape;1686;p30"/>
              <p:cNvSpPr/>
              <p:nvPr/>
            </p:nvSpPr>
            <p:spPr>
              <a:xfrm>
                <a:off x="3078410" y="4192857"/>
                <a:ext cx="25743" cy="25743"/>
              </a:xfrm>
              <a:custGeom>
                <a:rect b="b" l="l" r="r" t="t"/>
                <a:pathLst>
                  <a:path extrusionOk="0" h="24" w="24">
                    <a:moveTo>
                      <a:pt x="0" y="0"/>
                    </a:moveTo>
                    <a:lnTo>
                      <a:pt x="24" y="0"/>
                    </a:lnTo>
                    <a:lnTo>
                      <a:pt x="24" y="24"/>
                    </a:lnTo>
                    <a:lnTo>
                      <a:pt x="0" y="24"/>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7" name="Google Shape;1687;p30"/>
              <p:cNvSpPr/>
              <p:nvPr/>
            </p:nvSpPr>
            <p:spPr>
              <a:xfrm>
                <a:off x="2848872" y="4433123"/>
                <a:ext cx="25743" cy="25743"/>
              </a:xfrm>
              <a:custGeom>
                <a:rect b="b" l="l" r="r" t="t"/>
                <a:pathLst>
                  <a:path extrusionOk="0" h="24" w="24">
                    <a:moveTo>
                      <a:pt x="0" y="0"/>
                    </a:moveTo>
                    <a:lnTo>
                      <a:pt x="24" y="0"/>
                    </a:lnTo>
                    <a:lnTo>
                      <a:pt x="24" y="24"/>
                    </a:lnTo>
                    <a:lnTo>
                      <a:pt x="0" y="24"/>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8" name="Google Shape;1688;p30"/>
              <p:cNvSpPr/>
              <p:nvPr/>
            </p:nvSpPr>
            <p:spPr>
              <a:xfrm>
                <a:off x="2848872" y="4199292"/>
                <a:ext cx="25743" cy="25743"/>
              </a:xfrm>
              <a:custGeom>
                <a:rect b="b" l="l" r="r" t="t"/>
                <a:pathLst>
                  <a:path extrusionOk="0" h="24" w="24">
                    <a:moveTo>
                      <a:pt x="0" y="0"/>
                    </a:moveTo>
                    <a:lnTo>
                      <a:pt x="24" y="0"/>
                    </a:lnTo>
                    <a:lnTo>
                      <a:pt x="24" y="24"/>
                    </a:lnTo>
                    <a:lnTo>
                      <a:pt x="0" y="24"/>
                    </a:lnTo>
                    <a:lnTo>
                      <a:pt x="0" y="0"/>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9" name="Google Shape;1689;p30"/>
              <p:cNvSpPr/>
              <p:nvPr/>
            </p:nvSpPr>
            <p:spPr>
              <a:xfrm>
                <a:off x="3194252" y="3283278"/>
                <a:ext cx="416173" cy="5363"/>
              </a:xfrm>
              <a:custGeom>
                <a:rect b="b" l="l" r="r" t="t"/>
                <a:pathLst>
                  <a:path extrusionOk="0" h="5" w="388">
                    <a:moveTo>
                      <a:pt x="388" y="3"/>
                    </a:moveTo>
                    <a:cubicBezTo>
                      <a:pt x="388" y="4"/>
                      <a:pt x="301" y="5"/>
                      <a:pt x="194" y="5"/>
                    </a:cubicBezTo>
                    <a:cubicBezTo>
                      <a:pt x="87" y="5"/>
                      <a:pt x="0" y="4"/>
                      <a:pt x="0" y="3"/>
                    </a:cubicBezTo>
                    <a:cubicBezTo>
                      <a:pt x="0" y="1"/>
                      <a:pt x="87" y="0"/>
                      <a:pt x="194" y="0"/>
                    </a:cubicBezTo>
                    <a:cubicBezTo>
                      <a:pt x="301" y="0"/>
                      <a:pt x="388" y="1"/>
                      <a:pt x="388" y="3"/>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0" name="Google Shape;1690;p30"/>
              <p:cNvSpPr/>
              <p:nvPr/>
            </p:nvSpPr>
            <p:spPr>
              <a:xfrm>
                <a:off x="3194252" y="3369087"/>
                <a:ext cx="747609" cy="4290"/>
              </a:xfrm>
              <a:custGeom>
                <a:rect b="b" l="l" r="r" t="t"/>
                <a:pathLst>
                  <a:path extrusionOk="0" h="4" w="697">
                    <a:moveTo>
                      <a:pt x="697" y="2"/>
                    </a:moveTo>
                    <a:cubicBezTo>
                      <a:pt x="697" y="3"/>
                      <a:pt x="540" y="4"/>
                      <a:pt x="348" y="4"/>
                    </a:cubicBezTo>
                    <a:cubicBezTo>
                      <a:pt x="155" y="4"/>
                      <a:pt x="0" y="3"/>
                      <a:pt x="0" y="2"/>
                    </a:cubicBezTo>
                    <a:cubicBezTo>
                      <a:pt x="0" y="1"/>
                      <a:pt x="155" y="0"/>
                      <a:pt x="348" y="0"/>
                    </a:cubicBezTo>
                    <a:cubicBezTo>
                      <a:pt x="540" y="0"/>
                      <a:pt x="697" y="1"/>
                      <a:pt x="697"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91" name="Google Shape;1691;p30"/>
              <p:cNvSpPr/>
              <p:nvPr/>
            </p:nvSpPr>
            <p:spPr>
              <a:xfrm>
                <a:off x="3194252" y="3430227"/>
                <a:ext cx="737956" cy="4290"/>
              </a:xfrm>
              <a:custGeom>
                <a:rect b="b" l="l" r="r" t="t"/>
                <a:pathLst>
                  <a:path extrusionOk="0" h="4" w="688">
                    <a:moveTo>
                      <a:pt x="688" y="2"/>
                    </a:moveTo>
                    <a:cubicBezTo>
                      <a:pt x="688" y="3"/>
                      <a:pt x="534" y="4"/>
                      <a:pt x="344" y="4"/>
                    </a:cubicBezTo>
                    <a:cubicBezTo>
                      <a:pt x="154" y="4"/>
                      <a:pt x="0" y="3"/>
                      <a:pt x="0" y="2"/>
                    </a:cubicBezTo>
                    <a:cubicBezTo>
                      <a:pt x="0" y="1"/>
                      <a:pt x="153" y="0"/>
                      <a:pt x="344" y="0"/>
                    </a:cubicBezTo>
                    <a:cubicBezTo>
                      <a:pt x="534" y="0"/>
                      <a:pt x="688" y="1"/>
                      <a:pt x="688"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92" name="Google Shape;1692;p30"/>
              <p:cNvSpPr/>
              <p:nvPr/>
            </p:nvSpPr>
            <p:spPr>
              <a:xfrm>
                <a:off x="3194252" y="3488148"/>
                <a:ext cx="436552" cy="4290"/>
              </a:xfrm>
              <a:custGeom>
                <a:rect b="b" l="l" r="r" t="t"/>
                <a:pathLst>
                  <a:path extrusionOk="0" h="4" w="407">
                    <a:moveTo>
                      <a:pt x="407" y="2"/>
                    </a:moveTo>
                    <a:cubicBezTo>
                      <a:pt x="407" y="3"/>
                      <a:pt x="316" y="4"/>
                      <a:pt x="204" y="4"/>
                    </a:cubicBezTo>
                    <a:cubicBezTo>
                      <a:pt x="91" y="4"/>
                      <a:pt x="0" y="3"/>
                      <a:pt x="0" y="2"/>
                    </a:cubicBezTo>
                    <a:cubicBezTo>
                      <a:pt x="0" y="1"/>
                      <a:pt x="91" y="0"/>
                      <a:pt x="204" y="0"/>
                    </a:cubicBezTo>
                    <a:cubicBezTo>
                      <a:pt x="316" y="0"/>
                      <a:pt x="407" y="1"/>
                      <a:pt x="407"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93" name="Google Shape;1693;p30"/>
              <p:cNvSpPr/>
              <p:nvPr/>
            </p:nvSpPr>
            <p:spPr>
              <a:xfrm>
                <a:off x="3194252" y="4230398"/>
                <a:ext cx="416173" cy="4290"/>
              </a:xfrm>
              <a:custGeom>
                <a:rect b="b" l="l" r="r" t="t"/>
                <a:pathLst>
                  <a:path extrusionOk="0" h="4" w="388">
                    <a:moveTo>
                      <a:pt x="388" y="2"/>
                    </a:moveTo>
                    <a:cubicBezTo>
                      <a:pt x="388" y="3"/>
                      <a:pt x="301" y="4"/>
                      <a:pt x="194" y="4"/>
                    </a:cubicBezTo>
                    <a:cubicBezTo>
                      <a:pt x="87" y="4"/>
                      <a:pt x="0" y="3"/>
                      <a:pt x="0" y="2"/>
                    </a:cubicBezTo>
                    <a:cubicBezTo>
                      <a:pt x="0" y="1"/>
                      <a:pt x="87" y="0"/>
                      <a:pt x="194" y="0"/>
                    </a:cubicBezTo>
                    <a:cubicBezTo>
                      <a:pt x="301" y="0"/>
                      <a:pt x="388" y="1"/>
                      <a:pt x="388" y="2"/>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4" name="Google Shape;1694;p30"/>
              <p:cNvSpPr/>
              <p:nvPr/>
            </p:nvSpPr>
            <p:spPr>
              <a:xfrm>
                <a:off x="3194252" y="4315135"/>
                <a:ext cx="747609" cy="5363"/>
              </a:xfrm>
              <a:custGeom>
                <a:rect b="b" l="l" r="r" t="t"/>
                <a:pathLst>
                  <a:path extrusionOk="0" h="5" w="697">
                    <a:moveTo>
                      <a:pt x="697" y="3"/>
                    </a:moveTo>
                    <a:cubicBezTo>
                      <a:pt x="697" y="4"/>
                      <a:pt x="540" y="5"/>
                      <a:pt x="348" y="5"/>
                    </a:cubicBezTo>
                    <a:cubicBezTo>
                      <a:pt x="155" y="5"/>
                      <a:pt x="0" y="4"/>
                      <a:pt x="0" y="3"/>
                    </a:cubicBezTo>
                    <a:cubicBezTo>
                      <a:pt x="0" y="1"/>
                      <a:pt x="155" y="0"/>
                      <a:pt x="348" y="0"/>
                    </a:cubicBezTo>
                    <a:cubicBezTo>
                      <a:pt x="540" y="0"/>
                      <a:pt x="697" y="1"/>
                      <a:pt x="697" y="3"/>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95" name="Google Shape;1695;p30"/>
              <p:cNvSpPr/>
              <p:nvPr/>
            </p:nvSpPr>
            <p:spPr>
              <a:xfrm>
                <a:off x="3194252" y="4376274"/>
                <a:ext cx="737956" cy="5363"/>
              </a:xfrm>
              <a:custGeom>
                <a:rect b="b" l="l" r="r" t="t"/>
                <a:pathLst>
                  <a:path extrusionOk="0" h="5" w="688">
                    <a:moveTo>
                      <a:pt x="688" y="2"/>
                    </a:moveTo>
                    <a:cubicBezTo>
                      <a:pt x="688" y="4"/>
                      <a:pt x="534" y="5"/>
                      <a:pt x="344" y="5"/>
                    </a:cubicBezTo>
                    <a:cubicBezTo>
                      <a:pt x="154" y="5"/>
                      <a:pt x="0" y="3"/>
                      <a:pt x="0" y="2"/>
                    </a:cubicBezTo>
                    <a:cubicBezTo>
                      <a:pt x="0" y="0"/>
                      <a:pt x="153" y="0"/>
                      <a:pt x="344" y="0"/>
                    </a:cubicBezTo>
                    <a:cubicBezTo>
                      <a:pt x="534" y="0"/>
                      <a:pt x="688" y="1"/>
                      <a:pt x="688"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96" name="Google Shape;1696;p30"/>
              <p:cNvSpPr/>
              <p:nvPr/>
            </p:nvSpPr>
            <p:spPr>
              <a:xfrm>
                <a:off x="3194252" y="4434195"/>
                <a:ext cx="436552" cy="5363"/>
              </a:xfrm>
              <a:custGeom>
                <a:rect b="b" l="l" r="r" t="t"/>
                <a:pathLst>
                  <a:path extrusionOk="0" h="5" w="407">
                    <a:moveTo>
                      <a:pt x="407" y="2"/>
                    </a:moveTo>
                    <a:cubicBezTo>
                      <a:pt x="407" y="4"/>
                      <a:pt x="316" y="5"/>
                      <a:pt x="204" y="5"/>
                    </a:cubicBezTo>
                    <a:cubicBezTo>
                      <a:pt x="91" y="5"/>
                      <a:pt x="0" y="3"/>
                      <a:pt x="0" y="2"/>
                    </a:cubicBezTo>
                    <a:cubicBezTo>
                      <a:pt x="0" y="0"/>
                      <a:pt x="91" y="0"/>
                      <a:pt x="204" y="0"/>
                    </a:cubicBezTo>
                    <a:cubicBezTo>
                      <a:pt x="316" y="0"/>
                      <a:pt x="407" y="1"/>
                      <a:pt x="407" y="2"/>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97" name="Google Shape;1697;p30"/>
              <p:cNvSpPr/>
              <p:nvPr/>
            </p:nvSpPr>
            <p:spPr>
              <a:xfrm>
                <a:off x="2834928" y="1593908"/>
                <a:ext cx="106188" cy="109407"/>
              </a:xfrm>
              <a:custGeom>
                <a:rect b="b" l="l" r="r" t="t"/>
                <a:pathLst>
                  <a:path extrusionOk="0" h="102" w="99">
                    <a:moveTo>
                      <a:pt x="1" y="101"/>
                    </a:moveTo>
                    <a:cubicBezTo>
                      <a:pt x="1" y="101"/>
                      <a:pt x="2" y="101"/>
                      <a:pt x="4" y="101"/>
                    </a:cubicBezTo>
                    <a:cubicBezTo>
                      <a:pt x="6" y="101"/>
                      <a:pt x="8" y="101"/>
                      <a:pt x="11" y="101"/>
                    </a:cubicBezTo>
                    <a:cubicBezTo>
                      <a:pt x="17" y="101"/>
                      <a:pt x="26" y="101"/>
                      <a:pt x="37" y="100"/>
                    </a:cubicBezTo>
                    <a:lnTo>
                      <a:pt x="36" y="101"/>
                    </a:lnTo>
                    <a:cubicBezTo>
                      <a:pt x="36" y="95"/>
                      <a:pt x="36" y="89"/>
                      <a:pt x="35" y="82"/>
                    </a:cubicBezTo>
                    <a:cubicBezTo>
                      <a:pt x="35" y="79"/>
                      <a:pt x="35" y="75"/>
                      <a:pt x="35" y="71"/>
                    </a:cubicBezTo>
                    <a:cubicBezTo>
                      <a:pt x="36" y="67"/>
                      <a:pt x="40" y="64"/>
                      <a:pt x="44" y="63"/>
                    </a:cubicBezTo>
                    <a:cubicBezTo>
                      <a:pt x="48" y="63"/>
                      <a:pt x="52" y="63"/>
                      <a:pt x="57" y="63"/>
                    </a:cubicBezTo>
                    <a:cubicBezTo>
                      <a:pt x="61" y="64"/>
                      <a:pt x="65" y="68"/>
                      <a:pt x="65" y="73"/>
                    </a:cubicBezTo>
                    <a:cubicBezTo>
                      <a:pt x="65" y="82"/>
                      <a:pt x="65" y="91"/>
                      <a:pt x="66" y="101"/>
                    </a:cubicBezTo>
                    <a:lnTo>
                      <a:pt x="64" y="100"/>
                    </a:lnTo>
                    <a:cubicBezTo>
                      <a:pt x="75" y="100"/>
                      <a:pt x="86" y="99"/>
                      <a:pt x="97" y="99"/>
                    </a:cubicBezTo>
                    <a:lnTo>
                      <a:pt x="96" y="101"/>
                    </a:lnTo>
                    <a:cubicBezTo>
                      <a:pt x="96" y="87"/>
                      <a:pt x="96" y="74"/>
                      <a:pt x="96" y="60"/>
                    </a:cubicBezTo>
                    <a:cubicBezTo>
                      <a:pt x="96" y="56"/>
                      <a:pt x="96" y="53"/>
                      <a:pt x="96" y="49"/>
                    </a:cubicBezTo>
                    <a:cubicBezTo>
                      <a:pt x="96" y="46"/>
                      <a:pt x="94" y="44"/>
                      <a:pt x="91" y="42"/>
                    </a:cubicBezTo>
                    <a:cubicBezTo>
                      <a:pt x="86" y="37"/>
                      <a:pt x="81" y="32"/>
                      <a:pt x="77" y="28"/>
                    </a:cubicBezTo>
                    <a:cubicBezTo>
                      <a:pt x="72" y="23"/>
                      <a:pt x="67" y="18"/>
                      <a:pt x="63" y="14"/>
                    </a:cubicBezTo>
                    <a:cubicBezTo>
                      <a:pt x="61" y="12"/>
                      <a:pt x="58" y="9"/>
                      <a:pt x="56" y="7"/>
                    </a:cubicBezTo>
                    <a:cubicBezTo>
                      <a:pt x="54" y="5"/>
                      <a:pt x="52" y="3"/>
                      <a:pt x="49" y="2"/>
                    </a:cubicBezTo>
                    <a:cubicBezTo>
                      <a:pt x="47" y="2"/>
                      <a:pt x="44" y="2"/>
                      <a:pt x="42" y="4"/>
                    </a:cubicBezTo>
                    <a:cubicBezTo>
                      <a:pt x="40" y="5"/>
                      <a:pt x="38" y="8"/>
                      <a:pt x="36" y="10"/>
                    </a:cubicBezTo>
                    <a:cubicBezTo>
                      <a:pt x="32" y="14"/>
                      <a:pt x="28" y="18"/>
                      <a:pt x="24" y="22"/>
                    </a:cubicBezTo>
                    <a:cubicBezTo>
                      <a:pt x="17" y="29"/>
                      <a:pt x="9" y="36"/>
                      <a:pt x="3" y="43"/>
                    </a:cubicBezTo>
                    <a:cubicBezTo>
                      <a:pt x="1" y="47"/>
                      <a:pt x="2" y="51"/>
                      <a:pt x="2" y="55"/>
                    </a:cubicBezTo>
                    <a:cubicBezTo>
                      <a:pt x="2" y="59"/>
                      <a:pt x="2" y="63"/>
                      <a:pt x="2" y="67"/>
                    </a:cubicBezTo>
                    <a:cubicBezTo>
                      <a:pt x="2" y="74"/>
                      <a:pt x="2" y="80"/>
                      <a:pt x="2" y="85"/>
                    </a:cubicBezTo>
                    <a:lnTo>
                      <a:pt x="2" y="97"/>
                    </a:lnTo>
                    <a:cubicBezTo>
                      <a:pt x="1" y="100"/>
                      <a:pt x="1" y="101"/>
                      <a:pt x="1" y="101"/>
                    </a:cubicBezTo>
                    <a:cubicBezTo>
                      <a:pt x="1" y="101"/>
                      <a:pt x="1" y="100"/>
                      <a:pt x="1" y="97"/>
                    </a:cubicBezTo>
                    <a:cubicBezTo>
                      <a:pt x="1" y="94"/>
                      <a:pt x="1" y="90"/>
                      <a:pt x="1" y="86"/>
                    </a:cubicBezTo>
                    <a:cubicBezTo>
                      <a:pt x="1" y="80"/>
                      <a:pt x="0" y="74"/>
                      <a:pt x="0" y="67"/>
                    </a:cubicBezTo>
                    <a:cubicBezTo>
                      <a:pt x="0" y="63"/>
                      <a:pt x="0" y="59"/>
                      <a:pt x="0" y="55"/>
                    </a:cubicBezTo>
                    <a:cubicBezTo>
                      <a:pt x="0" y="53"/>
                      <a:pt x="0" y="51"/>
                      <a:pt x="0" y="49"/>
                    </a:cubicBezTo>
                    <a:cubicBezTo>
                      <a:pt x="0" y="46"/>
                      <a:pt x="1" y="44"/>
                      <a:pt x="2" y="42"/>
                    </a:cubicBezTo>
                    <a:cubicBezTo>
                      <a:pt x="8" y="34"/>
                      <a:pt x="15" y="28"/>
                      <a:pt x="23" y="20"/>
                    </a:cubicBezTo>
                    <a:lnTo>
                      <a:pt x="34" y="8"/>
                    </a:lnTo>
                    <a:cubicBezTo>
                      <a:pt x="36" y="6"/>
                      <a:pt x="38" y="4"/>
                      <a:pt x="41" y="2"/>
                    </a:cubicBezTo>
                    <a:cubicBezTo>
                      <a:pt x="43" y="0"/>
                      <a:pt x="47" y="-1"/>
                      <a:pt x="50" y="0"/>
                    </a:cubicBezTo>
                    <a:cubicBezTo>
                      <a:pt x="54" y="1"/>
                      <a:pt x="56" y="4"/>
                      <a:pt x="58" y="6"/>
                    </a:cubicBezTo>
                    <a:lnTo>
                      <a:pt x="65" y="12"/>
                    </a:lnTo>
                    <a:cubicBezTo>
                      <a:pt x="69" y="17"/>
                      <a:pt x="74" y="21"/>
                      <a:pt x="79" y="26"/>
                    </a:cubicBezTo>
                    <a:cubicBezTo>
                      <a:pt x="83" y="30"/>
                      <a:pt x="88" y="35"/>
                      <a:pt x="93" y="40"/>
                    </a:cubicBezTo>
                    <a:cubicBezTo>
                      <a:pt x="94" y="41"/>
                      <a:pt x="96" y="42"/>
                      <a:pt x="97" y="44"/>
                    </a:cubicBezTo>
                    <a:cubicBezTo>
                      <a:pt x="98" y="45"/>
                      <a:pt x="98" y="47"/>
                      <a:pt x="98" y="49"/>
                    </a:cubicBezTo>
                    <a:lnTo>
                      <a:pt x="98" y="60"/>
                    </a:lnTo>
                    <a:cubicBezTo>
                      <a:pt x="99" y="74"/>
                      <a:pt x="99" y="87"/>
                      <a:pt x="99" y="101"/>
                    </a:cubicBezTo>
                    <a:lnTo>
                      <a:pt x="99" y="102"/>
                    </a:lnTo>
                    <a:lnTo>
                      <a:pt x="98" y="102"/>
                    </a:lnTo>
                    <a:cubicBezTo>
                      <a:pt x="86" y="102"/>
                      <a:pt x="75" y="102"/>
                      <a:pt x="65" y="102"/>
                    </a:cubicBezTo>
                    <a:lnTo>
                      <a:pt x="64" y="102"/>
                    </a:lnTo>
                    <a:lnTo>
                      <a:pt x="64" y="101"/>
                    </a:lnTo>
                    <a:cubicBezTo>
                      <a:pt x="64" y="91"/>
                      <a:pt x="64" y="82"/>
                      <a:pt x="64" y="74"/>
                    </a:cubicBezTo>
                    <a:cubicBezTo>
                      <a:pt x="64" y="70"/>
                      <a:pt x="61" y="66"/>
                      <a:pt x="57" y="66"/>
                    </a:cubicBezTo>
                    <a:cubicBezTo>
                      <a:pt x="53" y="65"/>
                      <a:pt x="49" y="66"/>
                      <a:pt x="45" y="66"/>
                    </a:cubicBezTo>
                    <a:cubicBezTo>
                      <a:pt x="41" y="66"/>
                      <a:pt x="39" y="69"/>
                      <a:pt x="38" y="72"/>
                    </a:cubicBezTo>
                    <a:cubicBezTo>
                      <a:pt x="38" y="75"/>
                      <a:pt x="38" y="79"/>
                      <a:pt x="38" y="82"/>
                    </a:cubicBezTo>
                    <a:cubicBezTo>
                      <a:pt x="38" y="89"/>
                      <a:pt x="38" y="96"/>
                      <a:pt x="38" y="101"/>
                    </a:cubicBezTo>
                    <a:lnTo>
                      <a:pt x="38" y="102"/>
                    </a:lnTo>
                    <a:lnTo>
                      <a:pt x="37" y="102"/>
                    </a:lnTo>
                    <a:cubicBezTo>
                      <a:pt x="26" y="102"/>
                      <a:pt x="17" y="102"/>
                      <a:pt x="11" y="102"/>
                    </a:cubicBezTo>
                    <a:cubicBezTo>
                      <a:pt x="8" y="102"/>
                      <a:pt x="6" y="102"/>
                      <a:pt x="4" y="102"/>
                    </a:cubicBezTo>
                    <a:cubicBezTo>
                      <a:pt x="2" y="102"/>
                      <a:pt x="1" y="102"/>
                      <a:pt x="1" y="102"/>
                    </a:cubicBezTo>
                    <a:lnTo>
                      <a:pt x="1" y="101"/>
                    </a:lnTo>
                    <a:close/>
                  </a:path>
                </a:pathLst>
              </a:custGeom>
              <a:solidFill>
                <a:schemeClr val="dk2"/>
              </a:solidFill>
              <a:ln cap="flat" cmpd="sng" w="9525">
                <a:solidFill>
                  <a:schemeClr val="dk2"/>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8" name="Google Shape;1698;p30"/>
              <p:cNvSpPr/>
              <p:nvPr/>
            </p:nvSpPr>
            <p:spPr>
              <a:xfrm>
                <a:off x="2372633" y="1999357"/>
                <a:ext cx="451569" cy="501984"/>
              </a:xfrm>
              <a:custGeom>
                <a:rect b="b" l="l" r="r" t="t"/>
                <a:pathLst>
                  <a:path extrusionOk="0" h="468" w="421">
                    <a:moveTo>
                      <a:pt x="421" y="2"/>
                    </a:moveTo>
                    <a:cubicBezTo>
                      <a:pt x="421" y="2"/>
                      <a:pt x="420" y="2"/>
                      <a:pt x="419" y="3"/>
                    </a:cubicBezTo>
                    <a:lnTo>
                      <a:pt x="412" y="3"/>
                    </a:lnTo>
                    <a:cubicBezTo>
                      <a:pt x="406" y="3"/>
                      <a:pt x="398" y="3"/>
                      <a:pt x="387" y="3"/>
                    </a:cubicBezTo>
                    <a:cubicBezTo>
                      <a:pt x="365" y="3"/>
                      <a:pt x="333" y="4"/>
                      <a:pt x="294" y="4"/>
                    </a:cubicBezTo>
                    <a:cubicBezTo>
                      <a:pt x="255" y="4"/>
                      <a:pt x="208" y="4"/>
                      <a:pt x="156" y="4"/>
                    </a:cubicBezTo>
                    <a:cubicBezTo>
                      <a:pt x="130" y="4"/>
                      <a:pt x="103" y="4"/>
                      <a:pt x="75" y="5"/>
                    </a:cubicBezTo>
                    <a:cubicBezTo>
                      <a:pt x="68" y="5"/>
                      <a:pt x="61" y="5"/>
                      <a:pt x="54" y="5"/>
                    </a:cubicBezTo>
                    <a:cubicBezTo>
                      <a:pt x="46" y="5"/>
                      <a:pt x="39" y="4"/>
                      <a:pt x="33" y="6"/>
                    </a:cubicBezTo>
                    <a:cubicBezTo>
                      <a:pt x="20" y="10"/>
                      <a:pt x="8" y="21"/>
                      <a:pt x="6" y="35"/>
                    </a:cubicBezTo>
                    <a:cubicBezTo>
                      <a:pt x="4" y="42"/>
                      <a:pt x="5" y="50"/>
                      <a:pt x="5" y="57"/>
                    </a:cubicBezTo>
                    <a:cubicBezTo>
                      <a:pt x="5" y="64"/>
                      <a:pt x="5" y="72"/>
                      <a:pt x="5" y="79"/>
                    </a:cubicBezTo>
                    <a:cubicBezTo>
                      <a:pt x="5" y="94"/>
                      <a:pt x="5" y="108"/>
                      <a:pt x="5" y="122"/>
                    </a:cubicBezTo>
                    <a:cubicBezTo>
                      <a:pt x="5" y="150"/>
                      <a:pt x="5" y="178"/>
                      <a:pt x="5" y="203"/>
                    </a:cubicBezTo>
                    <a:cubicBezTo>
                      <a:pt x="4" y="255"/>
                      <a:pt x="4" y="302"/>
                      <a:pt x="4" y="341"/>
                    </a:cubicBezTo>
                    <a:cubicBezTo>
                      <a:pt x="4" y="380"/>
                      <a:pt x="4" y="412"/>
                      <a:pt x="3" y="434"/>
                    </a:cubicBezTo>
                    <a:cubicBezTo>
                      <a:pt x="3" y="445"/>
                      <a:pt x="3" y="453"/>
                      <a:pt x="3" y="459"/>
                    </a:cubicBezTo>
                    <a:cubicBezTo>
                      <a:pt x="3" y="462"/>
                      <a:pt x="3" y="464"/>
                      <a:pt x="3" y="466"/>
                    </a:cubicBezTo>
                    <a:cubicBezTo>
                      <a:pt x="3" y="467"/>
                      <a:pt x="3" y="468"/>
                      <a:pt x="2" y="468"/>
                    </a:cubicBezTo>
                    <a:cubicBezTo>
                      <a:pt x="2" y="468"/>
                      <a:pt x="2" y="467"/>
                      <a:pt x="2" y="466"/>
                    </a:cubicBezTo>
                    <a:cubicBezTo>
                      <a:pt x="2" y="464"/>
                      <a:pt x="2" y="462"/>
                      <a:pt x="2" y="459"/>
                    </a:cubicBezTo>
                    <a:cubicBezTo>
                      <a:pt x="2" y="453"/>
                      <a:pt x="2" y="445"/>
                      <a:pt x="2" y="434"/>
                    </a:cubicBezTo>
                    <a:cubicBezTo>
                      <a:pt x="1" y="412"/>
                      <a:pt x="1" y="380"/>
                      <a:pt x="1" y="341"/>
                    </a:cubicBezTo>
                    <a:cubicBezTo>
                      <a:pt x="1" y="302"/>
                      <a:pt x="0" y="255"/>
                      <a:pt x="0" y="203"/>
                    </a:cubicBezTo>
                    <a:cubicBezTo>
                      <a:pt x="0" y="178"/>
                      <a:pt x="0" y="150"/>
                      <a:pt x="0" y="122"/>
                    </a:cubicBezTo>
                    <a:cubicBezTo>
                      <a:pt x="0" y="108"/>
                      <a:pt x="0" y="94"/>
                      <a:pt x="0" y="79"/>
                    </a:cubicBezTo>
                    <a:cubicBezTo>
                      <a:pt x="0" y="72"/>
                      <a:pt x="0" y="64"/>
                      <a:pt x="0" y="57"/>
                    </a:cubicBezTo>
                    <a:cubicBezTo>
                      <a:pt x="0" y="50"/>
                      <a:pt x="0" y="42"/>
                      <a:pt x="1" y="34"/>
                    </a:cubicBezTo>
                    <a:cubicBezTo>
                      <a:pt x="4" y="19"/>
                      <a:pt x="17" y="6"/>
                      <a:pt x="32" y="2"/>
                    </a:cubicBezTo>
                    <a:cubicBezTo>
                      <a:pt x="39" y="-1"/>
                      <a:pt x="47" y="0"/>
                      <a:pt x="54" y="0"/>
                    </a:cubicBezTo>
                    <a:cubicBezTo>
                      <a:pt x="61" y="0"/>
                      <a:pt x="68" y="0"/>
                      <a:pt x="75" y="0"/>
                    </a:cubicBezTo>
                    <a:cubicBezTo>
                      <a:pt x="103" y="0"/>
                      <a:pt x="130" y="0"/>
                      <a:pt x="156" y="0"/>
                    </a:cubicBezTo>
                    <a:cubicBezTo>
                      <a:pt x="208" y="0"/>
                      <a:pt x="255" y="0"/>
                      <a:pt x="294" y="1"/>
                    </a:cubicBezTo>
                    <a:cubicBezTo>
                      <a:pt x="333" y="1"/>
                      <a:pt x="365" y="1"/>
                      <a:pt x="387" y="1"/>
                    </a:cubicBezTo>
                    <a:cubicBezTo>
                      <a:pt x="398" y="2"/>
                      <a:pt x="406" y="2"/>
                      <a:pt x="412" y="2"/>
                    </a:cubicBezTo>
                    <a:lnTo>
                      <a:pt x="419" y="2"/>
                    </a:lnTo>
                    <a:cubicBezTo>
                      <a:pt x="420" y="2"/>
                      <a:pt x="421" y="2"/>
                      <a:pt x="421" y="2"/>
                    </a:cubicBezTo>
                    <a:close/>
                  </a:path>
                </a:pathLst>
              </a:custGeom>
              <a:solidFill>
                <a:schemeClr val="dk2"/>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9" name="Google Shape;1699;p30"/>
              <p:cNvSpPr/>
              <p:nvPr/>
            </p:nvSpPr>
            <p:spPr>
              <a:xfrm>
                <a:off x="2818839" y="1985413"/>
                <a:ext cx="31106" cy="31106"/>
              </a:xfrm>
              <a:custGeom>
                <a:rect b="b" l="l" r="r" t="t"/>
                <a:pathLst>
                  <a:path extrusionOk="0" h="29" w="29">
                    <a:moveTo>
                      <a:pt x="29" y="15"/>
                    </a:moveTo>
                    <a:cubicBezTo>
                      <a:pt x="29" y="22"/>
                      <a:pt x="22" y="29"/>
                      <a:pt x="14" y="29"/>
                    </a:cubicBezTo>
                    <a:cubicBezTo>
                      <a:pt x="6" y="29"/>
                      <a:pt x="0" y="23"/>
                      <a:pt x="0" y="15"/>
                    </a:cubicBezTo>
                    <a:cubicBezTo>
                      <a:pt x="0" y="6"/>
                      <a:pt x="6" y="0"/>
                      <a:pt x="14" y="0"/>
                    </a:cubicBezTo>
                    <a:cubicBezTo>
                      <a:pt x="22" y="0"/>
                      <a:pt x="29" y="6"/>
                      <a:pt x="29" y="15"/>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00" name="Google Shape;1700;p30"/>
              <p:cNvSpPr/>
              <p:nvPr/>
            </p:nvSpPr>
            <p:spPr>
              <a:xfrm>
                <a:off x="3051595" y="2086238"/>
                <a:ext cx="81518" cy="82591"/>
              </a:xfrm>
              <a:custGeom>
                <a:rect b="b" l="l" r="r" t="t"/>
                <a:pathLst>
                  <a:path extrusionOk="0" h="77" w="76">
                    <a:moveTo>
                      <a:pt x="76" y="39"/>
                    </a:moveTo>
                    <a:cubicBezTo>
                      <a:pt x="76" y="39"/>
                      <a:pt x="76" y="35"/>
                      <a:pt x="74" y="30"/>
                    </a:cubicBezTo>
                    <a:cubicBezTo>
                      <a:pt x="72" y="25"/>
                      <a:pt x="69" y="17"/>
                      <a:pt x="60" y="11"/>
                    </a:cubicBezTo>
                    <a:cubicBezTo>
                      <a:pt x="53" y="5"/>
                      <a:pt x="40" y="2"/>
                      <a:pt x="27" y="6"/>
                    </a:cubicBezTo>
                    <a:cubicBezTo>
                      <a:pt x="15" y="10"/>
                      <a:pt x="5" y="23"/>
                      <a:pt x="5" y="39"/>
                    </a:cubicBezTo>
                    <a:cubicBezTo>
                      <a:pt x="5" y="54"/>
                      <a:pt x="15" y="67"/>
                      <a:pt x="27" y="71"/>
                    </a:cubicBezTo>
                    <a:cubicBezTo>
                      <a:pt x="40" y="76"/>
                      <a:pt x="53" y="73"/>
                      <a:pt x="60" y="67"/>
                    </a:cubicBezTo>
                    <a:cubicBezTo>
                      <a:pt x="68" y="61"/>
                      <a:pt x="72" y="53"/>
                      <a:pt x="74" y="47"/>
                    </a:cubicBezTo>
                    <a:cubicBezTo>
                      <a:pt x="76" y="42"/>
                      <a:pt x="76" y="39"/>
                      <a:pt x="76" y="39"/>
                    </a:cubicBezTo>
                    <a:cubicBezTo>
                      <a:pt x="76" y="39"/>
                      <a:pt x="77" y="42"/>
                      <a:pt x="76" y="48"/>
                    </a:cubicBezTo>
                    <a:cubicBezTo>
                      <a:pt x="75" y="54"/>
                      <a:pt x="71" y="62"/>
                      <a:pt x="63" y="69"/>
                    </a:cubicBezTo>
                    <a:cubicBezTo>
                      <a:pt x="54" y="76"/>
                      <a:pt x="40" y="80"/>
                      <a:pt x="26" y="75"/>
                    </a:cubicBezTo>
                    <a:cubicBezTo>
                      <a:pt x="12" y="71"/>
                      <a:pt x="0" y="56"/>
                      <a:pt x="0" y="39"/>
                    </a:cubicBezTo>
                    <a:cubicBezTo>
                      <a:pt x="0" y="21"/>
                      <a:pt x="12" y="7"/>
                      <a:pt x="26" y="2"/>
                    </a:cubicBezTo>
                    <a:cubicBezTo>
                      <a:pt x="40" y="-3"/>
                      <a:pt x="54" y="1"/>
                      <a:pt x="63" y="8"/>
                    </a:cubicBezTo>
                    <a:cubicBezTo>
                      <a:pt x="71" y="15"/>
                      <a:pt x="75" y="24"/>
                      <a:pt x="76" y="30"/>
                    </a:cubicBezTo>
                    <a:cubicBezTo>
                      <a:pt x="77" y="35"/>
                      <a:pt x="76" y="39"/>
                      <a:pt x="76" y="39"/>
                    </a:cubicBez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701" name="Google Shape;1701;p30"/>
            <p:cNvGrpSpPr/>
            <p:nvPr/>
          </p:nvGrpSpPr>
          <p:grpSpPr>
            <a:xfrm>
              <a:off x="3208196" y="591012"/>
              <a:ext cx="1467330" cy="599592"/>
              <a:chOff x="3208196" y="591012"/>
              <a:chExt cx="1467330" cy="599592"/>
            </a:xfrm>
          </p:grpSpPr>
          <p:sp>
            <p:nvSpPr>
              <p:cNvPr id="1702" name="Google Shape;1702;p30"/>
              <p:cNvSpPr/>
              <p:nvPr/>
            </p:nvSpPr>
            <p:spPr>
              <a:xfrm>
                <a:off x="3208196" y="591012"/>
                <a:ext cx="1467330" cy="599592"/>
              </a:xfrm>
              <a:custGeom>
                <a:rect b="b" l="l" r="r" t="t"/>
                <a:pathLst>
                  <a:path extrusionOk="0" h="559" w="1368">
                    <a:moveTo>
                      <a:pt x="1366" y="557"/>
                    </a:moveTo>
                    <a:cubicBezTo>
                      <a:pt x="1366" y="557"/>
                      <a:pt x="1366" y="553"/>
                      <a:pt x="1366" y="547"/>
                    </a:cubicBezTo>
                    <a:cubicBezTo>
                      <a:pt x="1366" y="540"/>
                      <a:pt x="1366" y="531"/>
                      <a:pt x="1366" y="518"/>
                    </a:cubicBezTo>
                    <a:cubicBezTo>
                      <a:pt x="1366" y="493"/>
                      <a:pt x="1365" y="456"/>
                      <a:pt x="1365" y="408"/>
                    </a:cubicBezTo>
                    <a:cubicBezTo>
                      <a:pt x="1365" y="312"/>
                      <a:pt x="1365" y="174"/>
                      <a:pt x="1364" y="3"/>
                    </a:cubicBezTo>
                    <a:lnTo>
                      <a:pt x="1366" y="4"/>
                    </a:lnTo>
                    <a:cubicBezTo>
                      <a:pt x="1019" y="4"/>
                      <a:pt x="536" y="5"/>
                      <a:pt x="2" y="5"/>
                    </a:cubicBezTo>
                    <a:lnTo>
                      <a:pt x="2" y="5"/>
                    </a:lnTo>
                    <a:lnTo>
                      <a:pt x="4" y="3"/>
                    </a:lnTo>
                    <a:cubicBezTo>
                      <a:pt x="4" y="197"/>
                      <a:pt x="4" y="384"/>
                      <a:pt x="4" y="557"/>
                    </a:cubicBezTo>
                    <a:lnTo>
                      <a:pt x="2" y="555"/>
                    </a:lnTo>
                    <a:cubicBezTo>
                      <a:pt x="398" y="555"/>
                      <a:pt x="738" y="555"/>
                      <a:pt x="980" y="556"/>
                    </a:cubicBezTo>
                    <a:cubicBezTo>
                      <a:pt x="1101" y="556"/>
                      <a:pt x="1198" y="556"/>
                      <a:pt x="1264" y="556"/>
                    </a:cubicBezTo>
                    <a:cubicBezTo>
                      <a:pt x="1297" y="556"/>
                      <a:pt x="1322" y="556"/>
                      <a:pt x="1340" y="556"/>
                    </a:cubicBezTo>
                    <a:cubicBezTo>
                      <a:pt x="1348" y="556"/>
                      <a:pt x="1355" y="556"/>
                      <a:pt x="1359" y="557"/>
                    </a:cubicBezTo>
                    <a:cubicBezTo>
                      <a:pt x="1364" y="557"/>
                      <a:pt x="1366" y="557"/>
                      <a:pt x="1366" y="557"/>
                    </a:cubicBezTo>
                    <a:cubicBezTo>
                      <a:pt x="1366" y="557"/>
                      <a:pt x="1364" y="557"/>
                      <a:pt x="1360" y="557"/>
                    </a:cubicBezTo>
                    <a:cubicBezTo>
                      <a:pt x="1355" y="557"/>
                      <a:pt x="1349" y="557"/>
                      <a:pt x="1340" y="557"/>
                    </a:cubicBezTo>
                    <a:cubicBezTo>
                      <a:pt x="1323" y="557"/>
                      <a:pt x="1298" y="557"/>
                      <a:pt x="1265" y="557"/>
                    </a:cubicBezTo>
                    <a:cubicBezTo>
                      <a:pt x="1199" y="557"/>
                      <a:pt x="1102" y="557"/>
                      <a:pt x="982" y="558"/>
                    </a:cubicBezTo>
                    <a:cubicBezTo>
                      <a:pt x="739" y="558"/>
                      <a:pt x="398" y="558"/>
                      <a:pt x="2" y="559"/>
                    </a:cubicBezTo>
                    <a:lnTo>
                      <a:pt x="0" y="559"/>
                    </a:lnTo>
                    <a:lnTo>
                      <a:pt x="0" y="557"/>
                    </a:lnTo>
                    <a:cubicBezTo>
                      <a:pt x="0" y="384"/>
                      <a:pt x="0" y="197"/>
                      <a:pt x="0" y="3"/>
                    </a:cubicBezTo>
                    <a:lnTo>
                      <a:pt x="0" y="0"/>
                    </a:lnTo>
                    <a:lnTo>
                      <a:pt x="3" y="0"/>
                    </a:lnTo>
                    <a:cubicBezTo>
                      <a:pt x="536" y="1"/>
                      <a:pt x="1019" y="1"/>
                      <a:pt x="1366" y="1"/>
                    </a:cubicBezTo>
                    <a:lnTo>
                      <a:pt x="1368" y="1"/>
                    </a:lnTo>
                    <a:lnTo>
                      <a:pt x="1368" y="3"/>
                    </a:lnTo>
                    <a:cubicBezTo>
                      <a:pt x="1367" y="174"/>
                      <a:pt x="1367" y="313"/>
                      <a:pt x="1367" y="409"/>
                    </a:cubicBezTo>
                    <a:cubicBezTo>
                      <a:pt x="1367" y="456"/>
                      <a:pt x="1366" y="493"/>
                      <a:pt x="1366" y="518"/>
                    </a:cubicBezTo>
                    <a:cubicBezTo>
                      <a:pt x="1366" y="531"/>
                      <a:pt x="1366" y="540"/>
                      <a:pt x="1366" y="547"/>
                    </a:cubicBezTo>
                    <a:cubicBezTo>
                      <a:pt x="1366" y="553"/>
                      <a:pt x="1366" y="557"/>
                      <a:pt x="1366" y="557"/>
                    </a:cubicBez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03" name="Google Shape;1703;p30"/>
              <p:cNvSpPr/>
              <p:nvPr/>
            </p:nvSpPr>
            <p:spPr>
              <a:xfrm>
                <a:off x="3211414" y="671458"/>
                <a:ext cx="1460895" cy="5363"/>
              </a:xfrm>
              <a:custGeom>
                <a:rect b="b" l="l" r="r" t="t"/>
                <a:pathLst>
                  <a:path extrusionOk="0" h="5" w="1362">
                    <a:moveTo>
                      <a:pt x="0" y="3"/>
                    </a:moveTo>
                    <a:cubicBezTo>
                      <a:pt x="0" y="1"/>
                      <a:pt x="305" y="0"/>
                      <a:pt x="681" y="0"/>
                    </a:cubicBezTo>
                    <a:cubicBezTo>
                      <a:pt x="1057" y="0"/>
                      <a:pt x="1362" y="1"/>
                      <a:pt x="1362" y="3"/>
                    </a:cubicBezTo>
                    <a:cubicBezTo>
                      <a:pt x="1362" y="4"/>
                      <a:pt x="1057" y="5"/>
                      <a:pt x="681" y="5"/>
                    </a:cubicBezTo>
                    <a:cubicBezTo>
                      <a:pt x="305" y="5"/>
                      <a:pt x="0" y="4"/>
                      <a:pt x="0" y="3"/>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04" name="Google Shape;1704;p30"/>
              <p:cNvSpPr/>
              <p:nvPr/>
            </p:nvSpPr>
            <p:spPr>
              <a:xfrm>
                <a:off x="3252173" y="627480"/>
                <a:ext cx="21452" cy="21452"/>
              </a:xfrm>
              <a:custGeom>
                <a:rect b="b" l="l" r="r" t="t"/>
                <a:pathLst>
                  <a:path extrusionOk="0" h="20" w="20">
                    <a:moveTo>
                      <a:pt x="20" y="10"/>
                    </a:moveTo>
                    <a:cubicBezTo>
                      <a:pt x="20" y="12"/>
                      <a:pt x="19" y="13"/>
                      <a:pt x="18" y="15"/>
                    </a:cubicBezTo>
                    <a:cubicBezTo>
                      <a:pt x="17" y="16"/>
                      <a:pt x="16" y="18"/>
                      <a:pt x="15" y="19"/>
                    </a:cubicBezTo>
                    <a:cubicBezTo>
                      <a:pt x="13" y="20"/>
                      <a:pt x="11" y="20"/>
                      <a:pt x="10" y="20"/>
                    </a:cubicBezTo>
                    <a:cubicBezTo>
                      <a:pt x="8" y="20"/>
                      <a:pt x="6" y="20"/>
                      <a:pt x="5" y="19"/>
                    </a:cubicBezTo>
                    <a:cubicBezTo>
                      <a:pt x="3" y="18"/>
                      <a:pt x="2" y="16"/>
                      <a:pt x="1" y="15"/>
                    </a:cubicBezTo>
                    <a:cubicBezTo>
                      <a:pt x="0" y="13"/>
                      <a:pt x="0" y="12"/>
                      <a:pt x="0" y="10"/>
                    </a:cubicBezTo>
                    <a:cubicBezTo>
                      <a:pt x="0" y="8"/>
                      <a:pt x="0" y="7"/>
                      <a:pt x="1" y="5"/>
                    </a:cubicBezTo>
                    <a:cubicBezTo>
                      <a:pt x="2" y="4"/>
                      <a:pt x="3" y="3"/>
                      <a:pt x="5" y="2"/>
                    </a:cubicBezTo>
                    <a:cubicBezTo>
                      <a:pt x="6" y="1"/>
                      <a:pt x="8" y="0"/>
                      <a:pt x="10" y="0"/>
                    </a:cubicBezTo>
                    <a:cubicBezTo>
                      <a:pt x="11" y="0"/>
                      <a:pt x="13" y="1"/>
                      <a:pt x="15" y="2"/>
                    </a:cubicBezTo>
                    <a:cubicBezTo>
                      <a:pt x="16" y="2"/>
                      <a:pt x="17" y="4"/>
                      <a:pt x="18" y="5"/>
                    </a:cubicBezTo>
                    <a:cubicBezTo>
                      <a:pt x="19" y="7"/>
                      <a:pt x="20" y="8"/>
                      <a:pt x="20" y="10"/>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05" name="Google Shape;1705;p30"/>
              <p:cNvSpPr/>
              <p:nvPr/>
            </p:nvSpPr>
            <p:spPr>
              <a:xfrm>
                <a:off x="3288642" y="627480"/>
                <a:ext cx="20380" cy="21452"/>
              </a:xfrm>
              <a:custGeom>
                <a:rect b="b" l="l" r="r" t="t"/>
                <a:pathLst>
                  <a:path extrusionOk="0" h="20" w="19">
                    <a:moveTo>
                      <a:pt x="19" y="10"/>
                    </a:moveTo>
                    <a:cubicBezTo>
                      <a:pt x="19" y="16"/>
                      <a:pt x="14" y="20"/>
                      <a:pt x="9" y="20"/>
                    </a:cubicBezTo>
                    <a:cubicBezTo>
                      <a:pt x="3" y="20"/>
                      <a:pt x="0" y="15"/>
                      <a:pt x="0" y="10"/>
                    </a:cubicBezTo>
                    <a:cubicBezTo>
                      <a:pt x="0" y="4"/>
                      <a:pt x="3" y="0"/>
                      <a:pt x="9" y="0"/>
                    </a:cubicBezTo>
                    <a:cubicBezTo>
                      <a:pt x="14" y="0"/>
                      <a:pt x="19" y="5"/>
                      <a:pt x="19" y="10"/>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06" name="Google Shape;1706;p30"/>
              <p:cNvSpPr/>
              <p:nvPr/>
            </p:nvSpPr>
            <p:spPr>
              <a:xfrm>
                <a:off x="3324038" y="627480"/>
                <a:ext cx="21452" cy="21452"/>
              </a:xfrm>
              <a:custGeom>
                <a:rect b="b" l="l" r="r" t="t"/>
                <a:pathLst>
                  <a:path extrusionOk="0" h="20" w="20">
                    <a:moveTo>
                      <a:pt x="20" y="10"/>
                    </a:moveTo>
                    <a:cubicBezTo>
                      <a:pt x="20" y="16"/>
                      <a:pt x="15" y="20"/>
                      <a:pt x="10" y="20"/>
                    </a:cubicBezTo>
                    <a:cubicBezTo>
                      <a:pt x="4" y="20"/>
                      <a:pt x="0" y="15"/>
                      <a:pt x="0" y="10"/>
                    </a:cubicBezTo>
                    <a:cubicBezTo>
                      <a:pt x="0" y="4"/>
                      <a:pt x="4" y="0"/>
                      <a:pt x="10" y="0"/>
                    </a:cubicBezTo>
                    <a:cubicBezTo>
                      <a:pt x="15" y="0"/>
                      <a:pt x="20" y="5"/>
                      <a:pt x="20" y="10"/>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07" name="Google Shape;1707;p30"/>
              <p:cNvSpPr/>
              <p:nvPr/>
            </p:nvSpPr>
            <p:spPr>
              <a:xfrm>
                <a:off x="3334764" y="771211"/>
                <a:ext cx="352889" cy="352890"/>
              </a:xfrm>
              <a:custGeom>
                <a:rect b="b" l="l" r="r" t="t"/>
                <a:pathLst>
                  <a:path extrusionOk="0" h="329" w="329">
                    <a:moveTo>
                      <a:pt x="0" y="0"/>
                    </a:moveTo>
                    <a:lnTo>
                      <a:pt x="329" y="0"/>
                    </a:lnTo>
                    <a:lnTo>
                      <a:pt x="329" y="329"/>
                    </a:lnTo>
                    <a:lnTo>
                      <a:pt x="0" y="32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08" name="Google Shape;1708;p30"/>
              <p:cNvSpPr/>
              <p:nvPr/>
            </p:nvSpPr>
            <p:spPr>
              <a:xfrm>
                <a:off x="3334764" y="771211"/>
                <a:ext cx="352889" cy="352890"/>
              </a:xfrm>
              <a:custGeom>
                <a:rect b="b" l="l" r="r" t="t"/>
                <a:pathLst>
                  <a:path extrusionOk="0" h="329" w="329">
                    <a:moveTo>
                      <a:pt x="0" y="0"/>
                    </a:moveTo>
                    <a:lnTo>
                      <a:pt x="329" y="0"/>
                    </a:lnTo>
                    <a:lnTo>
                      <a:pt x="329" y="329"/>
                    </a:lnTo>
                    <a:lnTo>
                      <a:pt x="0" y="329"/>
                    </a:lnTo>
                    <a:lnTo>
                      <a:pt x="0" y="0"/>
                    </a:ln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09" name="Google Shape;1709;p30"/>
              <p:cNvSpPr/>
              <p:nvPr/>
            </p:nvSpPr>
            <p:spPr>
              <a:xfrm>
                <a:off x="3759518" y="863456"/>
                <a:ext cx="813038" cy="4290"/>
              </a:xfrm>
              <a:custGeom>
                <a:rect b="b" l="l" r="r" t="t"/>
                <a:pathLst>
                  <a:path extrusionOk="0" h="4" w="758">
                    <a:moveTo>
                      <a:pt x="758" y="2"/>
                    </a:moveTo>
                    <a:cubicBezTo>
                      <a:pt x="758" y="3"/>
                      <a:pt x="588" y="4"/>
                      <a:pt x="379" y="4"/>
                    </a:cubicBezTo>
                    <a:cubicBezTo>
                      <a:pt x="170" y="4"/>
                      <a:pt x="0" y="3"/>
                      <a:pt x="0" y="2"/>
                    </a:cubicBezTo>
                    <a:cubicBezTo>
                      <a:pt x="0" y="1"/>
                      <a:pt x="170" y="0"/>
                      <a:pt x="379" y="0"/>
                    </a:cubicBezTo>
                    <a:cubicBezTo>
                      <a:pt x="588" y="0"/>
                      <a:pt x="758" y="1"/>
                      <a:pt x="758"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10" name="Google Shape;1710;p30"/>
              <p:cNvSpPr/>
              <p:nvPr/>
            </p:nvSpPr>
            <p:spPr>
              <a:xfrm>
                <a:off x="3759518" y="935321"/>
                <a:ext cx="813038" cy="4290"/>
              </a:xfrm>
              <a:custGeom>
                <a:rect b="b" l="l" r="r" t="t"/>
                <a:pathLst>
                  <a:path extrusionOk="0" h="4" w="758">
                    <a:moveTo>
                      <a:pt x="758" y="2"/>
                    </a:moveTo>
                    <a:cubicBezTo>
                      <a:pt x="758" y="3"/>
                      <a:pt x="588" y="4"/>
                      <a:pt x="379" y="4"/>
                    </a:cubicBezTo>
                    <a:cubicBezTo>
                      <a:pt x="170" y="4"/>
                      <a:pt x="0" y="3"/>
                      <a:pt x="0" y="2"/>
                    </a:cubicBezTo>
                    <a:cubicBezTo>
                      <a:pt x="0" y="1"/>
                      <a:pt x="170" y="0"/>
                      <a:pt x="379" y="0"/>
                    </a:cubicBezTo>
                    <a:cubicBezTo>
                      <a:pt x="588" y="0"/>
                      <a:pt x="758" y="1"/>
                      <a:pt x="758"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11" name="Google Shape;1711;p30"/>
              <p:cNvSpPr/>
              <p:nvPr/>
            </p:nvSpPr>
            <p:spPr>
              <a:xfrm>
                <a:off x="3759518" y="1007187"/>
                <a:ext cx="523434" cy="4290"/>
              </a:xfrm>
              <a:custGeom>
                <a:rect b="b" l="l" r="r" t="t"/>
                <a:pathLst>
                  <a:path extrusionOk="0" h="4" w="488">
                    <a:moveTo>
                      <a:pt x="488" y="2"/>
                    </a:moveTo>
                    <a:cubicBezTo>
                      <a:pt x="488" y="2"/>
                      <a:pt x="486" y="2"/>
                      <a:pt x="483" y="3"/>
                    </a:cubicBezTo>
                    <a:cubicBezTo>
                      <a:pt x="479" y="3"/>
                      <a:pt x="474" y="3"/>
                      <a:pt x="469" y="3"/>
                    </a:cubicBezTo>
                    <a:cubicBezTo>
                      <a:pt x="456" y="3"/>
                      <a:pt x="438" y="3"/>
                      <a:pt x="416" y="4"/>
                    </a:cubicBezTo>
                    <a:cubicBezTo>
                      <a:pt x="372" y="4"/>
                      <a:pt x="311" y="4"/>
                      <a:pt x="244" y="4"/>
                    </a:cubicBezTo>
                    <a:cubicBezTo>
                      <a:pt x="177" y="4"/>
                      <a:pt x="116" y="4"/>
                      <a:pt x="72" y="4"/>
                    </a:cubicBezTo>
                    <a:cubicBezTo>
                      <a:pt x="50" y="3"/>
                      <a:pt x="32" y="3"/>
                      <a:pt x="19" y="3"/>
                    </a:cubicBezTo>
                    <a:cubicBezTo>
                      <a:pt x="14" y="3"/>
                      <a:pt x="9" y="3"/>
                      <a:pt x="5" y="3"/>
                    </a:cubicBezTo>
                    <a:cubicBezTo>
                      <a:pt x="2" y="2"/>
                      <a:pt x="0" y="2"/>
                      <a:pt x="0" y="2"/>
                    </a:cubicBezTo>
                    <a:cubicBezTo>
                      <a:pt x="0" y="2"/>
                      <a:pt x="2" y="2"/>
                      <a:pt x="5" y="2"/>
                    </a:cubicBezTo>
                    <a:cubicBezTo>
                      <a:pt x="9" y="2"/>
                      <a:pt x="14" y="1"/>
                      <a:pt x="19" y="1"/>
                    </a:cubicBezTo>
                    <a:cubicBezTo>
                      <a:pt x="32" y="1"/>
                      <a:pt x="50" y="1"/>
                      <a:pt x="72" y="1"/>
                    </a:cubicBezTo>
                    <a:cubicBezTo>
                      <a:pt x="116" y="0"/>
                      <a:pt x="177" y="0"/>
                      <a:pt x="244" y="0"/>
                    </a:cubicBezTo>
                    <a:cubicBezTo>
                      <a:pt x="311" y="0"/>
                      <a:pt x="372" y="0"/>
                      <a:pt x="416" y="1"/>
                    </a:cubicBezTo>
                    <a:cubicBezTo>
                      <a:pt x="438" y="1"/>
                      <a:pt x="456" y="1"/>
                      <a:pt x="469" y="1"/>
                    </a:cubicBezTo>
                    <a:cubicBezTo>
                      <a:pt x="474" y="1"/>
                      <a:pt x="479" y="2"/>
                      <a:pt x="483" y="2"/>
                    </a:cubicBezTo>
                    <a:cubicBezTo>
                      <a:pt x="486" y="2"/>
                      <a:pt x="488" y="2"/>
                      <a:pt x="488" y="2"/>
                    </a:cubicBezTo>
                    <a:close/>
                  </a:path>
                </a:pathLst>
              </a:custGeom>
              <a:solidFill>
                <a:schemeClr val="accen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1712" name="Google Shape;1712;p30"/>
          <p:cNvSpPr txBox="1"/>
          <p:nvPr/>
        </p:nvSpPr>
        <p:spPr>
          <a:xfrm>
            <a:off x="0" y="4827900"/>
            <a:ext cx="9144000" cy="465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850">
                <a:solidFill>
                  <a:srgbClr val="8FA3C4"/>
                </a:solidFill>
                <a:latin typeface="Calibri"/>
                <a:ea typeface="Calibri"/>
                <a:cs typeface="Calibri"/>
                <a:sym typeface="Calibri"/>
              </a:rPr>
              <a:t>Sources: Keepnet Labs 2026, ECCU 2026, Acronis 2026, Access Newswire (Jun 2026), UK Action Fraud</a:t>
            </a:r>
            <a:endParaRPr sz="850">
              <a:solidFill>
                <a:srgbClr val="8FA3C4"/>
              </a:solidFill>
              <a:latin typeface="Calibri"/>
              <a:ea typeface="Calibri"/>
              <a:cs typeface="Calibri"/>
              <a:sym typeface="Calibri"/>
            </a:endParaRPr>
          </a:p>
          <a:p>
            <a:pPr indent="0" lvl="0" marL="0" rtl="0" algn="l">
              <a:lnSpc>
                <a:spcPct val="115000"/>
              </a:lnSpc>
              <a:spcBef>
                <a:spcPts val="0"/>
              </a:spcBef>
              <a:spcAft>
                <a:spcPts val="0"/>
              </a:spcAft>
              <a:buNone/>
            </a:pPr>
            <a:r>
              <a:t/>
            </a:r>
            <a:endParaRPr sz="850">
              <a:solidFill>
                <a:srgbClr val="5A6B85"/>
              </a:solidFill>
              <a:latin typeface="Calibri"/>
              <a:ea typeface="Calibri"/>
              <a:cs typeface="Calibri"/>
              <a:sym typeface="Calibri"/>
            </a:endParaRPr>
          </a:p>
        </p:txBody>
      </p:sp>
      <p:sp>
        <p:nvSpPr>
          <p:cNvPr id="1713" name="Google Shape;1713;p30"/>
          <p:cNvSpPr txBox="1"/>
          <p:nvPr>
            <p:ph idx="1" type="subTitle"/>
          </p:nvPr>
        </p:nvSpPr>
        <p:spPr>
          <a:xfrm>
            <a:off x="4938175" y="2727199"/>
            <a:ext cx="3492600" cy="465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Of all phishing attacks used a QR code (from 0.8% in 2021)</a:t>
            </a:r>
            <a:endParaRPr/>
          </a:p>
        </p:txBody>
      </p:sp>
      <p:sp>
        <p:nvSpPr>
          <p:cNvPr id="1714" name="Google Shape;1714;p30"/>
          <p:cNvSpPr txBox="1"/>
          <p:nvPr>
            <p:ph type="title"/>
          </p:nvPr>
        </p:nvSpPr>
        <p:spPr>
          <a:xfrm>
            <a:off x="4938163" y="2104812"/>
            <a:ext cx="3492600" cy="64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12%</a:t>
            </a:r>
            <a:endParaRPr/>
          </a:p>
        </p:txBody>
      </p:sp>
      <p:sp>
        <p:nvSpPr>
          <p:cNvPr id="1715" name="Google Shape;1715;p30"/>
          <p:cNvSpPr txBox="1"/>
          <p:nvPr>
            <p:ph idx="4" type="title"/>
          </p:nvPr>
        </p:nvSpPr>
        <p:spPr>
          <a:xfrm>
            <a:off x="4938163" y="3521192"/>
            <a:ext cx="3492600" cy="64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716,000+</a:t>
            </a:r>
            <a:endParaRPr/>
          </a:p>
        </p:txBody>
      </p:sp>
      <p:sp>
        <p:nvSpPr>
          <p:cNvPr id="1716" name="Google Shape;1716;p30"/>
          <p:cNvSpPr txBox="1"/>
          <p:nvPr>
            <p:ph idx="5" type="subTitle"/>
          </p:nvPr>
        </p:nvSpPr>
        <p:spPr>
          <a:xfrm>
            <a:off x="4938163" y="4143435"/>
            <a:ext cx="3492600" cy="32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Unique malicious QR codes detected by Mimecast in a single quarter of 2025</a:t>
            </a:r>
            <a:endParaRPr/>
          </a:p>
        </p:txBody>
      </p:sp>
      <p:sp>
        <p:nvSpPr>
          <p:cNvPr id="1717" name="Google Shape;1717;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1" name="Shape 1721"/>
        <p:cNvGrpSpPr/>
        <p:nvPr/>
      </p:nvGrpSpPr>
      <p:grpSpPr>
        <a:xfrm>
          <a:off x="0" y="0"/>
          <a:ext cx="0" cy="0"/>
          <a:chOff x="0" y="0"/>
          <a:chExt cx="0" cy="0"/>
        </a:xfrm>
      </p:grpSpPr>
      <p:sp>
        <p:nvSpPr>
          <p:cNvPr id="1722" name="Google Shape;1722;p31"/>
          <p:cNvSpPr/>
          <p:nvPr/>
        </p:nvSpPr>
        <p:spPr>
          <a:xfrm>
            <a:off x="713249" y="1802600"/>
            <a:ext cx="865200" cy="821100"/>
          </a:xfrm>
          <a:prstGeom prst="roundRect">
            <a:avLst>
              <a:gd fmla="val 10609" name="adj"/>
            </a:avLst>
          </a:prstGeom>
          <a:noFill/>
          <a:ln cap="flat" cmpd="sng" w="9525">
            <a:solidFill>
              <a:schemeClr val="dk1"/>
            </a:solidFill>
            <a:prstDash val="solid"/>
            <a:round/>
            <a:headEnd len="sm" w="sm" type="none"/>
            <a:tailEnd len="sm" w="sm" type="none"/>
          </a:ln>
        </p:spPr>
        <p:txBody>
          <a:bodyPr anchorCtr="1"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23" name="Google Shape;1723;p31"/>
          <p:cNvSpPr/>
          <p:nvPr/>
        </p:nvSpPr>
        <p:spPr>
          <a:xfrm>
            <a:off x="713249" y="3381612"/>
            <a:ext cx="865200" cy="821100"/>
          </a:xfrm>
          <a:prstGeom prst="roundRect">
            <a:avLst>
              <a:gd fmla="val 10609" name="adj"/>
            </a:avLst>
          </a:prstGeom>
          <a:noFill/>
          <a:ln cap="flat" cmpd="sng" w="9525">
            <a:solidFill>
              <a:schemeClr val="dk1"/>
            </a:solidFill>
            <a:prstDash val="solid"/>
            <a:round/>
            <a:headEnd len="sm" w="sm" type="none"/>
            <a:tailEnd len="sm" w="sm" type="none"/>
          </a:ln>
        </p:spPr>
        <p:txBody>
          <a:bodyPr anchorCtr="1"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24" name="Google Shape;1724;p31"/>
          <p:cNvSpPr/>
          <p:nvPr/>
        </p:nvSpPr>
        <p:spPr>
          <a:xfrm>
            <a:off x="4703987" y="1802600"/>
            <a:ext cx="865200" cy="821100"/>
          </a:xfrm>
          <a:prstGeom prst="roundRect">
            <a:avLst>
              <a:gd fmla="val 10609" name="adj"/>
            </a:avLst>
          </a:prstGeom>
          <a:noFill/>
          <a:ln cap="flat" cmpd="sng" w="9525">
            <a:solidFill>
              <a:schemeClr val="dk1"/>
            </a:solidFill>
            <a:prstDash val="solid"/>
            <a:round/>
            <a:headEnd len="sm" w="sm" type="none"/>
            <a:tailEnd len="sm" w="sm" type="none"/>
          </a:ln>
        </p:spPr>
        <p:txBody>
          <a:bodyPr anchorCtr="1"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25" name="Google Shape;1725;p31"/>
          <p:cNvSpPr/>
          <p:nvPr/>
        </p:nvSpPr>
        <p:spPr>
          <a:xfrm>
            <a:off x="4703987" y="3381612"/>
            <a:ext cx="865200" cy="821100"/>
          </a:xfrm>
          <a:prstGeom prst="roundRect">
            <a:avLst>
              <a:gd fmla="val 10609" name="adj"/>
            </a:avLst>
          </a:prstGeom>
          <a:noFill/>
          <a:ln cap="flat" cmpd="sng" w="9525">
            <a:solidFill>
              <a:schemeClr val="dk1"/>
            </a:solidFill>
            <a:prstDash val="solid"/>
            <a:round/>
            <a:headEnd len="sm" w="sm" type="none"/>
            <a:tailEnd len="sm" w="sm" type="none"/>
          </a:ln>
        </p:spPr>
        <p:txBody>
          <a:bodyPr anchorCtr="1"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26" name="Google Shape;1726;p31"/>
          <p:cNvSpPr txBox="1"/>
          <p:nvPr>
            <p:ph idx="6" type="subTitle"/>
          </p:nvPr>
        </p:nvSpPr>
        <p:spPr>
          <a:xfrm>
            <a:off x="1672950" y="3381600"/>
            <a:ext cx="2736600" cy="73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Lack of visibility on QR Codes usage</a:t>
            </a:r>
            <a:endParaRPr/>
          </a:p>
        </p:txBody>
      </p:sp>
      <p:sp>
        <p:nvSpPr>
          <p:cNvPr id="1727" name="Google Shape;1727;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Gaps in QR Codes Usage</a:t>
            </a:r>
            <a:endParaRPr/>
          </a:p>
        </p:txBody>
      </p:sp>
      <p:sp>
        <p:nvSpPr>
          <p:cNvPr id="1728" name="Google Shape;1728;p31"/>
          <p:cNvSpPr txBox="1"/>
          <p:nvPr>
            <p:ph idx="5" type="subTitle"/>
          </p:nvPr>
        </p:nvSpPr>
        <p:spPr>
          <a:xfrm>
            <a:off x="1696725" y="2002850"/>
            <a:ext cx="2736600" cy="52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Redirection to phishing or malicious sites</a:t>
            </a:r>
            <a:endParaRPr/>
          </a:p>
        </p:txBody>
      </p:sp>
      <p:sp>
        <p:nvSpPr>
          <p:cNvPr id="1729" name="Google Shape;1729;p31"/>
          <p:cNvSpPr txBox="1"/>
          <p:nvPr>
            <p:ph idx="7" type="subTitle"/>
          </p:nvPr>
        </p:nvSpPr>
        <p:spPr>
          <a:xfrm>
            <a:off x="5696127" y="2002850"/>
            <a:ext cx="2736600" cy="420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Lack of Verification</a:t>
            </a:r>
            <a:endParaRPr/>
          </a:p>
        </p:txBody>
      </p:sp>
      <p:sp>
        <p:nvSpPr>
          <p:cNvPr id="1730" name="Google Shape;1730;p31"/>
          <p:cNvSpPr txBox="1"/>
          <p:nvPr>
            <p:ph idx="8" type="subTitle"/>
          </p:nvPr>
        </p:nvSpPr>
        <p:spPr>
          <a:xfrm>
            <a:off x="5696125" y="3464413"/>
            <a:ext cx="2736600" cy="655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Physical tampering or altering of QR Codes</a:t>
            </a:r>
            <a:endParaRPr/>
          </a:p>
        </p:txBody>
      </p:sp>
      <p:sp>
        <p:nvSpPr>
          <p:cNvPr id="1731" name="Google Shape;1731;p31"/>
          <p:cNvSpPr/>
          <p:nvPr/>
        </p:nvSpPr>
        <p:spPr>
          <a:xfrm>
            <a:off x="8740528" y="2744274"/>
            <a:ext cx="131041" cy="144443"/>
          </a:xfrm>
          <a:custGeom>
            <a:rect b="b" l="l" r="r" t="t"/>
            <a:pathLst>
              <a:path extrusionOk="0" h="97" w="88">
                <a:moveTo>
                  <a:pt x="2" y="96"/>
                </a:moveTo>
                <a:lnTo>
                  <a:pt x="29" y="96"/>
                </a:lnTo>
                <a:cubicBezTo>
                  <a:pt x="30" y="96"/>
                  <a:pt x="32" y="95"/>
                  <a:pt x="32" y="93"/>
                </a:cubicBezTo>
                <a:lnTo>
                  <a:pt x="32" y="65"/>
                </a:lnTo>
                <a:cubicBezTo>
                  <a:pt x="32" y="64"/>
                  <a:pt x="33" y="62"/>
                  <a:pt x="34" y="62"/>
                </a:cubicBezTo>
                <a:lnTo>
                  <a:pt x="53" y="62"/>
                </a:lnTo>
                <a:cubicBezTo>
                  <a:pt x="55" y="62"/>
                  <a:pt x="56" y="64"/>
                  <a:pt x="56" y="65"/>
                </a:cubicBezTo>
                <a:lnTo>
                  <a:pt x="56" y="94"/>
                </a:lnTo>
                <a:cubicBezTo>
                  <a:pt x="56" y="95"/>
                  <a:pt x="57" y="97"/>
                  <a:pt x="59" y="97"/>
                </a:cubicBezTo>
                <a:lnTo>
                  <a:pt x="85" y="97"/>
                </a:lnTo>
                <a:cubicBezTo>
                  <a:pt x="87" y="97"/>
                  <a:pt x="88" y="95"/>
                  <a:pt x="88" y="94"/>
                </a:cubicBezTo>
                <a:lnTo>
                  <a:pt x="88" y="43"/>
                </a:lnTo>
                <a:cubicBezTo>
                  <a:pt x="88" y="42"/>
                  <a:pt x="88" y="41"/>
                  <a:pt x="87" y="41"/>
                </a:cubicBezTo>
                <a:lnTo>
                  <a:pt x="46" y="1"/>
                </a:lnTo>
                <a:cubicBezTo>
                  <a:pt x="45" y="0"/>
                  <a:pt x="43" y="0"/>
                  <a:pt x="42" y="1"/>
                </a:cubicBezTo>
                <a:lnTo>
                  <a:pt x="0" y="40"/>
                </a:lnTo>
                <a:cubicBezTo>
                  <a:pt x="0" y="40"/>
                  <a:pt x="0" y="41"/>
                  <a:pt x="0" y="42"/>
                </a:cubicBezTo>
                <a:lnTo>
                  <a:pt x="0" y="93"/>
                </a:lnTo>
                <a:cubicBezTo>
                  <a:pt x="0" y="95"/>
                  <a:pt x="1" y="96"/>
                  <a:pt x="2" y="96"/>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pic>
        <p:nvPicPr>
          <p:cNvPr id="1732" name="Google Shape;1732;p31" title="bug (1).png"/>
          <p:cNvPicPr preferRelativeResize="0"/>
          <p:nvPr/>
        </p:nvPicPr>
        <p:blipFill>
          <a:blip r:embed="rId3">
            <a:alphaModFix/>
          </a:blip>
          <a:stretch>
            <a:fillRect/>
          </a:stretch>
        </p:blipFill>
        <p:spPr>
          <a:xfrm>
            <a:off x="4903900" y="3559466"/>
            <a:ext cx="465375" cy="465395"/>
          </a:xfrm>
          <a:prstGeom prst="rect">
            <a:avLst/>
          </a:prstGeom>
          <a:noFill/>
          <a:ln>
            <a:noFill/>
          </a:ln>
        </p:spPr>
      </p:pic>
      <p:pic>
        <p:nvPicPr>
          <p:cNvPr id="1733" name="Google Shape;1733;p31" title="clickbait.png"/>
          <p:cNvPicPr preferRelativeResize="0"/>
          <p:nvPr/>
        </p:nvPicPr>
        <p:blipFill>
          <a:blip r:embed="rId4">
            <a:alphaModFix/>
          </a:blip>
          <a:stretch>
            <a:fillRect/>
          </a:stretch>
        </p:blipFill>
        <p:spPr>
          <a:xfrm>
            <a:off x="865638" y="1919450"/>
            <a:ext cx="560425" cy="560425"/>
          </a:xfrm>
          <a:prstGeom prst="rect">
            <a:avLst/>
          </a:prstGeom>
          <a:noFill/>
          <a:ln>
            <a:noFill/>
          </a:ln>
        </p:spPr>
      </p:pic>
      <p:pic>
        <p:nvPicPr>
          <p:cNvPr id="1734" name="Google Shape;1734;p31" title="shared-vision.png"/>
          <p:cNvPicPr preferRelativeResize="0"/>
          <p:nvPr/>
        </p:nvPicPr>
        <p:blipFill>
          <a:blip r:embed="rId5">
            <a:alphaModFix/>
          </a:blip>
          <a:stretch>
            <a:fillRect/>
          </a:stretch>
        </p:blipFill>
        <p:spPr>
          <a:xfrm>
            <a:off x="913163" y="3559487"/>
            <a:ext cx="465375" cy="465375"/>
          </a:xfrm>
          <a:prstGeom prst="rect">
            <a:avLst/>
          </a:prstGeom>
          <a:noFill/>
          <a:ln>
            <a:noFill/>
          </a:ln>
        </p:spPr>
      </p:pic>
      <p:grpSp>
        <p:nvGrpSpPr>
          <p:cNvPr id="1735" name="Google Shape;1735;p31"/>
          <p:cNvGrpSpPr/>
          <p:nvPr/>
        </p:nvGrpSpPr>
        <p:grpSpPr>
          <a:xfrm>
            <a:off x="4776400" y="1937313"/>
            <a:ext cx="590350" cy="524695"/>
            <a:chOff x="4731400" y="2014475"/>
            <a:chExt cx="590350" cy="524695"/>
          </a:xfrm>
        </p:grpSpPr>
        <p:pic>
          <p:nvPicPr>
            <p:cNvPr id="1736" name="Google Shape;1736;p31" title="true.png"/>
            <p:cNvPicPr preferRelativeResize="0"/>
            <p:nvPr/>
          </p:nvPicPr>
          <p:blipFill>
            <a:blip r:embed="rId6">
              <a:alphaModFix/>
            </a:blip>
            <a:stretch>
              <a:fillRect/>
            </a:stretch>
          </p:blipFill>
          <p:spPr>
            <a:xfrm>
              <a:off x="4856375" y="2014475"/>
              <a:ext cx="465375" cy="465375"/>
            </a:xfrm>
            <a:prstGeom prst="rect">
              <a:avLst/>
            </a:prstGeom>
            <a:noFill/>
            <a:ln>
              <a:noFill/>
            </a:ln>
          </p:spPr>
        </p:pic>
        <p:pic>
          <p:nvPicPr>
            <p:cNvPr id="1737" name="Google Shape;1737;p31" title="question.png"/>
            <p:cNvPicPr preferRelativeResize="0"/>
            <p:nvPr/>
          </p:nvPicPr>
          <p:blipFill>
            <a:blip r:embed="rId7">
              <a:alphaModFix/>
            </a:blip>
            <a:stretch>
              <a:fillRect/>
            </a:stretch>
          </p:blipFill>
          <p:spPr>
            <a:xfrm>
              <a:off x="4731400" y="2197076"/>
              <a:ext cx="411974" cy="342094"/>
            </a:xfrm>
            <a:prstGeom prst="rect">
              <a:avLst/>
            </a:prstGeom>
            <a:noFill/>
            <a:ln>
              <a:noFill/>
            </a:ln>
          </p:spPr>
        </p:pic>
      </p:grpSp>
      <p:sp>
        <p:nvSpPr>
          <p:cNvPr id="1738" name="Google Shape;1738;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2" name="Shape 1742"/>
        <p:cNvGrpSpPr/>
        <p:nvPr/>
      </p:nvGrpSpPr>
      <p:grpSpPr>
        <a:xfrm>
          <a:off x="0" y="0"/>
          <a:ext cx="0" cy="0"/>
          <a:chOff x="0" y="0"/>
          <a:chExt cx="0" cy="0"/>
        </a:xfrm>
      </p:grpSpPr>
      <p:sp>
        <p:nvSpPr>
          <p:cNvPr id="1743" name="Google Shape;1743;p32"/>
          <p:cNvSpPr txBox="1"/>
          <p:nvPr>
            <p:ph type="title"/>
          </p:nvPr>
        </p:nvSpPr>
        <p:spPr>
          <a:xfrm>
            <a:off x="3989375" y="2166900"/>
            <a:ext cx="4383600" cy="104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Objectives, Solution, Methodology</a:t>
            </a:r>
            <a:endParaRPr sz="4500"/>
          </a:p>
        </p:txBody>
      </p:sp>
      <p:sp>
        <p:nvSpPr>
          <p:cNvPr id="1744" name="Google Shape;1744;p32"/>
          <p:cNvSpPr txBox="1"/>
          <p:nvPr>
            <p:ph idx="2" type="title"/>
          </p:nvPr>
        </p:nvSpPr>
        <p:spPr>
          <a:xfrm>
            <a:off x="5642675" y="1049700"/>
            <a:ext cx="1077000" cy="96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grpSp>
        <p:nvGrpSpPr>
          <p:cNvPr id="1745" name="Google Shape;1745;p32"/>
          <p:cNvGrpSpPr/>
          <p:nvPr/>
        </p:nvGrpSpPr>
        <p:grpSpPr>
          <a:xfrm>
            <a:off x="956297" y="764691"/>
            <a:ext cx="2571666" cy="3614127"/>
            <a:chOff x="1210622" y="-170354"/>
            <a:chExt cx="2319742" cy="3260082"/>
          </a:xfrm>
        </p:grpSpPr>
        <p:grpSp>
          <p:nvGrpSpPr>
            <p:cNvPr id="1746" name="Google Shape;1746;p32"/>
            <p:cNvGrpSpPr/>
            <p:nvPr/>
          </p:nvGrpSpPr>
          <p:grpSpPr>
            <a:xfrm>
              <a:off x="1681651" y="398058"/>
              <a:ext cx="1848713" cy="2691670"/>
              <a:chOff x="1938738" y="663771"/>
              <a:chExt cx="1848713" cy="2691670"/>
            </a:xfrm>
          </p:grpSpPr>
          <p:grpSp>
            <p:nvGrpSpPr>
              <p:cNvPr id="1747" name="Google Shape;1747;p32"/>
              <p:cNvGrpSpPr/>
              <p:nvPr/>
            </p:nvGrpSpPr>
            <p:grpSpPr>
              <a:xfrm>
                <a:off x="1938738" y="663771"/>
                <a:ext cx="1848713" cy="2691670"/>
                <a:chOff x="1753188" y="663783"/>
                <a:chExt cx="1848713" cy="2691670"/>
              </a:xfrm>
            </p:grpSpPr>
            <p:sp>
              <p:nvSpPr>
                <p:cNvPr id="1748" name="Google Shape;1748;p32"/>
                <p:cNvSpPr/>
                <p:nvPr/>
              </p:nvSpPr>
              <p:spPr>
                <a:xfrm>
                  <a:off x="2524001" y="1331549"/>
                  <a:ext cx="956301" cy="2021843"/>
                </a:xfrm>
                <a:custGeom>
                  <a:rect b="b" l="l" r="r" t="t"/>
                  <a:pathLst>
                    <a:path extrusionOk="0" h="981" w="464">
                      <a:moveTo>
                        <a:pt x="380" y="0"/>
                      </a:moveTo>
                      <a:cubicBezTo>
                        <a:pt x="371" y="0"/>
                        <a:pt x="359" y="0"/>
                        <a:pt x="345" y="0"/>
                      </a:cubicBezTo>
                      <a:cubicBezTo>
                        <a:pt x="342" y="0"/>
                        <a:pt x="338" y="0"/>
                        <a:pt x="335" y="2"/>
                      </a:cubicBezTo>
                      <a:cubicBezTo>
                        <a:pt x="331" y="3"/>
                        <a:pt x="328" y="6"/>
                        <a:pt x="326" y="9"/>
                      </a:cubicBezTo>
                      <a:cubicBezTo>
                        <a:pt x="325" y="11"/>
                        <a:pt x="324" y="13"/>
                        <a:pt x="324" y="15"/>
                      </a:cubicBezTo>
                      <a:cubicBezTo>
                        <a:pt x="324" y="17"/>
                        <a:pt x="324" y="19"/>
                        <a:pt x="324" y="21"/>
                      </a:cubicBezTo>
                      <a:cubicBezTo>
                        <a:pt x="324" y="23"/>
                        <a:pt x="324" y="26"/>
                        <a:pt x="324" y="28"/>
                      </a:cubicBezTo>
                      <a:cubicBezTo>
                        <a:pt x="324" y="31"/>
                        <a:pt x="324" y="32"/>
                        <a:pt x="323" y="34"/>
                      </a:cubicBezTo>
                      <a:cubicBezTo>
                        <a:pt x="322" y="39"/>
                        <a:pt x="320" y="43"/>
                        <a:pt x="316" y="46"/>
                      </a:cubicBezTo>
                      <a:cubicBezTo>
                        <a:pt x="313" y="47"/>
                        <a:pt x="311" y="48"/>
                        <a:pt x="309" y="48"/>
                      </a:cubicBezTo>
                      <a:cubicBezTo>
                        <a:pt x="306" y="48"/>
                        <a:pt x="304" y="48"/>
                        <a:pt x="301" y="48"/>
                      </a:cubicBezTo>
                      <a:cubicBezTo>
                        <a:pt x="291" y="48"/>
                        <a:pt x="281" y="48"/>
                        <a:pt x="269" y="48"/>
                      </a:cubicBezTo>
                      <a:cubicBezTo>
                        <a:pt x="247" y="48"/>
                        <a:pt x="223" y="48"/>
                        <a:pt x="198" y="48"/>
                      </a:cubicBezTo>
                      <a:lnTo>
                        <a:pt x="178" y="48"/>
                      </a:lnTo>
                      <a:cubicBezTo>
                        <a:pt x="176" y="48"/>
                        <a:pt x="175" y="48"/>
                        <a:pt x="173" y="48"/>
                      </a:cubicBezTo>
                      <a:cubicBezTo>
                        <a:pt x="172" y="48"/>
                        <a:pt x="170" y="48"/>
                        <a:pt x="168" y="48"/>
                      </a:cubicBezTo>
                      <a:cubicBezTo>
                        <a:pt x="165" y="47"/>
                        <a:pt x="162" y="45"/>
                        <a:pt x="159" y="42"/>
                      </a:cubicBezTo>
                      <a:cubicBezTo>
                        <a:pt x="157" y="40"/>
                        <a:pt x="155" y="36"/>
                        <a:pt x="155" y="33"/>
                      </a:cubicBezTo>
                      <a:cubicBezTo>
                        <a:pt x="155" y="31"/>
                        <a:pt x="155" y="29"/>
                        <a:pt x="155" y="27"/>
                      </a:cubicBezTo>
                      <a:cubicBezTo>
                        <a:pt x="155" y="26"/>
                        <a:pt x="155" y="24"/>
                        <a:pt x="155" y="22"/>
                      </a:cubicBezTo>
                      <a:cubicBezTo>
                        <a:pt x="155" y="19"/>
                        <a:pt x="155" y="15"/>
                        <a:pt x="154" y="12"/>
                      </a:cubicBezTo>
                      <a:cubicBezTo>
                        <a:pt x="153" y="8"/>
                        <a:pt x="150" y="6"/>
                        <a:pt x="148" y="3"/>
                      </a:cubicBezTo>
                      <a:cubicBezTo>
                        <a:pt x="145" y="1"/>
                        <a:pt x="141" y="0"/>
                        <a:pt x="137" y="1"/>
                      </a:cubicBezTo>
                      <a:lnTo>
                        <a:pt x="126" y="1"/>
                      </a:lnTo>
                      <a:cubicBezTo>
                        <a:pt x="119" y="1"/>
                        <a:pt x="111" y="1"/>
                        <a:pt x="103" y="1"/>
                      </a:cubicBezTo>
                      <a:cubicBezTo>
                        <a:pt x="88" y="1"/>
                        <a:pt x="72" y="1"/>
                        <a:pt x="56" y="1"/>
                      </a:cubicBezTo>
                      <a:cubicBezTo>
                        <a:pt x="48" y="1"/>
                        <a:pt x="40" y="2"/>
                        <a:pt x="32" y="5"/>
                      </a:cubicBezTo>
                      <a:cubicBezTo>
                        <a:pt x="25" y="8"/>
                        <a:pt x="18" y="14"/>
                        <a:pt x="13" y="20"/>
                      </a:cubicBezTo>
                      <a:cubicBezTo>
                        <a:pt x="7" y="26"/>
                        <a:pt x="3" y="34"/>
                        <a:pt x="1" y="43"/>
                      </a:cubicBezTo>
                      <a:cubicBezTo>
                        <a:pt x="1" y="45"/>
                        <a:pt x="1" y="47"/>
                        <a:pt x="0" y="49"/>
                      </a:cubicBezTo>
                      <a:cubicBezTo>
                        <a:pt x="0" y="51"/>
                        <a:pt x="0" y="53"/>
                        <a:pt x="0" y="54"/>
                      </a:cubicBezTo>
                      <a:lnTo>
                        <a:pt x="0" y="408"/>
                      </a:lnTo>
                      <a:cubicBezTo>
                        <a:pt x="0" y="413"/>
                        <a:pt x="0" y="417"/>
                        <a:pt x="0" y="422"/>
                      </a:cubicBezTo>
                      <a:cubicBezTo>
                        <a:pt x="0" y="436"/>
                        <a:pt x="0" y="451"/>
                        <a:pt x="0" y="465"/>
                      </a:cubicBezTo>
                      <a:lnTo>
                        <a:pt x="0" y="925"/>
                      </a:lnTo>
                      <a:cubicBezTo>
                        <a:pt x="0" y="931"/>
                        <a:pt x="0" y="936"/>
                        <a:pt x="2" y="942"/>
                      </a:cubicBezTo>
                      <a:cubicBezTo>
                        <a:pt x="6" y="954"/>
                        <a:pt x="13" y="964"/>
                        <a:pt x="23" y="971"/>
                      </a:cubicBezTo>
                      <a:cubicBezTo>
                        <a:pt x="33" y="978"/>
                        <a:pt x="45" y="981"/>
                        <a:pt x="58" y="980"/>
                      </a:cubicBezTo>
                      <a:cubicBezTo>
                        <a:pt x="70" y="980"/>
                        <a:pt x="82" y="980"/>
                        <a:pt x="94" y="980"/>
                      </a:cubicBezTo>
                      <a:cubicBezTo>
                        <a:pt x="119" y="980"/>
                        <a:pt x="143" y="980"/>
                        <a:pt x="167" y="980"/>
                      </a:cubicBezTo>
                      <a:cubicBezTo>
                        <a:pt x="215" y="980"/>
                        <a:pt x="263" y="980"/>
                        <a:pt x="309" y="980"/>
                      </a:cubicBezTo>
                      <a:cubicBezTo>
                        <a:pt x="332" y="980"/>
                        <a:pt x="356" y="980"/>
                        <a:pt x="378" y="980"/>
                      </a:cubicBezTo>
                      <a:cubicBezTo>
                        <a:pt x="390" y="980"/>
                        <a:pt x="401" y="981"/>
                        <a:pt x="412" y="980"/>
                      </a:cubicBezTo>
                      <a:cubicBezTo>
                        <a:pt x="424" y="980"/>
                        <a:pt x="434" y="975"/>
                        <a:pt x="443" y="969"/>
                      </a:cubicBezTo>
                      <a:cubicBezTo>
                        <a:pt x="447" y="965"/>
                        <a:pt x="451" y="961"/>
                        <a:pt x="454" y="956"/>
                      </a:cubicBezTo>
                      <a:cubicBezTo>
                        <a:pt x="457" y="952"/>
                        <a:pt x="459" y="947"/>
                        <a:pt x="461" y="941"/>
                      </a:cubicBezTo>
                      <a:cubicBezTo>
                        <a:pt x="463" y="936"/>
                        <a:pt x="463" y="931"/>
                        <a:pt x="463" y="925"/>
                      </a:cubicBezTo>
                      <a:cubicBezTo>
                        <a:pt x="463" y="920"/>
                        <a:pt x="463" y="914"/>
                        <a:pt x="463" y="909"/>
                      </a:cubicBezTo>
                      <a:cubicBezTo>
                        <a:pt x="463" y="887"/>
                        <a:pt x="463" y="865"/>
                        <a:pt x="463" y="844"/>
                      </a:cubicBezTo>
                      <a:cubicBezTo>
                        <a:pt x="463" y="672"/>
                        <a:pt x="463" y="518"/>
                        <a:pt x="463" y="389"/>
                      </a:cubicBezTo>
                      <a:cubicBezTo>
                        <a:pt x="463" y="259"/>
                        <a:pt x="463" y="154"/>
                        <a:pt x="464" y="82"/>
                      </a:cubicBezTo>
                      <a:cubicBezTo>
                        <a:pt x="464" y="73"/>
                        <a:pt x="464" y="64"/>
                        <a:pt x="464" y="56"/>
                      </a:cubicBezTo>
                      <a:cubicBezTo>
                        <a:pt x="464" y="48"/>
                        <a:pt x="462" y="41"/>
                        <a:pt x="460" y="34"/>
                      </a:cubicBezTo>
                      <a:cubicBezTo>
                        <a:pt x="457" y="28"/>
                        <a:pt x="453" y="23"/>
                        <a:pt x="449" y="18"/>
                      </a:cubicBezTo>
                      <a:cubicBezTo>
                        <a:pt x="445" y="14"/>
                        <a:pt x="441" y="11"/>
                        <a:pt x="437" y="8"/>
                      </a:cubicBezTo>
                      <a:cubicBezTo>
                        <a:pt x="429" y="3"/>
                        <a:pt x="422" y="2"/>
                        <a:pt x="417" y="1"/>
                      </a:cubicBezTo>
                      <a:cubicBezTo>
                        <a:pt x="414" y="1"/>
                        <a:pt x="413" y="1"/>
                        <a:pt x="411" y="0"/>
                      </a:cubicBezTo>
                      <a:cubicBezTo>
                        <a:pt x="410" y="0"/>
                        <a:pt x="409" y="0"/>
                        <a:pt x="409" y="0"/>
                      </a:cubicBezTo>
                      <a:cubicBezTo>
                        <a:pt x="409" y="0"/>
                        <a:pt x="407" y="0"/>
                        <a:pt x="402" y="0"/>
                      </a:cubicBezTo>
                      <a:cubicBezTo>
                        <a:pt x="397" y="0"/>
                        <a:pt x="390" y="0"/>
                        <a:pt x="380" y="0"/>
                      </a:cubicBezTo>
                      <a:close/>
                    </a:path>
                  </a:pathLst>
                </a:custGeom>
                <a:solidFill>
                  <a:schemeClr val="lt1"/>
                </a:solidFill>
                <a:ln>
                  <a:noFill/>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749" name="Google Shape;1749;p32"/>
                <p:cNvSpPr/>
                <p:nvPr/>
              </p:nvSpPr>
              <p:spPr>
                <a:xfrm>
                  <a:off x="2680637" y="2092059"/>
                  <a:ext cx="630664" cy="129843"/>
                </a:xfrm>
                <a:custGeom>
                  <a:rect b="b" l="l" r="r" t="t"/>
                  <a:pathLst>
                    <a:path extrusionOk="0" h="63" w="306">
                      <a:moveTo>
                        <a:pt x="0" y="0"/>
                      </a:moveTo>
                      <a:lnTo>
                        <a:pt x="306" y="0"/>
                      </a:lnTo>
                      <a:lnTo>
                        <a:pt x="306" y="63"/>
                      </a:lnTo>
                      <a:lnTo>
                        <a:pt x="0" y="63"/>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750" name="Google Shape;1750;p32"/>
                <p:cNvSpPr/>
                <p:nvPr/>
              </p:nvSpPr>
              <p:spPr>
                <a:xfrm>
                  <a:off x="2521940" y="1329488"/>
                  <a:ext cx="960423" cy="2025965"/>
                </a:xfrm>
                <a:custGeom>
                  <a:rect b="b" l="l" r="r" t="t"/>
                  <a:pathLst>
                    <a:path extrusionOk="0" h="983" w="466">
                      <a:moveTo>
                        <a:pt x="411" y="1"/>
                      </a:moveTo>
                      <a:cubicBezTo>
                        <a:pt x="411" y="1"/>
                        <a:pt x="412" y="1"/>
                        <a:pt x="413" y="1"/>
                      </a:cubicBezTo>
                      <a:cubicBezTo>
                        <a:pt x="415" y="1"/>
                        <a:pt x="416" y="1"/>
                        <a:pt x="419" y="1"/>
                      </a:cubicBezTo>
                      <a:cubicBezTo>
                        <a:pt x="424" y="2"/>
                        <a:pt x="431" y="3"/>
                        <a:pt x="439" y="8"/>
                      </a:cubicBezTo>
                      <a:cubicBezTo>
                        <a:pt x="443" y="11"/>
                        <a:pt x="448" y="14"/>
                        <a:pt x="452" y="18"/>
                      </a:cubicBezTo>
                      <a:cubicBezTo>
                        <a:pt x="456" y="23"/>
                        <a:pt x="459" y="28"/>
                        <a:pt x="462" y="35"/>
                      </a:cubicBezTo>
                      <a:cubicBezTo>
                        <a:pt x="465" y="41"/>
                        <a:pt x="466" y="49"/>
                        <a:pt x="466" y="57"/>
                      </a:cubicBezTo>
                      <a:cubicBezTo>
                        <a:pt x="466" y="65"/>
                        <a:pt x="466" y="73"/>
                        <a:pt x="466" y="82"/>
                      </a:cubicBezTo>
                      <a:cubicBezTo>
                        <a:pt x="466" y="155"/>
                        <a:pt x="466" y="260"/>
                        <a:pt x="466" y="389"/>
                      </a:cubicBezTo>
                      <a:cubicBezTo>
                        <a:pt x="466" y="519"/>
                        <a:pt x="466" y="673"/>
                        <a:pt x="466" y="844"/>
                      </a:cubicBezTo>
                      <a:cubicBezTo>
                        <a:pt x="466" y="866"/>
                        <a:pt x="466" y="887"/>
                        <a:pt x="466" y="909"/>
                      </a:cubicBezTo>
                      <a:lnTo>
                        <a:pt x="466" y="926"/>
                      </a:lnTo>
                      <a:cubicBezTo>
                        <a:pt x="466" y="931"/>
                        <a:pt x="466" y="937"/>
                        <a:pt x="464" y="942"/>
                      </a:cubicBezTo>
                      <a:cubicBezTo>
                        <a:pt x="463" y="948"/>
                        <a:pt x="460" y="953"/>
                        <a:pt x="457" y="958"/>
                      </a:cubicBezTo>
                      <a:cubicBezTo>
                        <a:pt x="454" y="962"/>
                        <a:pt x="450" y="966"/>
                        <a:pt x="446" y="970"/>
                      </a:cubicBezTo>
                      <a:cubicBezTo>
                        <a:pt x="437" y="977"/>
                        <a:pt x="426" y="982"/>
                        <a:pt x="415" y="982"/>
                      </a:cubicBezTo>
                      <a:cubicBezTo>
                        <a:pt x="403" y="983"/>
                        <a:pt x="392" y="982"/>
                        <a:pt x="380" y="982"/>
                      </a:cubicBezTo>
                      <a:cubicBezTo>
                        <a:pt x="358" y="982"/>
                        <a:pt x="334" y="982"/>
                        <a:pt x="311" y="982"/>
                      </a:cubicBezTo>
                      <a:cubicBezTo>
                        <a:pt x="265" y="982"/>
                        <a:pt x="217" y="982"/>
                        <a:pt x="169" y="982"/>
                      </a:cubicBezTo>
                      <a:cubicBezTo>
                        <a:pt x="145" y="982"/>
                        <a:pt x="121" y="982"/>
                        <a:pt x="96" y="982"/>
                      </a:cubicBezTo>
                      <a:cubicBezTo>
                        <a:pt x="84" y="982"/>
                        <a:pt x="72" y="982"/>
                        <a:pt x="60" y="982"/>
                      </a:cubicBezTo>
                      <a:cubicBezTo>
                        <a:pt x="47" y="983"/>
                        <a:pt x="35" y="980"/>
                        <a:pt x="24" y="973"/>
                      </a:cubicBezTo>
                      <a:cubicBezTo>
                        <a:pt x="14" y="965"/>
                        <a:pt x="6" y="955"/>
                        <a:pt x="3" y="943"/>
                      </a:cubicBezTo>
                      <a:cubicBezTo>
                        <a:pt x="1" y="937"/>
                        <a:pt x="0" y="931"/>
                        <a:pt x="0" y="924"/>
                      </a:cubicBezTo>
                      <a:cubicBezTo>
                        <a:pt x="0" y="918"/>
                        <a:pt x="0" y="912"/>
                        <a:pt x="0" y="906"/>
                      </a:cubicBezTo>
                      <a:cubicBezTo>
                        <a:pt x="0" y="882"/>
                        <a:pt x="0" y="858"/>
                        <a:pt x="0" y="833"/>
                      </a:cubicBezTo>
                      <a:cubicBezTo>
                        <a:pt x="0" y="785"/>
                        <a:pt x="0" y="738"/>
                        <a:pt x="0" y="691"/>
                      </a:cubicBezTo>
                      <a:cubicBezTo>
                        <a:pt x="0" y="598"/>
                        <a:pt x="0" y="508"/>
                        <a:pt x="1" y="423"/>
                      </a:cubicBezTo>
                      <a:cubicBezTo>
                        <a:pt x="1" y="337"/>
                        <a:pt x="1" y="255"/>
                        <a:pt x="1" y="179"/>
                      </a:cubicBezTo>
                      <a:cubicBezTo>
                        <a:pt x="1" y="141"/>
                        <a:pt x="1" y="104"/>
                        <a:pt x="1" y="69"/>
                      </a:cubicBezTo>
                      <a:cubicBezTo>
                        <a:pt x="1" y="65"/>
                        <a:pt x="1" y="60"/>
                        <a:pt x="1" y="56"/>
                      </a:cubicBezTo>
                      <a:cubicBezTo>
                        <a:pt x="1" y="54"/>
                        <a:pt x="1" y="52"/>
                        <a:pt x="1" y="49"/>
                      </a:cubicBezTo>
                      <a:cubicBezTo>
                        <a:pt x="1" y="47"/>
                        <a:pt x="2" y="45"/>
                        <a:pt x="2" y="43"/>
                      </a:cubicBezTo>
                      <a:cubicBezTo>
                        <a:pt x="4" y="34"/>
                        <a:pt x="8" y="26"/>
                        <a:pt x="14" y="20"/>
                      </a:cubicBezTo>
                      <a:cubicBezTo>
                        <a:pt x="19" y="13"/>
                        <a:pt x="26" y="8"/>
                        <a:pt x="34" y="5"/>
                      </a:cubicBezTo>
                      <a:cubicBezTo>
                        <a:pt x="41" y="1"/>
                        <a:pt x="50" y="0"/>
                        <a:pt x="58" y="0"/>
                      </a:cubicBezTo>
                      <a:cubicBezTo>
                        <a:pt x="74" y="0"/>
                        <a:pt x="90" y="0"/>
                        <a:pt x="105" y="0"/>
                      </a:cubicBezTo>
                      <a:cubicBezTo>
                        <a:pt x="113" y="0"/>
                        <a:pt x="121" y="0"/>
                        <a:pt x="128" y="0"/>
                      </a:cubicBezTo>
                      <a:cubicBezTo>
                        <a:pt x="132" y="0"/>
                        <a:pt x="136" y="0"/>
                        <a:pt x="139" y="0"/>
                      </a:cubicBezTo>
                      <a:cubicBezTo>
                        <a:pt x="143" y="0"/>
                        <a:pt x="147" y="1"/>
                        <a:pt x="150" y="3"/>
                      </a:cubicBezTo>
                      <a:cubicBezTo>
                        <a:pt x="153" y="5"/>
                        <a:pt x="156" y="8"/>
                        <a:pt x="157" y="12"/>
                      </a:cubicBezTo>
                      <a:cubicBezTo>
                        <a:pt x="158" y="15"/>
                        <a:pt x="158" y="19"/>
                        <a:pt x="158" y="23"/>
                      </a:cubicBezTo>
                      <a:cubicBezTo>
                        <a:pt x="158" y="24"/>
                        <a:pt x="158" y="26"/>
                        <a:pt x="158" y="28"/>
                      </a:cubicBezTo>
                      <a:cubicBezTo>
                        <a:pt x="158" y="30"/>
                        <a:pt x="158" y="31"/>
                        <a:pt x="158" y="33"/>
                      </a:cubicBezTo>
                      <a:cubicBezTo>
                        <a:pt x="158" y="36"/>
                        <a:pt x="160" y="40"/>
                        <a:pt x="162" y="42"/>
                      </a:cubicBezTo>
                      <a:cubicBezTo>
                        <a:pt x="164" y="45"/>
                        <a:pt x="167" y="47"/>
                        <a:pt x="170" y="47"/>
                      </a:cubicBezTo>
                      <a:cubicBezTo>
                        <a:pt x="172" y="48"/>
                        <a:pt x="174" y="48"/>
                        <a:pt x="175" y="48"/>
                      </a:cubicBezTo>
                      <a:lnTo>
                        <a:pt x="180" y="48"/>
                      </a:lnTo>
                      <a:cubicBezTo>
                        <a:pt x="187" y="48"/>
                        <a:pt x="193" y="48"/>
                        <a:pt x="200" y="48"/>
                      </a:cubicBezTo>
                      <a:cubicBezTo>
                        <a:pt x="226" y="48"/>
                        <a:pt x="250" y="48"/>
                        <a:pt x="272" y="48"/>
                      </a:cubicBezTo>
                      <a:cubicBezTo>
                        <a:pt x="283" y="48"/>
                        <a:pt x="293" y="48"/>
                        <a:pt x="303" y="48"/>
                      </a:cubicBezTo>
                      <a:cubicBezTo>
                        <a:pt x="306" y="48"/>
                        <a:pt x="308" y="48"/>
                        <a:pt x="311" y="48"/>
                      </a:cubicBezTo>
                      <a:cubicBezTo>
                        <a:pt x="313" y="48"/>
                        <a:pt x="315" y="47"/>
                        <a:pt x="317" y="46"/>
                      </a:cubicBezTo>
                      <a:cubicBezTo>
                        <a:pt x="321" y="43"/>
                        <a:pt x="324" y="39"/>
                        <a:pt x="325" y="35"/>
                      </a:cubicBezTo>
                      <a:cubicBezTo>
                        <a:pt x="325" y="32"/>
                        <a:pt x="325" y="30"/>
                        <a:pt x="325" y="28"/>
                      </a:cubicBezTo>
                      <a:cubicBezTo>
                        <a:pt x="325" y="26"/>
                        <a:pt x="325" y="24"/>
                        <a:pt x="325" y="22"/>
                      </a:cubicBezTo>
                      <a:cubicBezTo>
                        <a:pt x="325" y="19"/>
                        <a:pt x="325" y="17"/>
                        <a:pt x="326" y="15"/>
                      </a:cubicBezTo>
                      <a:cubicBezTo>
                        <a:pt x="326" y="13"/>
                        <a:pt x="327" y="11"/>
                        <a:pt x="328" y="9"/>
                      </a:cubicBezTo>
                      <a:cubicBezTo>
                        <a:pt x="330" y="6"/>
                        <a:pt x="333" y="3"/>
                        <a:pt x="336" y="2"/>
                      </a:cubicBezTo>
                      <a:cubicBezTo>
                        <a:pt x="340" y="0"/>
                        <a:pt x="344" y="1"/>
                        <a:pt x="347" y="1"/>
                      </a:cubicBezTo>
                      <a:cubicBezTo>
                        <a:pt x="361" y="1"/>
                        <a:pt x="373" y="1"/>
                        <a:pt x="382" y="1"/>
                      </a:cubicBezTo>
                      <a:cubicBezTo>
                        <a:pt x="392" y="1"/>
                        <a:pt x="399" y="1"/>
                        <a:pt x="404" y="1"/>
                      </a:cubicBezTo>
                      <a:cubicBezTo>
                        <a:pt x="409" y="1"/>
                        <a:pt x="411" y="1"/>
                        <a:pt x="411" y="1"/>
                      </a:cubicBezTo>
                      <a:cubicBezTo>
                        <a:pt x="411" y="1"/>
                        <a:pt x="409" y="1"/>
                        <a:pt x="404" y="1"/>
                      </a:cubicBezTo>
                      <a:cubicBezTo>
                        <a:pt x="399" y="1"/>
                        <a:pt x="392" y="1"/>
                        <a:pt x="382" y="1"/>
                      </a:cubicBezTo>
                      <a:cubicBezTo>
                        <a:pt x="373" y="1"/>
                        <a:pt x="361" y="1"/>
                        <a:pt x="347" y="1"/>
                      </a:cubicBezTo>
                      <a:cubicBezTo>
                        <a:pt x="344" y="1"/>
                        <a:pt x="340" y="0"/>
                        <a:pt x="337" y="2"/>
                      </a:cubicBezTo>
                      <a:cubicBezTo>
                        <a:pt x="333" y="3"/>
                        <a:pt x="330" y="6"/>
                        <a:pt x="328" y="9"/>
                      </a:cubicBezTo>
                      <a:cubicBezTo>
                        <a:pt x="327" y="11"/>
                        <a:pt x="327" y="13"/>
                        <a:pt x="326" y="15"/>
                      </a:cubicBezTo>
                      <a:cubicBezTo>
                        <a:pt x="326" y="17"/>
                        <a:pt x="326" y="19"/>
                        <a:pt x="326" y="21"/>
                      </a:cubicBezTo>
                      <a:lnTo>
                        <a:pt x="326" y="28"/>
                      </a:lnTo>
                      <a:cubicBezTo>
                        <a:pt x="326" y="30"/>
                        <a:pt x="326" y="32"/>
                        <a:pt x="325" y="35"/>
                      </a:cubicBezTo>
                      <a:cubicBezTo>
                        <a:pt x="325" y="39"/>
                        <a:pt x="322" y="43"/>
                        <a:pt x="318" y="46"/>
                      </a:cubicBezTo>
                      <a:cubicBezTo>
                        <a:pt x="316" y="47"/>
                        <a:pt x="313" y="48"/>
                        <a:pt x="311" y="48"/>
                      </a:cubicBezTo>
                      <a:cubicBezTo>
                        <a:pt x="308" y="49"/>
                        <a:pt x="306" y="48"/>
                        <a:pt x="303" y="49"/>
                      </a:cubicBezTo>
                      <a:cubicBezTo>
                        <a:pt x="293" y="49"/>
                        <a:pt x="283" y="49"/>
                        <a:pt x="272" y="49"/>
                      </a:cubicBezTo>
                      <a:cubicBezTo>
                        <a:pt x="250" y="49"/>
                        <a:pt x="226" y="49"/>
                        <a:pt x="200" y="49"/>
                      </a:cubicBezTo>
                      <a:lnTo>
                        <a:pt x="180" y="49"/>
                      </a:lnTo>
                      <a:cubicBezTo>
                        <a:pt x="179" y="49"/>
                        <a:pt x="177" y="49"/>
                        <a:pt x="175" y="49"/>
                      </a:cubicBezTo>
                      <a:cubicBezTo>
                        <a:pt x="174" y="49"/>
                        <a:pt x="172" y="49"/>
                        <a:pt x="170" y="48"/>
                      </a:cubicBezTo>
                      <a:cubicBezTo>
                        <a:pt x="167" y="47"/>
                        <a:pt x="164" y="45"/>
                        <a:pt x="161" y="43"/>
                      </a:cubicBezTo>
                      <a:cubicBezTo>
                        <a:pt x="159" y="40"/>
                        <a:pt x="158" y="37"/>
                        <a:pt x="157" y="33"/>
                      </a:cubicBezTo>
                      <a:cubicBezTo>
                        <a:pt x="157" y="31"/>
                        <a:pt x="157" y="30"/>
                        <a:pt x="157" y="28"/>
                      </a:cubicBezTo>
                      <a:cubicBezTo>
                        <a:pt x="157" y="26"/>
                        <a:pt x="157" y="24"/>
                        <a:pt x="157" y="22"/>
                      </a:cubicBezTo>
                      <a:cubicBezTo>
                        <a:pt x="157" y="19"/>
                        <a:pt x="157" y="15"/>
                        <a:pt x="156" y="12"/>
                      </a:cubicBezTo>
                      <a:cubicBezTo>
                        <a:pt x="155" y="9"/>
                        <a:pt x="152" y="6"/>
                        <a:pt x="150" y="4"/>
                      </a:cubicBezTo>
                      <a:cubicBezTo>
                        <a:pt x="147" y="2"/>
                        <a:pt x="143" y="1"/>
                        <a:pt x="139" y="1"/>
                      </a:cubicBezTo>
                      <a:lnTo>
                        <a:pt x="106" y="1"/>
                      </a:lnTo>
                      <a:cubicBezTo>
                        <a:pt x="90" y="1"/>
                        <a:pt x="74" y="1"/>
                        <a:pt x="58" y="1"/>
                      </a:cubicBezTo>
                      <a:cubicBezTo>
                        <a:pt x="50" y="1"/>
                        <a:pt x="42" y="2"/>
                        <a:pt x="34" y="6"/>
                      </a:cubicBezTo>
                      <a:cubicBezTo>
                        <a:pt x="27" y="9"/>
                        <a:pt x="20" y="14"/>
                        <a:pt x="15" y="20"/>
                      </a:cubicBezTo>
                      <a:cubicBezTo>
                        <a:pt x="9" y="27"/>
                        <a:pt x="5" y="35"/>
                        <a:pt x="4" y="43"/>
                      </a:cubicBezTo>
                      <a:cubicBezTo>
                        <a:pt x="3" y="45"/>
                        <a:pt x="3" y="47"/>
                        <a:pt x="2" y="49"/>
                      </a:cubicBezTo>
                      <a:cubicBezTo>
                        <a:pt x="2" y="51"/>
                        <a:pt x="2" y="54"/>
                        <a:pt x="2" y="56"/>
                      </a:cubicBezTo>
                      <a:cubicBezTo>
                        <a:pt x="2" y="60"/>
                        <a:pt x="2" y="65"/>
                        <a:pt x="2" y="69"/>
                      </a:cubicBezTo>
                      <a:cubicBezTo>
                        <a:pt x="2" y="104"/>
                        <a:pt x="2" y="141"/>
                        <a:pt x="2" y="179"/>
                      </a:cubicBezTo>
                      <a:cubicBezTo>
                        <a:pt x="2" y="255"/>
                        <a:pt x="2" y="337"/>
                        <a:pt x="2" y="422"/>
                      </a:cubicBezTo>
                      <a:cubicBezTo>
                        <a:pt x="2" y="508"/>
                        <a:pt x="2" y="598"/>
                        <a:pt x="2" y="691"/>
                      </a:cubicBezTo>
                      <a:cubicBezTo>
                        <a:pt x="2" y="738"/>
                        <a:pt x="2" y="785"/>
                        <a:pt x="2" y="833"/>
                      </a:cubicBezTo>
                      <a:cubicBezTo>
                        <a:pt x="2" y="857"/>
                        <a:pt x="2" y="882"/>
                        <a:pt x="2" y="906"/>
                      </a:cubicBezTo>
                      <a:cubicBezTo>
                        <a:pt x="2" y="912"/>
                        <a:pt x="2" y="918"/>
                        <a:pt x="2" y="924"/>
                      </a:cubicBezTo>
                      <a:cubicBezTo>
                        <a:pt x="2" y="930"/>
                        <a:pt x="2" y="936"/>
                        <a:pt x="4" y="942"/>
                      </a:cubicBezTo>
                      <a:cubicBezTo>
                        <a:pt x="8" y="954"/>
                        <a:pt x="15" y="964"/>
                        <a:pt x="25" y="971"/>
                      </a:cubicBezTo>
                      <a:cubicBezTo>
                        <a:pt x="35" y="978"/>
                        <a:pt x="48" y="981"/>
                        <a:pt x="60" y="981"/>
                      </a:cubicBezTo>
                      <a:cubicBezTo>
                        <a:pt x="72" y="981"/>
                        <a:pt x="84" y="981"/>
                        <a:pt x="96" y="981"/>
                      </a:cubicBezTo>
                      <a:cubicBezTo>
                        <a:pt x="121" y="981"/>
                        <a:pt x="145" y="981"/>
                        <a:pt x="169" y="981"/>
                      </a:cubicBezTo>
                      <a:cubicBezTo>
                        <a:pt x="217" y="981"/>
                        <a:pt x="265" y="981"/>
                        <a:pt x="311" y="981"/>
                      </a:cubicBezTo>
                      <a:cubicBezTo>
                        <a:pt x="335" y="981"/>
                        <a:pt x="358" y="981"/>
                        <a:pt x="381" y="981"/>
                      </a:cubicBezTo>
                      <a:cubicBezTo>
                        <a:pt x="392" y="981"/>
                        <a:pt x="403" y="981"/>
                        <a:pt x="415" y="981"/>
                      </a:cubicBezTo>
                      <a:cubicBezTo>
                        <a:pt x="426" y="980"/>
                        <a:pt x="437" y="976"/>
                        <a:pt x="445" y="969"/>
                      </a:cubicBezTo>
                      <a:cubicBezTo>
                        <a:pt x="449" y="965"/>
                        <a:pt x="453" y="961"/>
                        <a:pt x="456" y="957"/>
                      </a:cubicBezTo>
                      <a:cubicBezTo>
                        <a:pt x="459" y="952"/>
                        <a:pt x="461" y="947"/>
                        <a:pt x="463" y="942"/>
                      </a:cubicBezTo>
                      <a:cubicBezTo>
                        <a:pt x="465" y="936"/>
                        <a:pt x="465" y="931"/>
                        <a:pt x="465" y="925"/>
                      </a:cubicBezTo>
                      <a:cubicBezTo>
                        <a:pt x="465" y="920"/>
                        <a:pt x="465" y="914"/>
                        <a:pt x="465" y="909"/>
                      </a:cubicBezTo>
                      <a:cubicBezTo>
                        <a:pt x="465" y="887"/>
                        <a:pt x="465" y="865"/>
                        <a:pt x="465" y="844"/>
                      </a:cubicBezTo>
                      <a:cubicBezTo>
                        <a:pt x="465" y="673"/>
                        <a:pt x="465" y="519"/>
                        <a:pt x="465" y="389"/>
                      </a:cubicBezTo>
                      <a:cubicBezTo>
                        <a:pt x="465" y="259"/>
                        <a:pt x="466" y="155"/>
                        <a:pt x="466" y="82"/>
                      </a:cubicBezTo>
                      <a:cubicBezTo>
                        <a:pt x="466" y="73"/>
                        <a:pt x="466" y="65"/>
                        <a:pt x="466" y="57"/>
                      </a:cubicBezTo>
                      <a:cubicBezTo>
                        <a:pt x="466" y="49"/>
                        <a:pt x="464" y="41"/>
                        <a:pt x="462" y="35"/>
                      </a:cubicBezTo>
                      <a:cubicBezTo>
                        <a:pt x="459" y="28"/>
                        <a:pt x="455" y="23"/>
                        <a:pt x="451" y="18"/>
                      </a:cubicBezTo>
                      <a:cubicBezTo>
                        <a:pt x="448" y="14"/>
                        <a:pt x="443" y="11"/>
                        <a:pt x="439" y="8"/>
                      </a:cubicBezTo>
                      <a:cubicBezTo>
                        <a:pt x="431" y="4"/>
                        <a:pt x="424" y="2"/>
                        <a:pt x="419" y="1"/>
                      </a:cubicBezTo>
                      <a:cubicBezTo>
                        <a:pt x="417" y="1"/>
                        <a:pt x="415" y="1"/>
                        <a:pt x="413" y="1"/>
                      </a:cubicBezTo>
                      <a:cubicBezTo>
                        <a:pt x="412" y="1"/>
                        <a:pt x="412" y="1"/>
                        <a:pt x="412" y="1"/>
                      </a:cubicBezTo>
                      <a:lnTo>
                        <a:pt x="411" y="1"/>
                      </a:lnTo>
                      <a:close/>
                    </a:path>
                  </a:pathLst>
                </a:custGeom>
                <a:solidFill>
                  <a:schemeClr val="dk1"/>
                </a:solidFill>
                <a:ln cap="flat" cmpd="sng" w="9525">
                  <a:solidFill>
                    <a:schemeClr val="dk1"/>
                  </a:solidFill>
                  <a:prstDash val="solid"/>
                  <a:round/>
                  <a:headEnd len="sm" w="sm" type="none"/>
                  <a:tailEnd len="sm" w="sm" type="none"/>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751" name="Google Shape;1751;p32"/>
                <p:cNvSpPr/>
                <p:nvPr/>
              </p:nvSpPr>
              <p:spPr>
                <a:xfrm>
                  <a:off x="3309241" y="1512917"/>
                  <a:ext cx="82440" cy="2061"/>
                </a:xfrm>
                <a:custGeom>
                  <a:rect b="b" l="l" r="r" t="t"/>
                  <a:pathLst>
                    <a:path extrusionOk="0" h="1" w="40">
                      <a:moveTo>
                        <a:pt x="40" y="0"/>
                      </a:moveTo>
                      <a:cubicBezTo>
                        <a:pt x="40" y="0"/>
                        <a:pt x="31" y="0"/>
                        <a:pt x="20" y="1"/>
                      </a:cubicBezTo>
                      <a:cubicBezTo>
                        <a:pt x="9" y="1"/>
                        <a:pt x="0" y="1"/>
                        <a:pt x="0" y="0"/>
                      </a:cubicBezTo>
                      <a:cubicBezTo>
                        <a:pt x="0" y="0"/>
                        <a:pt x="9" y="0"/>
                        <a:pt x="20" y="0"/>
                      </a:cubicBezTo>
                      <a:cubicBezTo>
                        <a:pt x="31" y="0"/>
                        <a:pt x="40" y="0"/>
                        <a:pt x="40"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752" name="Google Shape;1752;p32"/>
                <p:cNvSpPr/>
                <p:nvPr/>
              </p:nvSpPr>
              <p:spPr>
                <a:xfrm>
                  <a:off x="3309241" y="1533527"/>
                  <a:ext cx="82440" cy="2061"/>
                </a:xfrm>
                <a:custGeom>
                  <a:rect b="b" l="l" r="r" t="t"/>
                  <a:pathLst>
                    <a:path extrusionOk="0" h="1" w="40">
                      <a:moveTo>
                        <a:pt x="40" y="0"/>
                      </a:moveTo>
                      <a:cubicBezTo>
                        <a:pt x="40" y="0"/>
                        <a:pt x="31" y="1"/>
                        <a:pt x="20" y="1"/>
                      </a:cubicBezTo>
                      <a:cubicBezTo>
                        <a:pt x="9" y="1"/>
                        <a:pt x="0" y="1"/>
                        <a:pt x="0" y="1"/>
                      </a:cubicBezTo>
                      <a:cubicBezTo>
                        <a:pt x="0" y="0"/>
                        <a:pt x="9" y="0"/>
                        <a:pt x="20" y="0"/>
                      </a:cubicBezTo>
                      <a:cubicBezTo>
                        <a:pt x="31" y="0"/>
                        <a:pt x="40" y="0"/>
                        <a:pt x="40"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753" name="Google Shape;1753;p32"/>
                <p:cNvSpPr/>
                <p:nvPr/>
              </p:nvSpPr>
              <p:spPr>
                <a:xfrm>
                  <a:off x="3309241" y="1554137"/>
                  <a:ext cx="82440" cy="2061"/>
                </a:xfrm>
                <a:custGeom>
                  <a:rect b="b" l="l" r="r" t="t"/>
                  <a:pathLst>
                    <a:path extrusionOk="0" h="1" w="40">
                      <a:moveTo>
                        <a:pt x="40" y="1"/>
                      </a:moveTo>
                      <a:cubicBezTo>
                        <a:pt x="40" y="1"/>
                        <a:pt x="31" y="1"/>
                        <a:pt x="20" y="1"/>
                      </a:cubicBezTo>
                      <a:cubicBezTo>
                        <a:pt x="9" y="1"/>
                        <a:pt x="0" y="1"/>
                        <a:pt x="0" y="1"/>
                      </a:cubicBezTo>
                      <a:cubicBezTo>
                        <a:pt x="0" y="1"/>
                        <a:pt x="9" y="0"/>
                        <a:pt x="20" y="0"/>
                      </a:cubicBezTo>
                      <a:cubicBezTo>
                        <a:pt x="31" y="0"/>
                        <a:pt x="40" y="0"/>
                        <a:pt x="40" y="1"/>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754" name="Google Shape;1754;p32"/>
                <p:cNvSpPr/>
                <p:nvPr/>
              </p:nvSpPr>
              <p:spPr>
                <a:xfrm>
                  <a:off x="2637356" y="1510856"/>
                  <a:ext cx="68013" cy="68013"/>
                </a:xfrm>
                <a:custGeom>
                  <a:rect b="b" l="l" r="r" t="t"/>
                  <a:pathLst>
                    <a:path extrusionOk="0" h="33" w="33">
                      <a:moveTo>
                        <a:pt x="1" y="33"/>
                      </a:moveTo>
                      <a:lnTo>
                        <a:pt x="2" y="33"/>
                      </a:lnTo>
                      <a:cubicBezTo>
                        <a:pt x="2" y="33"/>
                        <a:pt x="3" y="33"/>
                        <a:pt x="4" y="33"/>
                      </a:cubicBezTo>
                      <a:cubicBezTo>
                        <a:pt x="6" y="33"/>
                        <a:pt x="9" y="33"/>
                        <a:pt x="13" y="33"/>
                      </a:cubicBezTo>
                      <a:lnTo>
                        <a:pt x="12" y="33"/>
                      </a:lnTo>
                      <a:cubicBezTo>
                        <a:pt x="12" y="31"/>
                        <a:pt x="12" y="29"/>
                        <a:pt x="12" y="27"/>
                      </a:cubicBezTo>
                      <a:cubicBezTo>
                        <a:pt x="12" y="26"/>
                        <a:pt x="12" y="25"/>
                        <a:pt x="12" y="23"/>
                      </a:cubicBezTo>
                      <a:cubicBezTo>
                        <a:pt x="12" y="22"/>
                        <a:pt x="14" y="21"/>
                        <a:pt x="15" y="21"/>
                      </a:cubicBezTo>
                      <a:cubicBezTo>
                        <a:pt x="16" y="21"/>
                        <a:pt x="18" y="21"/>
                        <a:pt x="19" y="21"/>
                      </a:cubicBezTo>
                      <a:cubicBezTo>
                        <a:pt x="21" y="21"/>
                        <a:pt x="22" y="23"/>
                        <a:pt x="22" y="24"/>
                      </a:cubicBezTo>
                      <a:cubicBezTo>
                        <a:pt x="22" y="27"/>
                        <a:pt x="22" y="30"/>
                        <a:pt x="22" y="33"/>
                      </a:cubicBezTo>
                      <a:lnTo>
                        <a:pt x="22" y="33"/>
                      </a:lnTo>
                      <a:cubicBezTo>
                        <a:pt x="25" y="33"/>
                        <a:pt x="29" y="33"/>
                        <a:pt x="32" y="33"/>
                      </a:cubicBezTo>
                      <a:lnTo>
                        <a:pt x="32" y="33"/>
                      </a:lnTo>
                      <a:cubicBezTo>
                        <a:pt x="32" y="29"/>
                        <a:pt x="32" y="24"/>
                        <a:pt x="32" y="20"/>
                      </a:cubicBezTo>
                      <a:cubicBezTo>
                        <a:pt x="32" y="18"/>
                        <a:pt x="32" y="17"/>
                        <a:pt x="32" y="16"/>
                      </a:cubicBezTo>
                      <a:cubicBezTo>
                        <a:pt x="32" y="15"/>
                        <a:pt x="31" y="14"/>
                        <a:pt x="30" y="14"/>
                      </a:cubicBezTo>
                      <a:cubicBezTo>
                        <a:pt x="29" y="12"/>
                        <a:pt x="27" y="11"/>
                        <a:pt x="26" y="9"/>
                      </a:cubicBezTo>
                      <a:cubicBezTo>
                        <a:pt x="24" y="8"/>
                        <a:pt x="23" y="6"/>
                        <a:pt x="21" y="4"/>
                      </a:cubicBezTo>
                      <a:cubicBezTo>
                        <a:pt x="20" y="4"/>
                        <a:pt x="20" y="3"/>
                        <a:pt x="19" y="2"/>
                      </a:cubicBezTo>
                      <a:cubicBezTo>
                        <a:pt x="18" y="1"/>
                        <a:pt x="18" y="1"/>
                        <a:pt x="17" y="1"/>
                      </a:cubicBezTo>
                      <a:cubicBezTo>
                        <a:pt x="16" y="0"/>
                        <a:pt x="15" y="1"/>
                        <a:pt x="14" y="1"/>
                      </a:cubicBezTo>
                      <a:cubicBezTo>
                        <a:pt x="14" y="2"/>
                        <a:pt x="13" y="2"/>
                        <a:pt x="12" y="3"/>
                      </a:cubicBezTo>
                      <a:cubicBezTo>
                        <a:pt x="11" y="4"/>
                        <a:pt x="10" y="6"/>
                        <a:pt x="8" y="7"/>
                      </a:cubicBezTo>
                      <a:cubicBezTo>
                        <a:pt x="6" y="9"/>
                        <a:pt x="3" y="12"/>
                        <a:pt x="1" y="14"/>
                      </a:cubicBezTo>
                      <a:cubicBezTo>
                        <a:pt x="1" y="15"/>
                        <a:pt x="1" y="17"/>
                        <a:pt x="1" y="18"/>
                      </a:cubicBezTo>
                      <a:cubicBezTo>
                        <a:pt x="1" y="19"/>
                        <a:pt x="1" y="21"/>
                        <a:pt x="1" y="22"/>
                      </a:cubicBezTo>
                      <a:cubicBezTo>
                        <a:pt x="1" y="24"/>
                        <a:pt x="1" y="26"/>
                        <a:pt x="1" y="28"/>
                      </a:cubicBezTo>
                      <a:cubicBezTo>
                        <a:pt x="1" y="29"/>
                        <a:pt x="1" y="31"/>
                        <a:pt x="1" y="32"/>
                      </a:cubicBezTo>
                      <a:cubicBezTo>
                        <a:pt x="1" y="33"/>
                        <a:pt x="1" y="33"/>
                        <a:pt x="1" y="33"/>
                      </a:cubicBezTo>
                      <a:lnTo>
                        <a:pt x="1" y="32"/>
                      </a:lnTo>
                      <a:cubicBezTo>
                        <a:pt x="1" y="31"/>
                        <a:pt x="1" y="30"/>
                        <a:pt x="1" y="28"/>
                      </a:cubicBezTo>
                      <a:lnTo>
                        <a:pt x="1" y="22"/>
                      </a:lnTo>
                      <a:lnTo>
                        <a:pt x="1" y="18"/>
                      </a:lnTo>
                      <a:cubicBezTo>
                        <a:pt x="1" y="17"/>
                        <a:pt x="1" y="17"/>
                        <a:pt x="0" y="16"/>
                      </a:cubicBezTo>
                      <a:cubicBezTo>
                        <a:pt x="0" y="15"/>
                        <a:pt x="1" y="14"/>
                        <a:pt x="1" y="14"/>
                      </a:cubicBezTo>
                      <a:cubicBezTo>
                        <a:pt x="3" y="11"/>
                        <a:pt x="5" y="9"/>
                        <a:pt x="8" y="6"/>
                      </a:cubicBezTo>
                      <a:cubicBezTo>
                        <a:pt x="9" y="5"/>
                        <a:pt x="10" y="4"/>
                        <a:pt x="12" y="2"/>
                      </a:cubicBezTo>
                      <a:cubicBezTo>
                        <a:pt x="12" y="2"/>
                        <a:pt x="13" y="1"/>
                        <a:pt x="14" y="0"/>
                      </a:cubicBezTo>
                      <a:cubicBezTo>
                        <a:pt x="15" y="0"/>
                        <a:pt x="16" y="-1"/>
                        <a:pt x="17" y="0"/>
                      </a:cubicBezTo>
                      <a:cubicBezTo>
                        <a:pt x="18" y="0"/>
                        <a:pt x="19" y="1"/>
                        <a:pt x="20" y="2"/>
                      </a:cubicBezTo>
                      <a:cubicBezTo>
                        <a:pt x="20" y="2"/>
                        <a:pt x="21" y="3"/>
                        <a:pt x="22" y="4"/>
                      </a:cubicBezTo>
                      <a:cubicBezTo>
                        <a:pt x="23" y="5"/>
                        <a:pt x="25" y="7"/>
                        <a:pt x="26" y="8"/>
                      </a:cubicBezTo>
                      <a:cubicBezTo>
                        <a:pt x="28" y="10"/>
                        <a:pt x="29" y="11"/>
                        <a:pt x="31" y="13"/>
                      </a:cubicBezTo>
                      <a:lnTo>
                        <a:pt x="32" y="14"/>
                      </a:lnTo>
                      <a:cubicBezTo>
                        <a:pt x="33" y="15"/>
                        <a:pt x="33" y="15"/>
                        <a:pt x="33" y="16"/>
                      </a:cubicBezTo>
                      <a:cubicBezTo>
                        <a:pt x="33" y="17"/>
                        <a:pt x="33" y="18"/>
                        <a:pt x="33" y="19"/>
                      </a:cubicBezTo>
                      <a:cubicBezTo>
                        <a:pt x="33" y="24"/>
                        <a:pt x="33" y="29"/>
                        <a:pt x="33" y="33"/>
                      </a:cubicBezTo>
                      <a:lnTo>
                        <a:pt x="33" y="33"/>
                      </a:lnTo>
                      <a:lnTo>
                        <a:pt x="33" y="33"/>
                      </a:lnTo>
                      <a:cubicBezTo>
                        <a:pt x="29" y="33"/>
                        <a:pt x="25" y="33"/>
                        <a:pt x="22" y="33"/>
                      </a:cubicBezTo>
                      <a:lnTo>
                        <a:pt x="21" y="33"/>
                      </a:lnTo>
                      <a:lnTo>
                        <a:pt x="21" y="33"/>
                      </a:lnTo>
                      <a:cubicBezTo>
                        <a:pt x="21" y="30"/>
                        <a:pt x="21" y="27"/>
                        <a:pt x="21" y="24"/>
                      </a:cubicBezTo>
                      <a:cubicBezTo>
                        <a:pt x="21" y="23"/>
                        <a:pt x="20" y="21"/>
                        <a:pt x="19" y="21"/>
                      </a:cubicBezTo>
                      <a:cubicBezTo>
                        <a:pt x="18" y="21"/>
                        <a:pt x="16" y="21"/>
                        <a:pt x="15" y="21"/>
                      </a:cubicBezTo>
                      <a:cubicBezTo>
                        <a:pt x="14" y="21"/>
                        <a:pt x="13" y="22"/>
                        <a:pt x="13" y="23"/>
                      </a:cubicBezTo>
                      <a:cubicBezTo>
                        <a:pt x="13" y="25"/>
                        <a:pt x="13" y="26"/>
                        <a:pt x="13" y="27"/>
                      </a:cubicBezTo>
                      <a:cubicBezTo>
                        <a:pt x="13" y="29"/>
                        <a:pt x="13" y="31"/>
                        <a:pt x="13" y="33"/>
                      </a:cubicBezTo>
                      <a:lnTo>
                        <a:pt x="13" y="33"/>
                      </a:lnTo>
                      <a:lnTo>
                        <a:pt x="13" y="33"/>
                      </a:lnTo>
                      <a:cubicBezTo>
                        <a:pt x="9" y="33"/>
                        <a:pt x="6" y="33"/>
                        <a:pt x="4" y="33"/>
                      </a:cubicBezTo>
                      <a:cubicBezTo>
                        <a:pt x="3" y="33"/>
                        <a:pt x="2" y="33"/>
                        <a:pt x="2" y="33"/>
                      </a:cubicBezTo>
                      <a:cubicBezTo>
                        <a:pt x="1" y="33"/>
                        <a:pt x="1" y="33"/>
                        <a:pt x="1" y="33"/>
                      </a:cubicBezTo>
                      <a:close/>
                    </a:path>
                  </a:pathLst>
                </a:custGeom>
                <a:solidFill>
                  <a:srgbClr val="263238"/>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755" name="Google Shape;1755;p32"/>
                <p:cNvSpPr/>
                <p:nvPr/>
              </p:nvSpPr>
              <p:spPr>
                <a:xfrm>
                  <a:off x="2682698" y="2283732"/>
                  <a:ext cx="630664" cy="129843"/>
                </a:xfrm>
                <a:custGeom>
                  <a:rect b="b" l="l" r="r" t="t"/>
                  <a:pathLst>
                    <a:path extrusionOk="0" h="63" w="306">
                      <a:moveTo>
                        <a:pt x="0" y="0"/>
                      </a:moveTo>
                      <a:lnTo>
                        <a:pt x="306" y="0"/>
                      </a:lnTo>
                      <a:lnTo>
                        <a:pt x="306" y="63"/>
                      </a:lnTo>
                      <a:lnTo>
                        <a:pt x="0" y="63"/>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756" name="Google Shape;1756;p32"/>
                <p:cNvSpPr/>
                <p:nvPr/>
              </p:nvSpPr>
              <p:spPr>
                <a:xfrm>
                  <a:off x="2682698" y="2471284"/>
                  <a:ext cx="630664" cy="129843"/>
                </a:xfrm>
                <a:custGeom>
                  <a:rect b="b" l="l" r="r" t="t"/>
                  <a:pathLst>
                    <a:path extrusionOk="0" h="63" w="306">
                      <a:moveTo>
                        <a:pt x="0" y="0"/>
                      </a:moveTo>
                      <a:lnTo>
                        <a:pt x="306" y="0"/>
                      </a:lnTo>
                      <a:lnTo>
                        <a:pt x="306" y="63"/>
                      </a:lnTo>
                      <a:lnTo>
                        <a:pt x="0" y="63"/>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757" name="Google Shape;1757;p32"/>
                <p:cNvSpPr/>
                <p:nvPr/>
              </p:nvSpPr>
              <p:spPr>
                <a:xfrm>
                  <a:off x="2779565" y="2726848"/>
                  <a:ext cx="447235" cy="129843"/>
                </a:xfrm>
                <a:custGeom>
                  <a:rect b="b" l="l" r="r" t="t"/>
                  <a:pathLst>
                    <a:path extrusionOk="0" h="63" w="217">
                      <a:moveTo>
                        <a:pt x="185" y="63"/>
                      </a:moveTo>
                      <a:lnTo>
                        <a:pt x="32" y="63"/>
                      </a:lnTo>
                      <a:cubicBezTo>
                        <a:pt x="14" y="63"/>
                        <a:pt x="0" y="49"/>
                        <a:pt x="0" y="32"/>
                      </a:cubicBezTo>
                      <a:lnTo>
                        <a:pt x="0" y="32"/>
                      </a:lnTo>
                      <a:cubicBezTo>
                        <a:pt x="0" y="14"/>
                        <a:pt x="14" y="0"/>
                        <a:pt x="32" y="0"/>
                      </a:cubicBezTo>
                      <a:lnTo>
                        <a:pt x="185" y="0"/>
                      </a:lnTo>
                      <a:cubicBezTo>
                        <a:pt x="203" y="0"/>
                        <a:pt x="217" y="14"/>
                        <a:pt x="217" y="32"/>
                      </a:cubicBezTo>
                      <a:lnTo>
                        <a:pt x="217" y="32"/>
                      </a:lnTo>
                      <a:cubicBezTo>
                        <a:pt x="217" y="49"/>
                        <a:pt x="203" y="63"/>
                        <a:pt x="185" y="63"/>
                      </a:cubicBezTo>
                      <a:close/>
                    </a:path>
                  </a:pathLst>
                </a:custGeom>
                <a:solidFill>
                  <a:schemeClr val="dk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758" name="Google Shape;1758;p32"/>
                <p:cNvSpPr/>
                <p:nvPr/>
              </p:nvSpPr>
              <p:spPr>
                <a:xfrm>
                  <a:off x="2804297" y="1953972"/>
                  <a:ext cx="395711" cy="10305"/>
                </a:xfrm>
                <a:custGeom>
                  <a:rect b="b" l="l" r="r" t="t"/>
                  <a:pathLst>
                    <a:path extrusionOk="0" h="5" w="192">
                      <a:moveTo>
                        <a:pt x="192" y="3"/>
                      </a:moveTo>
                      <a:cubicBezTo>
                        <a:pt x="192" y="4"/>
                        <a:pt x="149" y="5"/>
                        <a:pt x="96" y="5"/>
                      </a:cubicBezTo>
                      <a:cubicBezTo>
                        <a:pt x="43" y="5"/>
                        <a:pt x="0" y="5"/>
                        <a:pt x="0" y="3"/>
                      </a:cubicBezTo>
                      <a:cubicBezTo>
                        <a:pt x="0" y="2"/>
                        <a:pt x="43" y="0"/>
                        <a:pt x="96" y="0"/>
                      </a:cubicBezTo>
                      <a:cubicBezTo>
                        <a:pt x="149" y="0"/>
                        <a:pt x="192" y="1"/>
                        <a:pt x="192" y="3"/>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759" name="Google Shape;1759;p32"/>
                <p:cNvSpPr/>
                <p:nvPr/>
              </p:nvSpPr>
              <p:spPr>
                <a:xfrm>
                  <a:off x="1755249" y="663783"/>
                  <a:ext cx="1065533" cy="2252676"/>
                </a:xfrm>
                <a:custGeom>
                  <a:rect b="b" l="l" r="r" t="t"/>
                  <a:pathLst>
                    <a:path extrusionOk="0" h="1093" w="517">
                      <a:moveTo>
                        <a:pt x="424" y="0"/>
                      </a:moveTo>
                      <a:cubicBezTo>
                        <a:pt x="413" y="0"/>
                        <a:pt x="400" y="0"/>
                        <a:pt x="385" y="0"/>
                      </a:cubicBezTo>
                      <a:cubicBezTo>
                        <a:pt x="381" y="0"/>
                        <a:pt x="377" y="0"/>
                        <a:pt x="373" y="2"/>
                      </a:cubicBezTo>
                      <a:cubicBezTo>
                        <a:pt x="369" y="3"/>
                        <a:pt x="366" y="6"/>
                        <a:pt x="364" y="10"/>
                      </a:cubicBezTo>
                      <a:cubicBezTo>
                        <a:pt x="363" y="12"/>
                        <a:pt x="361" y="14"/>
                        <a:pt x="361" y="16"/>
                      </a:cubicBezTo>
                      <a:cubicBezTo>
                        <a:pt x="360" y="18"/>
                        <a:pt x="361" y="21"/>
                        <a:pt x="361" y="23"/>
                      </a:cubicBezTo>
                      <a:cubicBezTo>
                        <a:pt x="361" y="26"/>
                        <a:pt x="361" y="28"/>
                        <a:pt x="361" y="30"/>
                      </a:cubicBezTo>
                      <a:cubicBezTo>
                        <a:pt x="361" y="33"/>
                        <a:pt x="361" y="35"/>
                        <a:pt x="361" y="38"/>
                      </a:cubicBezTo>
                      <a:cubicBezTo>
                        <a:pt x="360" y="43"/>
                        <a:pt x="357" y="48"/>
                        <a:pt x="352" y="51"/>
                      </a:cubicBezTo>
                      <a:cubicBezTo>
                        <a:pt x="350" y="52"/>
                        <a:pt x="347" y="53"/>
                        <a:pt x="344" y="53"/>
                      </a:cubicBezTo>
                      <a:cubicBezTo>
                        <a:pt x="341" y="54"/>
                        <a:pt x="339" y="53"/>
                        <a:pt x="336" y="53"/>
                      </a:cubicBezTo>
                      <a:cubicBezTo>
                        <a:pt x="325" y="53"/>
                        <a:pt x="313" y="53"/>
                        <a:pt x="301" y="53"/>
                      </a:cubicBezTo>
                      <a:cubicBezTo>
                        <a:pt x="276" y="53"/>
                        <a:pt x="249" y="53"/>
                        <a:pt x="221" y="53"/>
                      </a:cubicBezTo>
                      <a:cubicBezTo>
                        <a:pt x="213" y="53"/>
                        <a:pt x="206" y="53"/>
                        <a:pt x="199" y="53"/>
                      </a:cubicBezTo>
                      <a:cubicBezTo>
                        <a:pt x="197" y="53"/>
                        <a:pt x="195" y="53"/>
                        <a:pt x="193" y="53"/>
                      </a:cubicBezTo>
                      <a:cubicBezTo>
                        <a:pt x="191" y="53"/>
                        <a:pt x="189" y="53"/>
                        <a:pt x="187" y="53"/>
                      </a:cubicBezTo>
                      <a:cubicBezTo>
                        <a:pt x="184" y="52"/>
                        <a:pt x="180" y="50"/>
                        <a:pt x="178" y="47"/>
                      </a:cubicBezTo>
                      <a:cubicBezTo>
                        <a:pt x="175" y="44"/>
                        <a:pt x="173" y="40"/>
                        <a:pt x="173" y="36"/>
                      </a:cubicBezTo>
                      <a:cubicBezTo>
                        <a:pt x="173" y="34"/>
                        <a:pt x="173" y="32"/>
                        <a:pt x="173" y="30"/>
                      </a:cubicBezTo>
                      <a:cubicBezTo>
                        <a:pt x="173" y="28"/>
                        <a:pt x="173" y="26"/>
                        <a:pt x="173" y="24"/>
                      </a:cubicBezTo>
                      <a:cubicBezTo>
                        <a:pt x="173" y="20"/>
                        <a:pt x="173" y="16"/>
                        <a:pt x="172" y="13"/>
                      </a:cubicBezTo>
                      <a:cubicBezTo>
                        <a:pt x="170" y="9"/>
                        <a:pt x="168" y="6"/>
                        <a:pt x="164" y="3"/>
                      </a:cubicBezTo>
                      <a:cubicBezTo>
                        <a:pt x="161" y="1"/>
                        <a:pt x="157" y="0"/>
                        <a:pt x="153" y="0"/>
                      </a:cubicBezTo>
                      <a:lnTo>
                        <a:pt x="141" y="0"/>
                      </a:lnTo>
                      <a:cubicBezTo>
                        <a:pt x="132" y="0"/>
                        <a:pt x="124" y="0"/>
                        <a:pt x="115" y="0"/>
                      </a:cubicBezTo>
                      <a:cubicBezTo>
                        <a:pt x="98" y="0"/>
                        <a:pt x="80" y="0"/>
                        <a:pt x="62" y="0"/>
                      </a:cubicBezTo>
                      <a:cubicBezTo>
                        <a:pt x="53" y="0"/>
                        <a:pt x="44" y="2"/>
                        <a:pt x="36" y="5"/>
                      </a:cubicBezTo>
                      <a:cubicBezTo>
                        <a:pt x="28" y="9"/>
                        <a:pt x="20" y="15"/>
                        <a:pt x="14" y="22"/>
                      </a:cubicBezTo>
                      <a:cubicBezTo>
                        <a:pt x="8" y="29"/>
                        <a:pt x="4" y="38"/>
                        <a:pt x="2" y="47"/>
                      </a:cubicBezTo>
                      <a:cubicBezTo>
                        <a:pt x="1" y="49"/>
                        <a:pt x="1" y="52"/>
                        <a:pt x="0" y="54"/>
                      </a:cubicBezTo>
                      <a:cubicBezTo>
                        <a:pt x="0" y="56"/>
                        <a:pt x="0" y="58"/>
                        <a:pt x="0" y="60"/>
                      </a:cubicBezTo>
                      <a:lnTo>
                        <a:pt x="0" y="454"/>
                      </a:lnTo>
                      <a:cubicBezTo>
                        <a:pt x="0" y="460"/>
                        <a:pt x="0" y="465"/>
                        <a:pt x="0" y="470"/>
                      </a:cubicBezTo>
                      <a:cubicBezTo>
                        <a:pt x="0" y="486"/>
                        <a:pt x="0" y="502"/>
                        <a:pt x="0" y="519"/>
                      </a:cubicBezTo>
                      <a:lnTo>
                        <a:pt x="0" y="1031"/>
                      </a:lnTo>
                      <a:cubicBezTo>
                        <a:pt x="0" y="1037"/>
                        <a:pt x="0" y="1044"/>
                        <a:pt x="2" y="1050"/>
                      </a:cubicBezTo>
                      <a:cubicBezTo>
                        <a:pt x="6" y="1063"/>
                        <a:pt x="15" y="1075"/>
                        <a:pt x="26" y="1082"/>
                      </a:cubicBezTo>
                      <a:cubicBezTo>
                        <a:pt x="37" y="1090"/>
                        <a:pt x="51" y="1094"/>
                        <a:pt x="64" y="1093"/>
                      </a:cubicBezTo>
                      <a:cubicBezTo>
                        <a:pt x="78" y="1093"/>
                        <a:pt x="92" y="1093"/>
                        <a:pt x="105" y="1093"/>
                      </a:cubicBezTo>
                      <a:cubicBezTo>
                        <a:pt x="132" y="1093"/>
                        <a:pt x="159" y="1093"/>
                        <a:pt x="186" y="1093"/>
                      </a:cubicBezTo>
                      <a:cubicBezTo>
                        <a:pt x="240" y="1093"/>
                        <a:pt x="293" y="1093"/>
                        <a:pt x="345" y="1093"/>
                      </a:cubicBezTo>
                      <a:cubicBezTo>
                        <a:pt x="371" y="1093"/>
                        <a:pt x="397" y="1093"/>
                        <a:pt x="422" y="1093"/>
                      </a:cubicBezTo>
                      <a:cubicBezTo>
                        <a:pt x="435" y="1093"/>
                        <a:pt x="447" y="1093"/>
                        <a:pt x="460" y="1093"/>
                      </a:cubicBezTo>
                      <a:cubicBezTo>
                        <a:pt x="472" y="1092"/>
                        <a:pt x="485" y="1087"/>
                        <a:pt x="494" y="1080"/>
                      </a:cubicBezTo>
                      <a:cubicBezTo>
                        <a:pt x="499" y="1076"/>
                        <a:pt x="502" y="1071"/>
                        <a:pt x="506" y="1066"/>
                      </a:cubicBezTo>
                      <a:cubicBezTo>
                        <a:pt x="509" y="1061"/>
                        <a:pt x="512" y="1055"/>
                        <a:pt x="514" y="1049"/>
                      </a:cubicBezTo>
                      <a:cubicBezTo>
                        <a:pt x="516" y="1044"/>
                        <a:pt x="516" y="1038"/>
                        <a:pt x="516" y="1031"/>
                      </a:cubicBezTo>
                      <a:cubicBezTo>
                        <a:pt x="516" y="1025"/>
                        <a:pt x="516" y="1019"/>
                        <a:pt x="516" y="1013"/>
                      </a:cubicBezTo>
                      <a:cubicBezTo>
                        <a:pt x="516" y="989"/>
                        <a:pt x="516" y="964"/>
                        <a:pt x="516" y="941"/>
                      </a:cubicBezTo>
                      <a:cubicBezTo>
                        <a:pt x="516" y="750"/>
                        <a:pt x="516" y="578"/>
                        <a:pt x="516" y="433"/>
                      </a:cubicBezTo>
                      <a:cubicBezTo>
                        <a:pt x="517" y="289"/>
                        <a:pt x="517" y="172"/>
                        <a:pt x="517" y="91"/>
                      </a:cubicBezTo>
                      <a:cubicBezTo>
                        <a:pt x="517" y="81"/>
                        <a:pt x="517" y="71"/>
                        <a:pt x="517" y="62"/>
                      </a:cubicBezTo>
                      <a:cubicBezTo>
                        <a:pt x="517" y="53"/>
                        <a:pt x="515" y="45"/>
                        <a:pt x="512" y="38"/>
                      </a:cubicBezTo>
                      <a:cubicBezTo>
                        <a:pt x="509" y="31"/>
                        <a:pt x="505" y="25"/>
                        <a:pt x="501" y="20"/>
                      </a:cubicBezTo>
                      <a:cubicBezTo>
                        <a:pt x="497" y="15"/>
                        <a:pt x="492" y="11"/>
                        <a:pt x="487" y="9"/>
                      </a:cubicBezTo>
                      <a:cubicBezTo>
                        <a:pt x="478" y="3"/>
                        <a:pt x="470" y="1"/>
                        <a:pt x="465" y="1"/>
                      </a:cubicBezTo>
                      <a:cubicBezTo>
                        <a:pt x="462" y="0"/>
                        <a:pt x="460" y="0"/>
                        <a:pt x="459" y="0"/>
                      </a:cubicBezTo>
                      <a:cubicBezTo>
                        <a:pt x="457" y="0"/>
                        <a:pt x="457" y="0"/>
                        <a:pt x="457" y="0"/>
                      </a:cubicBezTo>
                      <a:cubicBezTo>
                        <a:pt x="457" y="0"/>
                        <a:pt x="454" y="0"/>
                        <a:pt x="448" y="0"/>
                      </a:cubicBezTo>
                      <a:cubicBezTo>
                        <a:pt x="443" y="0"/>
                        <a:pt x="435" y="0"/>
                        <a:pt x="424" y="0"/>
                      </a:cubicBezTo>
                      <a:close/>
                    </a:path>
                  </a:pathLst>
                </a:custGeom>
                <a:solidFill>
                  <a:schemeClr val="lt1"/>
                </a:solidFill>
                <a:ln>
                  <a:noFill/>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760" name="Google Shape;1760;p32"/>
                <p:cNvSpPr/>
                <p:nvPr/>
              </p:nvSpPr>
              <p:spPr>
                <a:xfrm>
                  <a:off x="1753188" y="663783"/>
                  <a:ext cx="1069655" cy="2258859"/>
                </a:xfrm>
                <a:custGeom>
                  <a:rect b="b" l="l" r="r" t="t"/>
                  <a:pathLst>
                    <a:path extrusionOk="0" h="1096" w="519">
                      <a:moveTo>
                        <a:pt x="458" y="1"/>
                      </a:moveTo>
                      <a:cubicBezTo>
                        <a:pt x="458" y="1"/>
                        <a:pt x="459" y="1"/>
                        <a:pt x="460" y="1"/>
                      </a:cubicBezTo>
                      <a:cubicBezTo>
                        <a:pt x="461" y="1"/>
                        <a:pt x="463" y="1"/>
                        <a:pt x="466" y="1"/>
                      </a:cubicBezTo>
                      <a:cubicBezTo>
                        <a:pt x="472" y="2"/>
                        <a:pt x="480" y="4"/>
                        <a:pt x="489" y="9"/>
                      </a:cubicBezTo>
                      <a:cubicBezTo>
                        <a:pt x="494" y="12"/>
                        <a:pt x="498" y="16"/>
                        <a:pt x="503" y="20"/>
                      </a:cubicBezTo>
                      <a:cubicBezTo>
                        <a:pt x="507" y="25"/>
                        <a:pt x="511" y="31"/>
                        <a:pt x="514" y="38"/>
                      </a:cubicBezTo>
                      <a:cubicBezTo>
                        <a:pt x="517" y="46"/>
                        <a:pt x="519" y="54"/>
                        <a:pt x="519" y="63"/>
                      </a:cubicBezTo>
                      <a:cubicBezTo>
                        <a:pt x="519" y="72"/>
                        <a:pt x="519" y="82"/>
                        <a:pt x="519" y="92"/>
                      </a:cubicBezTo>
                      <a:cubicBezTo>
                        <a:pt x="519" y="173"/>
                        <a:pt x="519" y="289"/>
                        <a:pt x="519" y="434"/>
                      </a:cubicBezTo>
                      <a:cubicBezTo>
                        <a:pt x="519" y="578"/>
                        <a:pt x="519" y="750"/>
                        <a:pt x="519" y="941"/>
                      </a:cubicBezTo>
                      <a:cubicBezTo>
                        <a:pt x="519" y="965"/>
                        <a:pt x="519" y="989"/>
                        <a:pt x="519" y="1014"/>
                      </a:cubicBezTo>
                      <a:cubicBezTo>
                        <a:pt x="519" y="1020"/>
                        <a:pt x="519" y="1026"/>
                        <a:pt x="519" y="1032"/>
                      </a:cubicBezTo>
                      <a:cubicBezTo>
                        <a:pt x="519" y="1038"/>
                        <a:pt x="519" y="1045"/>
                        <a:pt x="517" y="1051"/>
                      </a:cubicBezTo>
                      <a:cubicBezTo>
                        <a:pt x="515" y="1057"/>
                        <a:pt x="513" y="1063"/>
                        <a:pt x="509" y="1068"/>
                      </a:cubicBezTo>
                      <a:cubicBezTo>
                        <a:pt x="506" y="1073"/>
                        <a:pt x="501" y="1078"/>
                        <a:pt x="496" y="1082"/>
                      </a:cubicBezTo>
                      <a:cubicBezTo>
                        <a:pt x="487" y="1090"/>
                        <a:pt x="474" y="1095"/>
                        <a:pt x="461" y="1095"/>
                      </a:cubicBezTo>
                      <a:cubicBezTo>
                        <a:pt x="449" y="1096"/>
                        <a:pt x="436" y="1095"/>
                        <a:pt x="423" y="1096"/>
                      </a:cubicBezTo>
                      <a:cubicBezTo>
                        <a:pt x="398" y="1096"/>
                        <a:pt x="372" y="1096"/>
                        <a:pt x="346" y="1096"/>
                      </a:cubicBezTo>
                      <a:cubicBezTo>
                        <a:pt x="294" y="1096"/>
                        <a:pt x="241" y="1096"/>
                        <a:pt x="188" y="1096"/>
                      </a:cubicBezTo>
                      <a:cubicBezTo>
                        <a:pt x="161" y="1096"/>
                        <a:pt x="134" y="1096"/>
                        <a:pt x="107" y="1096"/>
                      </a:cubicBezTo>
                      <a:cubicBezTo>
                        <a:pt x="93" y="1096"/>
                        <a:pt x="79" y="1096"/>
                        <a:pt x="66" y="1096"/>
                      </a:cubicBezTo>
                      <a:cubicBezTo>
                        <a:pt x="52" y="1096"/>
                        <a:pt x="38" y="1093"/>
                        <a:pt x="26" y="1085"/>
                      </a:cubicBezTo>
                      <a:cubicBezTo>
                        <a:pt x="15" y="1077"/>
                        <a:pt x="6" y="1065"/>
                        <a:pt x="2" y="1051"/>
                      </a:cubicBezTo>
                      <a:cubicBezTo>
                        <a:pt x="0" y="1045"/>
                        <a:pt x="0" y="1038"/>
                        <a:pt x="0" y="1031"/>
                      </a:cubicBezTo>
                      <a:cubicBezTo>
                        <a:pt x="0" y="1024"/>
                        <a:pt x="0" y="1017"/>
                        <a:pt x="0" y="1010"/>
                      </a:cubicBezTo>
                      <a:cubicBezTo>
                        <a:pt x="0" y="983"/>
                        <a:pt x="0" y="956"/>
                        <a:pt x="0" y="929"/>
                      </a:cubicBezTo>
                      <a:cubicBezTo>
                        <a:pt x="0" y="876"/>
                        <a:pt x="0" y="823"/>
                        <a:pt x="0" y="771"/>
                      </a:cubicBezTo>
                      <a:cubicBezTo>
                        <a:pt x="0" y="667"/>
                        <a:pt x="0" y="567"/>
                        <a:pt x="0" y="471"/>
                      </a:cubicBezTo>
                      <a:cubicBezTo>
                        <a:pt x="0" y="376"/>
                        <a:pt x="0" y="285"/>
                        <a:pt x="0" y="200"/>
                      </a:cubicBezTo>
                      <a:cubicBezTo>
                        <a:pt x="0" y="157"/>
                        <a:pt x="0" y="116"/>
                        <a:pt x="0" y="77"/>
                      </a:cubicBezTo>
                      <a:cubicBezTo>
                        <a:pt x="0" y="72"/>
                        <a:pt x="0" y="67"/>
                        <a:pt x="0" y="62"/>
                      </a:cubicBezTo>
                      <a:cubicBezTo>
                        <a:pt x="0" y="60"/>
                        <a:pt x="0" y="57"/>
                        <a:pt x="0" y="55"/>
                      </a:cubicBezTo>
                      <a:cubicBezTo>
                        <a:pt x="1" y="52"/>
                        <a:pt x="1" y="50"/>
                        <a:pt x="1" y="48"/>
                      </a:cubicBezTo>
                      <a:cubicBezTo>
                        <a:pt x="4" y="38"/>
                        <a:pt x="8" y="29"/>
                        <a:pt x="14" y="22"/>
                      </a:cubicBezTo>
                      <a:cubicBezTo>
                        <a:pt x="20" y="15"/>
                        <a:pt x="28" y="9"/>
                        <a:pt x="37" y="5"/>
                      </a:cubicBezTo>
                      <a:cubicBezTo>
                        <a:pt x="45" y="1"/>
                        <a:pt x="55" y="0"/>
                        <a:pt x="64" y="0"/>
                      </a:cubicBezTo>
                      <a:cubicBezTo>
                        <a:pt x="82" y="0"/>
                        <a:pt x="99" y="0"/>
                        <a:pt x="117" y="0"/>
                      </a:cubicBezTo>
                      <a:cubicBezTo>
                        <a:pt x="125" y="0"/>
                        <a:pt x="134" y="0"/>
                        <a:pt x="142" y="0"/>
                      </a:cubicBezTo>
                      <a:cubicBezTo>
                        <a:pt x="146" y="0"/>
                        <a:pt x="150" y="0"/>
                        <a:pt x="154" y="0"/>
                      </a:cubicBezTo>
                      <a:cubicBezTo>
                        <a:pt x="159" y="0"/>
                        <a:pt x="163" y="1"/>
                        <a:pt x="166" y="3"/>
                      </a:cubicBezTo>
                      <a:cubicBezTo>
                        <a:pt x="170" y="6"/>
                        <a:pt x="172" y="9"/>
                        <a:pt x="174" y="13"/>
                      </a:cubicBezTo>
                      <a:cubicBezTo>
                        <a:pt x="175" y="17"/>
                        <a:pt x="175" y="21"/>
                        <a:pt x="175" y="25"/>
                      </a:cubicBezTo>
                      <a:cubicBezTo>
                        <a:pt x="175" y="27"/>
                        <a:pt x="175" y="29"/>
                        <a:pt x="175" y="31"/>
                      </a:cubicBezTo>
                      <a:cubicBezTo>
                        <a:pt x="175" y="33"/>
                        <a:pt x="175" y="35"/>
                        <a:pt x="175" y="37"/>
                      </a:cubicBezTo>
                      <a:cubicBezTo>
                        <a:pt x="176" y="41"/>
                        <a:pt x="177" y="44"/>
                        <a:pt x="180" y="47"/>
                      </a:cubicBezTo>
                      <a:cubicBezTo>
                        <a:pt x="182" y="50"/>
                        <a:pt x="185" y="52"/>
                        <a:pt x="189" y="53"/>
                      </a:cubicBezTo>
                      <a:cubicBezTo>
                        <a:pt x="191" y="53"/>
                        <a:pt x="193" y="53"/>
                        <a:pt x="194" y="53"/>
                      </a:cubicBezTo>
                      <a:cubicBezTo>
                        <a:pt x="196" y="53"/>
                        <a:pt x="198" y="53"/>
                        <a:pt x="200" y="53"/>
                      </a:cubicBezTo>
                      <a:cubicBezTo>
                        <a:pt x="207" y="53"/>
                        <a:pt x="215" y="53"/>
                        <a:pt x="222" y="53"/>
                      </a:cubicBezTo>
                      <a:cubicBezTo>
                        <a:pt x="251" y="53"/>
                        <a:pt x="277" y="53"/>
                        <a:pt x="302" y="53"/>
                      </a:cubicBezTo>
                      <a:cubicBezTo>
                        <a:pt x="314" y="53"/>
                        <a:pt x="326" y="53"/>
                        <a:pt x="337" y="53"/>
                      </a:cubicBezTo>
                      <a:cubicBezTo>
                        <a:pt x="340" y="53"/>
                        <a:pt x="343" y="53"/>
                        <a:pt x="345" y="53"/>
                      </a:cubicBezTo>
                      <a:cubicBezTo>
                        <a:pt x="348" y="53"/>
                        <a:pt x="351" y="52"/>
                        <a:pt x="353" y="51"/>
                      </a:cubicBezTo>
                      <a:cubicBezTo>
                        <a:pt x="357" y="48"/>
                        <a:pt x="360" y="43"/>
                        <a:pt x="361" y="38"/>
                      </a:cubicBezTo>
                      <a:cubicBezTo>
                        <a:pt x="362" y="36"/>
                        <a:pt x="362" y="33"/>
                        <a:pt x="362" y="31"/>
                      </a:cubicBezTo>
                      <a:cubicBezTo>
                        <a:pt x="362" y="29"/>
                        <a:pt x="362" y="27"/>
                        <a:pt x="362" y="24"/>
                      </a:cubicBezTo>
                      <a:cubicBezTo>
                        <a:pt x="362" y="22"/>
                        <a:pt x="362" y="19"/>
                        <a:pt x="362" y="17"/>
                      </a:cubicBezTo>
                      <a:cubicBezTo>
                        <a:pt x="363" y="14"/>
                        <a:pt x="363" y="12"/>
                        <a:pt x="364" y="10"/>
                      </a:cubicBezTo>
                      <a:cubicBezTo>
                        <a:pt x="367" y="6"/>
                        <a:pt x="370" y="3"/>
                        <a:pt x="374" y="2"/>
                      </a:cubicBezTo>
                      <a:cubicBezTo>
                        <a:pt x="378" y="0"/>
                        <a:pt x="382" y="0"/>
                        <a:pt x="386" y="0"/>
                      </a:cubicBezTo>
                      <a:cubicBezTo>
                        <a:pt x="402" y="0"/>
                        <a:pt x="415" y="0"/>
                        <a:pt x="425" y="1"/>
                      </a:cubicBezTo>
                      <a:cubicBezTo>
                        <a:pt x="436" y="1"/>
                        <a:pt x="444" y="1"/>
                        <a:pt x="450" y="1"/>
                      </a:cubicBezTo>
                      <a:cubicBezTo>
                        <a:pt x="455" y="1"/>
                        <a:pt x="458" y="1"/>
                        <a:pt x="458" y="1"/>
                      </a:cubicBezTo>
                      <a:cubicBezTo>
                        <a:pt x="458" y="1"/>
                        <a:pt x="455" y="1"/>
                        <a:pt x="450" y="1"/>
                      </a:cubicBezTo>
                      <a:cubicBezTo>
                        <a:pt x="444" y="1"/>
                        <a:pt x="436" y="1"/>
                        <a:pt x="425" y="1"/>
                      </a:cubicBezTo>
                      <a:cubicBezTo>
                        <a:pt x="415" y="1"/>
                        <a:pt x="402" y="1"/>
                        <a:pt x="386" y="1"/>
                      </a:cubicBezTo>
                      <a:cubicBezTo>
                        <a:pt x="382" y="1"/>
                        <a:pt x="378" y="0"/>
                        <a:pt x="374" y="2"/>
                      </a:cubicBezTo>
                      <a:cubicBezTo>
                        <a:pt x="370" y="4"/>
                        <a:pt x="367" y="7"/>
                        <a:pt x="365" y="11"/>
                      </a:cubicBezTo>
                      <a:cubicBezTo>
                        <a:pt x="364" y="12"/>
                        <a:pt x="363" y="15"/>
                        <a:pt x="363" y="17"/>
                      </a:cubicBezTo>
                      <a:cubicBezTo>
                        <a:pt x="362" y="19"/>
                        <a:pt x="362" y="21"/>
                        <a:pt x="362" y="24"/>
                      </a:cubicBezTo>
                      <a:cubicBezTo>
                        <a:pt x="362" y="26"/>
                        <a:pt x="362" y="29"/>
                        <a:pt x="362" y="31"/>
                      </a:cubicBezTo>
                      <a:cubicBezTo>
                        <a:pt x="362" y="34"/>
                        <a:pt x="363" y="36"/>
                        <a:pt x="362" y="39"/>
                      </a:cubicBezTo>
                      <a:cubicBezTo>
                        <a:pt x="361" y="44"/>
                        <a:pt x="358" y="48"/>
                        <a:pt x="353" y="51"/>
                      </a:cubicBezTo>
                      <a:cubicBezTo>
                        <a:pt x="351" y="53"/>
                        <a:pt x="348" y="54"/>
                        <a:pt x="345" y="54"/>
                      </a:cubicBezTo>
                      <a:cubicBezTo>
                        <a:pt x="343" y="54"/>
                        <a:pt x="340" y="54"/>
                        <a:pt x="337" y="54"/>
                      </a:cubicBezTo>
                      <a:cubicBezTo>
                        <a:pt x="326" y="54"/>
                        <a:pt x="314" y="54"/>
                        <a:pt x="302" y="54"/>
                      </a:cubicBezTo>
                      <a:cubicBezTo>
                        <a:pt x="277" y="54"/>
                        <a:pt x="251" y="54"/>
                        <a:pt x="222" y="54"/>
                      </a:cubicBezTo>
                      <a:lnTo>
                        <a:pt x="200" y="54"/>
                      </a:lnTo>
                      <a:cubicBezTo>
                        <a:pt x="198" y="54"/>
                        <a:pt x="195" y="54"/>
                        <a:pt x="194" y="54"/>
                      </a:cubicBezTo>
                      <a:cubicBezTo>
                        <a:pt x="192" y="54"/>
                        <a:pt x="191" y="54"/>
                        <a:pt x="189" y="54"/>
                      </a:cubicBezTo>
                      <a:cubicBezTo>
                        <a:pt x="185" y="53"/>
                        <a:pt x="182" y="50"/>
                        <a:pt x="179" y="47"/>
                      </a:cubicBezTo>
                      <a:cubicBezTo>
                        <a:pt x="176" y="44"/>
                        <a:pt x="175" y="41"/>
                        <a:pt x="174" y="37"/>
                      </a:cubicBezTo>
                      <a:cubicBezTo>
                        <a:pt x="174" y="35"/>
                        <a:pt x="174" y="33"/>
                        <a:pt x="174" y="31"/>
                      </a:cubicBezTo>
                      <a:cubicBezTo>
                        <a:pt x="174" y="29"/>
                        <a:pt x="174" y="27"/>
                        <a:pt x="174" y="25"/>
                      </a:cubicBezTo>
                      <a:cubicBezTo>
                        <a:pt x="174" y="21"/>
                        <a:pt x="174" y="17"/>
                        <a:pt x="173" y="13"/>
                      </a:cubicBezTo>
                      <a:cubicBezTo>
                        <a:pt x="172" y="10"/>
                        <a:pt x="169" y="6"/>
                        <a:pt x="166" y="4"/>
                      </a:cubicBezTo>
                      <a:cubicBezTo>
                        <a:pt x="162" y="2"/>
                        <a:pt x="159" y="1"/>
                        <a:pt x="154" y="1"/>
                      </a:cubicBezTo>
                      <a:lnTo>
                        <a:pt x="117" y="1"/>
                      </a:lnTo>
                      <a:cubicBezTo>
                        <a:pt x="99" y="1"/>
                        <a:pt x="82" y="1"/>
                        <a:pt x="64" y="1"/>
                      </a:cubicBezTo>
                      <a:cubicBezTo>
                        <a:pt x="55" y="1"/>
                        <a:pt x="46" y="2"/>
                        <a:pt x="37" y="6"/>
                      </a:cubicBezTo>
                      <a:cubicBezTo>
                        <a:pt x="29" y="10"/>
                        <a:pt x="21" y="15"/>
                        <a:pt x="15" y="23"/>
                      </a:cubicBezTo>
                      <a:cubicBezTo>
                        <a:pt x="9" y="30"/>
                        <a:pt x="5" y="38"/>
                        <a:pt x="3" y="48"/>
                      </a:cubicBezTo>
                      <a:cubicBezTo>
                        <a:pt x="2" y="50"/>
                        <a:pt x="2" y="52"/>
                        <a:pt x="2" y="55"/>
                      </a:cubicBezTo>
                      <a:cubicBezTo>
                        <a:pt x="1" y="57"/>
                        <a:pt x="1" y="60"/>
                        <a:pt x="1" y="62"/>
                      </a:cubicBezTo>
                      <a:cubicBezTo>
                        <a:pt x="1" y="67"/>
                        <a:pt x="1" y="72"/>
                        <a:pt x="1" y="77"/>
                      </a:cubicBezTo>
                      <a:cubicBezTo>
                        <a:pt x="1" y="116"/>
                        <a:pt x="1" y="157"/>
                        <a:pt x="1" y="200"/>
                      </a:cubicBezTo>
                      <a:cubicBezTo>
                        <a:pt x="1" y="285"/>
                        <a:pt x="1" y="376"/>
                        <a:pt x="1" y="471"/>
                      </a:cubicBezTo>
                      <a:cubicBezTo>
                        <a:pt x="1" y="567"/>
                        <a:pt x="1" y="667"/>
                        <a:pt x="1" y="771"/>
                      </a:cubicBezTo>
                      <a:cubicBezTo>
                        <a:pt x="1" y="823"/>
                        <a:pt x="1" y="875"/>
                        <a:pt x="1" y="929"/>
                      </a:cubicBezTo>
                      <a:cubicBezTo>
                        <a:pt x="1" y="956"/>
                        <a:pt x="1" y="983"/>
                        <a:pt x="1" y="1010"/>
                      </a:cubicBezTo>
                      <a:cubicBezTo>
                        <a:pt x="1" y="1017"/>
                        <a:pt x="1" y="1024"/>
                        <a:pt x="1" y="1031"/>
                      </a:cubicBezTo>
                      <a:cubicBezTo>
                        <a:pt x="1" y="1037"/>
                        <a:pt x="2" y="1044"/>
                        <a:pt x="4" y="1051"/>
                      </a:cubicBezTo>
                      <a:cubicBezTo>
                        <a:pt x="8" y="1064"/>
                        <a:pt x="16" y="1075"/>
                        <a:pt x="27" y="1083"/>
                      </a:cubicBezTo>
                      <a:cubicBezTo>
                        <a:pt x="38" y="1091"/>
                        <a:pt x="52" y="1094"/>
                        <a:pt x="66" y="1094"/>
                      </a:cubicBezTo>
                      <a:cubicBezTo>
                        <a:pt x="79" y="1094"/>
                        <a:pt x="93" y="1094"/>
                        <a:pt x="107" y="1094"/>
                      </a:cubicBezTo>
                      <a:cubicBezTo>
                        <a:pt x="134" y="1094"/>
                        <a:pt x="161" y="1094"/>
                        <a:pt x="188" y="1094"/>
                      </a:cubicBezTo>
                      <a:cubicBezTo>
                        <a:pt x="241" y="1094"/>
                        <a:pt x="294" y="1094"/>
                        <a:pt x="346" y="1094"/>
                      </a:cubicBezTo>
                      <a:cubicBezTo>
                        <a:pt x="372" y="1094"/>
                        <a:pt x="398" y="1094"/>
                        <a:pt x="423" y="1094"/>
                      </a:cubicBezTo>
                      <a:cubicBezTo>
                        <a:pt x="436" y="1094"/>
                        <a:pt x="449" y="1094"/>
                        <a:pt x="461" y="1094"/>
                      </a:cubicBezTo>
                      <a:cubicBezTo>
                        <a:pt x="474" y="1093"/>
                        <a:pt x="486" y="1088"/>
                        <a:pt x="495" y="1080"/>
                      </a:cubicBezTo>
                      <a:cubicBezTo>
                        <a:pt x="500" y="1076"/>
                        <a:pt x="504" y="1072"/>
                        <a:pt x="508" y="1067"/>
                      </a:cubicBezTo>
                      <a:cubicBezTo>
                        <a:pt x="511" y="1062"/>
                        <a:pt x="514" y="1056"/>
                        <a:pt x="515" y="1050"/>
                      </a:cubicBezTo>
                      <a:cubicBezTo>
                        <a:pt x="517" y="1044"/>
                        <a:pt x="517" y="1038"/>
                        <a:pt x="518" y="1032"/>
                      </a:cubicBezTo>
                      <a:cubicBezTo>
                        <a:pt x="518" y="1026"/>
                        <a:pt x="518" y="1020"/>
                        <a:pt x="518" y="1014"/>
                      </a:cubicBezTo>
                      <a:cubicBezTo>
                        <a:pt x="518" y="989"/>
                        <a:pt x="518" y="965"/>
                        <a:pt x="518" y="941"/>
                      </a:cubicBezTo>
                      <a:cubicBezTo>
                        <a:pt x="518" y="750"/>
                        <a:pt x="518" y="578"/>
                        <a:pt x="518" y="434"/>
                      </a:cubicBezTo>
                      <a:cubicBezTo>
                        <a:pt x="518" y="289"/>
                        <a:pt x="518" y="172"/>
                        <a:pt x="518" y="92"/>
                      </a:cubicBezTo>
                      <a:cubicBezTo>
                        <a:pt x="518" y="81"/>
                        <a:pt x="518" y="72"/>
                        <a:pt x="518" y="63"/>
                      </a:cubicBezTo>
                      <a:cubicBezTo>
                        <a:pt x="518" y="54"/>
                        <a:pt x="517" y="47"/>
                        <a:pt x="514" y="39"/>
                      </a:cubicBezTo>
                      <a:cubicBezTo>
                        <a:pt x="511" y="32"/>
                        <a:pt x="506" y="26"/>
                        <a:pt x="502" y="21"/>
                      </a:cubicBezTo>
                      <a:cubicBezTo>
                        <a:pt x="497" y="17"/>
                        <a:pt x="493" y="12"/>
                        <a:pt x="489" y="9"/>
                      </a:cubicBezTo>
                      <a:cubicBezTo>
                        <a:pt x="479" y="4"/>
                        <a:pt x="471" y="2"/>
                        <a:pt x="466" y="1"/>
                      </a:cubicBezTo>
                      <a:cubicBezTo>
                        <a:pt x="463" y="1"/>
                        <a:pt x="461" y="1"/>
                        <a:pt x="460" y="1"/>
                      </a:cubicBezTo>
                      <a:cubicBezTo>
                        <a:pt x="459" y="1"/>
                        <a:pt x="458" y="1"/>
                        <a:pt x="458" y="1"/>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761" name="Google Shape;1761;p32"/>
                <p:cNvSpPr/>
                <p:nvPr/>
              </p:nvSpPr>
              <p:spPr>
                <a:xfrm>
                  <a:off x="2629112" y="867823"/>
                  <a:ext cx="92745" cy="2061"/>
                </a:xfrm>
                <a:custGeom>
                  <a:rect b="b" l="l" r="r" t="t"/>
                  <a:pathLst>
                    <a:path extrusionOk="0" h="1" w="45">
                      <a:moveTo>
                        <a:pt x="45" y="0"/>
                      </a:moveTo>
                      <a:cubicBezTo>
                        <a:pt x="45" y="0"/>
                        <a:pt x="35" y="1"/>
                        <a:pt x="22" y="1"/>
                      </a:cubicBezTo>
                      <a:cubicBezTo>
                        <a:pt x="10" y="1"/>
                        <a:pt x="0" y="1"/>
                        <a:pt x="0" y="0"/>
                      </a:cubicBezTo>
                      <a:cubicBezTo>
                        <a:pt x="0" y="0"/>
                        <a:pt x="10" y="0"/>
                        <a:pt x="22" y="0"/>
                      </a:cubicBezTo>
                      <a:cubicBezTo>
                        <a:pt x="35" y="0"/>
                        <a:pt x="45" y="0"/>
                        <a:pt x="45"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762" name="Google Shape;1762;p32"/>
                <p:cNvSpPr/>
                <p:nvPr/>
              </p:nvSpPr>
              <p:spPr>
                <a:xfrm>
                  <a:off x="2629112" y="890494"/>
                  <a:ext cx="92745" cy="2061"/>
                </a:xfrm>
                <a:custGeom>
                  <a:rect b="b" l="l" r="r" t="t"/>
                  <a:pathLst>
                    <a:path extrusionOk="0" h="1" w="45">
                      <a:moveTo>
                        <a:pt x="45" y="1"/>
                      </a:moveTo>
                      <a:cubicBezTo>
                        <a:pt x="45" y="1"/>
                        <a:pt x="35" y="1"/>
                        <a:pt x="22" y="1"/>
                      </a:cubicBezTo>
                      <a:cubicBezTo>
                        <a:pt x="10" y="1"/>
                        <a:pt x="0" y="1"/>
                        <a:pt x="0" y="1"/>
                      </a:cubicBezTo>
                      <a:cubicBezTo>
                        <a:pt x="0" y="1"/>
                        <a:pt x="10" y="0"/>
                        <a:pt x="22" y="0"/>
                      </a:cubicBezTo>
                      <a:cubicBezTo>
                        <a:pt x="35" y="0"/>
                        <a:pt x="45" y="0"/>
                        <a:pt x="45" y="1"/>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763" name="Google Shape;1763;p32"/>
                <p:cNvSpPr/>
                <p:nvPr/>
              </p:nvSpPr>
              <p:spPr>
                <a:xfrm>
                  <a:off x="2629112" y="915226"/>
                  <a:ext cx="92745" cy="2061"/>
                </a:xfrm>
                <a:custGeom>
                  <a:rect b="b" l="l" r="r" t="t"/>
                  <a:pathLst>
                    <a:path extrusionOk="0" h="1" w="45">
                      <a:moveTo>
                        <a:pt x="45" y="0"/>
                      </a:moveTo>
                      <a:cubicBezTo>
                        <a:pt x="45" y="0"/>
                        <a:pt x="35" y="1"/>
                        <a:pt x="23" y="1"/>
                      </a:cubicBezTo>
                      <a:cubicBezTo>
                        <a:pt x="10" y="1"/>
                        <a:pt x="0" y="1"/>
                        <a:pt x="0" y="0"/>
                      </a:cubicBezTo>
                      <a:cubicBezTo>
                        <a:pt x="0" y="0"/>
                        <a:pt x="10" y="0"/>
                        <a:pt x="23" y="0"/>
                      </a:cubicBezTo>
                      <a:cubicBezTo>
                        <a:pt x="35" y="0"/>
                        <a:pt x="45" y="0"/>
                        <a:pt x="45"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764" name="Google Shape;1764;p32"/>
                <p:cNvSpPr/>
                <p:nvPr/>
              </p:nvSpPr>
              <p:spPr>
                <a:xfrm>
                  <a:off x="2093253" y="1199644"/>
                  <a:ext cx="416320" cy="416323"/>
                </a:xfrm>
                <a:custGeom>
                  <a:rect b="b" l="l" r="r" t="t"/>
                  <a:pathLst>
                    <a:path extrusionOk="0" h="202" w="202">
                      <a:moveTo>
                        <a:pt x="117" y="1"/>
                      </a:moveTo>
                      <a:cubicBezTo>
                        <a:pt x="134" y="3"/>
                        <a:pt x="151" y="11"/>
                        <a:pt x="165" y="22"/>
                      </a:cubicBezTo>
                      <a:cubicBezTo>
                        <a:pt x="179" y="33"/>
                        <a:pt x="189" y="47"/>
                        <a:pt x="196" y="64"/>
                      </a:cubicBezTo>
                      <a:cubicBezTo>
                        <a:pt x="202" y="81"/>
                        <a:pt x="203" y="99"/>
                        <a:pt x="201" y="116"/>
                      </a:cubicBezTo>
                      <a:cubicBezTo>
                        <a:pt x="198" y="134"/>
                        <a:pt x="191" y="150"/>
                        <a:pt x="180" y="164"/>
                      </a:cubicBezTo>
                      <a:cubicBezTo>
                        <a:pt x="169" y="178"/>
                        <a:pt x="155" y="189"/>
                        <a:pt x="138" y="195"/>
                      </a:cubicBezTo>
                      <a:cubicBezTo>
                        <a:pt x="121" y="201"/>
                        <a:pt x="103" y="203"/>
                        <a:pt x="86" y="201"/>
                      </a:cubicBezTo>
                      <a:cubicBezTo>
                        <a:pt x="68" y="198"/>
                        <a:pt x="52" y="192"/>
                        <a:pt x="38" y="180"/>
                      </a:cubicBezTo>
                      <a:cubicBezTo>
                        <a:pt x="24" y="169"/>
                        <a:pt x="13" y="154"/>
                        <a:pt x="7" y="137"/>
                      </a:cubicBezTo>
                      <a:cubicBezTo>
                        <a:pt x="1" y="121"/>
                        <a:pt x="-1" y="103"/>
                        <a:pt x="1" y="85"/>
                      </a:cubicBezTo>
                      <a:cubicBezTo>
                        <a:pt x="4" y="68"/>
                        <a:pt x="10" y="51"/>
                        <a:pt x="22" y="37"/>
                      </a:cubicBezTo>
                      <a:cubicBezTo>
                        <a:pt x="33" y="23"/>
                        <a:pt x="48" y="13"/>
                        <a:pt x="65" y="6"/>
                      </a:cubicBezTo>
                      <a:cubicBezTo>
                        <a:pt x="81" y="0"/>
                        <a:pt x="99" y="-2"/>
                        <a:pt x="117" y="1"/>
                      </a:cubicBezTo>
                      <a:close/>
                    </a:path>
                  </a:pathLst>
                </a:custGeom>
                <a:solidFill>
                  <a:schemeClr val="lt2"/>
                </a:solidFill>
                <a:ln>
                  <a:noFill/>
                </a:ln>
              </p:spPr>
              <p:txBody>
                <a:bodyPr anchorCtr="1" anchor="ctr" bIns="30725" lIns="99775" spcFirstLastPara="1" rIns="99775" wrap="square" tIns="30725">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765" name="Google Shape;1765;p32"/>
                <p:cNvSpPr/>
                <p:nvPr/>
              </p:nvSpPr>
              <p:spPr>
                <a:xfrm>
                  <a:off x="2231340" y="1403684"/>
                  <a:ext cx="142208" cy="88623"/>
                </a:xfrm>
                <a:custGeom>
                  <a:rect b="b" l="l" r="r" t="t"/>
                  <a:pathLst>
                    <a:path extrusionOk="0" h="43" w="69">
                      <a:moveTo>
                        <a:pt x="69" y="43"/>
                      </a:moveTo>
                      <a:lnTo>
                        <a:pt x="0" y="43"/>
                      </a:lnTo>
                      <a:lnTo>
                        <a:pt x="0" y="34"/>
                      </a:lnTo>
                      <a:cubicBezTo>
                        <a:pt x="0" y="15"/>
                        <a:pt x="15" y="0"/>
                        <a:pt x="34" y="0"/>
                      </a:cubicBezTo>
                      <a:lnTo>
                        <a:pt x="34" y="0"/>
                      </a:lnTo>
                      <a:cubicBezTo>
                        <a:pt x="54" y="0"/>
                        <a:pt x="69" y="15"/>
                        <a:pt x="69" y="34"/>
                      </a:cubicBezTo>
                      <a:lnTo>
                        <a:pt x="69" y="43"/>
                      </a:lnTo>
                      <a:close/>
                    </a:path>
                  </a:pathLst>
                </a:custGeom>
                <a:solidFill>
                  <a:schemeClr val="l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766" name="Google Shape;1766;p32"/>
                <p:cNvSpPr/>
                <p:nvPr/>
              </p:nvSpPr>
              <p:spPr>
                <a:xfrm>
                  <a:off x="2260193" y="1323305"/>
                  <a:ext cx="84501" cy="84501"/>
                </a:xfrm>
                <a:custGeom>
                  <a:rect b="b" l="l" r="r" t="t"/>
                  <a:pathLst>
                    <a:path extrusionOk="0" h="41" w="41">
                      <a:moveTo>
                        <a:pt x="41" y="21"/>
                      </a:moveTo>
                      <a:cubicBezTo>
                        <a:pt x="41" y="24"/>
                        <a:pt x="40" y="28"/>
                        <a:pt x="38" y="31"/>
                      </a:cubicBezTo>
                      <a:cubicBezTo>
                        <a:pt x="36" y="34"/>
                        <a:pt x="34" y="37"/>
                        <a:pt x="31" y="38"/>
                      </a:cubicBezTo>
                      <a:cubicBezTo>
                        <a:pt x="27" y="40"/>
                        <a:pt x="23" y="41"/>
                        <a:pt x="20" y="41"/>
                      </a:cubicBezTo>
                      <a:cubicBezTo>
                        <a:pt x="16" y="41"/>
                        <a:pt x="13" y="40"/>
                        <a:pt x="10" y="38"/>
                      </a:cubicBezTo>
                      <a:cubicBezTo>
                        <a:pt x="7" y="37"/>
                        <a:pt x="4" y="34"/>
                        <a:pt x="3" y="31"/>
                      </a:cubicBezTo>
                      <a:cubicBezTo>
                        <a:pt x="1" y="28"/>
                        <a:pt x="0" y="24"/>
                        <a:pt x="0" y="21"/>
                      </a:cubicBezTo>
                      <a:cubicBezTo>
                        <a:pt x="0" y="17"/>
                        <a:pt x="1" y="14"/>
                        <a:pt x="3" y="10"/>
                      </a:cubicBezTo>
                      <a:cubicBezTo>
                        <a:pt x="4" y="7"/>
                        <a:pt x="7" y="5"/>
                        <a:pt x="10" y="3"/>
                      </a:cubicBezTo>
                      <a:cubicBezTo>
                        <a:pt x="13" y="1"/>
                        <a:pt x="17" y="0"/>
                        <a:pt x="20" y="0"/>
                      </a:cubicBezTo>
                      <a:cubicBezTo>
                        <a:pt x="24" y="0"/>
                        <a:pt x="27" y="1"/>
                        <a:pt x="31" y="3"/>
                      </a:cubicBezTo>
                      <a:cubicBezTo>
                        <a:pt x="34" y="5"/>
                        <a:pt x="36" y="7"/>
                        <a:pt x="38" y="10"/>
                      </a:cubicBezTo>
                      <a:cubicBezTo>
                        <a:pt x="40" y="14"/>
                        <a:pt x="41" y="17"/>
                        <a:pt x="41" y="21"/>
                      </a:cubicBezTo>
                      <a:close/>
                    </a:path>
                  </a:pathLst>
                </a:custGeom>
                <a:solidFill>
                  <a:schemeClr val="l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767" name="Google Shape;1767;p32"/>
                <p:cNvSpPr/>
                <p:nvPr/>
              </p:nvSpPr>
              <p:spPr>
                <a:xfrm>
                  <a:off x="1930434" y="1855043"/>
                  <a:ext cx="702798" cy="144270"/>
                </a:xfrm>
                <a:custGeom>
                  <a:rect b="b" l="l" r="r" t="t"/>
                  <a:pathLst>
                    <a:path extrusionOk="0" h="70" w="341">
                      <a:moveTo>
                        <a:pt x="0" y="0"/>
                      </a:moveTo>
                      <a:lnTo>
                        <a:pt x="341" y="0"/>
                      </a:lnTo>
                      <a:lnTo>
                        <a:pt x="341" y="70"/>
                      </a:lnTo>
                      <a:lnTo>
                        <a:pt x="0" y="70"/>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768" name="Google Shape;1768;p32"/>
                <p:cNvSpPr/>
                <p:nvPr/>
              </p:nvSpPr>
              <p:spPr>
                <a:xfrm>
                  <a:off x="1930434" y="2065266"/>
                  <a:ext cx="702798" cy="142209"/>
                </a:xfrm>
                <a:custGeom>
                  <a:rect b="b" l="l" r="r" t="t"/>
                  <a:pathLst>
                    <a:path extrusionOk="0" h="69" w="341">
                      <a:moveTo>
                        <a:pt x="0" y="0"/>
                      </a:moveTo>
                      <a:lnTo>
                        <a:pt x="341" y="0"/>
                      </a:lnTo>
                      <a:lnTo>
                        <a:pt x="341" y="69"/>
                      </a:lnTo>
                      <a:lnTo>
                        <a:pt x="0" y="69"/>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769" name="Google Shape;1769;p32"/>
                <p:cNvSpPr/>
                <p:nvPr/>
              </p:nvSpPr>
              <p:spPr>
                <a:xfrm>
                  <a:off x="2039667" y="2349684"/>
                  <a:ext cx="496699" cy="144270"/>
                </a:xfrm>
                <a:custGeom>
                  <a:rect b="b" l="l" r="r" t="t"/>
                  <a:pathLst>
                    <a:path extrusionOk="0" h="70" w="241">
                      <a:moveTo>
                        <a:pt x="206" y="70"/>
                      </a:moveTo>
                      <a:lnTo>
                        <a:pt x="35" y="70"/>
                      </a:lnTo>
                      <a:cubicBezTo>
                        <a:pt x="16" y="70"/>
                        <a:pt x="0" y="54"/>
                        <a:pt x="0" y="35"/>
                      </a:cubicBezTo>
                      <a:lnTo>
                        <a:pt x="0" y="35"/>
                      </a:lnTo>
                      <a:cubicBezTo>
                        <a:pt x="0" y="16"/>
                        <a:pt x="16" y="0"/>
                        <a:pt x="35" y="0"/>
                      </a:cubicBezTo>
                      <a:lnTo>
                        <a:pt x="206" y="0"/>
                      </a:lnTo>
                      <a:cubicBezTo>
                        <a:pt x="225" y="0"/>
                        <a:pt x="241" y="16"/>
                        <a:pt x="241" y="35"/>
                      </a:cubicBezTo>
                      <a:lnTo>
                        <a:pt x="241" y="35"/>
                      </a:lnTo>
                      <a:cubicBezTo>
                        <a:pt x="241" y="54"/>
                        <a:pt x="225" y="70"/>
                        <a:pt x="206" y="70"/>
                      </a:cubicBezTo>
                      <a:close/>
                    </a:path>
                  </a:pathLst>
                </a:custGeom>
                <a:solidFill>
                  <a:schemeClr val="dk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770" name="Google Shape;1770;p32"/>
                <p:cNvSpPr/>
                <p:nvPr/>
              </p:nvSpPr>
              <p:spPr>
                <a:xfrm>
                  <a:off x="2066460" y="1762298"/>
                  <a:ext cx="443113" cy="14427"/>
                </a:xfrm>
                <a:custGeom>
                  <a:rect b="b" l="l" r="r" t="t"/>
                  <a:pathLst>
                    <a:path extrusionOk="0" h="7" w="215">
                      <a:moveTo>
                        <a:pt x="215" y="3"/>
                      </a:moveTo>
                      <a:cubicBezTo>
                        <a:pt x="215" y="5"/>
                        <a:pt x="166" y="7"/>
                        <a:pt x="107" y="7"/>
                      </a:cubicBezTo>
                      <a:cubicBezTo>
                        <a:pt x="47" y="7"/>
                        <a:pt x="0" y="5"/>
                        <a:pt x="0" y="3"/>
                      </a:cubicBezTo>
                      <a:cubicBezTo>
                        <a:pt x="0" y="2"/>
                        <a:pt x="47" y="0"/>
                        <a:pt x="107" y="0"/>
                      </a:cubicBezTo>
                      <a:cubicBezTo>
                        <a:pt x="166" y="0"/>
                        <a:pt x="215" y="2"/>
                        <a:pt x="215" y="3"/>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771" name="Google Shape;1771;p32"/>
                <p:cNvSpPr/>
                <p:nvPr/>
              </p:nvSpPr>
              <p:spPr>
                <a:xfrm>
                  <a:off x="1990203" y="1933362"/>
                  <a:ext cx="43281" cy="26793"/>
                </a:xfrm>
                <a:custGeom>
                  <a:rect b="b" l="l" r="r" t="t"/>
                  <a:pathLst>
                    <a:path extrusionOk="0" h="13" w="21">
                      <a:moveTo>
                        <a:pt x="18" y="13"/>
                      </a:moveTo>
                      <a:lnTo>
                        <a:pt x="3" y="13"/>
                      </a:lnTo>
                      <a:cubicBezTo>
                        <a:pt x="2" y="13"/>
                        <a:pt x="0" y="11"/>
                        <a:pt x="0" y="10"/>
                      </a:cubicBezTo>
                      <a:lnTo>
                        <a:pt x="0" y="10"/>
                      </a:lnTo>
                      <a:cubicBezTo>
                        <a:pt x="0" y="4"/>
                        <a:pt x="5" y="0"/>
                        <a:pt x="10" y="0"/>
                      </a:cubicBezTo>
                      <a:lnTo>
                        <a:pt x="11" y="0"/>
                      </a:lnTo>
                      <a:cubicBezTo>
                        <a:pt x="16" y="0"/>
                        <a:pt x="21" y="4"/>
                        <a:pt x="21" y="10"/>
                      </a:cubicBezTo>
                      <a:lnTo>
                        <a:pt x="21" y="10"/>
                      </a:lnTo>
                      <a:cubicBezTo>
                        <a:pt x="21" y="11"/>
                        <a:pt x="19" y="13"/>
                        <a:pt x="18" y="13"/>
                      </a:cubicBez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772" name="Google Shape;1772;p32"/>
                <p:cNvSpPr/>
                <p:nvPr/>
              </p:nvSpPr>
              <p:spPr>
                <a:xfrm>
                  <a:off x="1998447" y="1910691"/>
                  <a:ext cx="26793" cy="24732"/>
                </a:xfrm>
                <a:custGeom>
                  <a:rect b="b" l="l" r="r" t="t"/>
                  <a:pathLst>
                    <a:path extrusionOk="0" h="12" w="13">
                      <a:moveTo>
                        <a:pt x="13" y="6"/>
                      </a:moveTo>
                      <a:cubicBezTo>
                        <a:pt x="13" y="9"/>
                        <a:pt x="9" y="12"/>
                        <a:pt x="6" y="12"/>
                      </a:cubicBezTo>
                      <a:cubicBezTo>
                        <a:pt x="2" y="12"/>
                        <a:pt x="0" y="10"/>
                        <a:pt x="0" y="6"/>
                      </a:cubicBezTo>
                      <a:cubicBezTo>
                        <a:pt x="0" y="3"/>
                        <a:pt x="2" y="0"/>
                        <a:pt x="6" y="0"/>
                      </a:cubicBezTo>
                      <a:cubicBezTo>
                        <a:pt x="9" y="0"/>
                        <a:pt x="13" y="2"/>
                        <a:pt x="13" y="6"/>
                      </a:cubicBez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773" name="Google Shape;1773;p32"/>
                <p:cNvSpPr/>
                <p:nvPr/>
              </p:nvSpPr>
              <p:spPr>
                <a:xfrm>
                  <a:off x="1994325" y="2139462"/>
                  <a:ext cx="35037" cy="24732"/>
                </a:xfrm>
                <a:custGeom>
                  <a:rect b="b" l="l" r="r" t="t"/>
                  <a:pathLst>
                    <a:path extrusionOk="0" h="12" w="17">
                      <a:moveTo>
                        <a:pt x="0" y="0"/>
                      </a:moveTo>
                      <a:lnTo>
                        <a:pt x="17" y="0"/>
                      </a:lnTo>
                      <a:lnTo>
                        <a:pt x="17" y="12"/>
                      </a:lnTo>
                      <a:lnTo>
                        <a:pt x="0" y="12"/>
                      </a:lnTo>
                      <a:lnTo>
                        <a:pt x="0" y="0"/>
                      </a:ln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774" name="Google Shape;1774;p32"/>
                <p:cNvSpPr/>
                <p:nvPr/>
              </p:nvSpPr>
              <p:spPr>
                <a:xfrm>
                  <a:off x="1988142" y="2112669"/>
                  <a:ext cx="45342" cy="30915"/>
                </a:xfrm>
                <a:custGeom>
                  <a:rect b="b" l="l" r="r" t="t"/>
                  <a:pathLst>
                    <a:path extrusionOk="0" h="15" w="22">
                      <a:moveTo>
                        <a:pt x="22" y="15"/>
                      </a:moveTo>
                      <a:lnTo>
                        <a:pt x="16" y="15"/>
                      </a:lnTo>
                      <a:lnTo>
                        <a:pt x="16" y="11"/>
                      </a:lnTo>
                      <a:cubicBezTo>
                        <a:pt x="16" y="9"/>
                        <a:pt x="13" y="6"/>
                        <a:pt x="11" y="6"/>
                      </a:cubicBezTo>
                      <a:cubicBezTo>
                        <a:pt x="8" y="6"/>
                        <a:pt x="6" y="9"/>
                        <a:pt x="6" y="11"/>
                      </a:cubicBezTo>
                      <a:lnTo>
                        <a:pt x="6" y="15"/>
                      </a:lnTo>
                      <a:lnTo>
                        <a:pt x="0" y="15"/>
                      </a:lnTo>
                      <a:lnTo>
                        <a:pt x="0" y="11"/>
                      </a:lnTo>
                      <a:cubicBezTo>
                        <a:pt x="0" y="5"/>
                        <a:pt x="4" y="0"/>
                        <a:pt x="11" y="0"/>
                      </a:cubicBezTo>
                      <a:cubicBezTo>
                        <a:pt x="17" y="0"/>
                        <a:pt x="22" y="5"/>
                        <a:pt x="22" y="11"/>
                      </a:cubicBezTo>
                      <a:lnTo>
                        <a:pt x="22" y="15"/>
                      </a:ln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775" name="Google Shape;1775;p32"/>
                <p:cNvSpPr/>
                <p:nvPr/>
              </p:nvSpPr>
              <p:spPr>
                <a:xfrm>
                  <a:off x="3354583" y="1244986"/>
                  <a:ext cx="247319" cy="245259"/>
                </a:xfrm>
                <a:custGeom>
                  <a:rect b="b" l="l" r="r" t="t"/>
                  <a:pathLst>
                    <a:path extrusionOk="0" h="119" w="120">
                      <a:moveTo>
                        <a:pt x="74" y="1"/>
                      </a:moveTo>
                      <a:cubicBezTo>
                        <a:pt x="84" y="4"/>
                        <a:pt x="93" y="9"/>
                        <a:pt x="101" y="16"/>
                      </a:cubicBezTo>
                      <a:cubicBezTo>
                        <a:pt x="108" y="23"/>
                        <a:pt x="115" y="32"/>
                        <a:pt x="118" y="42"/>
                      </a:cubicBezTo>
                      <a:cubicBezTo>
                        <a:pt x="121" y="52"/>
                        <a:pt x="120" y="63"/>
                        <a:pt x="118" y="73"/>
                      </a:cubicBezTo>
                      <a:cubicBezTo>
                        <a:pt x="115" y="83"/>
                        <a:pt x="111" y="93"/>
                        <a:pt x="104" y="100"/>
                      </a:cubicBezTo>
                      <a:cubicBezTo>
                        <a:pt x="97" y="108"/>
                        <a:pt x="88" y="113"/>
                        <a:pt x="78" y="116"/>
                      </a:cubicBezTo>
                      <a:cubicBezTo>
                        <a:pt x="68" y="119"/>
                        <a:pt x="57" y="120"/>
                        <a:pt x="47" y="117"/>
                      </a:cubicBezTo>
                      <a:cubicBezTo>
                        <a:pt x="37" y="115"/>
                        <a:pt x="27" y="110"/>
                        <a:pt x="20" y="103"/>
                      </a:cubicBezTo>
                      <a:cubicBezTo>
                        <a:pt x="12" y="96"/>
                        <a:pt x="6" y="87"/>
                        <a:pt x="3" y="77"/>
                      </a:cubicBezTo>
                      <a:cubicBezTo>
                        <a:pt x="0" y="67"/>
                        <a:pt x="0" y="56"/>
                        <a:pt x="2" y="46"/>
                      </a:cubicBezTo>
                      <a:cubicBezTo>
                        <a:pt x="5" y="35"/>
                        <a:pt x="10" y="26"/>
                        <a:pt x="17" y="18"/>
                      </a:cubicBezTo>
                      <a:cubicBezTo>
                        <a:pt x="24" y="11"/>
                        <a:pt x="33" y="5"/>
                        <a:pt x="43" y="2"/>
                      </a:cubicBezTo>
                      <a:cubicBezTo>
                        <a:pt x="53" y="-1"/>
                        <a:pt x="64" y="-1"/>
                        <a:pt x="74" y="1"/>
                      </a:cubicBezTo>
                      <a:close/>
                    </a:path>
                  </a:pathLst>
                </a:custGeom>
                <a:solidFill>
                  <a:schemeClr val="dk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776" name="Google Shape;1776;p32"/>
                <p:cNvSpPr/>
                <p:nvPr/>
              </p:nvSpPr>
              <p:spPr>
                <a:xfrm>
                  <a:off x="3424656" y="1327427"/>
                  <a:ext cx="107172" cy="80379"/>
                </a:xfrm>
                <a:custGeom>
                  <a:rect b="b" l="l" r="r" t="t"/>
                  <a:pathLst>
                    <a:path extrusionOk="0" h="39" w="52">
                      <a:moveTo>
                        <a:pt x="23" y="39"/>
                      </a:moveTo>
                      <a:cubicBezTo>
                        <a:pt x="22" y="39"/>
                        <a:pt x="22" y="38"/>
                        <a:pt x="21" y="38"/>
                      </a:cubicBezTo>
                      <a:lnTo>
                        <a:pt x="1" y="21"/>
                      </a:lnTo>
                      <a:cubicBezTo>
                        <a:pt x="0" y="21"/>
                        <a:pt x="0" y="20"/>
                        <a:pt x="1" y="18"/>
                      </a:cubicBezTo>
                      <a:cubicBezTo>
                        <a:pt x="2" y="17"/>
                        <a:pt x="3" y="16"/>
                        <a:pt x="5" y="17"/>
                      </a:cubicBezTo>
                      <a:lnTo>
                        <a:pt x="23" y="32"/>
                      </a:lnTo>
                      <a:lnTo>
                        <a:pt x="48" y="1"/>
                      </a:lnTo>
                      <a:cubicBezTo>
                        <a:pt x="49" y="0"/>
                        <a:pt x="51" y="0"/>
                        <a:pt x="52" y="0"/>
                      </a:cubicBezTo>
                      <a:cubicBezTo>
                        <a:pt x="53" y="1"/>
                        <a:pt x="53" y="3"/>
                        <a:pt x="52" y="4"/>
                      </a:cubicBezTo>
                      <a:lnTo>
                        <a:pt x="25" y="38"/>
                      </a:lnTo>
                      <a:cubicBezTo>
                        <a:pt x="25" y="38"/>
                        <a:pt x="24" y="39"/>
                        <a:pt x="23" y="39"/>
                      </a:cubicBezTo>
                      <a:close/>
                    </a:path>
                  </a:pathLst>
                </a:custGeom>
                <a:solidFill>
                  <a:schemeClr val="l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grpSp>
          <p:sp>
            <p:nvSpPr>
              <p:cNvPr id="1777" name="Google Shape;1777;p32"/>
              <p:cNvSpPr/>
              <p:nvPr/>
            </p:nvSpPr>
            <p:spPr>
              <a:xfrm>
                <a:off x="2065998" y="838170"/>
                <a:ext cx="84650" cy="93282"/>
              </a:xfrm>
              <a:custGeom>
                <a:rect b="b" l="l" r="r" t="t"/>
                <a:pathLst>
                  <a:path extrusionOk="0" h="97" w="88">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accen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grpSp>
        <p:grpSp>
          <p:nvGrpSpPr>
            <p:cNvPr id="1778" name="Google Shape;1778;p32"/>
            <p:cNvGrpSpPr/>
            <p:nvPr/>
          </p:nvGrpSpPr>
          <p:grpSpPr>
            <a:xfrm>
              <a:off x="1210622" y="-170354"/>
              <a:ext cx="367390" cy="638263"/>
              <a:chOff x="5914097" y="1631784"/>
              <a:chExt cx="367390" cy="638263"/>
            </a:xfrm>
          </p:grpSpPr>
          <p:sp>
            <p:nvSpPr>
              <p:cNvPr id="1779" name="Google Shape;1779;p32"/>
              <p:cNvSpPr/>
              <p:nvPr/>
            </p:nvSpPr>
            <p:spPr>
              <a:xfrm>
                <a:off x="6227002" y="2215561"/>
                <a:ext cx="54486" cy="54486"/>
              </a:xfrm>
              <a:custGeom>
                <a:rect b="b" l="l" r="r" t="t"/>
                <a:pathLst>
                  <a:path extrusionOk="0" h="35" w="35">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780" name="Google Shape;1780;p32"/>
              <p:cNvSpPr/>
              <p:nvPr/>
            </p:nvSpPr>
            <p:spPr>
              <a:xfrm>
                <a:off x="5914097" y="1631784"/>
                <a:ext cx="342483" cy="618026"/>
              </a:xfrm>
              <a:custGeom>
                <a:rect b="b" l="l" r="r" t="t"/>
                <a:pathLst>
                  <a:path extrusionOk="0" h="397" w="220">
                    <a:moveTo>
                      <a:pt x="220" y="397"/>
                    </a:moveTo>
                    <a:lnTo>
                      <a:pt x="51" y="397"/>
                    </a:lnTo>
                    <a:cubicBezTo>
                      <a:pt x="23" y="397"/>
                      <a:pt x="0" y="374"/>
                      <a:pt x="0" y="345"/>
                    </a:cubicBezTo>
                    <a:lnTo>
                      <a:pt x="0" y="51"/>
                    </a:lnTo>
                    <a:cubicBezTo>
                      <a:pt x="0" y="23"/>
                      <a:pt x="23" y="0"/>
                      <a:pt x="51" y="0"/>
                    </a:cubicBezTo>
                    <a:lnTo>
                      <a:pt x="136" y="0"/>
                    </a:lnTo>
                    <a:lnTo>
                      <a:pt x="136" y="6"/>
                    </a:lnTo>
                    <a:lnTo>
                      <a:pt x="51" y="6"/>
                    </a:lnTo>
                    <a:cubicBezTo>
                      <a:pt x="27" y="6"/>
                      <a:pt x="6" y="27"/>
                      <a:pt x="6" y="51"/>
                    </a:cubicBezTo>
                    <a:lnTo>
                      <a:pt x="6" y="345"/>
                    </a:lnTo>
                    <a:cubicBezTo>
                      <a:pt x="6" y="370"/>
                      <a:pt x="27" y="390"/>
                      <a:pt x="51" y="390"/>
                    </a:cubicBezTo>
                    <a:lnTo>
                      <a:pt x="220" y="390"/>
                    </a:lnTo>
                    <a:lnTo>
                      <a:pt x="220" y="397"/>
                    </a:lnTo>
                    <a:close/>
                  </a:path>
                </a:pathLst>
              </a:custGeom>
              <a:solidFill>
                <a:schemeClr val="lt2"/>
              </a:solidFill>
              <a:ln>
                <a:noFill/>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grpSp>
      </p:grpSp>
      <p:sp>
        <p:nvSpPr>
          <p:cNvPr id="1781" name="Google Shape;1781;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5" name="Shape 1785"/>
        <p:cNvGrpSpPr/>
        <p:nvPr/>
      </p:nvGrpSpPr>
      <p:grpSpPr>
        <a:xfrm>
          <a:off x="0" y="0"/>
          <a:ext cx="0" cy="0"/>
          <a:chOff x="0" y="0"/>
          <a:chExt cx="0" cy="0"/>
        </a:xfrm>
      </p:grpSpPr>
      <p:sp>
        <p:nvSpPr>
          <p:cNvPr id="1786" name="Google Shape;1786;p33"/>
          <p:cNvSpPr txBox="1"/>
          <p:nvPr>
            <p:ph type="title"/>
          </p:nvPr>
        </p:nvSpPr>
        <p:spPr>
          <a:xfrm>
            <a:off x="720000" y="46337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Objectives</a:t>
            </a:r>
            <a:endParaRPr/>
          </a:p>
        </p:txBody>
      </p:sp>
      <p:sp>
        <p:nvSpPr>
          <p:cNvPr id="1787" name="Google Shape;1787;p33"/>
          <p:cNvSpPr/>
          <p:nvPr/>
        </p:nvSpPr>
        <p:spPr>
          <a:xfrm>
            <a:off x="8767878" y="463387"/>
            <a:ext cx="131041" cy="144443"/>
          </a:xfrm>
          <a:custGeom>
            <a:rect b="b" l="l" r="r" t="t"/>
            <a:pathLst>
              <a:path extrusionOk="0" h="97" w="88">
                <a:moveTo>
                  <a:pt x="2" y="96"/>
                </a:moveTo>
                <a:lnTo>
                  <a:pt x="29" y="96"/>
                </a:lnTo>
                <a:cubicBezTo>
                  <a:pt x="30" y="96"/>
                  <a:pt x="32" y="95"/>
                  <a:pt x="32" y="93"/>
                </a:cubicBezTo>
                <a:lnTo>
                  <a:pt x="32" y="65"/>
                </a:lnTo>
                <a:cubicBezTo>
                  <a:pt x="32" y="64"/>
                  <a:pt x="33" y="62"/>
                  <a:pt x="34" y="62"/>
                </a:cubicBezTo>
                <a:lnTo>
                  <a:pt x="53" y="62"/>
                </a:lnTo>
                <a:cubicBezTo>
                  <a:pt x="55" y="62"/>
                  <a:pt x="56" y="64"/>
                  <a:pt x="56" y="65"/>
                </a:cubicBezTo>
                <a:lnTo>
                  <a:pt x="56" y="94"/>
                </a:lnTo>
                <a:cubicBezTo>
                  <a:pt x="56" y="95"/>
                  <a:pt x="57" y="97"/>
                  <a:pt x="59" y="97"/>
                </a:cubicBezTo>
                <a:lnTo>
                  <a:pt x="85" y="97"/>
                </a:lnTo>
                <a:cubicBezTo>
                  <a:pt x="87" y="97"/>
                  <a:pt x="88" y="95"/>
                  <a:pt x="88" y="94"/>
                </a:cubicBezTo>
                <a:lnTo>
                  <a:pt x="88" y="43"/>
                </a:lnTo>
                <a:cubicBezTo>
                  <a:pt x="88" y="42"/>
                  <a:pt x="88" y="41"/>
                  <a:pt x="87" y="41"/>
                </a:cubicBezTo>
                <a:lnTo>
                  <a:pt x="46" y="1"/>
                </a:lnTo>
                <a:cubicBezTo>
                  <a:pt x="45" y="0"/>
                  <a:pt x="43" y="0"/>
                  <a:pt x="42" y="1"/>
                </a:cubicBezTo>
                <a:lnTo>
                  <a:pt x="0" y="40"/>
                </a:lnTo>
                <a:cubicBezTo>
                  <a:pt x="0" y="40"/>
                  <a:pt x="0" y="41"/>
                  <a:pt x="0" y="42"/>
                </a:cubicBezTo>
                <a:lnTo>
                  <a:pt x="0" y="93"/>
                </a:lnTo>
                <a:cubicBezTo>
                  <a:pt x="0" y="95"/>
                  <a:pt x="1" y="96"/>
                  <a:pt x="2" y="96"/>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88" name="Google Shape;1788;p33"/>
          <p:cNvSpPr/>
          <p:nvPr/>
        </p:nvSpPr>
        <p:spPr>
          <a:xfrm>
            <a:off x="3640175" y="1405925"/>
            <a:ext cx="2025600" cy="2762100"/>
          </a:xfrm>
          <a:prstGeom prst="rect">
            <a:avLst/>
          </a:prstGeom>
          <a:solidFill>
            <a:schemeClr val="l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1789" name="Google Shape;1789;p33"/>
          <p:cNvSpPr/>
          <p:nvPr/>
        </p:nvSpPr>
        <p:spPr>
          <a:xfrm>
            <a:off x="1210525" y="1405925"/>
            <a:ext cx="2025600" cy="2762100"/>
          </a:xfrm>
          <a:prstGeom prst="rect">
            <a:avLst/>
          </a:prstGeom>
          <a:solidFill>
            <a:schemeClr val="l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790" name="Google Shape;1790;p33"/>
          <p:cNvSpPr txBox="1"/>
          <p:nvPr/>
        </p:nvSpPr>
        <p:spPr>
          <a:xfrm>
            <a:off x="1210525" y="1405925"/>
            <a:ext cx="2025600" cy="221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Roboto"/>
                <a:ea typeface="Roboto"/>
                <a:cs typeface="Roboto"/>
                <a:sym typeface="Roboto"/>
              </a:rPr>
              <a:t>QR code generator</a:t>
            </a:r>
            <a:endParaRPr b="1"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QR codes must be time-limited</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QR codes can not be out of the norm to ensure backwards compatibility.</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Telemetry and Metrics on QR usage</a:t>
            </a:r>
            <a:endParaRPr sz="1200">
              <a:solidFill>
                <a:schemeClr val="dk1"/>
              </a:solidFill>
              <a:latin typeface="Roboto"/>
              <a:ea typeface="Roboto"/>
              <a:cs typeface="Roboto"/>
              <a:sym typeface="Roboto"/>
            </a:endParaRPr>
          </a:p>
        </p:txBody>
      </p:sp>
      <p:sp>
        <p:nvSpPr>
          <p:cNvPr id="1791" name="Google Shape;1791;p33"/>
          <p:cNvSpPr/>
          <p:nvPr/>
        </p:nvSpPr>
        <p:spPr>
          <a:xfrm>
            <a:off x="6069825" y="1405925"/>
            <a:ext cx="2025600" cy="2762100"/>
          </a:xfrm>
          <a:prstGeom prst="rect">
            <a:avLst/>
          </a:prstGeom>
          <a:solidFill>
            <a:schemeClr val="l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792" name="Google Shape;1792;p33"/>
          <p:cNvSpPr txBox="1"/>
          <p:nvPr/>
        </p:nvSpPr>
        <p:spPr>
          <a:xfrm>
            <a:off x="6069825" y="1405925"/>
            <a:ext cx="2025600" cy="1662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Roboto"/>
                <a:ea typeface="Roboto"/>
                <a:cs typeface="Roboto"/>
                <a:sym typeface="Roboto"/>
              </a:rPr>
              <a:t>Mobile application</a:t>
            </a:r>
            <a:endParaRPr b="1"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Easy to use</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Reports of tampering with the QR code can be sent</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Metrics on QR usage</a:t>
            </a:r>
            <a:endParaRPr sz="1200">
              <a:solidFill>
                <a:schemeClr val="dk1"/>
              </a:solidFill>
              <a:latin typeface="Roboto"/>
              <a:ea typeface="Roboto"/>
              <a:cs typeface="Roboto"/>
              <a:sym typeface="Roboto"/>
            </a:endParaRPr>
          </a:p>
        </p:txBody>
      </p:sp>
      <p:sp>
        <p:nvSpPr>
          <p:cNvPr id="1793" name="Google Shape;1793;p33"/>
          <p:cNvSpPr txBox="1"/>
          <p:nvPr/>
        </p:nvSpPr>
        <p:spPr>
          <a:xfrm>
            <a:off x="3640175" y="1405925"/>
            <a:ext cx="20256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Roboto"/>
                <a:ea typeface="Roboto"/>
                <a:cs typeface="Roboto"/>
                <a:sym typeface="Roboto"/>
              </a:rPr>
              <a:t>Authentication</a:t>
            </a:r>
            <a:endParaRPr b="1"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Only people who use our mobile app can scan our QR codes</a:t>
            </a:r>
            <a:endParaRPr sz="1200">
              <a:solidFill>
                <a:schemeClr val="dk1"/>
              </a:solidFill>
              <a:latin typeface="Roboto"/>
              <a:ea typeface="Roboto"/>
              <a:cs typeface="Roboto"/>
              <a:sym typeface="Roboto"/>
            </a:endParaRPr>
          </a:p>
        </p:txBody>
      </p:sp>
      <p:sp>
        <p:nvSpPr>
          <p:cNvPr id="1794" name="Google Shape;1794;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8" name="Shape 1798"/>
        <p:cNvGrpSpPr/>
        <p:nvPr/>
      </p:nvGrpSpPr>
      <p:grpSpPr>
        <a:xfrm>
          <a:off x="0" y="0"/>
          <a:ext cx="0" cy="0"/>
          <a:chOff x="0" y="0"/>
          <a:chExt cx="0" cy="0"/>
        </a:xfrm>
      </p:grpSpPr>
      <p:sp>
        <p:nvSpPr>
          <p:cNvPr id="1799" name="Google Shape;1799;p34"/>
          <p:cNvSpPr txBox="1"/>
          <p:nvPr>
            <p:ph type="title"/>
          </p:nvPr>
        </p:nvSpPr>
        <p:spPr>
          <a:xfrm>
            <a:off x="507000" y="2393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Solution</a:t>
            </a:r>
            <a:endParaRPr/>
          </a:p>
        </p:txBody>
      </p:sp>
      <p:sp>
        <p:nvSpPr>
          <p:cNvPr id="1800" name="Google Shape;1800;p34"/>
          <p:cNvSpPr txBox="1"/>
          <p:nvPr/>
        </p:nvSpPr>
        <p:spPr>
          <a:xfrm>
            <a:off x="1087925" y="1078800"/>
            <a:ext cx="5884800" cy="355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u="sng">
                <a:solidFill>
                  <a:schemeClr val="dk1"/>
                </a:solidFill>
                <a:latin typeface="Roboto"/>
                <a:ea typeface="Roboto"/>
                <a:cs typeface="Roboto"/>
                <a:sym typeface="Roboto"/>
              </a:rPr>
              <a:t>QR code generation and validation</a:t>
            </a:r>
            <a:endParaRPr b="1" sz="1500" u="sng">
              <a:solidFill>
                <a:schemeClr val="dk1"/>
              </a:solidFill>
              <a:latin typeface="Roboto"/>
              <a:ea typeface="Roboto"/>
              <a:cs typeface="Roboto"/>
              <a:sym typeface="Roboto"/>
            </a:endParaRPr>
          </a:p>
          <a:p>
            <a:pPr indent="0" lvl="0" marL="0" rtl="0" algn="l">
              <a:spcBef>
                <a:spcPts val="0"/>
              </a:spcBef>
              <a:spcAft>
                <a:spcPts val="0"/>
              </a:spcAft>
              <a:buNone/>
            </a:pPr>
            <a:r>
              <a:t/>
            </a:r>
            <a:endParaRPr b="1" sz="1200" u="sng">
              <a:solidFill>
                <a:schemeClr val="dk1"/>
              </a:solidFill>
              <a:latin typeface="Roboto"/>
              <a:ea typeface="Roboto"/>
              <a:cs typeface="Roboto"/>
              <a:sym typeface="Roboto"/>
            </a:endParaRPr>
          </a:p>
          <a:p>
            <a:pPr indent="0" lvl="0" marL="0" rtl="0" algn="l">
              <a:spcBef>
                <a:spcPts val="0"/>
              </a:spcBef>
              <a:spcAft>
                <a:spcPts val="0"/>
              </a:spcAft>
              <a:buNone/>
            </a:pPr>
            <a:r>
              <a:t/>
            </a:r>
            <a:endParaRPr b="1" sz="1200" u="sng">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Secure QR code generation: </a:t>
            </a:r>
            <a:endParaRPr sz="1200">
              <a:solidFill>
                <a:schemeClr val="dk1"/>
              </a:solidFill>
              <a:latin typeface="Roboto"/>
              <a:ea typeface="Roboto"/>
              <a:cs typeface="Roboto"/>
              <a:sym typeface="Roboto"/>
            </a:endParaRPr>
          </a:p>
          <a:p>
            <a:pPr indent="-304800" lvl="1" marL="9144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Generates cryptographic QR codes that integrates JWT payloads</a:t>
            </a:r>
            <a:endParaRPr sz="1200">
              <a:solidFill>
                <a:schemeClr val="dk1"/>
              </a:solidFill>
              <a:latin typeface="Roboto"/>
              <a:ea typeface="Roboto"/>
              <a:cs typeface="Roboto"/>
              <a:sym typeface="Roboto"/>
            </a:endParaRPr>
          </a:p>
          <a:p>
            <a:pPr indent="0" lvl="0" marL="914400" rtl="0" algn="l">
              <a:spcBef>
                <a:spcPts val="0"/>
              </a:spcBef>
              <a:spcAft>
                <a:spcPts val="0"/>
              </a:spcAft>
              <a:buNone/>
            </a:pPr>
            <a:r>
              <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QR code validation: </a:t>
            </a:r>
            <a:endParaRPr sz="1200">
              <a:solidFill>
                <a:schemeClr val="dk1"/>
              </a:solidFill>
              <a:latin typeface="Roboto"/>
              <a:ea typeface="Roboto"/>
              <a:cs typeface="Roboto"/>
              <a:sym typeface="Roboto"/>
            </a:endParaRPr>
          </a:p>
          <a:p>
            <a:pPr indent="-304800" lvl="1" marL="9144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Checks cryptographic signatures, expiration dates and blacklists.</a:t>
            </a:r>
            <a:endParaRPr sz="1200">
              <a:solidFill>
                <a:schemeClr val="dk1"/>
              </a:solidFill>
              <a:latin typeface="Roboto"/>
              <a:ea typeface="Roboto"/>
              <a:cs typeface="Roboto"/>
              <a:sym typeface="Roboto"/>
            </a:endParaRPr>
          </a:p>
          <a:p>
            <a:pPr indent="0" lvl="0" marL="914400" rtl="0" algn="l">
              <a:spcBef>
                <a:spcPts val="0"/>
              </a:spcBef>
              <a:spcAft>
                <a:spcPts val="0"/>
              </a:spcAft>
              <a:buNone/>
            </a:pPr>
            <a:r>
              <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Redirect system:</a:t>
            </a:r>
            <a:endParaRPr sz="1200">
              <a:solidFill>
                <a:schemeClr val="dk1"/>
              </a:solidFill>
              <a:latin typeface="Roboto"/>
              <a:ea typeface="Roboto"/>
              <a:cs typeface="Roboto"/>
              <a:sym typeface="Roboto"/>
            </a:endParaRPr>
          </a:p>
          <a:p>
            <a:pPr indent="-304800" lvl="1" marL="9144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Routes directing users to the correct destinations based on the status of the code.</a:t>
            </a:r>
            <a:endParaRPr sz="1200">
              <a:solidFill>
                <a:schemeClr val="dk1"/>
              </a:solidFill>
              <a:latin typeface="Roboto"/>
              <a:ea typeface="Roboto"/>
              <a:cs typeface="Roboto"/>
              <a:sym typeface="Roboto"/>
            </a:endParaRPr>
          </a:p>
          <a:p>
            <a:pPr indent="0" lvl="0" marL="457200" rtl="0" algn="l">
              <a:spcBef>
                <a:spcPts val="0"/>
              </a:spcBef>
              <a:spcAft>
                <a:spcPts val="0"/>
              </a:spcAft>
              <a:buNone/>
            </a:pPr>
            <a:r>
              <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Backwards compatibility:</a:t>
            </a:r>
            <a:endParaRPr sz="1200">
              <a:solidFill>
                <a:schemeClr val="dk1"/>
              </a:solidFill>
              <a:latin typeface="Roboto"/>
              <a:ea typeface="Roboto"/>
              <a:cs typeface="Roboto"/>
              <a:sym typeface="Roboto"/>
            </a:endParaRPr>
          </a:p>
          <a:p>
            <a:pPr indent="-304800" lvl="1" marL="9144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Guarantees that native camera application is capable of reading the underlying URL.</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pic>
        <p:nvPicPr>
          <p:cNvPr id="1801" name="Google Shape;1801;p34"/>
          <p:cNvPicPr preferRelativeResize="0"/>
          <p:nvPr/>
        </p:nvPicPr>
        <p:blipFill>
          <a:blip r:embed="rId3">
            <a:alphaModFix/>
          </a:blip>
          <a:stretch>
            <a:fillRect/>
          </a:stretch>
        </p:blipFill>
        <p:spPr>
          <a:xfrm>
            <a:off x="7186775" y="2095950"/>
            <a:ext cx="1370000" cy="1370000"/>
          </a:xfrm>
          <a:prstGeom prst="rect">
            <a:avLst/>
          </a:prstGeom>
          <a:noFill/>
          <a:ln>
            <a:noFill/>
          </a:ln>
        </p:spPr>
      </p:pic>
      <p:sp>
        <p:nvSpPr>
          <p:cNvPr id="1802" name="Google Shape;1802;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6" name="Shape 1806"/>
        <p:cNvGrpSpPr/>
        <p:nvPr/>
      </p:nvGrpSpPr>
      <p:grpSpPr>
        <a:xfrm>
          <a:off x="0" y="0"/>
          <a:ext cx="0" cy="0"/>
          <a:chOff x="0" y="0"/>
          <a:chExt cx="0" cy="0"/>
        </a:xfrm>
      </p:grpSpPr>
      <p:sp>
        <p:nvSpPr>
          <p:cNvPr id="1807" name="Google Shape;1807;p35"/>
          <p:cNvSpPr txBox="1"/>
          <p:nvPr>
            <p:ph type="title"/>
          </p:nvPr>
        </p:nvSpPr>
        <p:spPr>
          <a:xfrm>
            <a:off x="720000" y="23167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Solution</a:t>
            </a:r>
            <a:endParaRPr/>
          </a:p>
        </p:txBody>
      </p:sp>
      <p:sp>
        <p:nvSpPr>
          <p:cNvPr id="1808" name="Google Shape;1808;p35"/>
          <p:cNvSpPr txBox="1"/>
          <p:nvPr/>
        </p:nvSpPr>
        <p:spPr>
          <a:xfrm>
            <a:off x="720000" y="802650"/>
            <a:ext cx="7080300" cy="1523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u="sng">
                <a:solidFill>
                  <a:schemeClr val="dk1"/>
                </a:solidFill>
                <a:latin typeface="Roboto"/>
                <a:ea typeface="Roboto"/>
                <a:cs typeface="Roboto"/>
                <a:sym typeface="Roboto"/>
              </a:rPr>
              <a:t>Mobile application and session security</a:t>
            </a:r>
            <a:endParaRPr b="1" sz="1500" u="sng">
              <a:solidFill>
                <a:schemeClr val="dk1"/>
              </a:solidFill>
              <a:latin typeface="Roboto"/>
              <a:ea typeface="Roboto"/>
              <a:cs typeface="Roboto"/>
              <a:sym typeface="Roboto"/>
            </a:endParaRPr>
          </a:p>
          <a:p>
            <a:pPr indent="0" lvl="0" marL="0" rtl="0" algn="l">
              <a:spcBef>
                <a:spcPts val="0"/>
              </a:spcBef>
              <a:spcAft>
                <a:spcPts val="0"/>
              </a:spcAft>
              <a:buNone/>
            </a:pPr>
            <a:r>
              <a:t/>
            </a:r>
            <a:endParaRPr b="1" sz="1200" u="sng">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Mobile application:</a:t>
            </a:r>
            <a:endParaRPr sz="1200">
              <a:solidFill>
                <a:schemeClr val="dk1"/>
              </a:solidFill>
              <a:latin typeface="Roboto"/>
              <a:ea typeface="Roboto"/>
              <a:cs typeface="Roboto"/>
              <a:sym typeface="Roboto"/>
            </a:endParaRPr>
          </a:p>
          <a:p>
            <a:pPr indent="-304800" lvl="1" marL="9144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Utilize device’s camera hardware for scanning and transmit verification requests with device metadata</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Session security:</a:t>
            </a:r>
            <a:endParaRPr sz="1200">
              <a:solidFill>
                <a:schemeClr val="dk1"/>
              </a:solidFill>
              <a:latin typeface="Roboto"/>
              <a:ea typeface="Roboto"/>
              <a:cs typeface="Roboto"/>
              <a:sym typeface="Roboto"/>
            </a:endParaRPr>
          </a:p>
          <a:p>
            <a:pPr indent="-304800" lvl="1" marL="9144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Implement HTTPS and utilized Expo SecureStore to safely store JWTs.</a:t>
            </a:r>
            <a:endParaRPr sz="1200">
              <a:solidFill>
                <a:schemeClr val="dk1"/>
              </a:solidFill>
              <a:latin typeface="Roboto"/>
              <a:ea typeface="Roboto"/>
              <a:cs typeface="Roboto"/>
              <a:sym typeface="Roboto"/>
            </a:endParaRPr>
          </a:p>
        </p:txBody>
      </p:sp>
      <p:pic>
        <p:nvPicPr>
          <p:cNvPr id="1809" name="Google Shape;1809;p35"/>
          <p:cNvPicPr preferRelativeResize="0"/>
          <p:nvPr/>
        </p:nvPicPr>
        <p:blipFill>
          <a:blip r:embed="rId3">
            <a:alphaModFix/>
          </a:blip>
          <a:stretch>
            <a:fillRect/>
          </a:stretch>
        </p:blipFill>
        <p:spPr>
          <a:xfrm>
            <a:off x="5403150" y="2911275"/>
            <a:ext cx="3078875" cy="1478075"/>
          </a:xfrm>
          <a:prstGeom prst="rect">
            <a:avLst/>
          </a:prstGeom>
          <a:noFill/>
          <a:ln>
            <a:noFill/>
          </a:ln>
        </p:spPr>
      </p:pic>
      <p:sp>
        <p:nvSpPr>
          <p:cNvPr id="1810" name="Google Shape;1810;p35"/>
          <p:cNvSpPr txBox="1"/>
          <p:nvPr/>
        </p:nvSpPr>
        <p:spPr>
          <a:xfrm>
            <a:off x="720000" y="2657750"/>
            <a:ext cx="4477800" cy="189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u="sng">
                <a:solidFill>
                  <a:schemeClr val="dk1"/>
                </a:solidFill>
                <a:latin typeface="Roboto"/>
                <a:ea typeface="Roboto"/>
                <a:cs typeface="Roboto"/>
                <a:sym typeface="Roboto"/>
              </a:rPr>
              <a:t>Administration and blacklist control</a:t>
            </a:r>
            <a:endParaRPr b="1" sz="1500" u="sng">
              <a:solidFill>
                <a:schemeClr val="dk1"/>
              </a:solidFill>
              <a:latin typeface="Roboto"/>
              <a:ea typeface="Roboto"/>
              <a:cs typeface="Roboto"/>
              <a:sym typeface="Roboto"/>
            </a:endParaRPr>
          </a:p>
          <a:p>
            <a:pPr indent="0" lvl="0" marL="0" rtl="0" algn="l">
              <a:spcBef>
                <a:spcPts val="0"/>
              </a:spcBef>
              <a:spcAft>
                <a:spcPts val="0"/>
              </a:spcAft>
              <a:buNone/>
            </a:pPr>
            <a:r>
              <a:t/>
            </a:r>
            <a:endParaRPr b="1" sz="1200" u="sng">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Blacklist control:</a:t>
            </a:r>
            <a:endParaRPr sz="1200">
              <a:solidFill>
                <a:schemeClr val="dk1"/>
              </a:solidFill>
              <a:latin typeface="Roboto"/>
              <a:ea typeface="Roboto"/>
              <a:cs typeface="Roboto"/>
              <a:sym typeface="Roboto"/>
            </a:endParaRPr>
          </a:p>
          <a:p>
            <a:pPr indent="-304800" lvl="1" marL="9144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Eliminates threats by letting operators to modify token statuses and prevent future routing.</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Admin dashboard: </a:t>
            </a:r>
            <a:endParaRPr sz="1200">
              <a:solidFill>
                <a:schemeClr val="dk1"/>
              </a:solidFill>
              <a:latin typeface="Roboto"/>
              <a:ea typeface="Roboto"/>
              <a:cs typeface="Roboto"/>
              <a:sym typeface="Roboto"/>
            </a:endParaRPr>
          </a:p>
          <a:p>
            <a:pPr indent="-304800" lvl="1" marL="9144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Role-based visual control panel for authorized users to generate QR codes, observe metrics and handle blacklists.</a:t>
            </a:r>
            <a:endParaRPr sz="1200">
              <a:solidFill>
                <a:schemeClr val="dk1"/>
              </a:solidFill>
              <a:latin typeface="Roboto"/>
              <a:ea typeface="Roboto"/>
              <a:cs typeface="Roboto"/>
              <a:sym typeface="Roboto"/>
            </a:endParaRPr>
          </a:p>
        </p:txBody>
      </p:sp>
      <p:sp>
        <p:nvSpPr>
          <p:cNvPr id="1811" name="Google Shape;1811;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5" name="Shape 1815"/>
        <p:cNvGrpSpPr/>
        <p:nvPr/>
      </p:nvGrpSpPr>
      <p:grpSpPr>
        <a:xfrm>
          <a:off x="0" y="0"/>
          <a:ext cx="0" cy="0"/>
          <a:chOff x="0" y="0"/>
          <a:chExt cx="0" cy="0"/>
        </a:xfrm>
      </p:grpSpPr>
      <p:sp>
        <p:nvSpPr>
          <p:cNvPr id="1816" name="Google Shape;1816;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Solution</a:t>
            </a:r>
            <a:endParaRPr/>
          </a:p>
        </p:txBody>
      </p:sp>
      <p:sp>
        <p:nvSpPr>
          <p:cNvPr id="1817" name="Google Shape;1817;p36"/>
          <p:cNvSpPr txBox="1"/>
          <p:nvPr/>
        </p:nvSpPr>
        <p:spPr>
          <a:xfrm>
            <a:off x="720000" y="1504125"/>
            <a:ext cx="3930000" cy="226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u="sng">
                <a:solidFill>
                  <a:schemeClr val="dk1"/>
                </a:solidFill>
                <a:latin typeface="Roboto"/>
                <a:ea typeface="Roboto"/>
                <a:cs typeface="Roboto"/>
                <a:sym typeface="Roboto"/>
              </a:rPr>
              <a:t>Tampering reports and analytics</a:t>
            </a:r>
            <a:endParaRPr b="1" sz="1500" u="sng">
              <a:solidFill>
                <a:schemeClr val="dk1"/>
              </a:solidFill>
              <a:latin typeface="Roboto"/>
              <a:ea typeface="Roboto"/>
              <a:cs typeface="Roboto"/>
              <a:sym typeface="Roboto"/>
            </a:endParaRPr>
          </a:p>
          <a:p>
            <a:pPr indent="0" lvl="0" marL="0" rtl="0" algn="l">
              <a:spcBef>
                <a:spcPts val="0"/>
              </a:spcBef>
              <a:spcAft>
                <a:spcPts val="0"/>
              </a:spcAft>
              <a:buNone/>
            </a:pPr>
            <a:r>
              <a:t/>
            </a:r>
            <a:endParaRPr b="1" sz="1200" u="sng">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Tampering report:  </a:t>
            </a:r>
            <a:endParaRPr sz="1200">
              <a:solidFill>
                <a:schemeClr val="dk1"/>
              </a:solidFill>
              <a:latin typeface="Roboto"/>
              <a:ea typeface="Roboto"/>
              <a:cs typeface="Roboto"/>
              <a:sym typeface="Roboto"/>
            </a:endParaRPr>
          </a:p>
          <a:p>
            <a:pPr indent="-304800" lvl="1" marL="9144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Allow users to report suspicious QR codes.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Scan analytics: </a:t>
            </a:r>
            <a:endParaRPr sz="1200">
              <a:solidFill>
                <a:schemeClr val="dk1"/>
              </a:solidFill>
              <a:latin typeface="Roboto"/>
              <a:ea typeface="Roboto"/>
              <a:cs typeface="Roboto"/>
              <a:sym typeface="Roboto"/>
            </a:endParaRPr>
          </a:p>
          <a:p>
            <a:pPr indent="-304800" lvl="1" marL="9144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Telemetry system logs incoming scan timestamps, IP and user-agent details for tracking.</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pic>
        <p:nvPicPr>
          <p:cNvPr id="1818" name="Google Shape;1818;p36"/>
          <p:cNvPicPr preferRelativeResize="0"/>
          <p:nvPr/>
        </p:nvPicPr>
        <p:blipFill>
          <a:blip r:embed="rId3">
            <a:alphaModFix/>
          </a:blip>
          <a:stretch>
            <a:fillRect/>
          </a:stretch>
        </p:blipFill>
        <p:spPr>
          <a:xfrm>
            <a:off x="5227000" y="1407542"/>
            <a:ext cx="3196999" cy="2485375"/>
          </a:xfrm>
          <a:prstGeom prst="rect">
            <a:avLst/>
          </a:prstGeom>
          <a:noFill/>
          <a:ln>
            <a:noFill/>
          </a:ln>
        </p:spPr>
      </p:pic>
      <p:sp>
        <p:nvSpPr>
          <p:cNvPr id="1819" name="Google Shape;1819;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3" name="Shape 1823"/>
        <p:cNvGrpSpPr/>
        <p:nvPr/>
      </p:nvGrpSpPr>
      <p:grpSpPr>
        <a:xfrm>
          <a:off x="0" y="0"/>
          <a:ext cx="0" cy="0"/>
          <a:chOff x="0" y="0"/>
          <a:chExt cx="0" cy="0"/>
        </a:xfrm>
      </p:grpSpPr>
      <p:sp>
        <p:nvSpPr>
          <p:cNvPr id="1824" name="Google Shape;1824;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Hybrid Methodology</a:t>
            </a:r>
            <a:endParaRPr/>
          </a:p>
        </p:txBody>
      </p:sp>
      <p:pic>
        <p:nvPicPr>
          <p:cNvPr id="1825" name="Google Shape;1825;p37" title="solution.png"/>
          <p:cNvPicPr preferRelativeResize="0"/>
          <p:nvPr/>
        </p:nvPicPr>
        <p:blipFill>
          <a:blip r:embed="rId3">
            <a:alphaModFix/>
          </a:blip>
          <a:stretch>
            <a:fillRect/>
          </a:stretch>
        </p:blipFill>
        <p:spPr>
          <a:xfrm>
            <a:off x="833450" y="1529425"/>
            <a:ext cx="2637500" cy="2637500"/>
          </a:xfrm>
          <a:prstGeom prst="rect">
            <a:avLst/>
          </a:prstGeom>
          <a:noFill/>
          <a:ln>
            <a:noFill/>
          </a:ln>
        </p:spPr>
      </p:pic>
      <p:sp>
        <p:nvSpPr>
          <p:cNvPr id="1826" name="Google Shape;1826;p37"/>
          <p:cNvSpPr txBox="1"/>
          <p:nvPr>
            <p:ph idx="4294967295" type="subTitle"/>
          </p:nvPr>
        </p:nvSpPr>
        <p:spPr>
          <a:xfrm>
            <a:off x="4188675" y="2723004"/>
            <a:ext cx="3492600" cy="1730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400">
                <a:latin typeface="Calibri"/>
                <a:ea typeface="Calibri"/>
                <a:cs typeface="Calibri"/>
                <a:sym typeface="Calibri"/>
              </a:rPr>
              <a:t>Requirements were gathered directly from clients Peter Cole and Mike Groeneweg, analyzed by the team, and implemented across multiple iterations of development and testing to refine the build to better meet the requirements. </a:t>
            </a:r>
            <a:endParaRPr sz="1400">
              <a:latin typeface="Calibri"/>
              <a:ea typeface="Calibri"/>
              <a:cs typeface="Calibri"/>
              <a:sym typeface="Calibri"/>
            </a:endParaRPr>
          </a:p>
          <a:p>
            <a:pPr indent="0" lvl="0" marL="0" rtl="0" algn="l">
              <a:spcBef>
                <a:spcPts val="0"/>
              </a:spcBef>
              <a:spcAft>
                <a:spcPts val="0"/>
              </a:spcAft>
              <a:buNone/>
            </a:pPr>
            <a:r>
              <a:t/>
            </a:r>
            <a:endParaRPr/>
          </a:p>
        </p:txBody>
      </p:sp>
      <p:sp>
        <p:nvSpPr>
          <p:cNvPr id="1827" name="Google Shape;1827;p37"/>
          <p:cNvSpPr txBox="1"/>
          <p:nvPr/>
        </p:nvSpPr>
        <p:spPr>
          <a:xfrm>
            <a:off x="3586950" y="1195175"/>
            <a:ext cx="4256100" cy="1662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800">
                <a:solidFill>
                  <a:schemeClr val="dk2"/>
                </a:solidFill>
                <a:latin typeface="Roboto"/>
                <a:ea typeface="Roboto"/>
                <a:cs typeface="Roboto"/>
                <a:sym typeface="Roboto"/>
              </a:rPr>
              <a:t>Waterfall &amp; Agile</a:t>
            </a:r>
            <a:endParaRPr b="1" sz="4800">
              <a:solidFill>
                <a:schemeClr val="dk2"/>
              </a:solidFill>
              <a:latin typeface="Roboto"/>
              <a:ea typeface="Roboto"/>
              <a:cs typeface="Roboto"/>
              <a:sym typeface="Roboto"/>
            </a:endParaRPr>
          </a:p>
        </p:txBody>
      </p:sp>
      <p:sp>
        <p:nvSpPr>
          <p:cNvPr id="1828" name="Google Shape;1828;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2" name="Shape 1832"/>
        <p:cNvGrpSpPr/>
        <p:nvPr/>
      </p:nvGrpSpPr>
      <p:grpSpPr>
        <a:xfrm>
          <a:off x="0" y="0"/>
          <a:ext cx="0" cy="0"/>
          <a:chOff x="0" y="0"/>
          <a:chExt cx="0" cy="0"/>
        </a:xfrm>
      </p:grpSpPr>
      <p:sp>
        <p:nvSpPr>
          <p:cNvPr id="1833" name="Google Shape;1833;p38"/>
          <p:cNvSpPr txBox="1"/>
          <p:nvPr>
            <p:ph type="title"/>
          </p:nvPr>
        </p:nvSpPr>
        <p:spPr>
          <a:xfrm>
            <a:off x="3989375" y="2571975"/>
            <a:ext cx="4383600" cy="104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Team Process &amp; Timeline</a:t>
            </a:r>
            <a:endParaRPr/>
          </a:p>
        </p:txBody>
      </p:sp>
      <p:sp>
        <p:nvSpPr>
          <p:cNvPr id="1834" name="Google Shape;1834;p38"/>
          <p:cNvSpPr txBox="1"/>
          <p:nvPr>
            <p:ph idx="2" type="title"/>
          </p:nvPr>
        </p:nvSpPr>
        <p:spPr>
          <a:xfrm>
            <a:off x="5642675" y="1454775"/>
            <a:ext cx="1077000" cy="96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grpSp>
        <p:nvGrpSpPr>
          <p:cNvPr id="1835" name="Google Shape;1835;p38"/>
          <p:cNvGrpSpPr/>
          <p:nvPr/>
        </p:nvGrpSpPr>
        <p:grpSpPr>
          <a:xfrm>
            <a:off x="956297" y="764691"/>
            <a:ext cx="2571666" cy="3614127"/>
            <a:chOff x="1210622" y="-170354"/>
            <a:chExt cx="2319742" cy="3260082"/>
          </a:xfrm>
        </p:grpSpPr>
        <p:grpSp>
          <p:nvGrpSpPr>
            <p:cNvPr id="1836" name="Google Shape;1836;p38"/>
            <p:cNvGrpSpPr/>
            <p:nvPr/>
          </p:nvGrpSpPr>
          <p:grpSpPr>
            <a:xfrm>
              <a:off x="1681651" y="398058"/>
              <a:ext cx="1848713" cy="2691670"/>
              <a:chOff x="1938738" y="663771"/>
              <a:chExt cx="1848713" cy="2691670"/>
            </a:xfrm>
          </p:grpSpPr>
          <p:grpSp>
            <p:nvGrpSpPr>
              <p:cNvPr id="1837" name="Google Shape;1837;p38"/>
              <p:cNvGrpSpPr/>
              <p:nvPr/>
            </p:nvGrpSpPr>
            <p:grpSpPr>
              <a:xfrm>
                <a:off x="1938738" y="663771"/>
                <a:ext cx="1848713" cy="2691670"/>
                <a:chOff x="1753188" y="663783"/>
                <a:chExt cx="1848713" cy="2691670"/>
              </a:xfrm>
            </p:grpSpPr>
            <p:sp>
              <p:nvSpPr>
                <p:cNvPr id="1838" name="Google Shape;1838;p38"/>
                <p:cNvSpPr/>
                <p:nvPr/>
              </p:nvSpPr>
              <p:spPr>
                <a:xfrm>
                  <a:off x="2524001" y="1331549"/>
                  <a:ext cx="956301" cy="2021843"/>
                </a:xfrm>
                <a:custGeom>
                  <a:rect b="b" l="l" r="r" t="t"/>
                  <a:pathLst>
                    <a:path extrusionOk="0" h="981" w="464">
                      <a:moveTo>
                        <a:pt x="380" y="0"/>
                      </a:moveTo>
                      <a:cubicBezTo>
                        <a:pt x="371" y="0"/>
                        <a:pt x="359" y="0"/>
                        <a:pt x="345" y="0"/>
                      </a:cubicBezTo>
                      <a:cubicBezTo>
                        <a:pt x="342" y="0"/>
                        <a:pt x="338" y="0"/>
                        <a:pt x="335" y="2"/>
                      </a:cubicBezTo>
                      <a:cubicBezTo>
                        <a:pt x="331" y="3"/>
                        <a:pt x="328" y="6"/>
                        <a:pt x="326" y="9"/>
                      </a:cubicBezTo>
                      <a:cubicBezTo>
                        <a:pt x="325" y="11"/>
                        <a:pt x="324" y="13"/>
                        <a:pt x="324" y="15"/>
                      </a:cubicBezTo>
                      <a:cubicBezTo>
                        <a:pt x="324" y="17"/>
                        <a:pt x="324" y="19"/>
                        <a:pt x="324" y="21"/>
                      </a:cubicBezTo>
                      <a:cubicBezTo>
                        <a:pt x="324" y="23"/>
                        <a:pt x="324" y="26"/>
                        <a:pt x="324" y="28"/>
                      </a:cubicBezTo>
                      <a:cubicBezTo>
                        <a:pt x="324" y="31"/>
                        <a:pt x="324" y="32"/>
                        <a:pt x="323" y="34"/>
                      </a:cubicBezTo>
                      <a:cubicBezTo>
                        <a:pt x="322" y="39"/>
                        <a:pt x="320" y="43"/>
                        <a:pt x="316" y="46"/>
                      </a:cubicBezTo>
                      <a:cubicBezTo>
                        <a:pt x="313" y="47"/>
                        <a:pt x="311" y="48"/>
                        <a:pt x="309" y="48"/>
                      </a:cubicBezTo>
                      <a:cubicBezTo>
                        <a:pt x="306" y="48"/>
                        <a:pt x="304" y="48"/>
                        <a:pt x="301" y="48"/>
                      </a:cubicBezTo>
                      <a:cubicBezTo>
                        <a:pt x="291" y="48"/>
                        <a:pt x="281" y="48"/>
                        <a:pt x="269" y="48"/>
                      </a:cubicBezTo>
                      <a:cubicBezTo>
                        <a:pt x="247" y="48"/>
                        <a:pt x="223" y="48"/>
                        <a:pt x="198" y="48"/>
                      </a:cubicBezTo>
                      <a:lnTo>
                        <a:pt x="178" y="48"/>
                      </a:lnTo>
                      <a:cubicBezTo>
                        <a:pt x="176" y="48"/>
                        <a:pt x="175" y="48"/>
                        <a:pt x="173" y="48"/>
                      </a:cubicBezTo>
                      <a:cubicBezTo>
                        <a:pt x="172" y="48"/>
                        <a:pt x="170" y="48"/>
                        <a:pt x="168" y="48"/>
                      </a:cubicBezTo>
                      <a:cubicBezTo>
                        <a:pt x="165" y="47"/>
                        <a:pt x="162" y="45"/>
                        <a:pt x="159" y="42"/>
                      </a:cubicBezTo>
                      <a:cubicBezTo>
                        <a:pt x="157" y="40"/>
                        <a:pt x="155" y="36"/>
                        <a:pt x="155" y="33"/>
                      </a:cubicBezTo>
                      <a:cubicBezTo>
                        <a:pt x="155" y="31"/>
                        <a:pt x="155" y="29"/>
                        <a:pt x="155" y="27"/>
                      </a:cubicBezTo>
                      <a:cubicBezTo>
                        <a:pt x="155" y="26"/>
                        <a:pt x="155" y="24"/>
                        <a:pt x="155" y="22"/>
                      </a:cubicBezTo>
                      <a:cubicBezTo>
                        <a:pt x="155" y="19"/>
                        <a:pt x="155" y="15"/>
                        <a:pt x="154" y="12"/>
                      </a:cubicBezTo>
                      <a:cubicBezTo>
                        <a:pt x="153" y="8"/>
                        <a:pt x="150" y="6"/>
                        <a:pt x="148" y="3"/>
                      </a:cubicBezTo>
                      <a:cubicBezTo>
                        <a:pt x="145" y="1"/>
                        <a:pt x="141" y="0"/>
                        <a:pt x="137" y="1"/>
                      </a:cubicBezTo>
                      <a:lnTo>
                        <a:pt x="126" y="1"/>
                      </a:lnTo>
                      <a:cubicBezTo>
                        <a:pt x="119" y="1"/>
                        <a:pt x="111" y="1"/>
                        <a:pt x="103" y="1"/>
                      </a:cubicBezTo>
                      <a:cubicBezTo>
                        <a:pt x="88" y="1"/>
                        <a:pt x="72" y="1"/>
                        <a:pt x="56" y="1"/>
                      </a:cubicBezTo>
                      <a:cubicBezTo>
                        <a:pt x="48" y="1"/>
                        <a:pt x="40" y="2"/>
                        <a:pt x="32" y="5"/>
                      </a:cubicBezTo>
                      <a:cubicBezTo>
                        <a:pt x="25" y="8"/>
                        <a:pt x="18" y="14"/>
                        <a:pt x="13" y="20"/>
                      </a:cubicBezTo>
                      <a:cubicBezTo>
                        <a:pt x="7" y="26"/>
                        <a:pt x="3" y="34"/>
                        <a:pt x="1" y="43"/>
                      </a:cubicBezTo>
                      <a:cubicBezTo>
                        <a:pt x="1" y="45"/>
                        <a:pt x="1" y="47"/>
                        <a:pt x="0" y="49"/>
                      </a:cubicBezTo>
                      <a:cubicBezTo>
                        <a:pt x="0" y="51"/>
                        <a:pt x="0" y="53"/>
                        <a:pt x="0" y="54"/>
                      </a:cubicBezTo>
                      <a:lnTo>
                        <a:pt x="0" y="408"/>
                      </a:lnTo>
                      <a:cubicBezTo>
                        <a:pt x="0" y="413"/>
                        <a:pt x="0" y="417"/>
                        <a:pt x="0" y="422"/>
                      </a:cubicBezTo>
                      <a:cubicBezTo>
                        <a:pt x="0" y="436"/>
                        <a:pt x="0" y="451"/>
                        <a:pt x="0" y="465"/>
                      </a:cubicBezTo>
                      <a:lnTo>
                        <a:pt x="0" y="925"/>
                      </a:lnTo>
                      <a:cubicBezTo>
                        <a:pt x="0" y="931"/>
                        <a:pt x="0" y="936"/>
                        <a:pt x="2" y="942"/>
                      </a:cubicBezTo>
                      <a:cubicBezTo>
                        <a:pt x="6" y="954"/>
                        <a:pt x="13" y="964"/>
                        <a:pt x="23" y="971"/>
                      </a:cubicBezTo>
                      <a:cubicBezTo>
                        <a:pt x="33" y="978"/>
                        <a:pt x="45" y="981"/>
                        <a:pt x="58" y="980"/>
                      </a:cubicBezTo>
                      <a:cubicBezTo>
                        <a:pt x="70" y="980"/>
                        <a:pt x="82" y="980"/>
                        <a:pt x="94" y="980"/>
                      </a:cubicBezTo>
                      <a:cubicBezTo>
                        <a:pt x="119" y="980"/>
                        <a:pt x="143" y="980"/>
                        <a:pt x="167" y="980"/>
                      </a:cubicBezTo>
                      <a:cubicBezTo>
                        <a:pt x="215" y="980"/>
                        <a:pt x="263" y="980"/>
                        <a:pt x="309" y="980"/>
                      </a:cubicBezTo>
                      <a:cubicBezTo>
                        <a:pt x="332" y="980"/>
                        <a:pt x="356" y="980"/>
                        <a:pt x="378" y="980"/>
                      </a:cubicBezTo>
                      <a:cubicBezTo>
                        <a:pt x="390" y="980"/>
                        <a:pt x="401" y="981"/>
                        <a:pt x="412" y="980"/>
                      </a:cubicBezTo>
                      <a:cubicBezTo>
                        <a:pt x="424" y="980"/>
                        <a:pt x="434" y="975"/>
                        <a:pt x="443" y="969"/>
                      </a:cubicBezTo>
                      <a:cubicBezTo>
                        <a:pt x="447" y="965"/>
                        <a:pt x="451" y="961"/>
                        <a:pt x="454" y="956"/>
                      </a:cubicBezTo>
                      <a:cubicBezTo>
                        <a:pt x="457" y="952"/>
                        <a:pt x="459" y="947"/>
                        <a:pt x="461" y="941"/>
                      </a:cubicBezTo>
                      <a:cubicBezTo>
                        <a:pt x="463" y="936"/>
                        <a:pt x="463" y="931"/>
                        <a:pt x="463" y="925"/>
                      </a:cubicBezTo>
                      <a:cubicBezTo>
                        <a:pt x="463" y="920"/>
                        <a:pt x="463" y="914"/>
                        <a:pt x="463" y="909"/>
                      </a:cubicBezTo>
                      <a:cubicBezTo>
                        <a:pt x="463" y="887"/>
                        <a:pt x="463" y="865"/>
                        <a:pt x="463" y="844"/>
                      </a:cubicBezTo>
                      <a:cubicBezTo>
                        <a:pt x="463" y="672"/>
                        <a:pt x="463" y="518"/>
                        <a:pt x="463" y="389"/>
                      </a:cubicBezTo>
                      <a:cubicBezTo>
                        <a:pt x="463" y="259"/>
                        <a:pt x="463" y="154"/>
                        <a:pt x="464" y="82"/>
                      </a:cubicBezTo>
                      <a:cubicBezTo>
                        <a:pt x="464" y="73"/>
                        <a:pt x="464" y="64"/>
                        <a:pt x="464" y="56"/>
                      </a:cubicBezTo>
                      <a:cubicBezTo>
                        <a:pt x="464" y="48"/>
                        <a:pt x="462" y="41"/>
                        <a:pt x="460" y="34"/>
                      </a:cubicBezTo>
                      <a:cubicBezTo>
                        <a:pt x="457" y="28"/>
                        <a:pt x="453" y="23"/>
                        <a:pt x="449" y="18"/>
                      </a:cubicBezTo>
                      <a:cubicBezTo>
                        <a:pt x="445" y="14"/>
                        <a:pt x="441" y="11"/>
                        <a:pt x="437" y="8"/>
                      </a:cubicBezTo>
                      <a:cubicBezTo>
                        <a:pt x="429" y="3"/>
                        <a:pt x="422" y="2"/>
                        <a:pt x="417" y="1"/>
                      </a:cubicBezTo>
                      <a:cubicBezTo>
                        <a:pt x="414" y="1"/>
                        <a:pt x="413" y="1"/>
                        <a:pt x="411" y="0"/>
                      </a:cubicBezTo>
                      <a:cubicBezTo>
                        <a:pt x="410" y="0"/>
                        <a:pt x="409" y="0"/>
                        <a:pt x="409" y="0"/>
                      </a:cubicBezTo>
                      <a:cubicBezTo>
                        <a:pt x="409" y="0"/>
                        <a:pt x="407" y="0"/>
                        <a:pt x="402" y="0"/>
                      </a:cubicBezTo>
                      <a:cubicBezTo>
                        <a:pt x="397" y="0"/>
                        <a:pt x="390" y="0"/>
                        <a:pt x="380" y="0"/>
                      </a:cubicBezTo>
                      <a:close/>
                    </a:path>
                  </a:pathLst>
                </a:custGeom>
                <a:solidFill>
                  <a:schemeClr val="lt1"/>
                </a:solidFill>
                <a:ln>
                  <a:noFill/>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839" name="Google Shape;1839;p38"/>
                <p:cNvSpPr/>
                <p:nvPr/>
              </p:nvSpPr>
              <p:spPr>
                <a:xfrm>
                  <a:off x="2680637" y="2092059"/>
                  <a:ext cx="630664" cy="129843"/>
                </a:xfrm>
                <a:custGeom>
                  <a:rect b="b" l="l" r="r" t="t"/>
                  <a:pathLst>
                    <a:path extrusionOk="0" h="63" w="306">
                      <a:moveTo>
                        <a:pt x="0" y="0"/>
                      </a:moveTo>
                      <a:lnTo>
                        <a:pt x="306" y="0"/>
                      </a:lnTo>
                      <a:lnTo>
                        <a:pt x="306" y="63"/>
                      </a:lnTo>
                      <a:lnTo>
                        <a:pt x="0" y="63"/>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840" name="Google Shape;1840;p38"/>
                <p:cNvSpPr/>
                <p:nvPr/>
              </p:nvSpPr>
              <p:spPr>
                <a:xfrm>
                  <a:off x="2521940" y="1329488"/>
                  <a:ext cx="960423" cy="2025965"/>
                </a:xfrm>
                <a:custGeom>
                  <a:rect b="b" l="l" r="r" t="t"/>
                  <a:pathLst>
                    <a:path extrusionOk="0" h="983" w="466">
                      <a:moveTo>
                        <a:pt x="411" y="1"/>
                      </a:moveTo>
                      <a:cubicBezTo>
                        <a:pt x="411" y="1"/>
                        <a:pt x="412" y="1"/>
                        <a:pt x="413" y="1"/>
                      </a:cubicBezTo>
                      <a:cubicBezTo>
                        <a:pt x="415" y="1"/>
                        <a:pt x="416" y="1"/>
                        <a:pt x="419" y="1"/>
                      </a:cubicBezTo>
                      <a:cubicBezTo>
                        <a:pt x="424" y="2"/>
                        <a:pt x="431" y="3"/>
                        <a:pt x="439" y="8"/>
                      </a:cubicBezTo>
                      <a:cubicBezTo>
                        <a:pt x="443" y="11"/>
                        <a:pt x="448" y="14"/>
                        <a:pt x="452" y="18"/>
                      </a:cubicBezTo>
                      <a:cubicBezTo>
                        <a:pt x="456" y="23"/>
                        <a:pt x="459" y="28"/>
                        <a:pt x="462" y="35"/>
                      </a:cubicBezTo>
                      <a:cubicBezTo>
                        <a:pt x="465" y="41"/>
                        <a:pt x="466" y="49"/>
                        <a:pt x="466" y="57"/>
                      </a:cubicBezTo>
                      <a:cubicBezTo>
                        <a:pt x="466" y="65"/>
                        <a:pt x="466" y="73"/>
                        <a:pt x="466" y="82"/>
                      </a:cubicBezTo>
                      <a:cubicBezTo>
                        <a:pt x="466" y="155"/>
                        <a:pt x="466" y="260"/>
                        <a:pt x="466" y="389"/>
                      </a:cubicBezTo>
                      <a:cubicBezTo>
                        <a:pt x="466" y="519"/>
                        <a:pt x="466" y="673"/>
                        <a:pt x="466" y="844"/>
                      </a:cubicBezTo>
                      <a:cubicBezTo>
                        <a:pt x="466" y="866"/>
                        <a:pt x="466" y="887"/>
                        <a:pt x="466" y="909"/>
                      </a:cubicBezTo>
                      <a:lnTo>
                        <a:pt x="466" y="926"/>
                      </a:lnTo>
                      <a:cubicBezTo>
                        <a:pt x="466" y="931"/>
                        <a:pt x="466" y="937"/>
                        <a:pt x="464" y="942"/>
                      </a:cubicBezTo>
                      <a:cubicBezTo>
                        <a:pt x="463" y="948"/>
                        <a:pt x="460" y="953"/>
                        <a:pt x="457" y="958"/>
                      </a:cubicBezTo>
                      <a:cubicBezTo>
                        <a:pt x="454" y="962"/>
                        <a:pt x="450" y="966"/>
                        <a:pt x="446" y="970"/>
                      </a:cubicBezTo>
                      <a:cubicBezTo>
                        <a:pt x="437" y="977"/>
                        <a:pt x="426" y="982"/>
                        <a:pt x="415" y="982"/>
                      </a:cubicBezTo>
                      <a:cubicBezTo>
                        <a:pt x="403" y="983"/>
                        <a:pt x="392" y="982"/>
                        <a:pt x="380" y="982"/>
                      </a:cubicBezTo>
                      <a:cubicBezTo>
                        <a:pt x="358" y="982"/>
                        <a:pt x="334" y="982"/>
                        <a:pt x="311" y="982"/>
                      </a:cubicBezTo>
                      <a:cubicBezTo>
                        <a:pt x="265" y="982"/>
                        <a:pt x="217" y="982"/>
                        <a:pt x="169" y="982"/>
                      </a:cubicBezTo>
                      <a:cubicBezTo>
                        <a:pt x="145" y="982"/>
                        <a:pt x="121" y="982"/>
                        <a:pt x="96" y="982"/>
                      </a:cubicBezTo>
                      <a:cubicBezTo>
                        <a:pt x="84" y="982"/>
                        <a:pt x="72" y="982"/>
                        <a:pt x="60" y="982"/>
                      </a:cubicBezTo>
                      <a:cubicBezTo>
                        <a:pt x="47" y="983"/>
                        <a:pt x="35" y="980"/>
                        <a:pt x="24" y="973"/>
                      </a:cubicBezTo>
                      <a:cubicBezTo>
                        <a:pt x="14" y="965"/>
                        <a:pt x="6" y="955"/>
                        <a:pt x="3" y="943"/>
                      </a:cubicBezTo>
                      <a:cubicBezTo>
                        <a:pt x="1" y="937"/>
                        <a:pt x="0" y="931"/>
                        <a:pt x="0" y="924"/>
                      </a:cubicBezTo>
                      <a:cubicBezTo>
                        <a:pt x="0" y="918"/>
                        <a:pt x="0" y="912"/>
                        <a:pt x="0" y="906"/>
                      </a:cubicBezTo>
                      <a:cubicBezTo>
                        <a:pt x="0" y="882"/>
                        <a:pt x="0" y="858"/>
                        <a:pt x="0" y="833"/>
                      </a:cubicBezTo>
                      <a:cubicBezTo>
                        <a:pt x="0" y="785"/>
                        <a:pt x="0" y="738"/>
                        <a:pt x="0" y="691"/>
                      </a:cubicBezTo>
                      <a:cubicBezTo>
                        <a:pt x="0" y="598"/>
                        <a:pt x="0" y="508"/>
                        <a:pt x="1" y="423"/>
                      </a:cubicBezTo>
                      <a:cubicBezTo>
                        <a:pt x="1" y="337"/>
                        <a:pt x="1" y="255"/>
                        <a:pt x="1" y="179"/>
                      </a:cubicBezTo>
                      <a:cubicBezTo>
                        <a:pt x="1" y="141"/>
                        <a:pt x="1" y="104"/>
                        <a:pt x="1" y="69"/>
                      </a:cubicBezTo>
                      <a:cubicBezTo>
                        <a:pt x="1" y="65"/>
                        <a:pt x="1" y="60"/>
                        <a:pt x="1" y="56"/>
                      </a:cubicBezTo>
                      <a:cubicBezTo>
                        <a:pt x="1" y="54"/>
                        <a:pt x="1" y="52"/>
                        <a:pt x="1" y="49"/>
                      </a:cubicBezTo>
                      <a:cubicBezTo>
                        <a:pt x="1" y="47"/>
                        <a:pt x="2" y="45"/>
                        <a:pt x="2" y="43"/>
                      </a:cubicBezTo>
                      <a:cubicBezTo>
                        <a:pt x="4" y="34"/>
                        <a:pt x="8" y="26"/>
                        <a:pt x="14" y="20"/>
                      </a:cubicBezTo>
                      <a:cubicBezTo>
                        <a:pt x="19" y="13"/>
                        <a:pt x="26" y="8"/>
                        <a:pt x="34" y="5"/>
                      </a:cubicBezTo>
                      <a:cubicBezTo>
                        <a:pt x="41" y="1"/>
                        <a:pt x="50" y="0"/>
                        <a:pt x="58" y="0"/>
                      </a:cubicBezTo>
                      <a:cubicBezTo>
                        <a:pt x="74" y="0"/>
                        <a:pt x="90" y="0"/>
                        <a:pt x="105" y="0"/>
                      </a:cubicBezTo>
                      <a:cubicBezTo>
                        <a:pt x="113" y="0"/>
                        <a:pt x="121" y="0"/>
                        <a:pt x="128" y="0"/>
                      </a:cubicBezTo>
                      <a:cubicBezTo>
                        <a:pt x="132" y="0"/>
                        <a:pt x="136" y="0"/>
                        <a:pt x="139" y="0"/>
                      </a:cubicBezTo>
                      <a:cubicBezTo>
                        <a:pt x="143" y="0"/>
                        <a:pt x="147" y="1"/>
                        <a:pt x="150" y="3"/>
                      </a:cubicBezTo>
                      <a:cubicBezTo>
                        <a:pt x="153" y="5"/>
                        <a:pt x="156" y="8"/>
                        <a:pt x="157" y="12"/>
                      </a:cubicBezTo>
                      <a:cubicBezTo>
                        <a:pt x="158" y="15"/>
                        <a:pt x="158" y="19"/>
                        <a:pt x="158" y="23"/>
                      </a:cubicBezTo>
                      <a:cubicBezTo>
                        <a:pt x="158" y="24"/>
                        <a:pt x="158" y="26"/>
                        <a:pt x="158" y="28"/>
                      </a:cubicBezTo>
                      <a:cubicBezTo>
                        <a:pt x="158" y="30"/>
                        <a:pt x="158" y="31"/>
                        <a:pt x="158" y="33"/>
                      </a:cubicBezTo>
                      <a:cubicBezTo>
                        <a:pt x="158" y="36"/>
                        <a:pt x="160" y="40"/>
                        <a:pt x="162" y="42"/>
                      </a:cubicBezTo>
                      <a:cubicBezTo>
                        <a:pt x="164" y="45"/>
                        <a:pt x="167" y="47"/>
                        <a:pt x="170" y="47"/>
                      </a:cubicBezTo>
                      <a:cubicBezTo>
                        <a:pt x="172" y="48"/>
                        <a:pt x="174" y="48"/>
                        <a:pt x="175" y="48"/>
                      </a:cubicBezTo>
                      <a:lnTo>
                        <a:pt x="180" y="48"/>
                      </a:lnTo>
                      <a:cubicBezTo>
                        <a:pt x="187" y="48"/>
                        <a:pt x="193" y="48"/>
                        <a:pt x="200" y="48"/>
                      </a:cubicBezTo>
                      <a:cubicBezTo>
                        <a:pt x="226" y="48"/>
                        <a:pt x="250" y="48"/>
                        <a:pt x="272" y="48"/>
                      </a:cubicBezTo>
                      <a:cubicBezTo>
                        <a:pt x="283" y="48"/>
                        <a:pt x="293" y="48"/>
                        <a:pt x="303" y="48"/>
                      </a:cubicBezTo>
                      <a:cubicBezTo>
                        <a:pt x="306" y="48"/>
                        <a:pt x="308" y="48"/>
                        <a:pt x="311" y="48"/>
                      </a:cubicBezTo>
                      <a:cubicBezTo>
                        <a:pt x="313" y="48"/>
                        <a:pt x="315" y="47"/>
                        <a:pt x="317" y="46"/>
                      </a:cubicBezTo>
                      <a:cubicBezTo>
                        <a:pt x="321" y="43"/>
                        <a:pt x="324" y="39"/>
                        <a:pt x="325" y="35"/>
                      </a:cubicBezTo>
                      <a:cubicBezTo>
                        <a:pt x="325" y="32"/>
                        <a:pt x="325" y="30"/>
                        <a:pt x="325" y="28"/>
                      </a:cubicBezTo>
                      <a:cubicBezTo>
                        <a:pt x="325" y="26"/>
                        <a:pt x="325" y="24"/>
                        <a:pt x="325" y="22"/>
                      </a:cubicBezTo>
                      <a:cubicBezTo>
                        <a:pt x="325" y="19"/>
                        <a:pt x="325" y="17"/>
                        <a:pt x="326" y="15"/>
                      </a:cubicBezTo>
                      <a:cubicBezTo>
                        <a:pt x="326" y="13"/>
                        <a:pt x="327" y="11"/>
                        <a:pt x="328" y="9"/>
                      </a:cubicBezTo>
                      <a:cubicBezTo>
                        <a:pt x="330" y="6"/>
                        <a:pt x="333" y="3"/>
                        <a:pt x="336" y="2"/>
                      </a:cubicBezTo>
                      <a:cubicBezTo>
                        <a:pt x="340" y="0"/>
                        <a:pt x="344" y="1"/>
                        <a:pt x="347" y="1"/>
                      </a:cubicBezTo>
                      <a:cubicBezTo>
                        <a:pt x="361" y="1"/>
                        <a:pt x="373" y="1"/>
                        <a:pt x="382" y="1"/>
                      </a:cubicBezTo>
                      <a:cubicBezTo>
                        <a:pt x="392" y="1"/>
                        <a:pt x="399" y="1"/>
                        <a:pt x="404" y="1"/>
                      </a:cubicBezTo>
                      <a:cubicBezTo>
                        <a:pt x="409" y="1"/>
                        <a:pt x="411" y="1"/>
                        <a:pt x="411" y="1"/>
                      </a:cubicBezTo>
                      <a:cubicBezTo>
                        <a:pt x="411" y="1"/>
                        <a:pt x="409" y="1"/>
                        <a:pt x="404" y="1"/>
                      </a:cubicBezTo>
                      <a:cubicBezTo>
                        <a:pt x="399" y="1"/>
                        <a:pt x="392" y="1"/>
                        <a:pt x="382" y="1"/>
                      </a:cubicBezTo>
                      <a:cubicBezTo>
                        <a:pt x="373" y="1"/>
                        <a:pt x="361" y="1"/>
                        <a:pt x="347" y="1"/>
                      </a:cubicBezTo>
                      <a:cubicBezTo>
                        <a:pt x="344" y="1"/>
                        <a:pt x="340" y="0"/>
                        <a:pt x="337" y="2"/>
                      </a:cubicBezTo>
                      <a:cubicBezTo>
                        <a:pt x="333" y="3"/>
                        <a:pt x="330" y="6"/>
                        <a:pt x="328" y="9"/>
                      </a:cubicBezTo>
                      <a:cubicBezTo>
                        <a:pt x="327" y="11"/>
                        <a:pt x="327" y="13"/>
                        <a:pt x="326" y="15"/>
                      </a:cubicBezTo>
                      <a:cubicBezTo>
                        <a:pt x="326" y="17"/>
                        <a:pt x="326" y="19"/>
                        <a:pt x="326" y="21"/>
                      </a:cubicBezTo>
                      <a:lnTo>
                        <a:pt x="326" y="28"/>
                      </a:lnTo>
                      <a:cubicBezTo>
                        <a:pt x="326" y="30"/>
                        <a:pt x="326" y="32"/>
                        <a:pt x="325" y="35"/>
                      </a:cubicBezTo>
                      <a:cubicBezTo>
                        <a:pt x="325" y="39"/>
                        <a:pt x="322" y="43"/>
                        <a:pt x="318" y="46"/>
                      </a:cubicBezTo>
                      <a:cubicBezTo>
                        <a:pt x="316" y="47"/>
                        <a:pt x="313" y="48"/>
                        <a:pt x="311" y="48"/>
                      </a:cubicBezTo>
                      <a:cubicBezTo>
                        <a:pt x="308" y="49"/>
                        <a:pt x="306" y="48"/>
                        <a:pt x="303" y="49"/>
                      </a:cubicBezTo>
                      <a:cubicBezTo>
                        <a:pt x="293" y="49"/>
                        <a:pt x="283" y="49"/>
                        <a:pt x="272" y="49"/>
                      </a:cubicBezTo>
                      <a:cubicBezTo>
                        <a:pt x="250" y="49"/>
                        <a:pt x="226" y="49"/>
                        <a:pt x="200" y="49"/>
                      </a:cubicBezTo>
                      <a:lnTo>
                        <a:pt x="180" y="49"/>
                      </a:lnTo>
                      <a:cubicBezTo>
                        <a:pt x="179" y="49"/>
                        <a:pt x="177" y="49"/>
                        <a:pt x="175" y="49"/>
                      </a:cubicBezTo>
                      <a:cubicBezTo>
                        <a:pt x="174" y="49"/>
                        <a:pt x="172" y="49"/>
                        <a:pt x="170" y="48"/>
                      </a:cubicBezTo>
                      <a:cubicBezTo>
                        <a:pt x="167" y="47"/>
                        <a:pt x="164" y="45"/>
                        <a:pt x="161" y="43"/>
                      </a:cubicBezTo>
                      <a:cubicBezTo>
                        <a:pt x="159" y="40"/>
                        <a:pt x="158" y="37"/>
                        <a:pt x="157" y="33"/>
                      </a:cubicBezTo>
                      <a:cubicBezTo>
                        <a:pt x="157" y="31"/>
                        <a:pt x="157" y="30"/>
                        <a:pt x="157" y="28"/>
                      </a:cubicBezTo>
                      <a:cubicBezTo>
                        <a:pt x="157" y="26"/>
                        <a:pt x="157" y="24"/>
                        <a:pt x="157" y="22"/>
                      </a:cubicBezTo>
                      <a:cubicBezTo>
                        <a:pt x="157" y="19"/>
                        <a:pt x="157" y="15"/>
                        <a:pt x="156" y="12"/>
                      </a:cubicBezTo>
                      <a:cubicBezTo>
                        <a:pt x="155" y="9"/>
                        <a:pt x="152" y="6"/>
                        <a:pt x="150" y="4"/>
                      </a:cubicBezTo>
                      <a:cubicBezTo>
                        <a:pt x="147" y="2"/>
                        <a:pt x="143" y="1"/>
                        <a:pt x="139" y="1"/>
                      </a:cubicBezTo>
                      <a:lnTo>
                        <a:pt x="106" y="1"/>
                      </a:lnTo>
                      <a:cubicBezTo>
                        <a:pt x="90" y="1"/>
                        <a:pt x="74" y="1"/>
                        <a:pt x="58" y="1"/>
                      </a:cubicBezTo>
                      <a:cubicBezTo>
                        <a:pt x="50" y="1"/>
                        <a:pt x="42" y="2"/>
                        <a:pt x="34" y="6"/>
                      </a:cubicBezTo>
                      <a:cubicBezTo>
                        <a:pt x="27" y="9"/>
                        <a:pt x="20" y="14"/>
                        <a:pt x="15" y="20"/>
                      </a:cubicBezTo>
                      <a:cubicBezTo>
                        <a:pt x="9" y="27"/>
                        <a:pt x="5" y="35"/>
                        <a:pt x="4" y="43"/>
                      </a:cubicBezTo>
                      <a:cubicBezTo>
                        <a:pt x="3" y="45"/>
                        <a:pt x="3" y="47"/>
                        <a:pt x="2" y="49"/>
                      </a:cubicBezTo>
                      <a:cubicBezTo>
                        <a:pt x="2" y="51"/>
                        <a:pt x="2" y="54"/>
                        <a:pt x="2" y="56"/>
                      </a:cubicBezTo>
                      <a:cubicBezTo>
                        <a:pt x="2" y="60"/>
                        <a:pt x="2" y="65"/>
                        <a:pt x="2" y="69"/>
                      </a:cubicBezTo>
                      <a:cubicBezTo>
                        <a:pt x="2" y="104"/>
                        <a:pt x="2" y="141"/>
                        <a:pt x="2" y="179"/>
                      </a:cubicBezTo>
                      <a:cubicBezTo>
                        <a:pt x="2" y="255"/>
                        <a:pt x="2" y="337"/>
                        <a:pt x="2" y="422"/>
                      </a:cubicBezTo>
                      <a:cubicBezTo>
                        <a:pt x="2" y="508"/>
                        <a:pt x="2" y="598"/>
                        <a:pt x="2" y="691"/>
                      </a:cubicBezTo>
                      <a:cubicBezTo>
                        <a:pt x="2" y="738"/>
                        <a:pt x="2" y="785"/>
                        <a:pt x="2" y="833"/>
                      </a:cubicBezTo>
                      <a:cubicBezTo>
                        <a:pt x="2" y="857"/>
                        <a:pt x="2" y="882"/>
                        <a:pt x="2" y="906"/>
                      </a:cubicBezTo>
                      <a:cubicBezTo>
                        <a:pt x="2" y="912"/>
                        <a:pt x="2" y="918"/>
                        <a:pt x="2" y="924"/>
                      </a:cubicBezTo>
                      <a:cubicBezTo>
                        <a:pt x="2" y="930"/>
                        <a:pt x="2" y="936"/>
                        <a:pt x="4" y="942"/>
                      </a:cubicBezTo>
                      <a:cubicBezTo>
                        <a:pt x="8" y="954"/>
                        <a:pt x="15" y="964"/>
                        <a:pt x="25" y="971"/>
                      </a:cubicBezTo>
                      <a:cubicBezTo>
                        <a:pt x="35" y="978"/>
                        <a:pt x="48" y="981"/>
                        <a:pt x="60" y="981"/>
                      </a:cubicBezTo>
                      <a:cubicBezTo>
                        <a:pt x="72" y="981"/>
                        <a:pt x="84" y="981"/>
                        <a:pt x="96" y="981"/>
                      </a:cubicBezTo>
                      <a:cubicBezTo>
                        <a:pt x="121" y="981"/>
                        <a:pt x="145" y="981"/>
                        <a:pt x="169" y="981"/>
                      </a:cubicBezTo>
                      <a:cubicBezTo>
                        <a:pt x="217" y="981"/>
                        <a:pt x="265" y="981"/>
                        <a:pt x="311" y="981"/>
                      </a:cubicBezTo>
                      <a:cubicBezTo>
                        <a:pt x="335" y="981"/>
                        <a:pt x="358" y="981"/>
                        <a:pt x="381" y="981"/>
                      </a:cubicBezTo>
                      <a:cubicBezTo>
                        <a:pt x="392" y="981"/>
                        <a:pt x="403" y="981"/>
                        <a:pt x="415" y="981"/>
                      </a:cubicBezTo>
                      <a:cubicBezTo>
                        <a:pt x="426" y="980"/>
                        <a:pt x="437" y="976"/>
                        <a:pt x="445" y="969"/>
                      </a:cubicBezTo>
                      <a:cubicBezTo>
                        <a:pt x="449" y="965"/>
                        <a:pt x="453" y="961"/>
                        <a:pt x="456" y="957"/>
                      </a:cubicBezTo>
                      <a:cubicBezTo>
                        <a:pt x="459" y="952"/>
                        <a:pt x="461" y="947"/>
                        <a:pt x="463" y="942"/>
                      </a:cubicBezTo>
                      <a:cubicBezTo>
                        <a:pt x="465" y="936"/>
                        <a:pt x="465" y="931"/>
                        <a:pt x="465" y="925"/>
                      </a:cubicBezTo>
                      <a:cubicBezTo>
                        <a:pt x="465" y="920"/>
                        <a:pt x="465" y="914"/>
                        <a:pt x="465" y="909"/>
                      </a:cubicBezTo>
                      <a:cubicBezTo>
                        <a:pt x="465" y="887"/>
                        <a:pt x="465" y="865"/>
                        <a:pt x="465" y="844"/>
                      </a:cubicBezTo>
                      <a:cubicBezTo>
                        <a:pt x="465" y="673"/>
                        <a:pt x="465" y="519"/>
                        <a:pt x="465" y="389"/>
                      </a:cubicBezTo>
                      <a:cubicBezTo>
                        <a:pt x="465" y="259"/>
                        <a:pt x="466" y="155"/>
                        <a:pt x="466" y="82"/>
                      </a:cubicBezTo>
                      <a:cubicBezTo>
                        <a:pt x="466" y="73"/>
                        <a:pt x="466" y="65"/>
                        <a:pt x="466" y="57"/>
                      </a:cubicBezTo>
                      <a:cubicBezTo>
                        <a:pt x="466" y="49"/>
                        <a:pt x="464" y="41"/>
                        <a:pt x="462" y="35"/>
                      </a:cubicBezTo>
                      <a:cubicBezTo>
                        <a:pt x="459" y="28"/>
                        <a:pt x="455" y="23"/>
                        <a:pt x="451" y="18"/>
                      </a:cubicBezTo>
                      <a:cubicBezTo>
                        <a:pt x="448" y="14"/>
                        <a:pt x="443" y="11"/>
                        <a:pt x="439" y="8"/>
                      </a:cubicBezTo>
                      <a:cubicBezTo>
                        <a:pt x="431" y="4"/>
                        <a:pt x="424" y="2"/>
                        <a:pt x="419" y="1"/>
                      </a:cubicBezTo>
                      <a:cubicBezTo>
                        <a:pt x="417" y="1"/>
                        <a:pt x="415" y="1"/>
                        <a:pt x="413" y="1"/>
                      </a:cubicBezTo>
                      <a:cubicBezTo>
                        <a:pt x="412" y="1"/>
                        <a:pt x="412" y="1"/>
                        <a:pt x="412" y="1"/>
                      </a:cubicBezTo>
                      <a:lnTo>
                        <a:pt x="411" y="1"/>
                      </a:lnTo>
                      <a:close/>
                    </a:path>
                  </a:pathLst>
                </a:custGeom>
                <a:solidFill>
                  <a:schemeClr val="dk1"/>
                </a:solidFill>
                <a:ln cap="flat" cmpd="sng" w="9525">
                  <a:solidFill>
                    <a:schemeClr val="dk1"/>
                  </a:solidFill>
                  <a:prstDash val="solid"/>
                  <a:round/>
                  <a:headEnd len="sm" w="sm" type="none"/>
                  <a:tailEnd len="sm" w="sm" type="none"/>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841" name="Google Shape;1841;p38"/>
                <p:cNvSpPr/>
                <p:nvPr/>
              </p:nvSpPr>
              <p:spPr>
                <a:xfrm>
                  <a:off x="3309241" y="1512917"/>
                  <a:ext cx="82440" cy="2061"/>
                </a:xfrm>
                <a:custGeom>
                  <a:rect b="b" l="l" r="r" t="t"/>
                  <a:pathLst>
                    <a:path extrusionOk="0" h="1" w="40">
                      <a:moveTo>
                        <a:pt x="40" y="0"/>
                      </a:moveTo>
                      <a:cubicBezTo>
                        <a:pt x="40" y="0"/>
                        <a:pt x="31" y="0"/>
                        <a:pt x="20" y="1"/>
                      </a:cubicBezTo>
                      <a:cubicBezTo>
                        <a:pt x="9" y="1"/>
                        <a:pt x="0" y="1"/>
                        <a:pt x="0" y="0"/>
                      </a:cubicBezTo>
                      <a:cubicBezTo>
                        <a:pt x="0" y="0"/>
                        <a:pt x="9" y="0"/>
                        <a:pt x="20" y="0"/>
                      </a:cubicBezTo>
                      <a:cubicBezTo>
                        <a:pt x="31" y="0"/>
                        <a:pt x="40" y="0"/>
                        <a:pt x="40"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842" name="Google Shape;1842;p38"/>
                <p:cNvSpPr/>
                <p:nvPr/>
              </p:nvSpPr>
              <p:spPr>
                <a:xfrm>
                  <a:off x="3309241" y="1533527"/>
                  <a:ext cx="82440" cy="2061"/>
                </a:xfrm>
                <a:custGeom>
                  <a:rect b="b" l="l" r="r" t="t"/>
                  <a:pathLst>
                    <a:path extrusionOk="0" h="1" w="40">
                      <a:moveTo>
                        <a:pt x="40" y="0"/>
                      </a:moveTo>
                      <a:cubicBezTo>
                        <a:pt x="40" y="0"/>
                        <a:pt x="31" y="1"/>
                        <a:pt x="20" y="1"/>
                      </a:cubicBezTo>
                      <a:cubicBezTo>
                        <a:pt x="9" y="1"/>
                        <a:pt x="0" y="1"/>
                        <a:pt x="0" y="1"/>
                      </a:cubicBezTo>
                      <a:cubicBezTo>
                        <a:pt x="0" y="0"/>
                        <a:pt x="9" y="0"/>
                        <a:pt x="20" y="0"/>
                      </a:cubicBezTo>
                      <a:cubicBezTo>
                        <a:pt x="31" y="0"/>
                        <a:pt x="40" y="0"/>
                        <a:pt x="40"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843" name="Google Shape;1843;p38"/>
                <p:cNvSpPr/>
                <p:nvPr/>
              </p:nvSpPr>
              <p:spPr>
                <a:xfrm>
                  <a:off x="3309241" y="1554137"/>
                  <a:ext cx="82440" cy="2061"/>
                </a:xfrm>
                <a:custGeom>
                  <a:rect b="b" l="l" r="r" t="t"/>
                  <a:pathLst>
                    <a:path extrusionOk="0" h="1" w="40">
                      <a:moveTo>
                        <a:pt x="40" y="1"/>
                      </a:moveTo>
                      <a:cubicBezTo>
                        <a:pt x="40" y="1"/>
                        <a:pt x="31" y="1"/>
                        <a:pt x="20" y="1"/>
                      </a:cubicBezTo>
                      <a:cubicBezTo>
                        <a:pt x="9" y="1"/>
                        <a:pt x="0" y="1"/>
                        <a:pt x="0" y="1"/>
                      </a:cubicBezTo>
                      <a:cubicBezTo>
                        <a:pt x="0" y="1"/>
                        <a:pt x="9" y="0"/>
                        <a:pt x="20" y="0"/>
                      </a:cubicBezTo>
                      <a:cubicBezTo>
                        <a:pt x="31" y="0"/>
                        <a:pt x="40" y="0"/>
                        <a:pt x="40" y="1"/>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844" name="Google Shape;1844;p38"/>
                <p:cNvSpPr/>
                <p:nvPr/>
              </p:nvSpPr>
              <p:spPr>
                <a:xfrm>
                  <a:off x="2637356" y="1510856"/>
                  <a:ext cx="68013" cy="68013"/>
                </a:xfrm>
                <a:custGeom>
                  <a:rect b="b" l="l" r="r" t="t"/>
                  <a:pathLst>
                    <a:path extrusionOk="0" h="33" w="33">
                      <a:moveTo>
                        <a:pt x="1" y="33"/>
                      </a:moveTo>
                      <a:lnTo>
                        <a:pt x="2" y="33"/>
                      </a:lnTo>
                      <a:cubicBezTo>
                        <a:pt x="2" y="33"/>
                        <a:pt x="3" y="33"/>
                        <a:pt x="4" y="33"/>
                      </a:cubicBezTo>
                      <a:cubicBezTo>
                        <a:pt x="6" y="33"/>
                        <a:pt x="9" y="33"/>
                        <a:pt x="13" y="33"/>
                      </a:cubicBezTo>
                      <a:lnTo>
                        <a:pt x="12" y="33"/>
                      </a:lnTo>
                      <a:cubicBezTo>
                        <a:pt x="12" y="31"/>
                        <a:pt x="12" y="29"/>
                        <a:pt x="12" y="27"/>
                      </a:cubicBezTo>
                      <a:cubicBezTo>
                        <a:pt x="12" y="26"/>
                        <a:pt x="12" y="25"/>
                        <a:pt x="12" y="23"/>
                      </a:cubicBezTo>
                      <a:cubicBezTo>
                        <a:pt x="12" y="22"/>
                        <a:pt x="14" y="21"/>
                        <a:pt x="15" y="21"/>
                      </a:cubicBezTo>
                      <a:cubicBezTo>
                        <a:pt x="16" y="21"/>
                        <a:pt x="18" y="21"/>
                        <a:pt x="19" y="21"/>
                      </a:cubicBezTo>
                      <a:cubicBezTo>
                        <a:pt x="21" y="21"/>
                        <a:pt x="22" y="23"/>
                        <a:pt x="22" y="24"/>
                      </a:cubicBezTo>
                      <a:cubicBezTo>
                        <a:pt x="22" y="27"/>
                        <a:pt x="22" y="30"/>
                        <a:pt x="22" y="33"/>
                      </a:cubicBezTo>
                      <a:lnTo>
                        <a:pt x="22" y="33"/>
                      </a:lnTo>
                      <a:cubicBezTo>
                        <a:pt x="25" y="33"/>
                        <a:pt x="29" y="33"/>
                        <a:pt x="32" y="33"/>
                      </a:cubicBezTo>
                      <a:lnTo>
                        <a:pt x="32" y="33"/>
                      </a:lnTo>
                      <a:cubicBezTo>
                        <a:pt x="32" y="29"/>
                        <a:pt x="32" y="24"/>
                        <a:pt x="32" y="20"/>
                      </a:cubicBezTo>
                      <a:cubicBezTo>
                        <a:pt x="32" y="18"/>
                        <a:pt x="32" y="17"/>
                        <a:pt x="32" y="16"/>
                      </a:cubicBezTo>
                      <a:cubicBezTo>
                        <a:pt x="32" y="15"/>
                        <a:pt x="31" y="14"/>
                        <a:pt x="30" y="14"/>
                      </a:cubicBezTo>
                      <a:cubicBezTo>
                        <a:pt x="29" y="12"/>
                        <a:pt x="27" y="11"/>
                        <a:pt x="26" y="9"/>
                      </a:cubicBezTo>
                      <a:cubicBezTo>
                        <a:pt x="24" y="8"/>
                        <a:pt x="23" y="6"/>
                        <a:pt x="21" y="4"/>
                      </a:cubicBezTo>
                      <a:cubicBezTo>
                        <a:pt x="20" y="4"/>
                        <a:pt x="20" y="3"/>
                        <a:pt x="19" y="2"/>
                      </a:cubicBezTo>
                      <a:cubicBezTo>
                        <a:pt x="18" y="1"/>
                        <a:pt x="18" y="1"/>
                        <a:pt x="17" y="1"/>
                      </a:cubicBezTo>
                      <a:cubicBezTo>
                        <a:pt x="16" y="0"/>
                        <a:pt x="15" y="1"/>
                        <a:pt x="14" y="1"/>
                      </a:cubicBezTo>
                      <a:cubicBezTo>
                        <a:pt x="14" y="2"/>
                        <a:pt x="13" y="2"/>
                        <a:pt x="12" y="3"/>
                      </a:cubicBezTo>
                      <a:cubicBezTo>
                        <a:pt x="11" y="4"/>
                        <a:pt x="10" y="6"/>
                        <a:pt x="8" y="7"/>
                      </a:cubicBezTo>
                      <a:cubicBezTo>
                        <a:pt x="6" y="9"/>
                        <a:pt x="3" y="12"/>
                        <a:pt x="1" y="14"/>
                      </a:cubicBezTo>
                      <a:cubicBezTo>
                        <a:pt x="1" y="15"/>
                        <a:pt x="1" y="17"/>
                        <a:pt x="1" y="18"/>
                      </a:cubicBezTo>
                      <a:cubicBezTo>
                        <a:pt x="1" y="19"/>
                        <a:pt x="1" y="21"/>
                        <a:pt x="1" y="22"/>
                      </a:cubicBezTo>
                      <a:cubicBezTo>
                        <a:pt x="1" y="24"/>
                        <a:pt x="1" y="26"/>
                        <a:pt x="1" y="28"/>
                      </a:cubicBezTo>
                      <a:cubicBezTo>
                        <a:pt x="1" y="29"/>
                        <a:pt x="1" y="31"/>
                        <a:pt x="1" y="32"/>
                      </a:cubicBezTo>
                      <a:cubicBezTo>
                        <a:pt x="1" y="33"/>
                        <a:pt x="1" y="33"/>
                        <a:pt x="1" y="33"/>
                      </a:cubicBezTo>
                      <a:lnTo>
                        <a:pt x="1" y="32"/>
                      </a:lnTo>
                      <a:cubicBezTo>
                        <a:pt x="1" y="31"/>
                        <a:pt x="1" y="30"/>
                        <a:pt x="1" y="28"/>
                      </a:cubicBezTo>
                      <a:lnTo>
                        <a:pt x="1" y="22"/>
                      </a:lnTo>
                      <a:lnTo>
                        <a:pt x="1" y="18"/>
                      </a:lnTo>
                      <a:cubicBezTo>
                        <a:pt x="1" y="17"/>
                        <a:pt x="1" y="17"/>
                        <a:pt x="0" y="16"/>
                      </a:cubicBezTo>
                      <a:cubicBezTo>
                        <a:pt x="0" y="15"/>
                        <a:pt x="1" y="14"/>
                        <a:pt x="1" y="14"/>
                      </a:cubicBezTo>
                      <a:cubicBezTo>
                        <a:pt x="3" y="11"/>
                        <a:pt x="5" y="9"/>
                        <a:pt x="8" y="6"/>
                      </a:cubicBezTo>
                      <a:cubicBezTo>
                        <a:pt x="9" y="5"/>
                        <a:pt x="10" y="4"/>
                        <a:pt x="12" y="2"/>
                      </a:cubicBezTo>
                      <a:cubicBezTo>
                        <a:pt x="12" y="2"/>
                        <a:pt x="13" y="1"/>
                        <a:pt x="14" y="0"/>
                      </a:cubicBezTo>
                      <a:cubicBezTo>
                        <a:pt x="15" y="0"/>
                        <a:pt x="16" y="-1"/>
                        <a:pt x="17" y="0"/>
                      </a:cubicBezTo>
                      <a:cubicBezTo>
                        <a:pt x="18" y="0"/>
                        <a:pt x="19" y="1"/>
                        <a:pt x="20" y="2"/>
                      </a:cubicBezTo>
                      <a:cubicBezTo>
                        <a:pt x="20" y="2"/>
                        <a:pt x="21" y="3"/>
                        <a:pt x="22" y="4"/>
                      </a:cubicBezTo>
                      <a:cubicBezTo>
                        <a:pt x="23" y="5"/>
                        <a:pt x="25" y="7"/>
                        <a:pt x="26" y="8"/>
                      </a:cubicBezTo>
                      <a:cubicBezTo>
                        <a:pt x="28" y="10"/>
                        <a:pt x="29" y="11"/>
                        <a:pt x="31" y="13"/>
                      </a:cubicBezTo>
                      <a:lnTo>
                        <a:pt x="32" y="14"/>
                      </a:lnTo>
                      <a:cubicBezTo>
                        <a:pt x="33" y="15"/>
                        <a:pt x="33" y="15"/>
                        <a:pt x="33" y="16"/>
                      </a:cubicBezTo>
                      <a:cubicBezTo>
                        <a:pt x="33" y="17"/>
                        <a:pt x="33" y="18"/>
                        <a:pt x="33" y="19"/>
                      </a:cubicBezTo>
                      <a:cubicBezTo>
                        <a:pt x="33" y="24"/>
                        <a:pt x="33" y="29"/>
                        <a:pt x="33" y="33"/>
                      </a:cubicBezTo>
                      <a:lnTo>
                        <a:pt x="33" y="33"/>
                      </a:lnTo>
                      <a:lnTo>
                        <a:pt x="33" y="33"/>
                      </a:lnTo>
                      <a:cubicBezTo>
                        <a:pt x="29" y="33"/>
                        <a:pt x="25" y="33"/>
                        <a:pt x="22" y="33"/>
                      </a:cubicBezTo>
                      <a:lnTo>
                        <a:pt x="21" y="33"/>
                      </a:lnTo>
                      <a:lnTo>
                        <a:pt x="21" y="33"/>
                      </a:lnTo>
                      <a:cubicBezTo>
                        <a:pt x="21" y="30"/>
                        <a:pt x="21" y="27"/>
                        <a:pt x="21" y="24"/>
                      </a:cubicBezTo>
                      <a:cubicBezTo>
                        <a:pt x="21" y="23"/>
                        <a:pt x="20" y="21"/>
                        <a:pt x="19" y="21"/>
                      </a:cubicBezTo>
                      <a:cubicBezTo>
                        <a:pt x="18" y="21"/>
                        <a:pt x="16" y="21"/>
                        <a:pt x="15" y="21"/>
                      </a:cubicBezTo>
                      <a:cubicBezTo>
                        <a:pt x="14" y="21"/>
                        <a:pt x="13" y="22"/>
                        <a:pt x="13" y="23"/>
                      </a:cubicBezTo>
                      <a:cubicBezTo>
                        <a:pt x="13" y="25"/>
                        <a:pt x="13" y="26"/>
                        <a:pt x="13" y="27"/>
                      </a:cubicBezTo>
                      <a:cubicBezTo>
                        <a:pt x="13" y="29"/>
                        <a:pt x="13" y="31"/>
                        <a:pt x="13" y="33"/>
                      </a:cubicBezTo>
                      <a:lnTo>
                        <a:pt x="13" y="33"/>
                      </a:lnTo>
                      <a:lnTo>
                        <a:pt x="13" y="33"/>
                      </a:lnTo>
                      <a:cubicBezTo>
                        <a:pt x="9" y="33"/>
                        <a:pt x="6" y="33"/>
                        <a:pt x="4" y="33"/>
                      </a:cubicBezTo>
                      <a:cubicBezTo>
                        <a:pt x="3" y="33"/>
                        <a:pt x="2" y="33"/>
                        <a:pt x="2" y="33"/>
                      </a:cubicBezTo>
                      <a:cubicBezTo>
                        <a:pt x="1" y="33"/>
                        <a:pt x="1" y="33"/>
                        <a:pt x="1" y="33"/>
                      </a:cubicBezTo>
                      <a:close/>
                    </a:path>
                  </a:pathLst>
                </a:custGeom>
                <a:solidFill>
                  <a:srgbClr val="263238"/>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845" name="Google Shape;1845;p38"/>
                <p:cNvSpPr/>
                <p:nvPr/>
              </p:nvSpPr>
              <p:spPr>
                <a:xfrm>
                  <a:off x="2682698" y="2283732"/>
                  <a:ext cx="630664" cy="129843"/>
                </a:xfrm>
                <a:custGeom>
                  <a:rect b="b" l="l" r="r" t="t"/>
                  <a:pathLst>
                    <a:path extrusionOk="0" h="63" w="306">
                      <a:moveTo>
                        <a:pt x="0" y="0"/>
                      </a:moveTo>
                      <a:lnTo>
                        <a:pt x="306" y="0"/>
                      </a:lnTo>
                      <a:lnTo>
                        <a:pt x="306" y="63"/>
                      </a:lnTo>
                      <a:lnTo>
                        <a:pt x="0" y="63"/>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846" name="Google Shape;1846;p38"/>
                <p:cNvSpPr/>
                <p:nvPr/>
              </p:nvSpPr>
              <p:spPr>
                <a:xfrm>
                  <a:off x="2682698" y="2471284"/>
                  <a:ext cx="630664" cy="129843"/>
                </a:xfrm>
                <a:custGeom>
                  <a:rect b="b" l="l" r="r" t="t"/>
                  <a:pathLst>
                    <a:path extrusionOk="0" h="63" w="306">
                      <a:moveTo>
                        <a:pt x="0" y="0"/>
                      </a:moveTo>
                      <a:lnTo>
                        <a:pt x="306" y="0"/>
                      </a:lnTo>
                      <a:lnTo>
                        <a:pt x="306" y="63"/>
                      </a:lnTo>
                      <a:lnTo>
                        <a:pt x="0" y="63"/>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847" name="Google Shape;1847;p38"/>
                <p:cNvSpPr/>
                <p:nvPr/>
              </p:nvSpPr>
              <p:spPr>
                <a:xfrm>
                  <a:off x="2779565" y="2726848"/>
                  <a:ext cx="447235" cy="129843"/>
                </a:xfrm>
                <a:custGeom>
                  <a:rect b="b" l="l" r="r" t="t"/>
                  <a:pathLst>
                    <a:path extrusionOk="0" h="63" w="217">
                      <a:moveTo>
                        <a:pt x="185" y="63"/>
                      </a:moveTo>
                      <a:lnTo>
                        <a:pt x="32" y="63"/>
                      </a:lnTo>
                      <a:cubicBezTo>
                        <a:pt x="14" y="63"/>
                        <a:pt x="0" y="49"/>
                        <a:pt x="0" y="32"/>
                      </a:cubicBezTo>
                      <a:lnTo>
                        <a:pt x="0" y="32"/>
                      </a:lnTo>
                      <a:cubicBezTo>
                        <a:pt x="0" y="14"/>
                        <a:pt x="14" y="0"/>
                        <a:pt x="32" y="0"/>
                      </a:cubicBezTo>
                      <a:lnTo>
                        <a:pt x="185" y="0"/>
                      </a:lnTo>
                      <a:cubicBezTo>
                        <a:pt x="203" y="0"/>
                        <a:pt x="217" y="14"/>
                        <a:pt x="217" y="32"/>
                      </a:cubicBezTo>
                      <a:lnTo>
                        <a:pt x="217" y="32"/>
                      </a:lnTo>
                      <a:cubicBezTo>
                        <a:pt x="217" y="49"/>
                        <a:pt x="203" y="63"/>
                        <a:pt x="185" y="63"/>
                      </a:cubicBezTo>
                      <a:close/>
                    </a:path>
                  </a:pathLst>
                </a:custGeom>
                <a:solidFill>
                  <a:schemeClr val="dk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848" name="Google Shape;1848;p38"/>
                <p:cNvSpPr/>
                <p:nvPr/>
              </p:nvSpPr>
              <p:spPr>
                <a:xfrm>
                  <a:off x="2804297" y="1953972"/>
                  <a:ext cx="395711" cy="10305"/>
                </a:xfrm>
                <a:custGeom>
                  <a:rect b="b" l="l" r="r" t="t"/>
                  <a:pathLst>
                    <a:path extrusionOk="0" h="5" w="192">
                      <a:moveTo>
                        <a:pt x="192" y="3"/>
                      </a:moveTo>
                      <a:cubicBezTo>
                        <a:pt x="192" y="4"/>
                        <a:pt x="149" y="5"/>
                        <a:pt x="96" y="5"/>
                      </a:cubicBezTo>
                      <a:cubicBezTo>
                        <a:pt x="43" y="5"/>
                        <a:pt x="0" y="5"/>
                        <a:pt x="0" y="3"/>
                      </a:cubicBezTo>
                      <a:cubicBezTo>
                        <a:pt x="0" y="2"/>
                        <a:pt x="43" y="0"/>
                        <a:pt x="96" y="0"/>
                      </a:cubicBezTo>
                      <a:cubicBezTo>
                        <a:pt x="149" y="0"/>
                        <a:pt x="192" y="1"/>
                        <a:pt x="192" y="3"/>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849" name="Google Shape;1849;p38"/>
                <p:cNvSpPr/>
                <p:nvPr/>
              </p:nvSpPr>
              <p:spPr>
                <a:xfrm>
                  <a:off x="1755249" y="663783"/>
                  <a:ext cx="1065533" cy="2252676"/>
                </a:xfrm>
                <a:custGeom>
                  <a:rect b="b" l="l" r="r" t="t"/>
                  <a:pathLst>
                    <a:path extrusionOk="0" h="1093" w="517">
                      <a:moveTo>
                        <a:pt x="424" y="0"/>
                      </a:moveTo>
                      <a:cubicBezTo>
                        <a:pt x="413" y="0"/>
                        <a:pt x="400" y="0"/>
                        <a:pt x="385" y="0"/>
                      </a:cubicBezTo>
                      <a:cubicBezTo>
                        <a:pt x="381" y="0"/>
                        <a:pt x="377" y="0"/>
                        <a:pt x="373" y="2"/>
                      </a:cubicBezTo>
                      <a:cubicBezTo>
                        <a:pt x="369" y="3"/>
                        <a:pt x="366" y="6"/>
                        <a:pt x="364" y="10"/>
                      </a:cubicBezTo>
                      <a:cubicBezTo>
                        <a:pt x="363" y="12"/>
                        <a:pt x="361" y="14"/>
                        <a:pt x="361" y="16"/>
                      </a:cubicBezTo>
                      <a:cubicBezTo>
                        <a:pt x="360" y="18"/>
                        <a:pt x="361" y="21"/>
                        <a:pt x="361" y="23"/>
                      </a:cubicBezTo>
                      <a:cubicBezTo>
                        <a:pt x="361" y="26"/>
                        <a:pt x="361" y="28"/>
                        <a:pt x="361" y="30"/>
                      </a:cubicBezTo>
                      <a:cubicBezTo>
                        <a:pt x="361" y="33"/>
                        <a:pt x="361" y="35"/>
                        <a:pt x="361" y="38"/>
                      </a:cubicBezTo>
                      <a:cubicBezTo>
                        <a:pt x="360" y="43"/>
                        <a:pt x="357" y="48"/>
                        <a:pt x="352" y="51"/>
                      </a:cubicBezTo>
                      <a:cubicBezTo>
                        <a:pt x="350" y="52"/>
                        <a:pt x="347" y="53"/>
                        <a:pt x="344" y="53"/>
                      </a:cubicBezTo>
                      <a:cubicBezTo>
                        <a:pt x="341" y="54"/>
                        <a:pt x="339" y="53"/>
                        <a:pt x="336" y="53"/>
                      </a:cubicBezTo>
                      <a:cubicBezTo>
                        <a:pt x="325" y="53"/>
                        <a:pt x="313" y="53"/>
                        <a:pt x="301" y="53"/>
                      </a:cubicBezTo>
                      <a:cubicBezTo>
                        <a:pt x="276" y="53"/>
                        <a:pt x="249" y="53"/>
                        <a:pt x="221" y="53"/>
                      </a:cubicBezTo>
                      <a:cubicBezTo>
                        <a:pt x="213" y="53"/>
                        <a:pt x="206" y="53"/>
                        <a:pt x="199" y="53"/>
                      </a:cubicBezTo>
                      <a:cubicBezTo>
                        <a:pt x="197" y="53"/>
                        <a:pt x="195" y="53"/>
                        <a:pt x="193" y="53"/>
                      </a:cubicBezTo>
                      <a:cubicBezTo>
                        <a:pt x="191" y="53"/>
                        <a:pt x="189" y="53"/>
                        <a:pt x="187" y="53"/>
                      </a:cubicBezTo>
                      <a:cubicBezTo>
                        <a:pt x="184" y="52"/>
                        <a:pt x="180" y="50"/>
                        <a:pt x="178" y="47"/>
                      </a:cubicBezTo>
                      <a:cubicBezTo>
                        <a:pt x="175" y="44"/>
                        <a:pt x="173" y="40"/>
                        <a:pt x="173" y="36"/>
                      </a:cubicBezTo>
                      <a:cubicBezTo>
                        <a:pt x="173" y="34"/>
                        <a:pt x="173" y="32"/>
                        <a:pt x="173" y="30"/>
                      </a:cubicBezTo>
                      <a:cubicBezTo>
                        <a:pt x="173" y="28"/>
                        <a:pt x="173" y="26"/>
                        <a:pt x="173" y="24"/>
                      </a:cubicBezTo>
                      <a:cubicBezTo>
                        <a:pt x="173" y="20"/>
                        <a:pt x="173" y="16"/>
                        <a:pt x="172" y="13"/>
                      </a:cubicBezTo>
                      <a:cubicBezTo>
                        <a:pt x="170" y="9"/>
                        <a:pt x="168" y="6"/>
                        <a:pt x="164" y="3"/>
                      </a:cubicBezTo>
                      <a:cubicBezTo>
                        <a:pt x="161" y="1"/>
                        <a:pt x="157" y="0"/>
                        <a:pt x="153" y="0"/>
                      </a:cubicBezTo>
                      <a:lnTo>
                        <a:pt x="141" y="0"/>
                      </a:lnTo>
                      <a:cubicBezTo>
                        <a:pt x="132" y="0"/>
                        <a:pt x="124" y="0"/>
                        <a:pt x="115" y="0"/>
                      </a:cubicBezTo>
                      <a:cubicBezTo>
                        <a:pt x="98" y="0"/>
                        <a:pt x="80" y="0"/>
                        <a:pt x="62" y="0"/>
                      </a:cubicBezTo>
                      <a:cubicBezTo>
                        <a:pt x="53" y="0"/>
                        <a:pt x="44" y="2"/>
                        <a:pt x="36" y="5"/>
                      </a:cubicBezTo>
                      <a:cubicBezTo>
                        <a:pt x="28" y="9"/>
                        <a:pt x="20" y="15"/>
                        <a:pt x="14" y="22"/>
                      </a:cubicBezTo>
                      <a:cubicBezTo>
                        <a:pt x="8" y="29"/>
                        <a:pt x="4" y="38"/>
                        <a:pt x="2" y="47"/>
                      </a:cubicBezTo>
                      <a:cubicBezTo>
                        <a:pt x="1" y="49"/>
                        <a:pt x="1" y="52"/>
                        <a:pt x="0" y="54"/>
                      </a:cubicBezTo>
                      <a:cubicBezTo>
                        <a:pt x="0" y="56"/>
                        <a:pt x="0" y="58"/>
                        <a:pt x="0" y="60"/>
                      </a:cubicBezTo>
                      <a:lnTo>
                        <a:pt x="0" y="454"/>
                      </a:lnTo>
                      <a:cubicBezTo>
                        <a:pt x="0" y="460"/>
                        <a:pt x="0" y="465"/>
                        <a:pt x="0" y="470"/>
                      </a:cubicBezTo>
                      <a:cubicBezTo>
                        <a:pt x="0" y="486"/>
                        <a:pt x="0" y="502"/>
                        <a:pt x="0" y="519"/>
                      </a:cubicBezTo>
                      <a:lnTo>
                        <a:pt x="0" y="1031"/>
                      </a:lnTo>
                      <a:cubicBezTo>
                        <a:pt x="0" y="1037"/>
                        <a:pt x="0" y="1044"/>
                        <a:pt x="2" y="1050"/>
                      </a:cubicBezTo>
                      <a:cubicBezTo>
                        <a:pt x="6" y="1063"/>
                        <a:pt x="15" y="1075"/>
                        <a:pt x="26" y="1082"/>
                      </a:cubicBezTo>
                      <a:cubicBezTo>
                        <a:pt x="37" y="1090"/>
                        <a:pt x="51" y="1094"/>
                        <a:pt x="64" y="1093"/>
                      </a:cubicBezTo>
                      <a:cubicBezTo>
                        <a:pt x="78" y="1093"/>
                        <a:pt x="92" y="1093"/>
                        <a:pt x="105" y="1093"/>
                      </a:cubicBezTo>
                      <a:cubicBezTo>
                        <a:pt x="132" y="1093"/>
                        <a:pt x="159" y="1093"/>
                        <a:pt x="186" y="1093"/>
                      </a:cubicBezTo>
                      <a:cubicBezTo>
                        <a:pt x="240" y="1093"/>
                        <a:pt x="293" y="1093"/>
                        <a:pt x="345" y="1093"/>
                      </a:cubicBezTo>
                      <a:cubicBezTo>
                        <a:pt x="371" y="1093"/>
                        <a:pt x="397" y="1093"/>
                        <a:pt x="422" y="1093"/>
                      </a:cubicBezTo>
                      <a:cubicBezTo>
                        <a:pt x="435" y="1093"/>
                        <a:pt x="447" y="1093"/>
                        <a:pt x="460" y="1093"/>
                      </a:cubicBezTo>
                      <a:cubicBezTo>
                        <a:pt x="472" y="1092"/>
                        <a:pt x="485" y="1087"/>
                        <a:pt x="494" y="1080"/>
                      </a:cubicBezTo>
                      <a:cubicBezTo>
                        <a:pt x="499" y="1076"/>
                        <a:pt x="502" y="1071"/>
                        <a:pt x="506" y="1066"/>
                      </a:cubicBezTo>
                      <a:cubicBezTo>
                        <a:pt x="509" y="1061"/>
                        <a:pt x="512" y="1055"/>
                        <a:pt x="514" y="1049"/>
                      </a:cubicBezTo>
                      <a:cubicBezTo>
                        <a:pt x="516" y="1044"/>
                        <a:pt x="516" y="1038"/>
                        <a:pt x="516" y="1031"/>
                      </a:cubicBezTo>
                      <a:cubicBezTo>
                        <a:pt x="516" y="1025"/>
                        <a:pt x="516" y="1019"/>
                        <a:pt x="516" y="1013"/>
                      </a:cubicBezTo>
                      <a:cubicBezTo>
                        <a:pt x="516" y="989"/>
                        <a:pt x="516" y="964"/>
                        <a:pt x="516" y="941"/>
                      </a:cubicBezTo>
                      <a:cubicBezTo>
                        <a:pt x="516" y="750"/>
                        <a:pt x="516" y="578"/>
                        <a:pt x="516" y="433"/>
                      </a:cubicBezTo>
                      <a:cubicBezTo>
                        <a:pt x="517" y="289"/>
                        <a:pt x="517" y="172"/>
                        <a:pt x="517" y="91"/>
                      </a:cubicBezTo>
                      <a:cubicBezTo>
                        <a:pt x="517" y="81"/>
                        <a:pt x="517" y="71"/>
                        <a:pt x="517" y="62"/>
                      </a:cubicBezTo>
                      <a:cubicBezTo>
                        <a:pt x="517" y="53"/>
                        <a:pt x="515" y="45"/>
                        <a:pt x="512" y="38"/>
                      </a:cubicBezTo>
                      <a:cubicBezTo>
                        <a:pt x="509" y="31"/>
                        <a:pt x="505" y="25"/>
                        <a:pt x="501" y="20"/>
                      </a:cubicBezTo>
                      <a:cubicBezTo>
                        <a:pt x="497" y="15"/>
                        <a:pt x="492" y="11"/>
                        <a:pt x="487" y="9"/>
                      </a:cubicBezTo>
                      <a:cubicBezTo>
                        <a:pt x="478" y="3"/>
                        <a:pt x="470" y="1"/>
                        <a:pt x="465" y="1"/>
                      </a:cubicBezTo>
                      <a:cubicBezTo>
                        <a:pt x="462" y="0"/>
                        <a:pt x="460" y="0"/>
                        <a:pt x="459" y="0"/>
                      </a:cubicBezTo>
                      <a:cubicBezTo>
                        <a:pt x="457" y="0"/>
                        <a:pt x="457" y="0"/>
                        <a:pt x="457" y="0"/>
                      </a:cubicBezTo>
                      <a:cubicBezTo>
                        <a:pt x="457" y="0"/>
                        <a:pt x="454" y="0"/>
                        <a:pt x="448" y="0"/>
                      </a:cubicBezTo>
                      <a:cubicBezTo>
                        <a:pt x="443" y="0"/>
                        <a:pt x="435" y="0"/>
                        <a:pt x="424" y="0"/>
                      </a:cubicBezTo>
                      <a:close/>
                    </a:path>
                  </a:pathLst>
                </a:custGeom>
                <a:solidFill>
                  <a:schemeClr val="lt1"/>
                </a:solidFill>
                <a:ln>
                  <a:noFill/>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850" name="Google Shape;1850;p38"/>
                <p:cNvSpPr/>
                <p:nvPr/>
              </p:nvSpPr>
              <p:spPr>
                <a:xfrm>
                  <a:off x="1753188" y="663783"/>
                  <a:ext cx="1069655" cy="2258859"/>
                </a:xfrm>
                <a:custGeom>
                  <a:rect b="b" l="l" r="r" t="t"/>
                  <a:pathLst>
                    <a:path extrusionOk="0" h="1096" w="519">
                      <a:moveTo>
                        <a:pt x="458" y="1"/>
                      </a:moveTo>
                      <a:cubicBezTo>
                        <a:pt x="458" y="1"/>
                        <a:pt x="459" y="1"/>
                        <a:pt x="460" y="1"/>
                      </a:cubicBezTo>
                      <a:cubicBezTo>
                        <a:pt x="461" y="1"/>
                        <a:pt x="463" y="1"/>
                        <a:pt x="466" y="1"/>
                      </a:cubicBezTo>
                      <a:cubicBezTo>
                        <a:pt x="472" y="2"/>
                        <a:pt x="480" y="4"/>
                        <a:pt x="489" y="9"/>
                      </a:cubicBezTo>
                      <a:cubicBezTo>
                        <a:pt x="494" y="12"/>
                        <a:pt x="498" y="16"/>
                        <a:pt x="503" y="20"/>
                      </a:cubicBezTo>
                      <a:cubicBezTo>
                        <a:pt x="507" y="25"/>
                        <a:pt x="511" y="31"/>
                        <a:pt x="514" y="38"/>
                      </a:cubicBezTo>
                      <a:cubicBezTo>
                        <a:pt x="517" y="46"/>
                        <a:pt x="519" y="54"/>
                        <a:pt x="519" y="63"/>
                      </a:cubicBezTo>
                      <a:cubicBezTo>
                        <a:pt x="519" y="72"/>
                        <a:pt x="519" y="82"/>
                        <a:pt x="519" y="92"/>
                      </a:cubicBezTo>
                      <a:cubicBezTo>
                        <a:pt x="519" y="173"/>
                        <a:pt x="519" y="289"/>
                        <a:pt x="519" y="434"/>
                      </a:cubicBezTo>
                      <a:cubicBezTo>
                        <a:pt x="519" y="578"/>
                        <a:pt x="519" y="750"/>
                        <a:pt x="519" y="941"/>
                      </a:cubicBezTo>
                      <a:cubicBezTo>
                        <a:pt x="519" y="965"/>
                        <a:pt x="519" y="989"/>
                        <a:pt x="519" y="1014"/>
                      </a:cubicBezTo>
                      <a:cubicBezTo>
                        <a:pt x="519" y="1020"/>
                        <a:pt x="519" y="1026"/>
                        <a:pt x="519" y="1032"/>
                      </a:cubicBezTo>
                      <a:cubicBezTo>
                        <a:pt x="519" y="1038"/>
                        <a:pt x="519" y="1045"/>
                        <a:pt x="517" y="1051"/>
                      </a:cubicBezTo>
                      <a:cubicBezTo>
                        <a:pt x="515" y="1057"/>
                        <a:pt x="513" y="1063"/>
                        <a:pt x="509" y="1068"/>
                      </a:cubicBezTo>
                      <a:cubicBezTo>
                        <a:pt x="506" y="1073"/>
                        <a:pt x="501" y="1078"/>
                        <a:pt x="496" y="1082"/>
                      </a:cubicBezTo>
                      <a:cubicBezTo>
                        <a:pt x="487" y="1090"/>
                        <a:pt x="474" y="1095"/>
                        <a:pt x="461" y="1095"/>
                      </a:cubicBezTo>
                      <a:cubicBezTo>
                        <a:pt x="449" y="1096"/>
                        <a:pt x="436" y="1095"/>
                        <a:pt x="423" y="1096"/>
                      </a:cubicBezTo>
                      <a:cubicBezTo>
                        <a:pt x="398" y="1096"/>
                        <a:pt x="372" y="1096"/>
                        <a:pt x="346" y="1096"/>
                      </a:cubicBezTo>
                      <a:cubicBezTo>
                        <a:pt x="294" y="1096"/>
                        <a:pt x="241" y="1096"/>
                        <a:pt x="188" y="1096"/>
                      </a:cubicBezTo>
                      <a:cubicBezTo>
                        <a:pt x="161" y="1096"/>
                        <a:pt x="134" y="1096"/>
                        <a:pt x="107" y="1096"/>
                      </a:cubicBezTo>
                      <a:cubicBezTo>
                        <a:pt x="93" y="1096"/>
                        <a:pt x="79" y="1096"/>
                        <a:pt x="66" y="1096"/>
                      </a:cubicBezTo>
                      <a:cubicBezTo>
                        <a:pt x="52" y="1096"/>
                        <a:pt x="38" y="1093"/>
                        <a:pt x="26" y="1085"/>
                      </a:cubicBezTo>
                      <a:cubicBezTo>
                        <a:pt x="15" y="1077"/>
                        <a:pt x="6" y="1065"/>
                        <a:pt x="2" y="1051"/>
                      </a:cubicBezTo>
                      <a:cubicBezTo>
                        <a:pt x="0" y="1045"/>
                        <a:pt x="0" y="1038"/>
                        <a:pt x="0" y="1031"/>
                      </a:cubicBezTo>
                      <a:cubicBezTo>
                        <a:pt x="0" y="1024"/>
                        <a:pt x="0" y="1017"/>
                        <a:pt x="0" y="1010"/>
                      </a:cubicBezTo>
                      <a:cubicBezTo>
                        <a:pt x="0" y="983"/>
                        <a:pt x="0" y="956"/>
                        <a:pt x="0" y="929"/>
                      </a:cubicBezTo>
                      <a:cubicBezTo>
                        <a:pt x="0" y="876"/>
                        <a:pt x="0" y="823"/>
                        <a:pt x="0" y="771"/>
                      </a:cubicBezTo>
                      <a:cubicBezTo>
                        <a:pt x="0" y="667"/>
                        <a:pt x="0" y="567"/>
                        <a:pt x="0" y="471"/>
                      </a:cubicBezTo>
                      <a:cubicBezTo>
                        <a:pt x="0" y="376"/>
                        <a:pt x="0" y="285"/>
                        <a:pt x="0" y="200"/>
                      </a:cubicBezTo>
                      <a:cubicBezTo>
                        <a:pt x="0" y="157"/>
                        <a:pt x="0" y="116"/>
                        <a:pt x="0" y="77"/>
                      </a:cubicBezTo>
                      <a:cubicBezTo>
                        <a:pt x="0" y="72"/>
                        <a:pt x="0" y="67"/>
                        <a:pt x="0" y="62"/>
                      </a:cubicBezTo>
                      <a:cubicBezTo>
                        <a:pt x="0" y="60"/>
                        <a:pt x="0" y="57"/>
                        <a:pt x="0" y="55"/>
                      </a:cubicBezTo>
                      <a:cubicBezTo>
                        <a:pt x="1" y="52"/>
                        <a:pt x="1" y="50"/>
                        <a:pt x="1" y="48"/>
                      </a:cubicBezTo>
                      <a:cubicBezTo>
                        <a:pt x="4" y="38"/>
                        <a:pt x="8" y="29"/>
                        <a:pt x="14" y="22"/>
                      </a:cubicBezTo>
                      <a:cubicBezTo>
                        <a:pt x="20" y="15"/>
                        <a:pt x="28" y="9"/>
                        <a:pt x="37" y="5"/>
                      </a:cubicBezTo>
                      <a:cubicBezTo>
                        <a:pt x="45" y="1"/>
                        <a:pt x="55" y="0"/>
                        <a:pt x="64" y="0"/>
                      </a:cubicBezTo>
                      <a:cubicBezTo>
                        <a:pt x="82" y="0"/>
                        <a:pt x="99" y="0"/>
                        <a:pt x="117" y="0"/>
                      </a:cubicBezTo>
                      <a:cubicBezTo>
                        <a:pt x="125" y="0"/>
                        <a:pt x="134" y="0"/>
                        <a:pt x="142" y="0"/>
                      </a:cubicBezTo>
                      <a:cubicBezTo>
                        <a:pt x="146" y="0"/>
                        <a:pt x="150" y="0"/>
                        <a:pt x="154" y="0"/>
                      </a:cubicBezTo>
                      <a:cubicBezTo>
                        <a:pt x="159" y="0"/>
                        <a:pt x="163" y="1"/>
                        <a:pt x="166" y="3"/>
                      </a:cubicBezTo>
                      <a:cubicBezTo>
                        <a:pt x="170" y="6"/>
                        <a:pt x="172" y="9"/>
                        <a:pt x="174" y="13"/>
                      </a:cubicBezTo>
                      <a:cubicBezTo>
                        <a:pt x="175" y="17"/>
                        <a:pt x="175" y="21"/>
                        <a:pt x="175" y="25"/>
                      </a:cubicBezTo>
                      <a:cubicBezTo>
                        <a:pt x="175" y="27"/>
                        <a:pt x="175" y="29"/>
                        <a:pt x="175" y="31"/>
                      </a:cubicBezTo>
                      <a:cubicBezTo>
                        <a:pt x="175" y="33"/>
                        <a:pt x="175" y="35"/>
                        <a:pt x="175" y="37"/>
                      </a:cubicBezTo>
                      <a:cubicBezTo>
                        <a:pt x="176" y="41"/>
                        <a:pt x="177" y="44"/>
                        <a:pt x="180" y="47"/>
                      </a:cubicBezTo>
                      <a:cubicBezTo>
                        <a:pt x="182" y="50"/>
                        <a:pt x="185" y="52"/>
                        <a:pt x="189" y="53"/>
                      </a:cubicBezTo>
                      <a:cubicBezTo>
                        <a:pt x="191" y="53"/>
                        <a:pt x="193" y="53"/>
                        <a:pt x="194" y="53"/>
                      </a:cubicBezTo>
                      <a:cubicBezTo>
                        <a:pt x="196" y="53"/>
                        <a:pt x="198" y="53"/>
                        <a:pt x="200" y="53"/>
                      </a:cubicBezTo>
                      <a:cubicBezTo>
                        <a:pt x="207" y="53"/>
                        <a:pt x="215" y="53"/>
                        <a:pt x="222" y="53"/>
                      </a:cubicBezTo>
                      <a:cubicBezTo>
                        <a:pt x="251" y="53"/>
                        <a:pt x="277" y="53"/>
                        <a:pt x="302" y="53"/>
                      </a:cubicBezTo>
                      <a:cubicBezTo>
                        <a:pt x="314" y="53"/>
                        <a:pt x="326" y="53"/>
                        <a:pt x="337" y="53"/>
                      </a:cubicBezTo>
                      <a:cubicBezTo>
                        <a:pt x="340" y="53"/>
                        <a:pt x="343" y="53"/>
                        <a:pt x="345" y="53"/>
                      </a:cubicBezTo>
                      <a:cubicBezTo>
                        <a:pt x="348" y="53"/>
                        <a:pt x="351" y="52"/>
                        <a:pt x="353" y="51"/>
                      </a:cubicBezTo>
                      <a:cubicBezTo>
                        <a:pt x="357" y="48"/>
                        <a:pt x="360" y="43"/>
                        <a:pt x="361" y="38"/>
                      </a:cubicBezTo>
                      <a:cubicBezTo>
                        <a:pt x="362" y="36"/>
                        <a:pt x="362" y="33"/>
                        <a:pt x="362" y="31"/>
                      </a:cubicBezTo>
                      <a:cubicBezTo>
                        <a:pt x="362" y="29"/>
                        <a:pt x="362" y="27"/>
                        <a:pt x="362" y="24"/>
                      </a:cubicBezTo>
                      <a:cubicBezTo>
                        <a:pt x="362" y="22"/>
                        <a:pt x="362" y="19"/>
                        <a:pt x="362" y="17"/>
                      </a:cubicBezTo>
                      <a:cubicBezTo>
                        <a:pt x="363" y="14"/>
                        <a:pt x="363" y="12"/>
                        <a:pt x="364" y="10"/>
                      </a:cubicBezTo>
                      <a:cubicBezTo>
                        <a:pt x="367" y="6"/>
                        <a:pt x="370" y="3"/>
                        <a:pt x="374" y="2"/>
                      </a:cubicBezTo>
                      <a:cubicBezTo>
                        <a:pt x="378" y="0"/>
                        <a:pt x="382" y="0"/>
                        <a:pt x="386" y="0"/>
                      </a:cubicBezTo>
                      <a:cubicBezTo>
                        <a:pt x="402" y="0"/>
                        <a:pt x="415" y="0"/>
                        <a:pt x="425" y="1"/>
                      </a:cubicBezTo>
                      <a:cubicBezTo>
                        <a:pt x="436" y="1"/>
                        <a:pt x="444" y="1"/>
                        <a:pt x="450" y="1"/>
                      </a:cubicBezTo>
                      <a:cubicBezTo>
                        <a:pt x="455" y="1"/>
                        <a:pt x="458" y="1"/>
                        <a:pt x="458" y="1"/>
                      </a:cubicBezTo>
                      <a:cubicBezTo>
                        <a:pt x="458" y="1"/>
                        <a:pt x="455" y="1"/>
                        <a:pt x="450" y="1"/>
                      </a:cubicBezTo>
                      <a:cubicBezTo>
                        <a:pt x="444" y="1"/>
                        <a:pt x="436" y="1"/>
                        <a:pt x="425" y="1"/>
                      </a:cubicBezTo>
                      <a:cubicBezTo>
                        <a:pt x="415" y="1"/>
                        <a:pt x="402" y="1"/>
                        <a:pt x="386" y="1"/>
                      </a:cubicBezTo>
                      <a:cubicBezTo>
                        <a:pt x="382" y="1"/>
                        <a:pt x="378" y="0"/>
                        <a:pt x="374" y="2"/>
                      </a:cubicBezTo>
                      <a:cubicBezTo>
                        <a:pt x="370" y="4"/>
                        <a:pt x="367" y="7"/>
                        <a:pt x="365" y="11"/>
                      </a:cubicBezTo>
                      <a:cubicBezTo>
                        <a:pt x="364" y="12"/>
                        <a:pt x="363" y="15"/>
                        <a:pt x="363" y="17"/>
                      </a:cubicBezTo>
                      <a:cubicBezTo>
                        <a:pt x="362" y="19"/>
                        <a:pt x="362" y="21"/>
                        <a:pt x="362" y="24"/>
                      </a:cubicBezTo>
                      <a:cubicBezTo>
                        <a:pt x="362" y="26"/>
                        <a:pt x="362" y="29"/>
                        <a:pt x="362" y="31"/>
                      </a:cubicBezTo>
                      <a:cubicBezTo>
                        <a:pt x="362" y="34"/>
                        <a:pt x="363" y="36"/>
                        <a:pt x="362" y="39"/>
                      </a:cubicBezTo>
                      <a:cubicBezTo>
                        <a:pt x="361" y="44"/>
                        <a:pt x="358" y="48"/>
                        <a:pt x="353" y="51"/>
                      </a:cubicBezTo>
                      <a:cubicBezTo>
                        <a:pt x="351" y="53"/>
                        <a:pt x="348" y="54"/>
                        <a:pt x="345" y="54"/>
                      </a:cubicBezTo>
                      <a:cubicBezTo>
                        <a:pt x="343" y="54"/>
                        <a:pt x="340" y="54"/>
                        <a:pt x="337" y="54"/>
                      </a:cubicBezTo>
                      <a:cubicBezTo>
                        <a:pt x="326" y="54"/>
                        <a:pt x="314" y="54"/>
                        <a:pt x="302" y="54"/>
                      </a:cubicBezTo>
                      <a:cubicBezTo>
                        <a:pt x="277" y="54"/>
                        <a:pt x="251" y="54"/>
                        <a:pt x="222" y="54"/>
                      </a:cubicBezTo>
                      <a:lnTo>
                        <a:pt x="200" y="54"/>
                      </a:lnTo>
                      <a:cubicBezTo>
                        <a:pt x="198" y="54"/>
                        <a:pt x="195" y="54"/>
                        <a:pt x="194" y="54"/>
                      </a:cubicBezTo>
                      <a:cubicBezTo>
                        <a:pt x="192" y="54"/>
                        <a:pt x="191" y="54"/>
                        <a:pt x="189" y="54"/>
                      </a:cubicBezTo>
                      <a:cubicBezTo>
                        <a:pt x="185" y="53"/>
                        <a:pt x="182" y="50"/>
                        <a:pt x="179" y="47"/>
                      </a:cubicBezTo>
                      <a:cubicBezTo>
                        <a:pt x="176" y="44"/>
                        <a:pt x="175" y="41"/>
                        <a:pt x="174" y="37"/>
                      </a:cubicBezTo>
                      <a:cubicBezTo>
                        <a:pt x="174" y="35"/>
                        <a:pt x="174" y="33"/>
                        <a:pt x="174" y="31"/>
                      </a:cubicBezTo>
                      <a:cubicBezTo>
                        <a:pt x="174" y="29"/>
                        <a:pt x="174" y="27"/>
                        <a:pt x="174" y="25"/>
                      </a:cubicBezTo>
                      <a:cubicBezTo>
                        <a:pt x="174" y="21"/>
                        <a:pt x="174" y="17"/>
                        <a:pt x="173" y="13"/>
                      </a:cubicBezTo>
                      <a:cubicBezTo>
                        <a:pt x="172" y="10"/>
                        <a:pt x="169" y="6"/>
                        <a:pt x="166" y="4"/>
                      </a:cubicBezTo>
                      <a:cubicBezTo>
                        <a:pt x="162" y="2"/>
                        <a:pt x="159" y="1"/>
                        <a:pt x="154" y="1"/>
                      </a:cubicBezTo>
                      <a:lnTo>
                        <a:pt x="117" y="1"/>
                      </a:lnTo>
                      <a:cubicBezTo>
                        <a:pt x="99" y="1"/>
                        <a:pt x="82" y="1"/>
                        <a:pt x="64" y="1"/>
                      </a:cubicBezTo>
                      <a:cubicBezTo>
                        <a:pt x="55" y="1"/>
                        <a:pt x="46" y="2"/>
                        <a:pt x="37" y="6"/>
                      </a:cubicBezTo>
                      <a:cubicBezTo>
                        <a:pt x="29" y="10"/>
                        <a:pt x="21" y="15"/>
                        <a:pt x="15" y="23"/>
                      </a:cubicBezTo>
                      <a:cubicBezTo>
                        <a:pt x="9" y="30"/>
                        <a:pt x="5" y="38"/>
                        <a:pt x="3" y="48"/>
                      </a:cubicBezTo>
                      <a:cubicBezTo>
                        <a:pt x="2" y="50"/>
                        <a:pt x="2" y="52"/>
                        <a:pt x="2" y="55"/>
                      </a:cubicBezTo>
                      <a:cubicBezTo>
                        <a:pt x="1" y="57"/>
                        <a:pt x="1" y="60"/>
                        <a:pt x="1" y="62"/>
                      </a:cubicBezTo>
                      <a:cubicBezTo>
                        <a:pt x="1" y="67"/>
                        <a:pt x="1" y="72"/>
                        <a:pt x="1" y="77"/>
                      </a:cubicBezTo>
                      <a:cubicBezTo>
                        <a:pt x="1" y="116"/>
                        <a:pt x="1" y="157"/>
                        <a:pt x="1" y="200"/>
                      </a:cubicBezTo>
                      <a:cubicBezTo>
                        <a:pt x="1" y="285"/>
                        <a:pt x="1" y="376"/>
                        <a:pt x="1" y="471"/>
                      </a:cubicBezTo>
                      <a:cubicBezTo>
                        <a:pt x="1" y="567"/>
                        <a:pt x="1" y="667"/>
                        <a:pt x="1" y="771"/>
                      </a:cubicBezTo>
                      <a:cubicBezTo>
                        <a:pt x="1" y="823"/>
                        <a:pt x="1" y="875"/>
                        <a:pt x="1" y="929"/>
                      </a:cubicBezTo>
                      <a:cubicBezTo>
                        <a:pt x="1" y="956"/>
                        <a:pt x="1" y="983"/>
                        <a:pt x="1" y="1010"/>
                      </a:cubicBezTo>
                      <a:cubicBezTo>
                        <a:pt x="1" y="1017"/>
                        <a:pt x="1" y="1024"/>
                        <a:pt x="1" y="1031"/>
                      </a:cubicBezTo>
                      <a:cubicBezTo>
                        <a:pt x="1" y="1037"/>
                        <a:pt x="2" y="1044"/>
                        <a:pt x="4" y="1051"/>
                      </a:cubicBezTo>
                      <a:cubicBezTo>
                        <a:pt x="8" y="1064"/>
                        <a:pt x="16" y="1075"/>
                        <a:pt x="27" y="1083"/>
                      </a:cubicBezTo>
                      <a:cubicBezTo>
                        <a:pt x="38" y="1091"/>
                        <a:pt x="52" y="1094"/>
                        <a:pt x="66" y="1094"/>
                      </a:cubicBezTo>
                      <a:cubicBezTo>
                        <a:pt x="79" y="1094"/>
                        <a:pt x="93" y="1094"/>
                        <a:pt x="107" y="1094"/>
                      </a:cubicBezTo>
                      <a:cubicBezTo>
                        <a:pt x="134" y="1094"/>
                        <a:pt x="161" y="1094"/>
                        <a:pt x="188" y="1094"/>
                      </a:cubicBezTo>
                      <a:cubicBezTo>
                        <a:pt x="241" y="1094"/>
                        <a:pt x="294" y="1094"/>
                        <a:pt x="346" y="1094"/>
                      </a:cubicBezTo>
                      <a:cubicBezTo>
                        <a:pt x="372" y="1094"/>
                        <a:pt x="398" y="1094"/>
                        <a:pt x="423" y="1094"/>
                      </a:cubicBezTo>
                      <a:cubicBezTo>
                        <a:pt x="436" y="1094"/>
                        <a:pt x="449" y="1094"/>
                        <a:pt x="461" y="1094"/>
                      </a:cubicBezTo>
                      <a:cubicBezTo>
                        <a:pt x="474" y="1093"/>
                        <a:pt x="486" y="1088"/>
                        <a:pt x="495" y="1080"/>
                      </a:cubicBezTo>
                      <a:cubicBezTo>
                        <a:pt x="500" y="1076"/>
                        <a:pt x="504" y="1072"/>
                        <a:pt x="508" y="1067"/>
                      </a:cubicBezTo>
                      <a:cubicBezTo>
                        <a:pt x="511" y="1062"/>
                        <a:pt x="514" y="1056"/>
                        <a:pt x="515" y="1050"/>
                      </a:cubicBezTo>
                      <a:cubicBezTo>
                        <a:pt x="517" y="1044"/>
                        <a:pt x="517" y="1038"/>
                        <a:pt x="518" y="1032"/>
                      </a:cubicBezTo>
                      <a:cubicBezTo>
                        <a:pt x="518" y="1026"/>
                        <a:pt x="518" y="1020"/>
                        <a:pt x="518" y="1014"/>
                      </a:cubicBezTo>
                      <a:cubicBezTo>
                        <a:pt x="518" y="989"/>
                        <a:pt x="518" y="965"/>
                        <a:pt x="518" y="941"/>
                      </a:cubicBezTo>
                      <a:cubicBezTo>
                        <a:pt x="518" y="750"/>
                        <a:pt x="518" y="578"/>
                        <a:pt x="518" y="434"/>
                      </a:cubicBezTo>
                      <a:cubicBezTo>
                        <a:pt x="518" y="289"/>
                        <a:pt x="518" y="172"/>
                        <a:pt x="518" y="92"/>
                      </a:cubicBezTo>
                      <a:cubicBezTo>
                        <a:pt x="518" y="81"/>
                        <a:pt x="518" y="72"/>
                        <a:pt x="518" y="63"/>
                      </a:cubicBezTo>
                      <a:cubicBezTo>
                        <a:pt x="518" y="54"/>
                        <a:pt x="517" y="47"/>
                        <a:pt x="514" y="39"/>
                      </a:cubicBezTo>
                      <a:cubicBezTo>
                        <a:pt x="511" y="32"/>
                        <a:pt x="506" y="26"/>
                        <a:pt x="502" y="21"/>
                      </a:cubicBezTo>
                      <a:cubicBezTo>
                        <a:pt x="497" y="17"/>
                        <a:pt x="493" y="12"/>
                        <a:pt x="489" y="9"/>
                      </a:cubicBezTo>
                      <a:cubicBezTo>
                        <a:pt x="479" y="4"/>
                        <a:pt x="471" y="2"/>
                        <a:pt x="466" y="1"/>
                      </a:cubicBezTo>
                      <a:cubicBezTo>
                        <a:pt x="463" y="1"/>
                        <a:pt x="461" y="1"/>
                        <a:pt x="460" y="1"/>
                      </a:cubicBezTo>
                      <a:cubicBezTo>
                        <a:pt x="459" y="1"/>
                        <a:pt x="458" y="1"/>
                        <a:pt x="458" y="1"/>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851" name="Google Shape;1851;p38"/>
                <p:cNvSpPr/>
                <p:nvPr/>
              </p:nvSpPr>
              <p:spPr>
                <a:xfrm>
                  <a:off x="2629112" y="867823"/>
                  <a:ext cx="92745" cy="2061"/>
                </a:xfrm>
                <a:custGeom>
                  <a:rect b="b" l="l" r="r" t="t"/>
                  <a:pathLst>
                    <a:path extrusionOk="0" h="1" w="45">
                      <a:moveTo>
                        <a:pt x="45" y="0"/>
                      </a:moveTo>
                      <a:cubicBezTo>
                        <a:pt x="45" y="0"/>
                        <a:pt x="35" y="1"/>
                        <a:pt x="22" y="1"/>
                      </a:cubicBezTo>
                      <a:cubicBezTo>
                        <a:pt x="10" y="1"/>
                        <a:pt x="0" y="1"/>
                        <a:pt x="0" y="0"/>
                      </a:cubicBezTo>
                      <a:cubicBezTo>
                        <a:pt x="0" y="0"/>
                        <a:pt x="10" y="0"/>
                        <a:pt x="22" y="0"/>
                      </a:cubicBezTo>
                      <a:cubicBezTo>
                        <a:pt x="35" y="0"/>
                        <a:pt x="45" y="0"/>
                        <a:pt x="45"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852" name="Google Shape;1852;p38"/>
                <p:cNvSpPr/>
                <p:nvPr/>
              </p:nvSpPr>
              <p:spPr>
                <a:xfrm>
                  <a:off x="2629112" y="890494"/>
                  <a:ext cx="92745" cy="2061"/>
                </a:xfrm>
                <a:custGeom>
                  <a:rect b="b" l="l" r="r" t="t"/>
                  <a:pathLst>
                    <a:path extrusionOk="0" h="1" w="45">
                      <a:moveTo>
                        <a:pt x="45" y="1"/>
                      </a:moveTo>
                      <a:cubicBezTo>
                        <a:pt x="45" y="1"/>
                        <a:pt x="35" y="1"/>
                        <a:pt x="22" y="1"/>
                      </a:cubicBezTo>
                      <a:cubicBezTo>
                        <a:pt x="10" y="1"/>
                        <a:pt x="0" y="1"/>
                        <a:pt x="0" y="1"/>
                      </a:cubicBezTo>
                      <a:cubicBezTo>
                        <a:pt x="0" y="1"/>
                        <a:pt x="10" y="0"/>
                        <a:pt x="22" y="0"/>
                      </a:cubicBezTo>
                      <a:cubicBezTo>
                        <a:pt x="35" y="0"/>
                        <a:pt x="45" y="0"/>
                        <a:pt x="45" y="1"/>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853" name="Google Shape;1853;p38"/>
                <p:cNvSpPr/>
                <p:nvPr/>
              </p:nvSpPr>
              <p:spPr>
                <a:xfrm>
                  <a:off x="2629112" y="915226"/>
                  <a:ext cx="92745" cy="2061"/>
                </a:xfrm>
                <a:custGeom>
                  <a:rect b="b" l="l" r="r" t="t"/>
                  <a:pathLst>
                    <a:path extrusionOk="0" h="1" w="45">
                      <a:moveTo>
                        <a:pt x="45" y="0"/>
                      </a:moveTo>
                      <a:cubicBezTo>
                        <a:pt x="45" y="0"/>
                        <a:pt x="35" y="1"/>
                        <a:pt x="23" y="1"/>
                      </a:cubicBezTo>
                      <a:cubicBezTo>
                        <a:pt x="10" y="1"/>
                        <a:pt x="0" y="1"/>
                        <a:pt x="0" y="0"/>
                      </a:cubicBezTo>
                      <a:cubicBezTo>
                        <a:pt x="0" y="0"/>
                        <a:pt x="10" y="0"/>
                        <a:pt x="23" y="0"/>
                      </a:cubicBezTo>
                      <a:cubicBezTo>
                        <a:pt x="35" y="0"/>
                        <a:pt x="45" y="0"/>
                        <a:pt x="45"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854" name="Google Shape;1854;p38"/>
                <p:cNvSpPr/>
                <p:nvPr/>
              </p:nvSpPr>
              <p:spPr>
                <a:xfrm>
                  <a:off x="2093253" y="1199644"/>
                  <a:ext cx="416320" cy="416323"/>
                </a:xfrm>
                <a:custGeom>
                  <a:rect b="b" l="l" r="r" t="t"/>
                  <a:pathLst>
                    <a:path extrusionOk="0" h="202" w="202">
                      <a:moveTo>
                        <a:pt x="117" y="1"/>
                      </a:moveTo>
                      <a:cubicBezTo>
                        <a:pt x="134" y="3"/>
                        <a:pt x="151" y="11"/>
                        <a:pt x="165" y="22"/>
                      </a:cubicBezTo>
                      <a:cubicBezTo>
                        <a:pt x="179" y="33"/>
                        <a:pt x="189" y="47"/>
                        <a:pt x="196" y="64"/>
                      </a:cubicBezTo>
                      <a:cubicBezTo>
                        <a:pt x="202" y="81"/>
                        <a:pt x="203" y="99"/>
                        <a:pt x="201" y="116"/>
                      </a:cubicBezTo>
                      <a:cubicBezTo>
                        <a:pt x="198" y="134"/>
                        <a:pt x="191" y="150"/>
                        <a:pt x="180" y="164"/>
                      </a:cubicBezTo>
                      <a:cubicBezTo>
                        <a:pt x="169" y="178"/>
                        <a:pt x="155" y="189"/>
                        <a:pt x="138" y="195"/>
                      </a:cubicBezTo>
                      <a:cubicBezTo>
                        <a:pt x="121" y="201"/>
                        <a:pt x="103" y="203"/>
                        <a:pt x="86" y="201"/>
                      </a:cubicBezTo>
                      <a:cubicBezTo>
                        <a:pt x="68" y="198"/>
                        <a:pt x="52" y="192"/>
                        <a:pt x="38" y="180"/>
                      </a:cubicBezTo>
                      <a:cubicBezTo>
                        <a:pt x="24" y="169"/>
                        <a:pt x="13" y="154"/>
                        <a:pt x="7" y="137"/>
                      </a:cubicBezTo>
                      <a:cubicBezTo>
                        <a:pt x="1" y="121"/>
                        <a:pt x="-1" y="103"/>
                        <a:pt x="1" y="85"/>
                      </a:cubicBezTo>
                      <a:cubicBezTo>
                        <a:pt x="4" y="68"/>
                        <a:pt x="10" y="51"/>
                        <a:pt x="22" y="37"/>
                      </a:cubicBezTo>
                      <a:cubicBezTo>
                        <a:pt x="33" y="23"/>
                        <a:pt x="48" y="13"/>
                        <a:pt x="65" y="6"/>
                      </a:cubicBezTo>
                      <a:cubicBezTo>
                        <a:pt x="81" y="0"/>
                        <a:pt x="99" y="-2"/>
                        <a:pt x="117" y="1"/>
                      </a:cubicBezTo>
                      <a:close/>
                    </a:path>
                  </a:pathLst>
                </a:custGeom>
                <a:solidFill>
                  <a:schemeClr val="lt2"/>
                </a:solidFill>
                <a:ln>
                  <a:noFill/>
                </a:ln>
              </p:spPr>
              <p:txBody>
                <a:bodyPr anchorCtr="1" anchor="ctr" bIns="30725" lIns="99775" spcFirstLastPara="1" rIns="99775" wrap="square" tIns="30725">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855" name="Google Shape;1855;p38"/>
                <p:cNvSpPr/>
                <p:nvPr/>
              </p:nvSpPr>
              <p:spPr>
                <a:xfrm>
                  <a:off x="2231340" y="1403684"/>
                  <a:ext cx="142208" cy="88623"/>
                </a:xfrm>
                <a:custGeom>
                  <a:rect b="b" l="l" r="r" t="t"/>
                  <a:pathLst>
                    <a:path extrusionOk="0" h="43" w="69">
                      <a:moveTo>
                        <a:pt x="69" y="43"/>
                      </a:moveTo>
                      <a:lnTo>
                        <a:pt x="0" y="43"/>
                      </a:lnTo>
                      <a:lnTo>
                        <a:pt x="0" y="34"/>
                      </a:lnTo>
                      <a:cubicBezTo>
                        <a:pt x="0" y="15"/>
                        <a:pt x="15" y="0"/>
                        <a:pt x="34" y="0"/>
                      </a:cubicBezTo>
                      <a:lnTo>
                        <a:pt x="34" y="0"/>
                      </a:lnTo>
                      <a:cubicBezTo>
                        <a:pt x="54" y="0"/>
                        <a:pt x="69" y="15"/>
                        <a:pt x="69" y="34"/>
                      </a:cubicBezTo>
                      <a:lnTo>
                        <a:pt x="69" y="43"/>
                      </a:lnTo>
                      <a:close/>
                    </a:path>
                  </a:pathLst>
                </a:custGeom>
                <a:solidFill>
                  <a:schemeClr val="l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856" name="Google Shape;1856;p38"/>
                <p:cNvSpPr/>
                <p:nvPr/>
              </p:nvSpPr>
              <p:spPr>
                <a:xfrm>
                  <a:off x="2260193" y="1323305"/>
                  <a:ext cx="84501" cy="84501"/>
                </a:xfrm>
                <a:custGeom>
                  <a:rect b="b" l="l" r="r" t="t"/>
                  <a:pathLst>
                    <a:path extrusionOk="0" h="41" w="41">
                      <a:moveTo>
                        <a:pt x="41" y="21"/>
                      </a:moveTo>
                      <a:cubicBezTo>
                        <a:pt x="41" y="24"/>
                        <a:pt x="40" y="28"/>
                        <a:pt x="38" y="31"/>
                      </a:cubicBezTo>
                      <a:cubicBezTo>
                        <a:pt x="36" y="34"/>
                        <a:pt x="34" y="37"/>
                        <a:pt x="31" y="38"/>
                      </a:cubicBezTo>
                      <a:cubicBezTo>
                        <a:pt x="27" y="40"/>
                        <a:pt x="23" y="41"/>
                        <a:pt x="20" y="41"/>
                      </a:cubicBezTo>
                      <a:cubicBezTo>
                        <a:pt x="16" y="41"/>
                        <a:pt x="13" y="40"/>
                        <a:pt x="10" y="38"/>
                      </a:cubicBezTo>
                      <a:cubicBezTo>
                        <a:pt x="7" y="37"/>
                        <a:pt x="4" y="34"/>
                        <a:pt x="3" y="31"/>
                      </a:cubicBezTo>
                      <a:cubicBezTo>
                        <a:pt x="1" y="28"/>
                        <a:pt x="0" y="24"/>
                        <a:pt x="0" y="21"/>
                      </a:cubicBezTo>
                      <a:cubicBezTo>
                        <a:pt x="0" y="17"/>
                        <a:pt x="1" y="14"/>
                        <a:pt x="3" y="10"/>
                      </a:cubicBezTo>
                      <a:cubicBezTo>
                        <a:pt x="4" y="7"/>
                        <a:pt x="7" y="5"/>
                        <a:pt x="10" y="3"/>
                      </a:cubicBezTo>
                      <a:cubicBezTo>
                        <a:pt x="13" y="1"/>
                        <a:pt x="17" y="0"/>
                        <a:pt x="20" y="0"/>
                      </a:cubicBezTo>
                      <a:cubicBezTo>
                        <a:pt x="24" y="0"/>
                        <a:pt x="27" y="1"/>
                        <a:pt x="31" y="3"/>
                      </a:cubicBezTo>
                      <a:cubicBezTo>
                        <a:pt x="34" y="5"/>
                        <a:pt x="36" y="7"/>
                        <a:pt x="38" y="10"/>
                      </a:cubicBezTo>
                      <a:cubicBezTo>
                        <a:pt x="40" y="14"/>
                        <a:pt x="41" y="17"/>
                        <a:pt x="41" y="21"/>
                      </a:cubicBezTo>
                      <a:close/>
                    </a:path>
                  </a:pathLst>
                </a:custGeom>
                <a:solidFill>
                  <a:schemeClr val="l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857" name="Google Shape;1857;p38"/>
                <p:cNvSpPr/>
                <p:nvPr/>
              </p:nvSpPr>
              <p:spPr>
                <a:xfrm>
                  <a:off x="1930434" y="1855043"/>
                  <a:ext cx="702798" cy="144270"/>
                </a:xfrm>
                <a:custGeom>
                  <a:rect b="b" l="l" r="r" t="t"/>
                  <a:pathLst>
                    <a:path extrusionOk="0" h="70" w="341">
                      <a:moveTo>
                        <a:pt x="0" y="0"/>
                      </a:moveTo>
                      <a:lnTo>
                        <a:pt x="341" y="0"/>
                      </a:lnTo>
                      <a:lnTo>
                        <a:pt x="341" y="70"/>
                      </a:lnTo>
                      <a:lnTo>
                        <a:pt x="0" y="70"/>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858" name="Google Shape;1858;p38"/>
                <p:cNvSpPr/>
                <p:nvPr/>
              </p:nvSpPr>
              <p:spPr>
                <a:xfrm>
                  <a:off x="1930434" y="2065266"/>
                  <a:ext cx="702798" cy="142209"/>
                </a:xfrm>
                <a:custGeom>
                  <a:rect b="b" l="l" r="r" t="t"/>
                  <a:pathLst>
                    <a:path extrusionOk="0" h="69" w="341">
                      <a:moveTo>
                        <a:pt x="0" y="0"/>
                      </a:moveTo>
                      <a:lnTo>
                        <a:pt x="341" y="0"/>
                      </a:lnTo>
                      <a:lnTo>
                        <a:pt x="341" y="69"/>
                      </a:lnTo>
                      <a:lnTo>
                        <a:pt x="0" y="69"/>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859" name="Google Shape;1859;p38"/>
                <p:cNvSpPr/>
                <p:nvPr/>
              </p:nvSpPr>
              <p:spPr>
                <a:xfrm>
                  <a:off x="2039667" y="2349684"/>
                  <a:ext cx="496699" cy="144270"/>
                </a:xfrm>
                <a:custGeom>
                  <a:rect b="b" l="l" r="r" t="t"/>
                  <a:pathLst>
                    <a:path extrusionOk="0" h="70" w="241">
                      <a:moveTo>
                        <a:pt x="206" y="70"/>
                      </a:moveTo>
                      <a:lnTo>
                        <a:pt x="35" y="70"/>
                      </a:lnTo>
                      <a:cubicBezTo>
                        <a:pt x="16" y="70"/>
                        <a:pt x="0" y="54"/>
                        <a:pt x="0" y="35"/>
                      </a:cubicBezTo>
                      <a:lnTo>
                        <a:pt x="0" y="35"/>
                      </a:lnTo>
                      <a:cubicBezTo>
                        <a:pt x="0" y="16"/>
                        <a:pt x="16" y="0"/>
                        <a:pt x="35" y="0"/>
                      </a:cubicBezTo>
                      <a:lnTo>
                        <a:pt x="206" y="0"/>
                      </a:lnTo>
                      <a:cubicBezTo>
                        <a:pt x="225" y="0"/>
                        <a:pt x="241" y="16"/>
                        <a:pt x="241" y="35"/>
                      </a:cubicBezTo>
                      <a:lnTo>
                        <a:pt x="241" y="35"/>
                      </a:lnTo>
                      <a:cubicBezTo>
                        <a:pt x="241" y="54"/>
                        <a:pt x="225" y="70"/>
                        <a:pt x="206" y="70"/>
                      </a:cubicBezTo>
                      <a:close/>
                    </a:path>
                  </a:pathLst>
                </a:custGeom>
                <a:solidFill>
                  <a:schemeClr val="dk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860" name="Google Shape;1860;p38"/>
                <p:cNvSpPr/>
                <p:nvPr/>
              </p:nvSpPr>
              <p:spPr>
                <a:xfrm>
                  <a:off x="2066460" y="1762298"/>
                  <a:ext cx="443113" cy="14427"/>
                </a:xfrm>
                <a:custGeom>
                  <a:rect b="b" l="l" r="r" t="t"/>
                  <a:pathLst>
                    <a:path extrusionOk="0" h="7" w="215">
                      <a:moveTo>
                        <a:pt x="215" y="3"/>
                      </a:moveTo>
                      <a:cubicBezTo>
                        <a:pt x="215" y="5"/>
                        <a:pt x="166" y="7"/>
                        <a:pt x="107" y="7"/>
                      </a:cubicBezTo>
                      <a:cubicBezTo>
                        <a:pt x="47" y="7"/>
                        <a:pt x="0" y="5"/>
                        <a:pt x="0" y="3"/>
                      </a:cubicBezTo>
                      <a:cubicBezTo>
                        <a:pt x="0" y="2"/>
                        <a:pt x="47" y="0"/>
                        <a:pt x="107" y="0"/>
                      </a:cubicBezTo>
                      <a:cubicBezTo>
                        <a:pt x="166" y="0"/>
                        <a:pt x="215" y="2"/>
                        <a:pt x="215" y="3"/>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861" name="Google Shape;1861;p38"/>
                <p:cNvSpPr/>
                <p:nvPr/>
              </p:nvSpPr>
              <p:spPr>
                <a:xfrm>
                  <a:off x="1990203" y="1933362"/>
                  <a:ext cx="43281" cy="26793"/>
                </a:xfrm>
                <a:custGeom>
                  <a:rect b="b" l="l" r="r" t="t"/>
                  <a:pathLst>
                    <a:path extrusionOk="0" h="13" w="21">
                      <a:moveTo>
                        <a:pt x="18" y="13"/>
                      </a:moveTo>
                      <a:lnTo>
                        <a:pt x="3" y="13"/>
                      </a:lnTo>
                      <a:cubicBezTo>
                        <a:pt x="2" y="13"/>
                        <a:pt x="0" y="11"/>
                        <a:pt x="0" y="10"/>
                      </a:cubicBezTo>
                      <a:lnTo>
                        <a:pt x="0" y="10"/>
                      </a:lnTo>
                      <a:cubicBezTo>
                        <a:pt x="0" y="4"/>
                        <a:pt x="5" y="0"/>
                        <a:pt x="10" y="0"/>
                      </a:cubicBezTo>
                      <a:lnTo>
                        <a:pt x="11" y="0"/>
                      </a:lnTo>
                      <a:cubicBezTo>
                        <a:pt x="16" y="0"/>
                        <a:pt x="21" y="4"/>
                        <a:pt x="21" y="10"/>
                      </a:cubicBezTo>
                      <a:lnTo>
                        <a:pt x="21" y="10"/>
                      </a:lnTo>
                      <a:cubicBezTo>
                        <a:pt x="21" y="11"/>
                        <a:pt x="19" y="13"/>
                        <a:pt x="18" y="13"/>
                      </a:cubicBez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862" name="Google Shape;1862;p38"/>
                <p:cNvSpPr/>
                <p:nvPr/>
              </p:nvSpPr>
              <p:spPr>
                <a:xfrm>
                  <a:off x="1998447" y="1910691"/>
                  <a:ext cx="26793" cy="24732"/>
                </a:xfrm>
                <a:custGeom>
                  <a:rect b="b" l="l" r="r" t="t"/>
                  <a:pathLst>
                    <a:path extrusionOk="0" h="12" w="13">
                      <a:moveTo>
                        <a:pt x="13" y="6"/>
                      </a:moveTo>
                      <a:cubicBezTo>
                        <a:pt x="13" y="9"/>
                        <a:pt x="9" y="12"/>
                        <a:pt x="6" y="12"/>
                      </a:cubicBezTo>
                      <a:cubicBezTo>
                        <a:pt x="2" y="12"/>
                        <a:pt x="0" y="10"/>
                        <a:pt x="0" y="6"/>
                      </a:cubicBezTo>
                      <a:cubicBezTo>
                        <a:pt x="0" y="3"/>
                        <a:pt x="2" y="0"/>
                        <a:pt x="6" y="0"/>
                      </a:cubicBezTo>
                      <a:cubicBezTo>
                        <a:pt x="9" y="0"/>
                        <a:pt x="13" y="2"/>
                        <a:pt x="13" y="6"/>
                      </a:cubicBez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863" name="Google Shape;1863;p38"/>
                <p:cNvSpPr/>
                <p:nvPr/>
              </p:nvSpPr>
              <p:spPr>
                <a:xfrm>
                  <a:off x="1994325" y="2139462"/>
                  <a:ext cx="35037" cy="24732"/>
                </a:xfrm>
                <a:custGeom>
                  <a:rect b="b" l="l" r="r" t="t"/>
                  <a:pathLst>
                    <a:path extrusionOk="0" h="12" w="17">
                      <a:moveTo>
                        <a:pt x="0" y="0"/>
                      </a:moveTo>
                      <a:lnTo>
                        <a:pt x="17" y="0"/>
                      </a:lnTo>
                      <a:lnTo>
                        <a:pt x="17" y="12"/>
                      </a:lnTo>
                      <a:lnTo>
                        <a:pt x="0" y="12"/>
                      </a:lnTo>
                      <a:lnTo>
                        <a:pt x="0" y="0"/>
                      </a:ln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864" name="Google Shape;1864;p38"/>
                <p:cNvSpPr/>
                <p:nvPr/>
              </p:nvSpPr>
              <p:spPr>
                <a:xfrm>
                  <a:off x="1988142" y="2112669"/>
                  <a:ext cx="45342" cy="30915"/>
                </a:xfrm>
                <a:custGeom>
                  <a:rect b="b" l="l" r="r" t="t"/>
                  <a:pathLst>
                    <a:path extrusionOk="0" h="15" w="22">
                      <a:moveTo>
                        <a:pt x="22" y="15"/>
                      </a:moveTo>
                      <a:lnTo>
                        <a:pt x="16" y="15"/>
                      </a:lnTo>
                      <a:lnTo>
                        <a:pt x="16" y="11"/>
                      </a:lnTo>
                      <a:cubicBezTo>
                        <a:pt x="16" y="9"/>
                        <a:pt x="13" y="6"/>
                        <a:pt x="11" y="6"/>
                      </a:cubicBezTo>
                      <a:cubicBezTo>
                        <a:pt x="8" y="6"/>
                        <a:pt x="6" y="9"/>
                        <a:pt x="6" y="11"/>
                      </a:cubicBezTo>
                      <a:lnTo>
                        <a:pt x="6" y="15"/>
                      </a:lnTo>
                      <a:lnTo>
                        <a:pt x="0" y="15"/>
                      </a:lnTo>
                      <a:lnTo>
                        <a:pt x="0" y="11"/>
                      </a:lnTo>
                      <a:cubicBezTo>
                        <a:pt x="0" y="5"/>
                        <a:pt x="4" y="0"/>
                        <a:pt x="11" y="0"/>
                      </a:cubicBezTo>
                      <a:cubicBezTo>
                        <a:pt x="17" y="0"/>
                        <a:pt x="22" y="5"/>
                        <a:pt x="22" y="11"/>
                      </a:cubicBezTo>
                      <a:lnTo>
                        <a:pt x="22" y="15"/>
                      </a:ln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865" name="Google Shape;1865;p38"/>
                <p:cNvSpPr/>
                <p:nvPr/>
              </p:nvSpPr>
              <p:spPr>
                <a:xfrm>
                  <a:off x="3354583" y="1244986"/>
                  <a:ext cx="247319" cy="245259"/>
                </a:xfrm>
                <a:custGeom>
                  <a:rect b="b" l="l" r="r" t="t"/>
                  <a:pathLst>
                    <a:path extrusionOk="0" h="119" w="120">
                      <a:moveTo>
                        <a:pt x="74" y="1"/>
                      </a:moveTo>
                      <a:cubicBezTo>
                        <a:pt x="84" y="4"/>
                        <a:pt x="93" y="9"/>
                        <a:pt x="101" y="16"/>
                      </a:cubicBezTo>
                      <a:cubicBezTo>
                        <a:pt x="108" y="23"/>
                        <a:pt x="115" y="32"/>
                        <a:pt x="118" y="42"/>
                      </a:cubicBezTo>
                      <a:cubicBezTo>
                        <a:pt x="121" y="52"/>
                        <a:pt x="120" y="63"/>
                        <a:pt x="118" y="73"/>
                      </a:cubicBezTo>
                      <a:cubicBezTo>
                        <a:pt x="115" y="83"/>
                        <a:pt x="111" y="93"/>
                        <a:pt x="104" y="100"/>
                      </a:cubicBezTo>
                      <a:cubicBezTo>
                        <a:pt x="97" y="108"/>
                        <a:pt x="88" y="113"/>
                        <a:pt x="78" y="116"/>
                      </a:cubicBezTo>
                      <a:cubicBezTo>
                        <a:pt x="68" y="119"/>
                        <a:pt x="57" y="120"/>
                        <a:pt x="47" y="117"/>
                      </a:cubicBezTo>
                      <a:cubicBezTo>
                        <a:pt x="37" y="115"/>
                        <a:pt x="27" y="110"/>
                        <a:pt x="20" y="103"/>
                      </a:cubicBezTo>
                      <a:cubicBezTo>
                        <a:pt x="12" y="96"/>
                        <a:pt x="6" y="87"/>
                        <a:pt x="3" y="77"/>
                      </a:cubicBezTo>
                      <a:cubicBezTo>
                        <a:pt x="0" y="67"/>
                        <a:pt x="0" y="56"/>
                        <a:pt x="2" y="46"/>
                      </a:cubicBezTo>
                      <a:cubicBezTo>
                        <a:pt x="5" y="35"/>
                        <a:pt x="10" y="26"/>
                        <a:pt x="17" y="18"/>
                      </a:cubicBezTo>
                      <a:cubicBezTo>
                        <a:pt x="24" y="11"/>
                        <a:pt x="33" y="5"/>
                        <a:pt x="43" y="2"/>
                      </a:cubicBezTo>
                      <a:cubicBezTo>
                        <a:pt x="53" y="-1"/>
                        <a:pt x="64" y="-1"/>
                        <a:pt x="74" y="1"/>
                      </a:cubicBezTo>
                      <a:close/>
                    </a:path>
                  </a:pathLst>
                </a:custGeom>
                <a:solidFill>
                  <a:schemeClr val="dk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866" name="Google Shape;1866;p38"/>
                <p:cNvSpPr/>
                <p:nvPr/>
              </p:nvSpPr>
              <p:spPr>
                <a:xfrm>
                  <a:off x="3424656" y="1327427"/>
                  <a:ext cx="107172" cy="80379"/>
                </a:xfrm>
                <a:custGeom>
                  <a:rect b="b" l="l" r="r" t="t"/>
                  <a:pathLst>
                    <a:path extrusionOk="0" h="39" w="52">
                      <a:moveTo>
                        <a:pt x="23" y="39"/>
                      </a:moveTo>
                      <a:cubicBezTo>
                        <a:pt x="22" y="39"/>
                        <a:pt x="22" y="38"/>
                        <a:pt x="21" y="38"/>
                      </a:cubicBezTo>
                      <a:lnTo>
                        <a:pt x="1" y="21"/>
                      </a:lnTo>
                      <a:cubicBezTo>
                        <a:pt x="0" y="21"/>
                        <a:pt x="0" y="20"/>
                        <a:pt x="1" y="18"/>
                      </a:cubicBezTo>
                      <a:cubicBezTo>
                        <a:pt x="2" y="17"/>
                        <a:pt x="3" y="16"/>
                        <a:pt x="5" y="17"/>
                      </a:cubicBezTo>
                      <a:lnTo>
                        <a:pt x="23" y="32"/>
                      </a:lnTo>
                      <a:lnTo>
                        <a:pt x="48" y="1"/>
                      </a:lnTo>
                      <a:cubicBezTo>
                        <a:pt x="49" y="0"/>
                        <a:pt x="51" y="0"/>
                        <a:pt x="52" y="0"/>
                      </a:cubicBezTo>
                      <a:cubicBezTo>
                        <a:pt x="53" y="1"/>
                        <a:pt x="53" y="3"/>
                        <a:pt x="52" y="4"/>
                      </a:cubicBezTo>
                      <a:lnTo>
                        <a:pt x="25" y="38"/>
                      </a:lnTo>
                      <a:cubicBezTo>
                        <a:pt x="25" y="38"/>
                        <a:pt x="24" y="39"/>
                        <a:pt x="23" y="39"/>
                      </a:cubicBezTo>
                      <a:close/>
                    </a:path>
                  </a:pathLst>
                </a:custGeom>
                <a:solidFill>
                  <a:schemeClr val="l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grpSp>
          <p:sp>
            <p:nvSpPr>
              <p:cNvPr id="1867" name="Google Shape;1867;p38"/>
              <p:cNvSpPr/>
              <p:nvPr/>
            </p:nvSpPr>
            <p:spPr>
              <a:xfrm>
                <a:off x="2065998" y="838170"/>
                <a:ext cx="84650" cy="93282"/>
              </a:xfrm>
              <a:custGeom>
                <a:rect b="b" l="l" r="r" t="t"/>
                <a:pathLst>
                  <a:path extrusionOk="0" h="97" w="88">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accen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grpSp>
        <p:grpSp>
          <p:nvGrpSpPr>
            <p:cNvPr id="1868" name="Google Shape;1868;p38"/>
            <p:cNvGrpSpPr/>
            <p:nvPr/>
          </p:nvGrpSpPr>
          <p:grpSpPr>
            <a:xfrm>
              <a:off x="1210622" y="-170354"/>
              <a:ext cx="367390" cy="638263"/>
              <a:chOff x="5914097" y="1631784"/>
              <a:chExt cx="367390" cy="638263"/>
            </a:xfrm>
          </p:grpSpPr>
          <p:sp>
            <p:nvSpPr>
              <p:cNvPr id="1869" name="Google Shape;1869;p38"/>
              <p:cNvSpPr/>
              <p:nvPr/>
            </p:nvSpPr>
            <p:spPr>
              <a:xfrm>
                <a:off x="6227002" y="2215561"/>
                <a:ext cx="54486" cy="54486"/>
              </a:xfrm>
              <a:custGeom>
                <a:rect b="b" l="l" r="r" t="t"/>
                <a:pathLst>
                  <a:path extrusionOk="0" h="35" w="35">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870" name="Google Shape;1870;p38"/>
              <p:cNvSpPr/>
              <p:nvPr/>
            </p:nvSpPr>
            <p:spPr>
              <a:xfrm>
                <a:off x="5914097" y="1631784"/>
                <a:ext cx="342483" cy="618026"/>
              </a:xfrm>
              <a:custGeom>
                <a:rect b="b" l="l" r="r" t="t"/>
                <a:pathLst>
                  <a:path extrusionOk="0" h="397" w="220">
                    <a:moveTo>
                      <a:pt x="220" y="397"/>
                    </a:moveTo>
                    <a:lnTo>
                      <a:pt x="51" y="397"/>
                    </a:lnTo>
                    <a:cubicBezTo>
                      <a:pt x="23" y="397"/>
                      <a:pt x="0" y="374"/>
                      <a:pt x="0" y="345"/>
                    </a:cubicBezTo>
                    <a:lnTo>
                      <a:pt x="0" y="51"/>
                    </a:lnTo>
                    <a:cubicBezTo>
                      <a:pt x="0" y="23"/>
                      <a:pt x="23" y="0"/>
                      <a:pt x="51" y="0"/>
                    </a:cubicBezTo>
                    <a:lnTo>
                      <a:pt x="136" y="0"/>
                    </a:lnTo>
                    <a:lnTo>
                      <a:pt x="136" y="6"/>
                    </a:lnTo>
                    <a:lnTo>
                      <a:pt x="51" y="6"/>
                    </a:lnTo>
                    <a:cubicBezTo>
                      <a:pt x="27" y="6"/>
                      <a:pt x="6" y="27"/>
                      <a:pt x="6" y="51"/>
                    </a:cubicBezTo>
                    <a:lnTo>
                      <a:pt x="6" y="345"/>
                    </a:lnTo>
                    <a:cubicBezTo>
                      <a:pt x="6" y="370"/>
                      <a:pt x="27" y="390"/>
                      <a:pt x="51" y="390"/>
                    </a:cubicBezTo>
                    <a:lnTo>
                      <a:pt x="220" y="390"/>
                    </a:lnTo>
                    <a:lnTo>
                      <a:pt x="220" y="397"/>
                    </a:lnTo>
                    <a:close/>
                  </a:path>
                </a:pathLst>
              </a:custGeom>
              <a:solidFill>
                <a:schemeClr val="lt2"/>
              </a:solidFill>
              <a:ln>
                <a:noFill/>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grpSp>
      </p:grpSp>
      <p:sp>
        <p:nvSpPr>
          <p:cNvPr id="1871" name="Google Shape;1871;p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5" name="Shape 1875"/>
        <p:cNvGrpSpPr/>
        <p:nvPr/>
      </p:nvGrpSpPr>
      <p:grpSpPr>
        <a:xfrm>
          <a:off x="0" y="0"/>
          <a:ext cx="0" cy="0"/>
          <a:chOff x="0" y="0"/>
          <a:chExt cx="0" cy="0"/>
        </a:xfrm>
      </p:grpSpPr>
      <p:sp>
        <p:nvSpPr>
          <p:cNvPr id="1876" name="Google Shape;1876;p39"/>
          <p:cNvSpPr txBox="1"/>
          <p:nvPr>
            <p:ph type="title"/>
          </p:nvPr>
        </p:nvSpPr>
        <p:spPr>
          <a:xfrm>
            <a:off x="720013" y="55177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Roles Allocation</a:t>
            </a:r>
            <a:endParaRPr/>
          </a:p>
        </p:txBody>
      </p:sp>
      <p:sp>
        <p:nvSpPr>
          <p:cNvPr id="1877" name="Google Shape;1877;p39"/>
          <p:cNvSpPr/>
          <p:nvPr/>
        </p:nvSpPr>
        <p:spPr>
          <a:xfrm>
            <a:off x="8740528" y="2744274"/>
            <a:ext cx="131041" cy="144443"/>
          </a:xfrm>
          <a:custGeom>
            <a:rect b="b" l="l" r="r" t="t"/>
            <a:pathLst>
              <a:path extrusionOk="0" h="97" w="88">
                <a:moveTo>
                  <a:pt x="2" y="96"/>
                </a:moveTo>
                <a:lnTo>
                  <a:pt x="29" y="96"/>
                </a:lnTo>
                <a:cubicBezTo>
                  <a:pt x="30" y="96"/>
                  <a:pt x="32" y="95"/>
                  <a:pt x="32" y="93"/>
                </a:cubicBezTo>
                <a:lnTo>
                  <a:pt x="32" y="65"/>
                </a:lnTo>
                <a:cubicBezTo>
                  <a:pt x="32" y="64"/>
                  <a:pt x="33" y="62"/>
                  <a:pt x="34" y="62"/>
                </a:cubicBezTo>
                <a:lnTo>
                  <a:pt x="53" y="62"/>
                </a:lnTo>
                <a:cubicBezTo>
                  <a:pt x="55" y="62"/>
                  <a:pt x="56" y="64"/>
                  <a:pt x="56" y="65"/>
                </a:cubicBezTo>
                <a:lnTo>
                  <a:pt x="56" y="94"/>
                </a:lnTo>
                <a:cubicBezTo>
                  <a:pt x="56" y="95"/>
                  <a:pt x="57" y="97"/>
                  <a:pt x="59" y="97"/>
                </a:cubicBezTo>
                <a:lnTo>
                  <a:pt x="85" y="97"/>
                </a:lnTo>
                <a:cubicBezTo>
                  <a:pt x="87" y="97"/>
                  <a:pt x="88" y="95"/>
                  <a:pt x="88" y="94"/>
                </a:cubicBezTo>
                <a:lnTo>
                  <a:pt x="88" y="43"/>
                </a:lnTo>
                <a:cubicBezTo>
                  <a:pt x="88" y="42"/>
                  <a:pt x="88" y="41"/>
                  <a:pt x="87" y="41"/>
                </a:cubicBezTo>
                <a:lnTo>
                  <a:pt x="46" y="1"/>
                </a:lnTo>
                <a:cubicBezTo>
                  <a:pt x="45" y="0"/>
                  <a:pt x="43" y="0"/>
                  <a:pt x="42" y="1"/>
                </a:cubicBezTo>
                <a:lnTo>
                  <a:pt x="0" y="40"/>
                </a:lnTo>
                <a:cubicBezTo>
                  <a:pt x="0" y="40"/>
                  <a:pt x="0" y="41"/>
                  <a:pt x="0" y="42"/>
                </a:cubicBezTo>
                <a:lnTo>
                  <a:pt x="0" y="93"/>
                </a:lnTo>
                <a:cubicBezTo>
                  <a:pt x="0" y="95"/>
                  <a:pt x="1" y="96"/>
                  <a:pt x="2" y="96"/>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1878" name="Google Shape;1878;p39"/>
          <p:cNvGrpSpPr/>
          <p:nvPr/>
        </p:nvGrpSpPr>
        <p:grpSpPr>
          <a:xfrm>
            <a:off x="332500" y="1917484"/>
            <a:ext cx="8637505" cy="1636076"/>
            <a:chOff x="173625" y="1807075"/>
            <a:chExt cx="8796726" cy="2018850"/>
          </a:xfrm>
        </p:grpSpPr>
        <p:pic>
          <p:nvPicPr>
            <p:cNvPr id="1879" name="Google Shape;1879;p39"/>
            <p:cNvPicPr preferRelativeResize="0"/>
            <p:nvPr/>
          </p:nvPicPr>
          <p:blipFill>
            <a:blip r:embed="rId3">
              <a:alphaModFix/>
            </a:blip>
            <a:stretch>
              <a:fillRect/>
            </a:stretch>
          </p:blipFill>
          <p:spPr>
            <a:xfrm>
              <a:off x="7639700" y="1807075"/>
              <a:ext cx="1330650" cy="2018850"/>
            </a:xfrm>
            <a:prstGeom prst="rect">
              <a:avLst/>
            </a:prstGeom>
            <a:noFill/>
            <a:ln>
              <a:noFill/>
            </a:ln>
          </p:spPr>
        </p:pic>
        <p:pic>
          <p:nvPicPr>
            <p:cNvPr id="1880" name="Google Shape;1880;p39"/>
            <p:cNvPicPr preferRelativeResize="0"/>
            <p:nvPr/>
          </p:nvPicPr>
          <p:blipFill>
            <a:blip r:embed="rId4">
              <a:alphaModFix/>
            </a:blip>
            <a:stretch>
              <a:fillRect/>
            </a:stretch>
          </p:blipFill>
          <p:spPr>
            <a:xfrm>
              <a:off x="173625" y="1807075"/>
              <a:ext cx="8796726" cy="2018850"/>
            </a:xfrm>
            <a:prstGeom prst="rect">
              <a:avLst/>
            </a:prstGeom>
            <a:noFill/>
            <a:ln>
              <a:noFill/>
            </a:ln>
          </p:spPr>
        </p:pic>
      </p:grpSp>
      <p:sp>
        <p:nvSpPr>
          <p:cNvPr id="1881" name="Google Shape;1881;p3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5" name="Shape 1885"/>
        <p:cNvGrpSpPr/>
        <p:nvPr/>
      </p:nvGrpSpPr>
      <p:grpSpPr>
        <a:xfrm>
          <a:off x="0" y="0"/>
          <a:ext cx="0" cy="0"/>
          <a:chOff x="0" y="0"/>
          <a:chExt cx="0" cy="0"/>
        </a:xfrm>
      </p:grpSpPr>
      <p:sp>
        <p:nvSpPr>
          <p:cNvPr id="1886" name="Google Shape;1886;p40"/>
          <p:cNvSpPr txBox="1"/>
          <p:nvPr>
            <p:ph type="title"/>
          </p:nvPr>
        </p:nvSpPr>
        <p:spPr>
          <a:xfrm>
            <a:off x="720000" y="190450"/>
            <a:ext cx="7704000" cy="54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Communication Channel</a:t>
            </a:r>
            <a:endParaRPr/>
          </a:p>
        </p:txBody>
      </p:sp>
      <p:sp>
        <p:nvSpPr>
          <p:cNvPr id="1887" name="Google Shape;1887;p40"/>
          <p:cNvSpPr/>
          <p:nvPr/>
        </p:nvSpPr>
        <p:spPr>
          <a:xfrm>
            <a:off x="8740528" y="2744274"/>
            <a:ext cx="131041" cy="144443"/>
          </a:xfrm>
          <a:custGeom>
            <a:rect b="b" l="l" r="r" t="t"/>
            <a:pathLst>
              <a:path extrusionOk="0" h="97" w="88">
                <a:moveTo>
                  <a:pt x="2" y="96"/>
                </a:moveTo>
                <a:lnTo>
                  <a:pt x="29" y="96"/>
                </a:lnTo>
                <a:cubicBezTo>
                  <a:pt x="30" y="96"/>
                  <a:pt x="32" y="95"/>
                  <a:pt x="32" y="93"/>
                </a:cubicBezTo>
                <a:lnTo>
                  <a:pt x="32" y="65"/>
                </a:lnTo>
                <a:cubicBezTo>
                  <a:pt x="32" y="64"/>
                  <a:pt x="33" y="62"/>
                  <a:pt x="34" y="62"/>
                </a:cubicBezTo>
                <a:lnTo>
                  <a:pt x="53" y="62"/>
                </a:lnTo>
                <a:cubicBezTo>
                  <a:pt x="55" y="62"/>
                  <a:pt x="56" y="64"/>
                  <a:pt x="56" y="65"/>
                </a:cubicBezTo>
                <a:lnTo>
                  <a:pt x="56" y="94"/>
                </a:lnTo>
                <a:cubicBezTo>
                  <a:pt x="56" y="95"/>
                  <a:pt x="57" y="97"/>
                  <a:pt x="59" y="97"/>
                </a:cubicBezTo>
                <a:lnTo>
                  <a:pt x="85" y="97"/>
                </a:lnTo>
                <a:cubicBezTo>
                  <a:pt x="87" y="97"/>
                  <a:pt x="88" y="95"/>
                  <a:pt x="88" y="94"/>
                </a:cubicBezTo>
                <a:lnTo>
                  <a:pt x="88" y="43"/>
                </a:lnTo>
                <a:cubicBezTo>
                  <a:pt x="88" y="42"/>
                  <a:pt x="88" y="41"/>
                  <a:pt x="87" y="41"/>
                </a:cubicBezTo>
                <a:lnTo>
                  <a:pt x="46" y="1"/>
                </a:lnTo>
                <a:cubicBezTo>
                  <a:pt x="45" y="0"/>
                  <a:pt x="43" y="0"/>
                  <a:pt x="42" y="1"/>
                </a:cubicBezTo>
                <a:lnTo>
                  <a:pt x="0" y="40"/>
                </a:lnTo>
                <a:cubicBezTo>
                  <a:pt x="0" y="40"/>
                  <a:pt x="0" y="41"/>
                  <a:pt x="0" y="42"/>
                </a:cubicBezTo>
                <a:lnTo>
                  <a:pt x="0" y="93"/>
                </a:lnTo>
                <a:cubicBezTo>
                  <a:pt x="0" y="95"/>
                  <a:pt x="1" y="96"/>
                  <a:pt x="2" y="96"/>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88" name="Google Shape;1888;p4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889" name="Google Shape;1889;p40"/>
          <p:cNvGraphicFramePr/>
          <p:nvPr/>
        </p:nvGraphicFramePr>
        <p:xfrm>
          <a:off x="1100300" y="948775"/>
          <a:ext cx="3000000" cy="3000000"/>
        </p:xfrm>
        <a:graphic>
          <a:graphicData uri="http://schemas.openxmlformats.org/drawingml/2006/table">
            <a:tbl>
              <a:tblPr>
                <a:noFill/>
                <a:tableStyleId>{923CAE65-7C68-45C5-BD05-FEC7A40881DF}</a:tableStyleId>
              </a:tblPr>
              <a:tblGrid>
                <a:gridCol w="3619500"/>
                <a:gridCol w="3619500"/>
              </a:tblGrid>
              <a:tr h="381000">
                <a:tc>
                  <a:txBody>
                    <a:bodyPr/>
                    <a:lstStyle/>
                    <a:p>
                      <a:pPr indent="0" lvl="0" marL="0" rtl="0" algn="l">
                        <a:lnSpc>
                          <a:spcPct val="115000"/>
                        </a:lnSpc>
                        <a:spcBef>
                          <a:spcPts val="0"/>
                        </a:spcBef>
                        <a:spcAft>
                          <a:spcPts val="0"/>
                        </a:spcAft>
                        <a:buNone/>
                      </a:pPr>
                      <a:r>
                        <a:rPr b="1" lang="en"/>
                        <a:t>Channel</a:t>
                      </a:r>
                      <a:endParaRPr b="1"/>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t>Purpose</a:t>
                      </a:r>
                      <a:endParaRPr b="1"/>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a:t>WhatsApp</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Weekly updates, quick questions, reminders</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a:t>Microsoft Teams and Face-to-Face</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Weekly meetings, supervisor</a:t>
                      </a:r>
                      <a:endParaRPr/>
                    </a:p>
                    <a:p>
                      <a:pPr indent="0" lvl="0" marL="0" rtl="0" algn="l">
                        <a:lnSpc>
                          <a:spcPct val="115000"/>
                        </a:lnSpc>
                        <a:spcBef>
                          <a:spcPts val="0"/>
                        </a:spcBef>
                        <a:spcAft>
                          <a:spcPts val="0"/>
                        </a:spcAft>
                        <a:buNone/>
                      </a:pPr>
                      <a:r>
                        <a:rPr lang="en"/>
                        <a:t>Client discussions</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a:t>OneDrive</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Document storage, meeting minutes, reports</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a:t>GitHub</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Source code management</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a:t>Email</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Formal client &amp; supervisor communication</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bl>
          </a:graphicData>
        </a:graphic>
      </p:graphicFrame>
      <p:sp>
        <p:nvSpPr>
          <p:cNvPr id="1890" name="Google Shape;1890;p40"/>
          <p:cNvSpPr txBox="1"/>
          <p:nvPr/>
        </p:nvSpPr>
        <p:spPr>
          <a:xfrm>
            <a:off x="1100300" y="3911325"/>
            <a:ext cx="5485200" cy="109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oboto"/>
                <a:ea typeface="Roboto"/>
                <a:cs typeface="Roboto"/>
                <a:sym typeface="Roboto"/>
              </a:rPr>
              <a:t>Meeting Structure:</a:t>
            </a:r>
            <a:endParaRPr b="1"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Weekly meetings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2-3 hours per week</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Each member shares: accomplishments, next steps, challenges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Meeting minutes documented and stored in OneDrive</a:t>
            </a:r>
            <a:endParaRPr sz="1200">
              <a:solidFill>
                <a:schemeClr val="dk1"/>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4" name="Shape 1894"/>
        <p:cNvGrpSpPr/>
        <p:nvPr/>
      </p:nvGrpSpPr>
      <p:grpSpPr>
        <a:xfrm>
          <a:off x="0" y="0"/>
          <a:ext cx="0" cy="0"/>
          <a:chOff x="0" y="0"/>
          <a:chExt cx="0" cy="0"/>
        </a:xfrm>
      </p:grpSpPr>
      <p:sp>
        <p:nvSpPr>
          <p:cNvPr id="1895" name="Google Shape;1895;p41"/>
          <p:cNvSpPr txBox="1"/>
          <p:nvPr>
            <p:ph type="title"/>
          </p:nvPr>
        </p:nvSpPr>
        <p:spPr>
          <a:xfrm>
            <a:off x="810325" y="59100"/>
            <a:ext cx="7704000" cy="44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900"/>
              <a:t>Team Timeline</a:t>
            </a:r>
            <a:endParaRPr sz="2900"/>
          </a:p>
        </p:txBody>
      </p:sp>
      <p:sp>
        <p:nvSpPr>
          <p:cNvPr id="1896" name="Google Shape;1896;p41"/>
          <p:cNvSpPr/>
          <p:nvPr/>
        </p:nvSpPr>
        <p:spPr>
          <a:xfrm>
            <a:off x="8740528" y="2744274"/>
            <a:ext cx="131041" cy="144443"/>
          </a:xfrm>
          <a:custGeom>
            <a:rect b="b" l="l" r="r" t="t"/>
            <a:pathLst>
              <a:path extrusionOk="0" h="97" w="88">
                <a:moveTo>
                  <a:pt x="2" y="96"/>
                </a:moveTo>
                <a:lnTo>
                  <a:pt x="29" y="96"/>
                </a:lnTo>
                <a:cubicBezTo>
                  <a:pt x="30" y="96"/>
                  <a:pt x="32" y="95"/>
                  <a:pt x="32" y="93"/>
                </a:cubicBezTo>
                <a:lnTo>
                  <a:pt x="32" y="65"/>
                </a:lnTo>
                <a:cubicBezTo>
                  <a:pt x="32" y="64"/>
                  <a:pt x="33" y="62"/>
                  <a:pt x="34" y="62"/>
                </a:cubicBezTo>
                <a:lnTo>
                  <a:pt x="53" y="62"/>
                </a:lnTo>
                <a:cubicBezTo>
                  <a:pt x="55" y="62"/>
                  <a:pt x="56" y="64"/>
                  <a:pt x="56" y="65"/>
                </a:cubicBezTo>
                <a:lnTo>
                  <a:pt x="56" y="94"/>
                </a:lnTo>
                <a:cubicBezTo>
                  <a:pt x="56" y="95"/>
                  <a:pt x="57" y="97"/>
                  <a:pt x="59" y="97"/>
                </a:cubicBezTo>
                <a:lnTo>
                  <a:pt x="85" y="97"/>
                </a:lnTo>
                <a:cubicBezTo>
                  <a:pt x="87" y="97"/>
                  <a:pt x="88" y="95"/>
                  <a:pt x="88" y="94"/>
                </a:cubicBezTo>
                <a:lnTo>
                  <a:pt x="88" y="43"/>
                </a:lnTo>
                <a:cubicBezTo>
                  <a:pt x="88" y="42"/>
                  <a:pt x="88" y="41"/>
                  <a:pt x="87" y="41"/>
                </a:cubicBezTo>
                <a:lnTo>
                  <a:pt x="46" y="1"/>
                </a:lnTo>
                <a:cubicBezTo>
                  <a:pt x="45" y="0"/>
                  <a:pt x="43" y="0"/>
                  <a:pt x="42" y="1"/>
                </a:cubicBezTo>
                <a:lnTo>
                  <a:pt x="0" y="40"/>
                </a:lnTo>
                <a:cubicBezTo>
                  <a:pt x="0" y="40"/>
                  <a:pt x="0" y="41"/>
                  <a:pt x="0" y="42"/>
                </a:cubicBezTo>
                <a:lnTo>
                  <a:pt x="0" y="93"/>
                </a:lnTo>
                <a:cubicBezTo>
                  <a:pt x="0" y="95"/>
                  <a:pt x="1" y="96"/>
                  <a:pt x="2" y="96"/>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97" name="Google Shape;1897;p4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898" name="Google Shape;1898;p41"/>
          <p:cNvGraphicFramePr/>
          <p:nvPr/>
        </p:nvGraphicFramePr>
        <p:xfrm>
          <a:off x="810325" y="618313"/>
          <a:ext cx="3000000" cy="3000000"/>
        </p:xfrm>
        <a:graphic>
          <a:graphicData uri="http://schemas.openxmlformats.org/drawingml/2006/table">
            <a:tbl>
              <a:tblPr>
                <a:noFill/>
                <a:tableStyleId>{923CAE65-7C68-45C5-BD05-FEC7A40881DF}</a:tableStyleId>
              </a:tblPr>
              <a:tblGrid>
                <a:gridCol w="926000"/>
                <a:gridCol w="1499825"/>
                <a:gridCol w="5504375"/>
              </a:tblGrid>
              <a:tr h="381000">
                <a:tc>
                  <a:txBody>
                    <a:bodyPr/>
                    <a:lstStyle/>
                    <a:p>
                      <a:pPr indent="0" lvl="0" marL="0" rtl="0" algn="l">
                        <a:lnSpc>
                          <a:spcPct val="115000"/>
                        </a:lnSpc>
                        <a:spcBef>
                          <a:spcPts val="0"/>
                        </a:spcBef>
                        <a:spcAft>
                          <a:spcPts val="0"/>
                        </a:spcAft>
                        <a:buNone/>
                      </a:pPr>
                      <a:r>
                        <a:rPr b="1" lang="en" sz="1300"/>
                        <a:t>Sprints</a:t>
                      </a:r>
                      <a:endParaRPr b="1"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300"/>
                        <a:t>Dates</a:t>
                      </a:r>
                      <a:endParaRPr b="1"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300"/>
                        <a:t>Focus</a:t>
                      </a:r>
                      <a:endParaRPr b="1"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300"/>
                        <a:t>Sprint 1</a:t>
                      </a:r>
                      <a:endParaRPr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6 May – 12 May</a:t>
                      </a:r>
                      <a:endParaRPr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Group Allocation</a:t>
                      </a:r>
                      <a:endParaRPr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300"/>
                        <a:t>Sprint 2</a:t>
                      </a:r>
                      <a:endParaRPr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13 May - 23 May</a:t>
                      </a:r>
                      <a:endParaRPr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Allocation of roles, Team Charter</a:t>
                      </a:r>
                      <a:endParaRPr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300"/>
                        <a:t>Sprint 3</a:t>
                      </a:r>
                      <a:endParaRPr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13 May - 6 June</a:t>
                      </a:r>
                      <a:endParaRPr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Project Management Plan, Initial requirements gathering </a:t>
                      </a:r>
                      <a:endParaRPr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300"/>
                        <a:t>Sprint 4</a:t>
                      </a:r>
                      <a:endParaRPr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6 June – 19 June</a:t>
                      </a:r>
                      <a:endParaRPr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Requirements and Analysis document finalisation, Design Document, Front-end and Back-end setup</a:t>
                      </a:r>
                      <a:endParaRPr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300"/>
                        <a:t>Sprint 5</a:t>
                      </a:r>
                      <a:endParaRPr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20 June – 3 July</a:t>
                      </a:r>
                      <a:endParaRPr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Design Document completion, Self and Peer Evaluation, QR generation endpoint, verification endpoint</a:t>
                      </a:r>
                      <a:endParaRPr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300"/>
                        <a:t>Sprint 6</a:t>
                      </a:r>
                      <a:endParaRPr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4 July – 17 July</a:t>
                      </a:r>
                      <a:endParaRPr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QR Code Landing Page, Admin dashboard pages, Mobile Application pages, Android APK installer package, Mobile scanner screen, tamper alert reporting, Check encryption</a:t>
                      </a:r>
                      <a:endParaRPr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300"/>
                        <a:t>Sprint 7</a:t>
                      </a:r>
                      <a:endParaRPr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18 July – 31 July</a:t>
                      </a:r>
                      <a:endParaRPr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Demo, APK Virus Testing, Full system testing, bug resolution, Final Presentation Slides, Final documentation writing and document amendments</a:t>
                      </a:r>
                      <a:endParaRPr sz="1300"/>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2" name="Shape 1902"/>
        <p:cNvGrpSpPr/>
        <p:nvPr/>
      </p:nvGrpSpPr>
      <p:grpSpPr>
        <a:xfrm>
          <a:off x="0" y="0"/>
          <a:ext cx="0" cy="0"/>
          <a:chOff x="0" y="0"/>
          <a:chExt cx="0" cy="0"/>
        </a:xfrm>
      </p:grpSpPr>
      <p:sp>
        <p:nvSpPr>
          <p:cNvPr id="1903" name="Google Shape;1903;p42"/>
          <p:cNvSpPr txBox="1"/>
          <p:nvPr>
            <p:ph type="title"/>
          </p:nvPr>
        </p:nvSpPr>
        <p:spPr>
          <a:xfrm>
            <a:off x="678950" y="24797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Key Milestones</a:t>
            </a:r>
            <a:endParaRPr/>
          </a:p>
        </p:txBody>
      </p:sp>
      <p:graphicFrame>
        <p:nvGraphicFramePr>
          <p:cNvPr id="1904" name="Google Shape;1904;p42"/>
          <p:cNvGraphicFramePr/>
          <p:nvPr/>
        </p:nvGraphicFramePr>
        <p:xfrm>
          <a:off x="1786425" y="1017725"/>
          <a:ext cx="3000000" cy="3000000"/>
        </p:xfrm>
        <a:graphic>
          <a:graphicData uri="http://schemas.openxmlformats.org/drawingml/2006/table">
            <a:tbl>
              <a:tblPr>
                <a:noFill/>
                <a:tableStyleId>{EEB54D14-0B5B-4DD1-B3A9-1F7807479A40}</a:tableStyleId>
              </a:tblPr>
              <a:tblGrid>
                <a:gridCol w="3019425"/>
                <a:gridCol w="3019425"/>
              </a:tblGrid>
              <a:tr h="180975">
                <a:tc>
                  <a:txBody>
                    <a:bodyPr/>
                    <a:lstStyle/>
                    <a:p>
                      <a:pPr indent="0" lvl="0" marL="0" rtl="0" algn="l">
                        <a:lnSpc>
                          <a:spcPct val="115000"/>
                        </a:lnSpc>
                        <a:spcBef>
                          <a:spcPts val="0"/>
                        </a:spcBef>
                        <a:spcAft>
                          <a:spcPts val="0"/>
                        </a:spcAft>
                        <a:buNone/>
                      </a:pPr>
                      <a:r>
                        <a:rPr b="1" lang="en"/>
                        <a:t>Deliverable</a:t>
                      </a:r>
                      <a:endParaRPr b="1"/>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t>Due Date</a:t>
                      </a:r>
                      <a:endParaRPr b="1"/>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r h="180975">
                <a:tc>
                  <a:txBody>
                    <a:bodyPr/>
                    <a:lstStyle/>
                    <a:p>
                      <a:pPr indent="0" lvl="0" marL="0" rtl="0" algn="l">
                        <a:lnSpc>
                          <a:spcPct val="115000"/>
                        </a:lnSpc>
                        <a:spcBef>
                          <a:spcPts val="0"/>
                        </a:spcBef>
                        <a:spcAft>
                          <a:spcPts val="0"/>
                        </a:spcAft>
                        <a:buNone/>
                      </a:pPr>
                      <a:r>
                        <a:rPr lang="en"/>
                        <a:t>Team Charter</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23 May 2026</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r h="180975">
                <a:tc>
                  <a:txBody>
                    <a:bodyPr/>
                    <a:lstStyle/>
                    <a:p>
                      <a:pPr indent="0" lvl="0" marL="0" rtl="0" algn="l">
                        <a:lnSpc>
                          <a:spcPct val="115000"/>
                        </a:lnSpc>
                        <a:spcBef>
                          <a:spcPts val="0"/>
                        </a:spcBef>
                        <a:spcAft>
                          <a:spcPts val="0"/>
                        </a:spcAft>
                        <a:buNone/>
                      </a:pPr>
                      <a:r>
                        <a:rPr lang="en"/>
                        <a:t>PMP V1.0</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6 June 2026</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r h="180975">
                <a:tc>
                  <a:txBody>
                    <a:bodyPr/>
                    <a:lstStyle/>
                    <a:p>
                      <a:pPr indent="0" lvl="0" marL="0" rtl="0" algn="l">
                        <a:lnSpc>
                          <a:spcPct val="115000"/>
                        </a:lnSpc>
                        <a:spcBef>
                          <a:spcPts val="0"/>
                        </a:spcBef>
                        <a:spcAft>
                          <a:spcPts val="0"/>
                        </a:spcAft>
                        <a:buNone/>
                      </a:pPr>
                      <a:r>
                        <a:rPr lang="en"/>
                        <a:t>R&amp;A Document</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8 June 2026</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r h="180975">
                <a:tc>
                  <a:txBody>
                    <a:bodyPr/>
                    <a:lstStyle/>
                    <a:p>
                      <a:pPr indent="0" lvl="0" marL="0" rtl="0" algn="l">
                        <a:lnSpc>
                          <a:spcPct val="115000"/>
                        </a:lnSpc>
                        <a:spcBef>
                          <a:spcPts val="0"/>
                        </a:spcBef>
                        <a:spcAft>
                          <a:spcPts val="0"/>
                        </a:spcAft>
                        <a:buNone/>
                      </a:pPr>
                      <a:r>
                        <a:rPr lang="en"/>
                        <a:t>Design Document</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27 June 2026</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r h="180975">
                <a:tc>
                  <a:txBody>
                    <a:bodyPr/>
                    <a:lstStyle/>
                    <a:p>
                      <a:pPr indent="0" lvl="0" marL="0" rtl="0" algn="l">
                        <a:lnSpc>
                          <a:spcPct val="115000"/>
                        </a:lnSpc>
                        <a:spcBef>
                          <a:spcPts val="0"/>
                        </a:spcBef>
                        <a:spcAft>
                          <a:spcPts val="0"/>
                        </a:spcAft>
                        <a:buNone/>
                      </a:pPr>
                      <a:r>
                        <a:rPr lang="en"/>
                        <a:t>SPE1</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27 June 2026</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r h="180975">
                <a:tc>
                  <a:txBody>
                    <a:bodyPr/>
                    <a:lstStyle/>
                    <a:p>
                      <a:pPr indent="0" lvl="0" marL="0" rtl="0" algn="l">
                        <a:lnSpc>
                          <a:spcPct val="115000"/>
                        </a:lnSpc>
                        <a:spcBef>
                          <a:spcPts val="0"/>
                        </a:spcBef>
                        <a:spcAft>
                          <a:spcPts val="0"/>
                        </a:spcAft>
                        <a:buNone/>
                      </a:pPr>
                      <a:r>
                        <a:rPr lang="en"/>
                        <a:t>Final Submission</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1 August 2026</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r h="180975">
                <a:tc>
                  <a:txBody>
                    <a:bodyPr/>
                    <a:lstStyle/>
                    <a:p>
                      <a:pPr indent="0" lvl="0" marL="0" rtl="0" algn="l">
                        <a:lnSpc>
                          <a:spcPct val="115000"/>
                        </a:lnSpc>
                        <a:spcBef>
                          <a:spcPts val="0"/>
                        </a:spcBef>
                        <a:spcAft>
                          <a:spcPts val="0"/>
                        </a:spcAft>
                        <a:buNone/>
                      </a:pPr>
                      <a:r>
                        <a:rPr lang="en"/>
                        <a:t>Presentation &amp; Promo Video</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1 August 2026</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r h="180975">
                <a:tc>
                  <a:txBody>
                    <a:bodyPr/>
                    <a:lstStyle/>
                    <a:p>
                      <a:pPr indent="0" lvl="0" marL="0" rtl="0" algn="l">
                        <a:lnSpc>
                          <a:spcPct val="115000"/>
                        </a:lnSpc>
                        <a:spcBef>
                          <a:spcPts val="0"/>
                        </a:spcBef>
                        <a:spcAft>
                          <a:spcPts val="0"/>
                        </a:spcAft>
                        <a:buNone/>
                      </a:pPr>
                      <a:r>
                        <a:rPr lang="en"/>
                        <a:t>SPE2</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1 August 2026</a:t>
                      </a:r>
                      <a:endParaRPr/>
                    </a:p>
                  </a:txBody>
                  <a:tcPr marT="91425" marB="91425" marR="68575" marL="685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8" name="Shape 1908"/>
        <p:cNvGrpSpPr/>
        <p:nvPr/>
      </p:nvGrpSpPr>
      <p:grpSpPr>
        <a:xfrm>
          <a:off x="0" y="0"/>
          <a:ext cx="0" cy="0"/>
          <a:chOff x="0" y="0"/>
          <a:chExt cx="0" cy="0"/>
        </a:xfrm>
      </p:grpSpPr>
      <p:sp>
        <p:nvSpPr>
          <p:cNvPr id="1909" name="Google Shape;1909;p43"/>
          <p:cNvSpPr txBox="1"/>
          <p:nvPr>
            <p:ph type="title"/>
          </p:nvPr>
        </p:nvSpPr>
        <p:spPr>
          <a:xfrm>
            <a:off x="3989375" y="2571975"/>
            <a:ext cx="4383600" cy="104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Promo Video</a:t>
            </a:r>
            <a:endParaRPr/>
          </a:p>
        </p:txBody>
      </p:sp>
      <p:sp>
        <p:nvSpPr>
          <p:cNvPr id="1910" name="Google Shape;1910;p43"/>
          <p:cNvSpPr txBox="1"/>
          <p:nvPr>
            <p:ph idx="2" type="title"/>
          </p:nvPr>
        </p:nvSpPr>
        <p:spPr>
          <a:xfrm>
            <a:off x="5642675" y="1454775"/>
            <a:ext cx="1077000" cy="96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grpSp>
        <p:nvGrpSpPr>
          <p:cNvPr id="1911" name="Google Shape;1911;p43"/>
          <p:cNvGrpSpPr/>
          <p:nvPr/>
        </p:nvGrpSpPr>
        <p:grpSpPr>
          <a:xfrm>
            <a:off x="956297" y="764691"/>
            <a:ext cx="2571666" cy="3614127"/>
            <a:chOff x="1210622" y="-170354"/>
            <a:chExt cx="2319742" cy="3260082"/>
          </a:xfrm>
        </p:grpSpPr>
        <p:grpSp>
          <p:nvGrpSpPr>
            <p:cNvPr id="1912" name="Google Shape;1912;p43"/>
            <p:cNvGrpSpPr/>
            <p:nvPr/>
          </p:nvGrpSpPr>
          <p:grpSpPr>
            <a:xfrm>
              <a:off x="1681651" y="398058"/>
              <a:ext cx="1848713" cy="2691670"/>
              <a:chOff x="1938738" y="663771"/>
              <a:chExt cx="1848713" cy="2691670"/>
            </a:xfrm>
          </p:grpSpPr>
          <p:grpSp>
            <p:nvGrpSpPr>
              <p:cNvPr id="1913" name="Google Shape;1913;p43"/>
              <p:cNvGrpSpPr/>
              <p:nvPr/>
            </p:nvGrpSpPr>
            <p:grpSpPr>
              <a:xfrm>
                <a:off x="1938738" y="663771"/>
                <a:ext cx="1848713" cy="2691670"/>
                <a:chOff x="1753188" y="663783"/>
                <a:chExt cx="1848713" cy="2691670"/>
              </a:xfrm>
            </p:grpSpPr>
            <p:sp>
              <p:nvSpPr>
                <p:cNvPr id="1914" name="Google Shape;1914;p43"/>
                <p:cNvSpPr/>
                <p:nvPr/>
              </p:nvSpPr>
              <p:spPr>
                <a:xfrm>
                  <a:off x="2524001" y="1331549"/>
                  <a:ext cx="956301" cy="2021843"/>
                </a:xfrm>
                <a:custGeom>
                  <a:rect b="b" l="l" r="r" t="t"/>
                  <a:pathLst>
                    <a:path extrusionOk="0" h="981" w="464">
                      <a:moveTo>
                        <a:pt x="380" y="0"/>
                      </a:moveTo>
                      <a:cubicBezTo>
                        <a:pt x="371" y="0"/>
                        <a:pt x="359" y="0"/>
                        <a:pt x="345" y="0"/>
                      </a:cubicBezTo>
                      <a:cubicBezTo>
                        <a:pt x="342" y="0"/>
                        <a:pt x="338" y="0"/>
                        <a:pt x="335" y="2"/>
                      </a:cubicBezTo>
                      <a:cubicBezTo>
                        <a:pt x="331" y="3"/>
                        <a:pt x="328" y="6"/>
                        <a:pt x="326" y="9"/>
                      </a:cubicBezTo>
                      <a:cubicBezTo>
                        <a:pt x="325" y="11"/>
                        <a:pt x="324" y="13"/>
                        <a:pt x="324" y="15"/>
                      </a:cubicBezTo>
                      <a:cubicBezTo>
                        <a:pt x="324" y="17"/>
                        <a:pt x="324" y="19"/>
                        <a:pt x="324" y="21"/>
                      </a:cubicBezTo>
                      <a:cubicBezTo>
                        <a:pt x="324" y="23"/>
                        <a:pt x="324" y="26"/>
                        <a:pt x="324" y="28"/>
                      </a:cubicBezTo>
                      <a:cubicBezTo>
                        <a:pt x="324" y="31"/>
                        <a:pt x="324" y="32"/>
                        <a:pt x="323" y="34"/>
                      </a:cubicBezTo>
                      <a:cubicBezTo>
                        <a:pt x="322" y="39"/>
                        <a:pt x="320" y="43"/>
                        <a:pt x="316" y="46"/>
                      </a:cubicBezTo>
                      <a:cubicBezTo>
                        <a:pt x="313" y="47"/>
                        <a:pt x="311" y="48"/>
                        <a:pt x="309" y="48"/>
                      </a:cubicBezTo>
                      <a:cubicBezTo>
                        <a:pt x="306" y="48"/>
                        <a:pt x="304" y="48"/>
                        <a:pt x="301" y="48"/>
                      </a:cubicBezTo>
                      <a:cubicBezTo>
                        <a:pt x="291" y="48"/>
                        <a:pt x="281" y="48"/>
                        <a:pt x="269" y="48"/>
                      </a:cubicBezTo>
                      <a:cubicBezTo>
                        <a:pt x="247" y="48"/>
                        <a:pt x="223" y="48"/>
                        <a:pt x="198" y="48"/>
                      </a:cubicBezTo>
                      <a:lnTo>
                        <a:pt x="178" y="48"/>
                      </a:lnTo>
                      <a:cubicBezTo>
                        <a:pt x="176" y="48"/>
                        <a:pt x="175" y="48"/>
                        <a:pt x="173" y="48"/>
                      </a:cubicBezTo>
                      <a:cubicBezTo>
                        <a:pt x="172" y="48"/>
                        <a:pt x="170" y="48"/>
                        <a:pt x="168" y="48"/>
                      </a:cubicBezTo>
                      <a:cubicBezTo>
                        <a:pt x="165" y="47"/>
                        <a:pt x="162" y="45"/>
                        <a:pt x="159" y="42"/>
                      </a:cubicBezTo>
                      <a:cubicBezTo>
                        <a:pt x="157" y="40"/>
                        <a:pt x="155" y="36"/>
                        <a:pt x="155" y="33"/>
                      </a:cubicBezTo>
                      <a:cubicBezTo>
                        <a:pt x="155" y="31"/>
                        <a:pt x="155" y="29"/>
                        <a:pt x="155" y="27"/>
                      </a:cubicBezTo>
                      <a:cubicBezTo>
                        <a:pt x="155" y="26"/>
                        <a:pt x="155" y="24"/>
                        <a:pt x="155" y="22"/>
                      </a:cubicBezTo>
                      <a:cubicBezTo>
                        <a:pt x="155" y="19"/>
                        <a:pt x="155" y="15"/>
                        <a:pt x="154" y="12"/>
                      </a:cubicBezTo>
                      <a:cubicBezTo>
                        <a:pt x="153" y="8"/>
                        <a:pt x="150" y="6"/>
                        <a:pt x="148" y="3"/>
                      </a:cubicBezTo>
                      <a:cubicBezTo>
                        <a:pt x="145" y="1"/>
                        <a:pt x="141" y="0"/>
                        <a:pt x="137" y="1"/>
                      </a:cubicBezTo>
                      <a:lnTo>
                        <a:pt x="126" y="1"/>
                      </a:lnTo>
                      <a:cubicBezTo>
                        <a:pt x="119" y="1"/>
                        <a:pt x="111" y="1"/>
                        <a:pt x="103" y="1"/>
                      </a:cubicBezTo>
                      <a:cubicBezTo>
                        <a:pt x="88" y="1"/>
                        <a:pt x="72" y="1"/>
                        <a:pt x="56" y="1"/>
                      </a:cubicBezTo>
                      <a:cubicBezTo>
                        <a:pt x="48" y="1"/>
                        <a:pt x="40" y="2"/>
                        <a:pt x="32" y="5"/>
                      </a:cubicBezTo>
                      <a:cubicBezTo>
                        <a:pt x="25" y="8"/>
                        <a:pt x="18" y="14"/>
                        <a:pt x="13" y="20"/>
                      </a:cubicBezTo>
                      <a:cubicBezTo>
                        <a:pt x="7" y="26"/>
                        <a:pt x="3" y="34"/>
                        <a:pt x="1" y="43"/>
                      </a:cubicBezTo>
                      <a:cubicBezTo>
                        <a:pt x="1" y="45"/>
                        <a:pt x="1" y="47"/>
                        <a:pt x="0" y="49"/>
                      </a:cubicBezTo>
                      <a:cubicBezTo>
                        <a:pt x="0" y="51"/>
                        <a:pt x="0" y="53"/>
                        <a:pt x="0" y="54"/>
                      </a:cubicBezTo>
                      <a:lnTo>
                        <a:pt x="0" y="408"/>
                      </a:lnTo>
                      <a:cubicBezTo>
                        <a:pt x="0" y="413"/>
                        <a:pt x="0" y="417"/>
                        <a:pt x="0" y="422"/>
                      </a:cubicBezTo>
                      <a:cubicBezTo>
                        <a:pt x="0" y="436"/>
                        <a:pt x="0" y="451"/>
                        <a:pt x="0" y="465"/>
                      </a:cubicBezTo>
                      <a:lnTo>
                        <a:pt x="0" y="925"/>
                      </a:lnTo>
                      <a:cubicBezTo>
                        <a:pt x="0" y="931"/>
                        <a:pt x="0" y="936"/>
                        <a:pt x="2" y="942"/>
                      </a:cubicBezTo>
                      <a:cubicBezTo>
                        <a:pt x="6" y="954"/>
                        <a:pt x="13" y="964"/>
                        <a:pt x="23" y="971"/>
                      </a:cubicBezTo>
                      <a:cubicBezTo>
                        <a:pt x="33" y="978"/>
                        <a:pt x="45" y="981"/>
                        <a:pt x="58" y="980"/>
                      </a:cubicBezTo>
                      <a:cubicBezTo>
                        <a:pt x="70" y="980"/>
                        <a:pt x="82" y="980"/>
                        <a:pt x="94" y="980"/>
                      </a:cubicBezTo>
                      <a:cubicBezTo>
                        <a:pt x="119" y="980"/>
                        <a:pt x="143" y="980"/>
                        <a:pt x="167" y="980"/>
                      </a:cubicBezTo>
                      <a:cubicBezTo>
                        <a:pt x="215" y="980"/>
                        <a:pt x="263" y="980"/>
                        <a:pt x="309" y="980"/>
                      </a:cubicBezTo>
                      <a:cubicBezTo>
                        <a:pt x="332" y="980"/>
                        <a:pt x="356" y="980"/>
                        <a:pt x="378" y="980"/>
                      </a:cubicBezTo>
                      <a:cubicBezTo>
                        <a:pt x="390" y="980"/>
                        <a:pt x="401" y="981"/>
                        <a:pt x="412" y="980"/>
                      </a:cubicBezTo>
                      <a:cubicBezTo>
                        <a:pt x="424" y="980"/>
                        <a:pt x="434" y="975"/>
                        <a:pt x="443" y="969"/>
                      </a:cubicBezTo>
                      <a:cubicBezTo>
                        <a:pt x="447" y="965"/>
                        <a:pt x="451" y="961"/>
                        <a:pt x="454" y="956"/>
                      </a:cubicBezTo>
                      <a:cubicBezTo>
                        <a:pt x="457" y="952"/>
                        <a:pt x="459" y="947"/>
                        <a:pt x="461" y="941"/>
                      </a:cubicBezTo>
                      <a:cubicBezTo>
                        <a:pt x="463" y="936"/>
                        <a:pt x="463" y="931"/>
                        <a:pt x="463" y="925"/>
                      </a:cubicBezTo>
                      <a:cubicBezTo>
                        <a:pt x="463" y="920"/>
                        <a:pt x="463" y="914"/>
                        <a:pt x="463" y="909"/>
                      </a:cubicBezTo>
                      <a:cubicBezTo>
                        <a:pt x="463" y="887"/>
                        <a:pt x="463" y="865"/>
                        <a:pt x="463" y="844"/>
                      </a:cubicBezTo>
                      <a:cubicBezTo>
                        <a:pt x="463" y="672"/>
                        <a:pt x="463" y="518"/>
                        <a:pt x="463" y="389"/>
                      </a:cubicBezTo>
                      <a:cubicBezTo>
                        <a:pt x="463" y="259"/>
                        <a:pt x="463" y="154"/>
                        <a:pt x="464" y="82"/>
                      </a:cubicBezTo>
                      <a:cubicBezTo>
                        <a:pt x="464" y="73"/>
                        <a:pt x="464" y="64"/>
                        <a:pt x="464" y="56"/>
                      </a:cubicBezTo>
                      <a:cubicBezTo>
                        <a:pt x="464" y="48"/>
                        <a:pt x="462" y="41"/>
                        <a:pt x="460" y="34"/>
                      </a:cubicBezTo>
                      <a:cubicBezTo>
                        <a:pt x="457" y="28"/>
                        <a:pt x="453" y="23"/>
                        <a:pt x="449" y="18"/>
                      </a:cubicBezTo>
                      <a:cubicBezTo>
                        <a:pt x="445" y="14"/>
                        <a:pt x="441" y="11"/>
                        <a:pt x="437" y="8"/>
                      </a:cubicBezTo>
                      <a:cubicBezTo>
                        <a:pt x="429" y="3"/>
                        <a:pt x="422" y="2"/>
                        <a:pt x="417" y="1"/>
                      </a:cubicBezTo>
                      <a:cubicBezTo>
                        <a:pt x="414" y="1"/>
                        <a:pt x="413" y="1"/>
                        <a:pt x="411" y="0"/>
                      </a:cubicBezTo>
                      <a:cubicBezTo>
                        <a:pt x="410" y="0"/>
                        <a:pt x="409" y="0"/>
                        <a:pt x="409" y="0"/>
                      </a:cubicBezTo>
                      <a:cubicBezTo>
                        <a:pt x="409" y="0"/>
                        <a:pt x="407" y="0"/>
                        <a:pt x="402" y="0"/>
                      </a:cubicBezTo>
                      <a:cubicBezTo>
                        <a:pt x="397" y="0"/>
                        <a:pt x="390" y="0"/>
                        <a:pt x="380" y="0"/>
                      </a:cubicBezTo>
                      <a:close/>
                    </a:path>
                  </a:pathLst>
                </a:custGeom>
                <a:solidFill>
                  <a:schemeClr val="lt1"/>
                </a:solidFill>
                <a:ln>
                  <a:noFill/>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15" name="Google Shape;1915;p43"/>
                <p:cNvSpPr/>
                <p:nvPr/>
              </p:nvSpPr>
              <p:spPr>
                <a:xfrm>
                  <a:off x="2680637" y="2092059"/>
                  <a:ext cx="630664" cy="129843"/>
                </a:xfrm>
                <a:custGeom>
                  <a:rect b="b" l="l" r="r" t="t"/>
                  <a:pathLst>
                    <a:path extrusionOk="0" h="63" w="306">
                      <a:moveTo>
                        <a:pt x="0" y="0"/>
                      </a:moveTo>
                      <a:lnTo>
                        <a:pt x="306" y="0"/>
                      </a:lnTo>
                      <a:lnTo>
                        <a:pt x="306" y="63"/>
                      </a:lnTo>
                      <a:lnTo>
                        <a:pt x="0" y="63"/>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16" name="Google Shape;1916;p43"/>
                <p:cNvSpPr/>
                <p:nvPr/>
              </p:nvSpPr>
              <p:spPr>
                <a:xfrm>
                  <a:off x="2521940" y="1329488"/>
                  <a:ext cx="960423" cy="2025965"/>
                </a:xfrm>
                <a:custGeom>
                  <a:rect b="b" l="l" r="r" t="t"/>
                  <a:pathLst>
                    <a:path extrusionOk="0" h="983" w="466">
                      <a:moveTo>
                        <a:pt x="411" y="1"/>
                      </a:moveTo>
                      <a:cubicBezTo>
                        <a:pt x="411" y="1"/>
                        <a:pt x="412" y="1"/>
                        <a:pt x="413" y="1"/>
                      </a:cubicBezTo>
                      <a:cubicBezTo>
                        <a:pt x="415" y="1"/>
                        <a:pt x="416" y="1"/>
                        <a:pt x="419" y="1"/>
                      </a:cubicBezTo>
                      <a:cubicBezTo>
                        <a:pt x="424" y="2"/>
                        <a:pt x="431" y="3"/>
                        <a:pt x="439" y="8"/>
                      </a:cubicBezTo>
                      <a:cubicBezTo>
                        <a:pt x="443" y="11"/>
                        <a:pt x="448" y="14"/>
                        <a:pt x="452" y="18"/>
                      </a:cubicBezTo>
                      <a:cubicBezTo>
                        <a:pt x="456" y="23"/>
                        <a:pt x="459" y="28"/>
                        <a:pt x="462" y="35"/>
                      </a:cubicBezTo>
                      <a:cubicBezTo>
                        <a:pt x="465" y="41"/>
                        <a:pt x="466" y="49"/>
                        <a:pt x="466" y="57"/>
                      </a:cubicBezTo>
                      <a:cubicBezTo>
                        <a:pt x="466" y="65"/>
                        <a:pt x="466" y="73"/>
                        <a:pt x="466" y="82"/>
                      </a:cubicBezTo>
                      <a:cubicBezTo>
                        <a:pt x="466" y="155"/>
                        <a:pt x="466" y="260"/>
                        <a:pt x="466" y="389"/>
                      </a:cubicBezTo>
                      <a:cubicBezTo>
                        <a:pt x="466" y="519"/>
                        <a:pt x="466" y="673"/>
                        <a:pt x="466" y="844"/>
                      </a:cubicBezTo>
                      <a:cubicBezTo>
                        <a:pt x="466" y="866"/>
                        <a:pt x="466" y="887"/>
                        <a:pt x="466" y="909"/>
                      </a:cubicBezTo>
                      <a:lnTo>
                        <a:pt x="466" y="926"/>
                      </a:lnTo>
                      <a:cubicBezTo>
                        <a:pt x="466" y="931"/>
                        <a:pt x="466" y="937"/>
                        <a:pt x="464" y="942"/>
                      </a:cubicBezTo>
                      <a:cubicBezTo>
                        <a:pt x="463" y="948"/>
                        <a:pt x="460" y="953"/>
                        <a:pt x="457" y="958"/>
                      </a:cubicBezTo>
                      <a:cubicBezTo>
                        <a:pt x="454" y="962"/>
                        <a:pt x="450" y="966"/>
                        <a:pt x="446" y="970"/>
                      </a:cubicBezTo>
                      <a:cubicBezTo>
                        <a:pt x="437" y="977"/>
                        <a:pt x="426" y="982"/>
                        <a:pt x="415" y="982"/>
                      </a:cubicBezTo>
                      <a:cubicBezTo>
                        <a:pt x="403" y="983"/>
                        <a:pt x="392" y="982"/>
                        <a:pt x="380" y="982"/>
                      </a:cubicBezTo>
                      <a:cubicBezTo>
                        <a:pt x="358" y="982"/>
                        <a:pt x="334" y="982"/>
                        <a:pt x="311" y="982"/>
                      </a:cubicBezTo>
                      <a:cubicBezTo>
                        <a:pt x="265" y="982"/>
                        <a:pt x="217" y="982"/>
                        <a:pt x="169" y="982"/>
                      </a:cubicBezTo>
                      <a:cubicBezTo>
                        <a:pt x="145" y="982"/>
                        <a:pt x="121" y="982"/>
                        <a:pt x="96" y="982"/>
                      </a:cubicBezTo>
                      <a:cubicBezTo>
                        <a:pt x="84" y="982"/>
                        <a:pt x="72" y="982"/>
                        <a:pt x="60" y="982"/>
                      </a:cubicBezTo>
                      <a:cubicBezTo>
                        <a:pt x="47" y="983"/>
                        <a:pt x="35" y="980"/>
                        <a:pt x="24" y="973"/>
                      </a:cubicBezTo>
                      <a:cubicBezTo>
                        <a:pt x="14" y="965"/>
                        <a:pt x="6" y="955"/>
                        <a:pt x="3" y="943"/>
                      </a:cubicBezTo>
                      <a:cubicBezTo>
                        <a:pt x="1" y="937"/>
                        <a:pt x="0" y="931"/>
                        <a:pt x="0" y="924"/>
                      </a:cubicBezTo>
                      <a:cubicBezTo>
                        <a:pt x="0" y="918"/>
                        <a:pt x="0" y="912"/>
                        <a:pt x="0" y="906"/>
                      </a:cubicBezTo>
                      <a:cubicBezTo>
                        <a:pt x="0" y="882"/>
                        <a:pt x="0" y="858"/>
                        <a:pt x="0" y="833"/>
                      </a:cubicBezTo>
                      <a:cubicBezTo>
                        <a:pt x="0" y="785"/>
                        <a:pt x="0" y="738"/>
                        <a:pt x="0" y="691"/>
                      </a:cubicBezTo>
                      <a:cubicBezTo>
                        <a:pt x="0" y="598"/>
                        <a:pt x="0" y="508"/>
                        <a:pt x="1" y="423"/>
                      </a:cubicBezTo>
                      <a:cubicBezTo>
                        <a:pt x="1" y="337"/>
                        <a:pt x="1" y="255"/>
                        <a:pt x="1" y="179"/>
                      </a:cubicBezTo>
                      <a:cubicBezTo>
                        <a:pt x="1" y="141"/>
                        <a:pt x="1" y="104"/>
                        <a:pt x="1" y="69"/>
                      </a:cubicBezTo>
                      <a:cubicBezTo>
                        <a:pt x="1" y="65"/>
                        <a:pt x="1" y="60"/>
                        <a:pt x="1" y="56"/>
                      </a:cubicBezTo>
                      <a:cubicBezTo>
                        <a:pt x="1" y="54"/>
                        <a:pt x="1" y="52"/>
                        <a:pt x="1" y="49"/>
                      </a:cubicBezTo>
                      <a:cubicBezTo>
                        <a:pt x="1" y="47"/>
                        <a:pt x="2" y="45"/>
                        <a:pt x="2" y="43"/>
                      </a:cubicBezTo>
                      <a:cubicBezTo>
                        <a:pt x="4" y="34"/>
                        <a:pt x="8" y="26"/>
                        <a:pt x="14" y="20"/>
                      </a:cubicBezTo>
                      <a:cubicBezTo>
                        <a:pt x="19" y="13"/>
                        <a:pt x="26" y="8"/>
                        <a:pt x="34" y="5"/>
                      </a:cubicBezTo>
                      <a:cubicBezTo>
                        <a:pt x="41" y="1"/>
                        <a:pt x="50" y="0"/>
                        <a:pt x="58" y="0"/>
                      </a:cubicBezTo>
                      <a:cubicBezTo>
                        <a:pt x="74" y="0"/>
                        <a:pt x="90" y="0"/>
                        <a:pt x="105" y="0"/>
                      </a:cubicBezTo>
                      <a:cubicBezTo>
                        <a:pt x="113" y="0"/>
                        <a:pt x="121" y="0"/>
                        <a:pt x="128" y="0"/>
                      </a:cubicBezTo>
                      <a:cubicBezTo>
                        <a:pt x="132" y="0"/>
                        <a:pt x="136" y="0"/>
                        <a:pt x="139" y="0"/>
                      </a:cubicBezTo>
                      <a:cubicBezTo>
                        <a:pt x="143" y="0"/>
                        <a:pt x="147" y="1"/>
                        <a:pt x="150" y="3"/>
                      </a:cubicBezTo>
                      <a:cubicBezTo>
                        <a:pt x="153" y="5"/>
                        <a:pt x="156" y="8"/>
                        <a:pt x="157" y="12"/>
                      </a:cubicBezTo>
                      <a:cubicBezTo>
                        <a:pt x="158" y="15"/>
                        <a:pt x="158" y="19"/>
                        <a:pt x="158" y="23"/>
                      </a:cubicBezTo>
                      <a:cubicBezTo>
                        <a:pt x="158" y="24"/>
                        <a:pt x="158" y="26"/>
                        <a:pt x="158" y="28"/>
                      </a:cubicBezTo>
                      <a:cubicBezTo>
                        <a:pt x="158" y="30"/>
                        <a:pt x="158" y="31"/>
                        <a:pt x="158" y="33"/>
                      </a:cubicBezTo>
                      <a:cubicBezTo>
                        <a:pt x="158" y="36"/>
                        <a:pt x="160" y="40"/>
                        <a:pt x="162" y="42"/>
                      </a:cubicBezTo>
                      <a:cubicBezTo>
                        <a:pt x="164" y="45"/>
                        <a:pt x="167" y="47"/>
                        <a:pt x="170" y="47"/>
                      </a:cubicBezTo>
                      <a:cubicBezTo>
                        <a:pt x="172" y="48"/>
                        <a:pt x="174" y="48"/>
                        <a:pt x="175" y="48"/>
                      </a:cubicBezTo>
                      <a:lnTo>
                        <a:pt x="180" y="48"/>
                      </a:lnTo>
                      <a:cubicBezTo>
                        <a:pt x="187" y="48"/>
                        <a:pt x="193" y="48"/>
                        <a:pt x="200" y="48"/>
                      </a:cubicBezTo>
                      <a:cubicBezTo>
                        <a:pt x="226" y="48"/>
                        <a:pt x="250" y="48"/>
                        <a:pt x="272" y="48"/>
                      </a:cubicBezTo>
                      <a:cubicBezTo>
                        <a:pt x="283" y="48"/>
                        <a:pt x="293" y="48"/>
                        <a:pt x="303" y="48"/>
                      </a:cubicBezTo>
                      <a:cubicBezTo>
                        <a:pt x="306" y="48"/>
                        <a:pt x="308" y="48"/>
                        <a:pt x="311" y="48"/>
                      </a:cubicBezTo>
                      <a:cubicBezTo>
                        <a:pt x="313" y="48"/>
                        <a:pt x="315" y="47"/>
                        <a:pt x="317" y="46"/>
                      </a:cubicBezTo>
                      <a:cubicBezTo>
                        <a:pt x="321" y="43"/>
                        <a:pt x="324" y="39"/>
                        <a:pt x="325" y="35"/>
                      </a:cubicBezTo>
                      <a:cubicBezTo>
                        <a:pt x="325" y="32"/>
                        <a:pt x="325" y="30"/>
                        <a:pt x="325" y="28"/>
                      </a:cubicBezTo>
                      <a:cubicBezTo>
                        <a:pt x="325" y="26"/>
                        <a:pt x="325" y="24"/>
                        <a:pt x="325" y="22"/>
                      </a:cubicBezTo>
                      <a:cubicBezTo>
                        <a:pt x="325" y="19"/>
                        <a:pt x="325" y="17"/>
                        <a:pt x="326" y="15"/>
                      </a:cubicBezTo>
                      <a:cubicBezTo>
                        <a:pt x="326" y="13"/>
                        <a:pt x="327" y="11"/>
                        <a:pt x="328" y="9"/>
                      </a:cubicBezTo>
                      <a:cubicBezTo>
                        <a:pt x="330" y="6"/>
                        <a:pt x="333" y="3"/>
                        <a:pt x="336" y="2"/>
                      </a:cubicBezTo>
                      <a:cubicBezTo>
                        <a:pt x="340" y="0"/>
                        <a:pt x="344" y="1"/>
                        <a:pt x="347" y="1"/>
                      </a:cubicBezTo>
                      <a:cubicBezTo>
                        <a:pt x="361" y="1"/>
                        <a:pt x="373" y="1"/>
                        <a:pt x="382" y="1"/>
                      </a:cubicBezTo>
                      <a:cubicBezTo>
                        <a:pt x="392" y="1"/>
                        <a:pt x="399" y="1"/>
                        <a:pt x="404" y="1"/>
                      </a:cubicBezTo>
                      <a:cubicBezTo>
                        <a:pt x="409" y="1"/>
                        <a:pt x="411" y="1"/>
                        <a:pt x="411" y="1"/>
                      </a:cubicBezTo>
                      <a:cubicBezTo>
                        <a:pt x="411" y="1"/>
                        <a:pt x="409" y="1"/>
                        <a:pt x="404" y="1"/>
                      </a:cubicBezTo>
                      <a:cubicBezTo>
                        <a:pt x="399" y="1"/>
                        <a:pt x="392" y="1"/>
                        <a:pt x="382" y="1"/>
                      </a:cubicBezTo>
                      <a:cubicBezTo>
                        <a:pt x="373" y="1"/>
                        <a:pt x="361" y="1"/>
                        <a:pt x="347" y="1"/>
                      </a:cubicBezTo>
                      <a:cubicBezTo>
                        <a:pt x="344" y="1"/>
                        <a:pt x="340" y="0"/>
                        <a:pt x="337" y="2"/>
                      </a:cubicBezTo>
                      <a:cubicBezTo>
                        <a:pt x="333" y="3"/>
                        <a:pt x="330" y="6"/>
                        <a:pt x="328" y="9"/>
                      </a:cubicBezTo>
                      <a:cubicBezTo>
                        <a:pt x="327" y="11"/>
                        <a:pt x="327" y="13"/>
                        <a:pt x="326" y="15"/>
                      </a:cubicBezTo>
                      <a:cubicBezTo>
                        <a:pt x="326" y="17"/>
                        <a:pt x="326" y="19"/>
                        <a:pt x="326" y="21"/>
                      </a:cubicBezTo>
                      <a:lnTo>
                        <a:pt x="326" y="28"/>
                      </a:lnTo>
                      <a:cubicBezTo>
                        <a:pt x="326" y="30"/>
                        <a:pt x="326" y="32"/>
                        <a:pt x="325" y="35"/>
                      </a:cubicBezTo>
                      <a:cubicBezTo>
                        <a:pt x="325" y="39"/>
                        <a:pt x="322" y="43"/>
                        <a:pt x="318" y="46"/>
                      </a:cubicBezTo>
                      <a:cubicBezTo>
                        <a:pt x="316" y="47"/>
                        <a:pt x="313" y="48"/>
                        <a:pt x="311" y="48"/>
                      </a:cubicBezTo>
                      <a:cubicBezTo>
                        <a:pt x="308" y="49"/>
                        <a:pt x="306" y="48"/>
                        <a:pt x="303" y="49"/>
                      </a:cubicBezTo>
                      <a:cubicBezTo>
                        <a:pt x="293" y="49"/>
                        <a:pt x="283" y="49"/>
                        <a:pt x="272" y="49"/>
                      </a:cubicBezTo>
                      <a:cubicBezTo>
                        <a:pt x="250" y="49"/>
                        <a:pt x="226" y="49"/>
                        <a:pt x="200" y="49"/>
                      </a:cubicBezTo>
                      <a:lnTo>
                        <a:pt x="180" y="49"/>
                      </a:lnTo>
                      <a:cubicBezTo>
                        <a:pt x="179" y="49"/>
                        <a:pt x="177" y="49"/>
                        <a:pt x="175" y="49"/>
                      </a:cubicBezTo>
                      <a:cubicBezTo>
                        <a:pt x="174" y="49"/>
                        <a:pt x="172" y="49"/>
                        <a:pt x="170" y="48"/>
                      </a:cubicBezTo>
                      <a:cubicBezTo>
                        <a:pt x="167" y="47"/>
                        <a:pt x="164" y="45"/>
                        <a:pt x="161" y="43"/>
                      </a:cubicBezTo>
                      <a:cubicBezTo>
                        <a:pt x="159" y="40"/>
                        <a:pt x="158" y="37"/>
                        <a:pt x="157" y="33"/>
                      </a:cubicBezTo>
                      <a:cubicBezTo>
                        <a:pt x="157" y="31"/>
                        <a:pt x="157" y="30"/>
                        <a:pt x="157" y="28"/>
                      </a:cubicBezTo>
                      <a:cubicBezTo>
                        <a:pt x="157" y="26"/>
                        <a:pt x="157" y="24"/>
                        <a:pt x="157" y="22"/>
                      </a:cubicBezTo>
                      <a:cubicBezTo>
                        <a:pt x="157" y="19"/>
                        <a:pt x="157" y="15"/>
                        <a:pt x="156" y="12"/>
                      </a:cubicBezTo>
                      <a:cubicBezTo>
                        <a:pt x="155" y="9"/>
                        <a:pt x="152" y="6"/>
                        <a:pt x="150" y="4"/>
                      </a:cubicBezTo>
                      <a:cubicBezTo>
                        <a:pt x="147" y="2"/>
                        <a:pt x="143" y="1"/>
                        <a:pt x="139" y="1"/>
                      </a:cubicBezTo>
                      <a:lnTo>
                        <a:pt x="106" y="1"/>
                      </a:lnTo>
                      <a:cubicBezTo>
                        <a:pt x="90" y="1"/>
                        <a:pt x="74" y="1"/>
                        <a:pt x="58" y="1"/>
                      </a:cubicBezTo>
                      <a:cubicBezTo>
                        <a:pt x="50" y="1"/>
                        <a:pt x="42" y="2"/>
                        <a:pt x="34" y="6"/>
                      </a:cubicBezTo>
                      <a:cubicBezTo>
                        <a:pt x="27" y="9"/>
                        <a:pt x="20" y="14"/>
                        <a:pt x="15" y="20"/>
                      </a:cubicBezTo>
                      <a:cubicBezTo>
                        <a:pt x="9" y="27"/>
                        <a:pt x="5" y="35"/>
                        <a:pt x="4" y="43"/>
                      </a:cubicBezTo>
                      <a:cubicBezTo>
                        <a:pt x="3" y="45"/>
                        <a:pt x="3" y="47"/>
                        <a:pt x="2" y="49"/>
                      </a:cubicBezTo>
                      <a:cubicBezTo>
                        <a:pt x="2" y="51"/>
                        <a:pt x="2" y="54"/>
                        <a:pt x="2" y="56"/>
                      </a:cubicBezTo>
                      <a:cubicBezTo>
                        <a:pt x="2" y="60"/>
                        <a:pt x="2" y="65"/>
                        <a:pt x="2" y="69"/>
                      </a:cubicBezTo>
                      <a:cubicBezTo>
                        <a:pt x="2" y="104"/>
                        <a:pt x="2" y="141"/>
                        <a:pt x="2" y="179"/>
                      </a:cubicBezTo>
                      <a:cubicBezTo>
                        <a:pt x="2" y="255"/>
                        <a:pt x="2" y="337"/>
                        <a:pt x="2" y="422"/>
                      </a:cubicBezTo>
                      <a:cubicBezTo>
                        <a:pt x="2" y="508"/>
                        <a:pt x="2" y="598"/>
                        <a:pt x="2" y="691"/>
                      </a:cubicBezTo>
                      <a:cubicBezTo>
                        <a:pt x="2" y="738"/>
                        <a:pt x="2" y="785"/>
                        <a:pt x="2" y="833"/>
                      </a:cubicBezTo>
                      <a:cubicBezTo>
                        <a:pt x="2" y="857"/>
                        <a:pt x="2" y="882"/>
                        <a:pt x="2" y="906"/>
                      </a:cubicBezTo>
                      <a:cubicBezTo>
                        <a:pt x="2" y="912"/>
                        <a:pt x="2" y="918"/>
                        <a:pt x="2" y="924"/>
                      </a:cubicBezTo>
                      <a:cubicBezTo>
                        <a:pt x="2" y="930"/>
                        <a:pt x="2" y="936"/>
                        <a:pt x="4" y="942"/>
                      </a:cubicBezTo>
                      <a:cubicBezTo>
                        <a:pt x="8" y="954"/>
                        <a:pt x="15" y="964"/>
                        <a:pt x="25" y="971"/>
                      </a:cubicBezTo>
                      <a:cubicBezTo>
                        <a:pt x="35" y="978"/>
                        <a:pt x="48" y="981"/>
                        <a:pt x="60" y="981"/>
                      </a:cubicBezTo>
                      <a:cubicBezTo>
                        <a:pt x="72" y="981"/>
                        <a:pt x="84" y="981"/>
                        <a:pt x="96" y="981"/>
                      </a:cubicBezTo>
                      <a:cubicBezTo>
                        <a:pt x="121" y="981"/>
                        <a:pt x="145" y="981"/>
                        <a:pt x="169" y="981"/>
                      </a:cubicBezTo>
                      <a:cubicBezTo>
                        <a:pt x="217" y="981"/>
                        <a:pt x="265" y="981"/>
                        <a:pt x="311" y="981"/>
                      </a:cubicBezTo>
                      <a:cubicBezTo>
                        <a:pt x="335" y="981"/>
                        <a:pt x="358" y="981"/>
                        <a:pt x="381" y="981"/>
                      </a:cubicBezTo>
                      <a:cubicBezTo>
                        <a:pt x="392" y="981"/>
                        <a:pt x="403" y="981"/>
                        <a:pt x="415" y="981"/>
                      </a:cubicBezTo>
                      <a:cubicBezTo>
                        <a:pt x="426" y="980"/>
                        <a:pt x="437" y="976"/>
                        <a:pt x="445" y="969"/>
                      </a:cubicBezTo>
                      <a:cubicBezTo>
                        <a:pt x="449" y="965"/>
                        <a:pt x="453" y="961"/>
                        <a:pt x="456" y="957"/>
                      </a:cubicBezTo>
                      <a:cubicBezTo>
                        <a:pt x="459" y="952"/>
                        <a:pt x="461" y="947"/>
                        <a:pt x="463" y="942"/>
                      </a:cubicBezTo>
                      <a:cubicBezTo>
                        <a:pt x="465" y="936"/>
                        <a:pt x="465" y="931"/>
                        <a:pt x="465" y="925"/>
                      </a:cubicBezTo>
                      <a:cubicBezTo>
                        <a:pt x="465" y="920"/>
                        <a:pt x="465" y="914"/>
                        <a:pt x="465" y="909"/>
                      </a:cubicBezTo>
                      <a:cubicBezTo>
                        <a:pt x="465" y="887"/>
                        <a:pt x="465" y="865"/>
                        <a:pt x="465" y="844"/>
                      </a:cubicBezTo>
                      <a:cubicBezTo>
                        <a:pt x="465" y="673"/>
                        <a:pt x="465" y="519"/>
                        <a:pt x="465" y="389"/>
                      </a:cubicBezTo>
                      <a:cubicBezTo>
                        <a:pt x="465" y="259"/>
                        <a:pt x="466" y="155"/>
                        <a:pt x="466" y="82"/>
                      </a:cubicBezTo>
                      <a:cubicBezTo>
                        <a:pt x="466" y="73"/>
                        <a:pt x="466" y="65"/>
                        <a:pt x="466" y="57"/>
                      </a:cubicBezTo>
                      <a:cubicBezTo>
                        <a:pt x="466" y="49"/>
                        <a:pt x="464" y="41"/>
                        <a:pt x="462" y="35"/>
                      </a:cubicBezTo>
                      <a:cubicBezTo>
                        <a:pt x="459" y="28"/>
                        <a:pt x="455" y="23"/>
                        <a:pt x="451" y="18"/>
                      </a:cubicBezTo>
                      <a:cubicBezTo>
                        <a:pt x="448" y="14"/>
                        <a:pt x="443" y="11"/>
                        <a:pt x="439" y="8"/>
                      </a:cubicBezTo>
                      <a:cubicBezTo>
                        <a:pt x="431" y="4"/>
                        <a:pt x="424" y="2"/>
                        <a:pt x="419" y="1"/>
                      </a:cubicBezTo>
                      <a:cubicBezTo>
                        <a:pt x="417" y="1"/>
                        <a:pt x="415" y="1"/>
                        <a:pt x="413" y="1"/>
                      </a:cubicBezTo>
                      <a:cubicBezTo>
                        <a:pt x="412" y="1"/>
                        <a:pt x="412" y="1"/>
                        <a:pt x="412" y="1"/>
                      </a:cubicBezTo>
                      <a:lnTo>
                        <a:pt x="411" y="1"/>
                      </a:lnTo>
                      <a:close/>
                    </a:path>
                  </a:pathLst>
                </a:custGeom>
                <a:solidFill>
                  <a:schemeClr val="dk1"/>
                </a:solidFill>
                <a:ln cap="flat" cmpd="sng" w="9525">
                  <a:solidFill>
                    <a:schemeClr val="dk1"/>
                  </a:solidFill>
                  <a:prstDash val="solid"/>
                  <a:round/>
                  <a:headEnd len="sm" w="sm" type="none"/>
                  <a:tailEnd len="sm" w="sm" type="none"/>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17" name="Google Shape;1917;p43"/>
                <p:cNvSpPr/>
                <p:nvPr/>
              </p:nvSpPr>
              <p:spPr>
                <a:xfrm>
                  <a:off x="3309241" y="1512917"/>
                  <a:ext cx="82440" cy="2061"/>
                </a:xfrm>
                <a:custGeom>
                  <a:rect b="b" l="l" r="r" t="t"/>
                  <a:pathLst>
                    <a:path extrusionOk="0" h="1" w="40">
                      <a:moveTo>
                        <a:pt x="40" y="0"/>
                      </a:moveTo>
                      <a:cubicBezTo>
                        <a:pt x="40" y="0"/>
                        <a:pt x="31" y="0"/>
                        <a:pt x="20" y="1"/>
                      </a:cubicBezTo>
                      <a:cubicBezTo>
                        <a:pt x="9" y="1"/>
                        <a:pt x="0" y="1"/>
                        <a:pt x="0" y="0"/>
                      </a:cubicBezTo>
                      <a:cubicBezTo>
                        <a:pt x="0" y="0"/>
                        <a:pt x="9" y="0"/>
                        <a:pt x="20" y="0"/>
                      </a:cubicBezTo>
                      <a:cubicBezTo>
                        <a:pt x="31" y="0"/>
                        <a:pt x="40" y="0"/>
                        <a:pt x="40"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18" name="Google Shape;1918;p43"/>
                <p:cNvSpPr/>
                <p:nvPr/>
              </p:nvSpPr>
              <p:spPr>
                <a:xfrm>
                  <a:off x="3309241" y="1533527"/>
                  <a:ext cx="82440" cy="2061"/>
                </a:xfrm>
                <a:custGeom>
                  <a:rect b="b" l="l" r="r" t="t"/>
                  <a:pathLst>
                    <a:path extrusionOk="0" h="1" w="40">
                      <a:moveTo>
                        <a:pt x="40" y="0"/>
                      </a:moveTo>
                      <a:cubicBezTo>
                        <a:pt x="40" y="0"/>
                        <a:pt x="31" y="1"/>
                        <a:pt x="20" y="1"/>
                      </a:cubicBezTo>
                      <a:cubicBezTo>
                        <a:pt x="9" y="1"/>
                        <a:pt x="0" y="1"/>
                        <a:pt x="0" y="1"/>
                      </a:cubicBezTo>
                      <a:cubicBezTo>
                        <a:pt x="0" y="0"/>
                        <a:pt x="9" y="0"/>
                        <a:pt x="20" y="0"/>
                      </a:cubicBezTo>
                      <a:cubicBezTo>
                        <a:pt x="31" y="0"/>
                        <a:pt x="40" y="0"/>
                        <a:pt x="40"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19" name="Google Shape;1919;p43"/>
                <p:cNvSpPr/>
                <p:nvPr/>
              </p:nvSpPr>
              <p:spPr>
                <a:xfrm>
                  <a:off x="3309241" y="1554137"/>
                  <a:ext cx="82440" cy="2061"/>
                </a:xfrm>
                <a:custGeom>
                  <a:rect b="b" l="l" r="r" t="t"/>
                  <a:pathLst>
                    <a:path extrusionOk="0" h="1" w="40">
                      <a:moveTo>
                        <a:pt x="40" y="1"/>
                      </a:moveTo>
                      <a:cubicBezTo>
                        <a:pt x="40" y="1"/>
                        <a:pt x="31" y="1"/>
                        <a:pt x="20" y="1"/>
                      </a:cubicBezTo>
                      <a:cubicBezTo>
                        <a:pt x="9" y="1"/>
                        <a:pt x="0" y="1"/>
                        <a:pt x="0" y="1"/>
                      </a:cubicBezTo>
                      <a:cubicBezTo>
                        <a:pt x="0" y="1"/>
                        <a:pt x="9" y="0"/>
                        <a:pt x="20" y="0"/>
                      </a:cubicBezTo>
                      <a:cubicBezTo>
                        <a:pt x="31" y="0"/>
                        <a:pt x="40" y="0"/>
                        <a:pt x="40" y="1"/>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20" name="Google Shape;1920;p43"/>
                <p:cNvSpPr/>
                <p:nvPr/>
              </p:nvSpPr>
              <p:spPr>
                <a:xfrm>
                  <a:off x="2637356" y="1510856"/>
                  <a:ext cx="68013" cy="68013"/>
                </a:xfrm>
                <a:custGeom>
                  <a:rect b="b" l="l" r="r" t="t"/>
                  <a:pathLst>
                    <a:path extrusionOk="0" h="33" w="33">
                      <a:moveTo>
                        <a:pt x="1" y="33"/>
                      </a:moveTo>
                      <a:lnTo>
                        <a:pt x="2" y="33"/>
                      </a:lnTo>
                      <a:cubicBezTo>
                        <a:pt x="2" y="33"/>
                        <a:pt x="3" y="33"/>
                        <a:pt x="4" y="33"/>
                      </a:cubicBezTo>
                      <a:cubicBezTo>
                        <a:pt x="6" y="33"/>
                        <a:pt x="9" y="33"/>
                        <a:pt x="13" y="33"/>
                      </a:cubicBezTo>
                      <a:lnTo>
                        <a:pt x="12" y="33"/>
                      </a:lnTo>
                      <a:cubicBezTo>
                        <a:pt x="12" y="31"/>
                        <a:pt x="12" y="29"/>
                        <a:pt x="12" y="27"/>
                      </a:cubicBezTo>
                      <a:cubicBezTo>
                        <a:pt x="12" y="26"/>
                        <a:pt x="12" y="25"/>
                        <a:pt x="12" y="23"/>
                      </a:cubicBezTo>
                      <a:cubicBezTo>
                        <a:pt x="12" y="22"/>
                        <a:pt x="14" y="21"/>
                        <a:pt x="15" y="21"/>
                      </a:cubicBezTo>
                      <a:cubicBezTo>
                        <a:pt x="16" y="21"/>
                        <a:pt x="18" y="21"/>
                        <a:pt x="19" y="21"/>
                      </a:cubicBezTo>
                      <a:cubicBezTo>
                        <a:pt x="21" y="21"/>
                        <a:pt x="22" y="23"/>
                        <a:pt x="22" y="24"/>
                      </a:cubicBezTo>
                      <a:cubicBezTo>
                        <a:pt x="22" y="27"/>
                        <a:pt x="22" y="30"/>
                        <a:pt x="22" y="33"/>
                      </a:cubicBezTo>
                      <a:lnTo>
                        <a:pt x="22" y="33"/>
                      </a:lnTo>
                      <a:cubicBezTo>
                        <a:pt x="25" y="33"/>
                        <a:pt x="29" y="33"/>
                        <a:pt x="32" y="33"/>
                      </a:cubicBezTo>
                      <a:lnTo>
                        <a:pt x="32" y="33"/>
                      </a:lnTo>
                      <a:cubicBezTo>
                        <a:pt x="32" y="29"/>
                        <a:pt x="32" y="24"/>
                        <a:pt x="32" y="20"/>
                      </a:cubicBezTo>
                      <a:cubicBezTo>
                        <a:pt x="32" y="18"/>
                        <a:pt x="32" y="17"/>
                        <a:pt x="32" y="16"/>
                      </a:cubicBezTo>
                      <a:cubicBezTo>
                        <a:pt x="32" y="15"/>
                        <a:pt x="31" y="14"/>
                        <a:pt x="30" y="14"/>
                      </a:cubicBezTo>
                      <a:cubicBezTo>
                        <a:pt x="29" y="12"/>
                        <a:pt x="27" y="11"/>
                        <a:pt x="26" y="9"/>
                      </a:cubicBezTo>
                      <a:cubicBezTo>
                        <a:pt x="24" y="8"/>
                        <a:pt x="23" y="6"/>
                        <a:pt x="21" y="4"/>
                      </a:cubicBezTo>
                      <a:cubicBezTo>
                        <a:pt x="20" y="4"/>
                        <a:pt x="20" y="3"/>
                        <a:pt x="19" y="2"/>
                      </a:cubicBezTo>
                      <a:cubicBezTo>
                        <a:pt x="18" y="1"/>
                        <a:pt x="18" y="1"/>
                        <a:pt x="17" y="1"/>
                      </a:cubicBezTo>
                      <a:cubicBezTo>
                        <a:pt x="16" y="0"/>
                        <a:pt x="15" y="1"/>
                        <a:pt x="14" y="1"/>
                      </a:cubicBezTo>
                      <a:cubicBezTo>
                        <a:pt x="14" y="2"/>
                        <a:pt x="13" y="2"/>
                        <a:pt x="12" y="3"/>
                      </a:cubicBezTo>
                      <a:cubicBezTo>
                        <a:pt x="11" y="4"/>
                        <a:pt x="10" y="6"/>
                        <a:pt x="8" y="7"/>
                      </a:cubicBezTo>
                      <a:cubicBezTo>
                        <a:pt x="6" y="9"/>
                        <a:pt x="3" y="12"/>
                        <a:pt x="1" y="14"/>
                      </a:cubicBezTo>
                      <a:cubicBezTo>
                        <a:pt x="1" y="15"/>
                        <a:pt x="1" y="17"/>
                        <a:pt x="1" y="18"/>
                      </a:cubicBezTo>
                      <a:cubicBezTo>
                        <a:pt x="1" y="19"/>
                        <a:pt x="1" y="21"/>
                        <a:pt x="1" y="22"/>
                      </a:cubicBezTo>
                      <a:cubicBezTo>
                        <a:pt x="1" y="24"/>
                        <a:pt x="1" y="26"/>
                        <a:pt x="1" y="28"/>
                      </a:cubicBezTo>
                      <a:cubicBezTo>
                        <a:pt x="1" y="29"/>
                        <a:pt x="1" y="31"/>
                        <a:pt x="1" y="32"/>
                      </a:cubicBezTo>
                      <a:cubicBezTo>
                        <a:pt x="1" y="33"/>
                        <a:pt x="1" y="33"/>
                        <a:pt x="1" y="33"/>
                      </a:cubicBezTo>
                      <a:lnTo>
                        <a:pt x="1" y="32"/>
                      </a:lnTo>
                      <a:cubicBezTo>
                        <a:pt x="1" y="31"/>
                        <a:pt x="1" y="30"/>
                        <a:pt x="1" y="28"/>
                      </a:cubicBezTo>
                      <a:lnTo>
                        <a:pt x="1" y="22"/>
                      </a:lnTo>
                      <a:lnTo>
                        <a:pt x="1" y="18"/>
                      </a:lnTo>
                      <a:cubicBezTo>
                        <a:pt x="1" y="17"/>
                        <a:pt x="1" y="17"/>
                        <a:pt x="0" y="16"/>
                      </a:cubicBezTo>
                      <a:cubicBezTo>
                        <a:pt x="0" y="15"/>
                        <a:pt x="1" y="14"/>
                        <a:pt x="1" y="14"/>
                      </a:cubicBezTo>
                      <a:cubicBezTo>
                        <a:pt x="3" y="11"/>
                        <a:pt x="5" y="9"/>
                        <a:pt x="8" y="6"/>
                      </a:cubicBezTo>
                      <a:cubicBezTo>
                        <a:pt x="9" y="5"/>
                        <a:pt x="10" y="4"/>
                        <a:pt x="12" y="2"/>
                      </a:cubicBezTo>
                      <a:cubicBezTo>
                        <a:pt x="12" y="2"/>
                        <a:pt x="13" y="1"/>
                        <a:pt x="14" y="0"/>
                      </a:cubicBezTo>
                      <a:cubicBezTo>
                        <a:pt x="15" y="0"/>
                        <a:pt x="16" y="-1"/>
                        <a:pt x="17" y="0"/>
                      </a:cubicBezTo>
                      <a:cubicBezTo>
                        <a:pt x="18" y="0"/>
                        <a:pt x="19" y="1"/>
                        <a:pt x="20" y="2"/>
                      </a:cubicBezTo>
                      <a:cubicBezTo>
                        <a:pt x="20" y="2"/>
                        <a:pt x="21" y="3"/>
                        <a:pt x="22" y="4"/>
                      </a:cubicBezTo>
                      <a:cubicBezTo>
                        <a:pt x="23" y="5"/>
                        <a:pt x="25" y="7"/>
                        <a:pt x="26" y="8"/>
                      </a:cubicBezTo>
                      <a:cubicBezTo>
                        <a:pt x="28" y="10"/>
                        <a:pt x="29" y="11"/>
                        <a:pt x="31" y="13"/>
                      </a:cubicBezTo>
                      <a:lnTo>
                        <a:pt x="32" y="14"/>
                      </a:lnTo>
                      <a:cubicBezTo>
                        <a:pt x="33" y="15"/>
                        <a:pt x="33" y="15"/>
                        <a:pt x="33" y="16"/>
                      </a:cubicBezTo>
                      <a:cubicBezTo>
                        <a:pt x="33" y="17"/>
                        <a:pt x="33" y="18"/>
                        <a:pt x="33" y="19"/>
                      </a:cubicBezTo>
                      <a:cubicBezTo>
                        <a:pt x="33" y="24"/>
                        <a:pt x="33" y="29"/>
                        <a:pt x="33" y="33"/>
                      </a:cubicBezTo>
                      <a:lnTo>
                        <a:pt x="33" y="33"/>
                      </a:lnTo>
                      <a:lnTo>
                        <a:pt x="33" y="33"/>
                      </a:lnTo>
                      <a:cubicBezTo>
                        <a:pt x="29" y="33"/>
                        <a:pt x="25" y="33"/>
                        <a:pt x="22" y="33"/>
                      </a:cubicBezTo>
                      <a:lnTo>
                        <a:pt x="21" y="33"/>
                      </a:lnTo>
                      <a:lnTo>
                        <a:pt x="21" y="33"/>
                      </a:lnTo>
                      <a:cubicBezTo>
                        <a:pt x="21" y="30"/>
                        <a:pt x="21" y="27"/>
                        <a:pt x="21" y="24"/>
                      </a:cubicBezTo>
                      <a:cubicBezTo>
                        <a:pt x="21" y="23"/>
                        <a:pt x="20" y="21"/>
                        <a:pt x="19" y="21"/>
                      </a:cubicBezTo>
                      <a:cubicBezTo>
                        <a:pt x="18" y="21"/>
                        <a:pt x="16" y="21"/>
                        <a:pt x="15" y="21"/>
                      </a:cubicBezTo>
                      <a:cubicBezTo>
                        <a:pt x="14" y="21"/>
                        <a:pt x="13" y="22"/>
                        <a:pt x="13" y="23"/>
                      </a:cubicBezTo>
                      <a:cubicBezTo>
                        <a:pt x="13" y="25"/>
                        <a:pt x="13" y="26"/>
                        <a:pt x="13" y="27"/>
                      </a:cubicBezTo>
                      <a:cubicBezTo>
                        <a:pt x="13" y="29"/>
                        <a:pt x="13" y="31"/>
                        <a:pt x="13" y="33"/>
                      </a:cubicBezTo>
                      <a:lnTo>
                        <a:pt x="13" y="33"/>
                      </a:lnTo>
                      <a:lnTo>
                        <a:pt x="13" y="33"/>
                      </a:lnTo>
                      <a:cubicBezTo>
                        <a:pt x="9" y="33"/>
                        <a:pt x="6" y="33"/>
                        <a:pt x="4" y="33"/>
                      </a:cubicBezTo>
                      <a:cubicBezTo>
                        <a:pt x="3" y="33"/>
                        <a:pt x="2" y="33"/>
                        <a:pt x="2" y="33"/>
                      </a:cubicBezTo>
                      <a:cubicBezTo>
                        <a:pt x="1" y="33"/>
                        <a:pt x="1" y="33"/>
                        <a:pt x="1" y="33"/>
                      </a:cubicBezTo>
                      <a:close/>
                    </a:path>
                  </a:pathLst>
                </a:custGeom>
                <a:solidFill>
                  <a:srgbClr val="263238"/>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21" name="Google Shape;1921;p43"/>
                <p:cNvSpPr/>
                <p:nvPr/>
              </p:nvSpPr>
              <p:spPr>
                <a:xfrm>
                  <a:off x="2682698" y="2283732"/>
                  <a:ext cx="630664" cy="129843"/>
                </a:xfrm>
                <a:custGeom>
                  <a:rect b="b" l="l" r="r" t="t"/>
                  <a:pathLst>
                    <a:path extrusionOk="0" h="63" w="306">
                      <a:moveTo>
                        <a:pt x="0" y="0"/>
                      </a:moveTo>
                      <a:lnTo>
                        <a:pt x="306" y="0"/>
                      </a:lnTo>
                      <a:lnTo>
                        <a:pt x="306" y="63"/>
                      </a:lnTo>
                      <a:lnTo>
                        <a:pt x="0" y="63"/>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22" name="Google Shape;1922;p43"/>
                <p:cNvSpPr/>
                <p:nvPr/>
              </p:nvSpPr>
              <p:spPr>
                <a:xfrm>
                  <a:off x="2682698" y="2471284"/>
                  <a:ext cx="630664" cy="129843"/>
                </a:xfrm>
                <a:custGeom>
                  <a:rect b="b" l="l" r="r" t="t"/>
                  <a:pathLst>
                    <a:path extrusionOk="0" h="63" w="306">
                      <a:moveTo>
                        <a:pt x="0" y="0"/>
                      </a:moveTo>
                      <a:lnTo>
                        <a:pt x="306" y="0"/>
                      </a:lnTo>
                      <a:lnTo>
                        <a:pt x="306" y="63"/>
                      </a:lnTo>
                      <a:lnTo>
                        <a:pt x="0" y="63"/>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23" name="Google Shape;1923;p43"/>
                <p:cNvSpPr/>
                <p:nvPr/>
              </p:nvSpPr>
              <p:spPr>
                <a:xfrm>
                  <a:off x="2779565" y="2726848"/>
                  <a:ext cx="447235" cy="129843"/>
                </a:xfrm>
                <a:custGeom>
                  <a:rect b="b" l="l" r="r" t="t"/>
                  <a:pathLst>
                    <a:path extrusionOk="0" h="63" w="217">
                      <a:moveTo>
                        <a:pt x="185" y="63"/>
                      </a:moveTo>
                      <a:lnTo>
                        <a:pt x="32" y="63"/>
                      </a:lnTo>
                      <a:cubicBezTo>
                        <a:pt x="14" y="63"/>
                        <a:pt x="0" y="49"/>
                        <a:pt x="0" y="32"/>
                      </a:cubicBezTo>
                      <a:lnTo>
                        <a:pt x="0" y="32"/>
                      </a:lnTo>
                      <a:cubicBezTo>
                        <a:pt x="0" y="14"/>
                        <a:pt x="14" y="0"/>
                        <a:pt x="32" y="0"/>
                      </a:cubicBezTo>
                      <a:lnTo>
                        <a:pt x="185" y="0"/>
                      </a:lnTo>
                      <a:cubicBezTo>
                        <a:pt x="203" y="0"/>
                        <a:pt x="217" y="14"/>
                        <a:pt x="217" y="32"/>
                      </a:cubicBezTo>
                      <a:lnTo>
                        <a:pt x="217" y="32"/>
                      </a:lnTo>
                      <a:cubicBezTo>
                        <a:pt x="217" y="49"/>
                        <a:pt x="203" y="63"/>
                        <a:pt x="185" y="63"/>
                      </a:cubicBezTo>
                      <a:close/>
                    </a:path>
                  </a:pathLst>
                </a:custGeom>
                <a:solidFill>
                  <a:schemeClr val="dk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24" name="Google Shape;1924;p43"/>
                <p:cNvSpPr/>
                <p:nvPr/>
              </p:nvSpPr>
              <p:spPr>
                <a:xfrm>
                  <a:off x="2804297" y="1953972"/>
                  <a:ext cx="395711" cy="10305"/>
                </a:xfrm>
                <a:custGeom>
                  <a:rect b="b" l="l" r="r" t="t"/>
                  <a:pathLst>
                    <a:path extrusionOk="0" h="5" w="192">
                      <a:moveTo>
                        <a:pt x="192" y="3"/>
                      </a:moveTo>
                      <a:cubicBezTo>
                        <a:pt x="192" y="4"/>
                        <a:pt x="149" y="5"/>
                        <a:pt x="96" y="5"/>
                      </a:cubicBezTo>
                      <a:cubicBezTo>
                        <a:pt x="43" y="5"/>
                        <a:pt x="0" y="5"/>
                        <a:pt x="0" y="3"/>
                      </a:cubicBezTo>
                      <a:cubicBezTo>
                        <a:pt x="0" y="2"/>
                        <a:pt x="43" y="0"/>
                        <a:pt x="96" y="0"/>
                      </a:cubicBezTo>
                      <a:cubicBezTo>
                        <a:pt x="149" y="0"/>
                        <a:pt x="192" y="1"/>
                        <a:pt x="192" y="3"/>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25" name="Google Shape;1925;p43"/>
                <p:cNvSpPr/>
                <p:nvPr/>
              </p:nvSpPr>
              <p:spPr>
                <a:xfrm>
                  <a:off x="1755249" y="663783"/>
                  <a:ext cx="1065533" cy="2252676"/>
                </a:xfrm>
                <a:custGeom>
                  <a:rect b="b" l="l" r="r" t="t"/>
                  <a:pathLst>
                    <a:path extrusionOk="0" h="1093" w="517">
                      <a:moveTo>
                        <a:pt x="424" y="0"/>
                      </a:moveTo>
                      <a:cubicBezTo>
                        <a:pt x="413" y="0"/>
                        <a:pt x="400" y="0"/>
                        <a:pt x="385" y="0"/>
                      </a:cubicBezTo>
                      <a:cubicBezTo>
                        <a:pt x="381" y="0"/>
                        <a:pt x="377" y="0"/>
                        <a:pt x="373" y="2"/>
                      </a:cubicBezTo>
                      <a:cubicBezTo>
                        <a:pt x="369" y="3"/>
                        <a:pt x="366" y="6"/>
                        <a:pt x="364" y="10"/>
                      </a:cubicBezTo>
                      <a:cubicBezTo>
                        <a:pt x="363" y="12"/>
                        <a:pt x="361" y="14"/>
                        <a:pt x="361" y="16"/>
                      </a:cubicBezTo>
                      <a:cubicBezTo>
                        <a:pt x="360" y="18"/>
                        <a:pt x="361" y="21"/>
                        <a:pt x="361" y="23"/>
                      </a:cubicBezTo>
                      <a:cubicBezTo>
                        <a:pt x="361" y="26"/>
                        <a:pt x="361" y="28"/>
                        <a:pt x="361" y="30"/>
                      </a:cubicBezTo>
                      <a:cubicBezTo>
                        <a:pt x="361" y="33"/>
                        <a:pt x="361" y="35"/>
                        <a:pt x="361" y="38"/>
                      </a:cubicBezTo>
                      <a:cubicBezTo>
                        <a:pt x="360" y="43"/>
                        <a:pt x="357" y="48"/>
                        <a:pt x="352" y="51"/>
                      </a:cubicBezTo>
                      <a:cubicBezTo>
                        <a:pt x="350" y="52"/>
                        <a:pt x="347" y="53"/>
                        <a:pt x="344" y="53"/>
                      </a:cubicBezTo>
                      <a:cubicBezTo>
                        <a:pt x="341" y="54"/>
                        <a:pt x="339" y="53"/>
                        <a:pt x="336" y="53"/>
                      </a:cubicBezTo>
                      <a:cubicBezTo>
                        <a:pt x="325" y="53"/>
                        <a:pt x="313" y="53"/>
                        <a:pt x="301" y="53"/>
                      </a:cubicBezTo>
                      <a:cubicBezTo>
                        <a:pt x="276" y="53"/>
                        <a:pt x="249" y="53"/>
                        <a:pt x="221" y="53"/>
                      </a:cubicBezTo>
                      <a:cubicBezTo>
                        <a:pt x="213" y="53"/>
                        <a:pt x="206" y="53"/>
                        <a:pt x="199" y="53"/>
                      </a:cubicBezTo>
                      <a:cubicBezTo>
                        <a:pt x="197" y="53"/>
                        <a:pt x="195" y="53"/>
                        <a:pt x="193" y="53"/>
                      </a:cubicBezTo>
                      <a:cubicBezTo>
                        <a:pt x="191" y="53"/>
                        <a:pt x="189" y="53"/>
                        <a:pt x="187" y="53"/>
                      </a:cubicBezTo>
                      <a:cubicBezTo>
                        <a:pt x="184" y="52"/>
                        <a:pt x="180" y="50"/>
                        <a:pt x="178" y="47"/>
                      </a:cubicBezTo>
                      <a:cubicBezTo>
                        <a:pt x="175" y="44"/>
                        <a:pt x="173" y="40"/>
                        <a:pt x="173" y="36"/>
                      </a:cubicBezTo>
                      <a:cubicBezTo>
                        <a:pt x="173" y="34"/>
                        <a:pt x="173" y="32"/>
                        <a:pt x="173" y="30"/>
                      </a:cubicBezTo>
                      <a:cubicBezTo>
                        <a:pt x="173" y="28"/>
                        <a:pt x="173" y="26"/>
                        <a:pt x="173" y="24"/>
                      </a:cubicBezTo>
                      <a:cubicBezTo>
                        <a:pt x="173" y="20"/>
                        <a:pt x="173" y="16"/>
                        <a:pt x="172" y="13"/>
                      </a:cubicBezTo>
                      <a:cubicBezTo>
                        <a:pt x="170" y="9"/>
                        <a:pt x="168" y="6"/>
                        <a:pt x="164" y="3"/>
                      </a:cubicBezTo>
                      <a:cubicBezTo>
                        <a:pt x="161" y="1"/>
                        <a:pt x="157" y="0"/>
                        <a:pt x="153" y="0"/>
                      </a:cubicBezTo>
                      <a:lnTo>
                        <a:pt x="141" y="0"/>
                      </a:lnTo>
                      <a:cubicBezTo>
                        <a:pt x="132" y="0"/>
                        <a:pt x="124" y="0"/>
                        <a:pt x="115" y="0"/>
                      </a:cubicBezTo>
                      <a:cubicBezTo>
                        <a:pt x="98" y="0"/>
                        <a:pt x="80" y="0"/>
                        <a:pt x="62" y="0"/>
                      </a:cubicBezTo>
                      <a:cubicBezTo>
                        <a:pt x="53" y="0"/>
                        <a:pt x="44" y="2"/>
                        <a:pt x="36" y="5"/>
                      </a:cubicBezTo>
                      <a:cubicBezTo>
                        <a:pt x="28" y="9"/>
                        <a:pt x="20" y="15"/>
                        <a:pt x="14" y="22"/>
                      </a:cubicBezTo>
                      <a:cubicBezTo>
                        <a:pt x="8" y="29"/>
                        <a:pt x="4" y="38"/>
                        <a:pt x="2" y="47"/>
                      </a:cubicBezTo>
                      <a:cubicBezTo>
                        <a:pt x="1" y="49"/>
                        <a:pt x="1" y="52"/>
                        <a:pt x="0" y="54"/>
                      </a:cubicBezTo>
                      <a:cubicBezTo>
                        <a:pt x="0" y="56"/>
                        <a:pt x="0" y="58"/>
                        <a:pt x="0" y="60"/>
                      </a:cubicBezTo>
                      <a:lnTo>
                        <a:pt x="0" y="454"/>
                      </a:lnTo>
                      <a:cubicBezTo>
                        <a:pt x="0" y="460"/>
                        <a:pt x="0" y="465"/>
                        <a:pt x="0" y="470"/>
                      </a:cubicBezTo>
                      <a:cubicBezTo>
                        <a:pt x="0" y="486"/>
                        <a:pt x="0" y="502"/>
                        <a:pt x="0" y="519"/>
                      </a:cubicBezTo>
                      <a:lnTo>
                        <a:pt x="0" y="1031"/>
                      </a:lnTo>
                      <a:cubicBezTo>
                        <a:pt x="0" y="1037"/>
                        <a:pt x="0" y="1044"/>
                        <a:pt x="2" y="1050"/>
                      </a:cubicBezTo>
                      <a:cubicBezTo>
                        <a:pt x="6" y="1063"/>
                        <a:pt x="15" y="1075"/>
                        <a:pt x="26" y="1082"/>
                      </a:cubicBezTo>
                      <a:cubicBezTo>
                        <a:pt x="37" y="1090"/>
                        <a:pt x="51" y="1094"/>
                        <a:pt x="64" y="1093"/>
                      </a:cubicBezTo>
                      <a:cubicBezTo>
                        <a:pt x="78" y="1093"/>
                        <a:pt x="92" y="1093"/>
                        <a:pt x="105" y="1093"/>
                      </a:cubicBezTo>
                      <a:cubicBezTo>
                        <a:pt x="132" y="1093"/>
                        <a:pt x="159" y="1093"/>
                        <a:pt x="186" y="1093"/>
                      </a:cubicBezTo>
                      <a:cubicBezTo>
                        <a:pt x="240" y="1093"/>
                        <a:pt x="293" y="1093"/>
                        <a:pt x="345" y="1093"/>
                      </a:cubicBezTo>
                      <a:cubicBezTo>
                        <a:pt x="371" y="1093"/>
                        <a:pt x="397" y="1093"/>
                        <a:pt x="422" y="1093"/>
                      </a:cubicBezTo>
                      <a:cubicBezTo>
                        <a:pt x="435" y="1093"/>
                        <a:pt x="447" y="1093"/>
                        <a:pt x="460" y="1093"/>
                      </a:cubicBezTo>
                      <a:cubicBezTo>
                        <a:pt x="472" y="1092"/>
                        <a:pt x="485" y="1087"/>
                        <a:pt x="494" y="1080"/>
                      </a:cubicBezTo>
                      <a:cubicBezTo>
                        <a:pt x="499" y="1076"/>
                        <a:pt x="502" y="1071"/>
                        <a:pt x="506" y="1066"/>
                      </a:cubicBezTo>
                      <a:cubicBezTo>
                        <a:pt x="509" y="1061"/>
                        <a:pt x="512" y="1055"/>
                        <a:pt x="514" y="1049"/>
                      </a:cubicBezTo>
                      <a:cubicBezTo>
                        <a:pt x="516" y="1044"/>
                        <a:pt x="516" y="1038"/>
                        <a:pt x="516" y="1031"/>
                      </a:cubicBezTo>
                      <a:cubicBezTo>
                        <a:pt x="516" y="1025"/>
                        <a:pt x="516" y="1019"/>
                        <a:pt x="516" y="1013"/>
                      </a:cubicBezTo>
                      <a:cubicBezTo>
                        <a:pt x="516" y="989"/>
                        <a:pt x="516" y="964"/>
                        <a:pt x="516" y="941"/>
                      </a:cubicBezTo>
                      <a:cubicBezTo>
                        <a:pt x="516" y="750"/>
                        <a:pt x="516" y="578"/>
                        <a:pt x="516" y="433"/>
                      </a:cubicBezTo>
                      <a:cubicBezTo>
                        <a:pt x="517" y="289"/>
                        <a:pt x="517" y="172"/>
                        <a:pt x="517" y="91"/>
                      </a:cubicBezTo>
                      <a:cubicBezTo>
                        <a:pt x="517" y="81"/>
                        <a:pt x="517" y="71"/>
                        <a:pt x="517" y="62"/>
                      </a:cubicBezTo>
                      <a:cubicBezTo>
                        <a:pt x="517" y="53"/>
                        <a:pt x="515" y="45"/>
                        <a:pt x="512" y="38"/>
                      </a:cubicBezTo>
                      <a:cubicBezTo>
                        <a:pt x="509" y="31"/>
                        <a:pt x="505" y="25"/>
                        <a:pt x="501" y="20"/>
                      </a:cubicBezTo>
                      <a:cubicBezTo>
                        <a:pt x="497" y="15"/>
                        <a:pt x="492" y="11"/>
                        <a:pt x="487" y="9"/>
                      </a:cubicBezTo>
                      <a:cubicBezTo>
                        <a:pt x="478" y="3"/>
                        <a:pt x="470" y="1"/>
                        <a:pt x="465" y="1"/>
                      </a:cubicBezTo>
                      <a:cubicBezTo>
                        <a:pt x="462" y="0"/>
                        <a:pt x="460" y="0"/>
                        <a:pt x="459" y="0"/>
                      </a:cubicBezTo>
                      <a:cubicBezTo>
                        <a:pt x="457" y="0"/>
                        <a:pt x="457" y="0"/>
                        <a:pt x="457" y="0"/>
                      </a:cubicBezTo>
                      <a:cubicBezTo>
                        <a:pt x="457" y="0"/>
                        <a:pt x="454" y="0"/>
                        <a:pt x="448" y="0"/>
                      </a:cubicBezTo>
                      <a:cubicBezTo>
                        <a:pt x="443" y="0"/>
                        <a:pt x="435" y="0"/>
                        <a:pt x="424" y="0"/>
                      </a:cubicBezTo>
                      <a:close/>
                    </a:path>
                  </a:pathLst>
                </a:custGeom>
                <a:solidFill>
                  <a:schemeClr val="lt1"/>
                </a:solidFill>
                <a:ln>
                  <a:noFill/>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26" name="Google Shape;1926;p43"/>
                <p:cNvSpPr/>
                <p:nvPr/>
              </p:nvSpPr>
              <p:spPr>
                <a:xfrm>
                  <a:off x="1753188" y="663783"/>
                  <a:ext cx="1069655" cy="2258859"/>
                </a:xfrm>
                <a:custGeom>
                  <a:rect b="b" l="l" r="r" t="t"/>
                  <a:pathLst>
                    <a:path extrusionOk="0" h="1096" w="519">
                      <a:moveTo>
                        <a:pt x="458" y="1"/>
                      </a:moveTo>
                      <a:cubicBezTo>
                        <a:pt x="458" y="1"/>
                        <a:pt x="459" y="1"/>
                        <a:pt x="460" y="1"/>
                      </a:cubicBezTo>
                      <a:cubicBezTo>
                        <a:pt x="461" y="1"/>
                        <a:pt x="463" y="1"/>
                        <a:pt x="466" y="1"/>
                      </a:cubicBezTo>
                      <a:cubicBezTo>
                        <a:pt x="472" y="2"/>
                        <a:pt x="480" y="4"/>
                        <a:pt x="489" y="9"/>
                      </a:cubicBezTo>
                      <a:cubicBezTo>
                        <a:pt x="494" y="12"/>
                        <a:pt x="498" y="16"/>
                        <a:pt x="503" y="20"/>
                      </a:cubicBezTo>
                      <a:cubicBezTo>
                        <a:pt x="507" y="25"/>
                        <a:pt x="511" y="31"/>
                        <a:pt x="514" y="38"/>
                      </a:cubicBezTo>
                      <a:cubicBezTo>
                        <a:pt x="517" y="46"/>
                        <a:pt x="519" y="54"/>
                        <a:pt x="519" y="63"/>
                      </a:cubicBezTo>
                      <a:cubicBezTo>
                        <a:pt x="519" y="72"/>
                        <a:pt x="519" y="82"/>
                        <a:pt x="519" y="92"/>
                      </a:cubicBezTo>
                      <a:cubicBezTo>
                        <a:pt x="519" y="173"/>
                        <a:pt x="519" y="289"/>
                        <a:pt x="519" y="434"/>
                      </a:cubicBezTo>
                      <a:cubicBezTo>
                        <a:pt x="519" y="578"/>
                        <a:pt x="519" y="750"/>
                        <a:pt x="519" y="941"/>
                      </a:cubicBezTo>
                      <a:cubicBezTo>
                        <a:pt x="519" y="965"/>
                        <a:pt x="519" y="989"/>
                        <a:pt x="519" y="1014"/>
                      </a:cubicBezTo>
                      <a:cubicBezTo>
                        <a:pt x="519" y="1020"/>
                        <a:pt x="519" y="1026"/>
                        <a:pt x="519" y="1032"/>
                      </a:cubicBezTo>
                      <a:cubicBezTo>
                        <a:pt x="519" y="1038"/>
                        <a:pt x="519" y="1045"/>
                        <a:pt x="517" y="1051"/>
                      </a:cubicBezTo>
                      <a:cubicBezTo>
                        <a:pt x="515" y="1057"/>
                        <a:pt x="513" y="1063"/>
                        <a:pt x="509" y="1068"/>
                      </a:cubicBezTo>
                      <a:cubicBezTo>
                        <a:pt x="506" y="1073"/>
                        <a:pt x="501" y="1078"/>
                        <a:pt x="496" y="1082"/>
                      </a:cubicBezTo>
                      <a:cubicBezTo>
                        <a:pt x="487" y="1090"/>
                        <a:pt x="474" y="1095"/>
                        <a:pt x="461" y="1095"/>
                      </a:cubicBezTo>
                      <a:cubicBezTo>
                        <a:pt x="449" y="1096"/>
                        <a:pt x="436" y="1095"/>
                        <a:pt x="423" y="1096"/>
                      </a:cubicBezTo>
                      <a:cubicBezTo>
                        <a:pt x="398" y="1096"/>
                        <a:pt x="372" y="1096"/>
                        <a:pt x="346" y="1096"/>
                      </a:cubicBezTo>
                      <a:cubicBezTo>
                        <a:pt x="294" y="1096"/>
                        <a:pt x="241" y="1096"/>
                        <a:pt x="188" y="1096"/>
                      </a:cubicBezTo>
                      <a:cubicBezTo>
                        <a:pt x="161" y="1096"/>
                        <a:pt x="134" y="1096"/>
                        <a:pt x="107" y="1096"/>
                      </a:cubicBezTo>
                      <a:cubicBezTo>
                        <a:pt x="93" y="1096"/>
                        <a:pt x="79" y="1096"/>
                        <a:pt x="66" y="1096"/>
                      </a:cubicBezTo>
                      <a:cubicBezTo>
                        <a:pt x="52" y="1096"/>
                        <a:pt x="38" y="1093"/>
                        <a:pt x="26" y="1085"/>
                      </a:cubicBezTo>
                      <a:cubicBezTo>
                        <a:pt x="15" y="1077"/>
                        <a:pt x="6" y="1065"/>
                        <a:pt x="2" y="1051"/>
                      </a:cubicBezTo>
                      <a:cubicBezTo>
                        <a:pt x="0" y="1045"/>
                        <a:pt x="0" y="1038"/>
                        <a:pt x="0" y="1031"/>
                      </a:cubicBezTo>
                      <a:cubicBezTo>
                        <a:pt x="0" y="1024"/>
                        <a:pt x="0" y="1017"/>
                        <a:pt x="0" y="1010"/>
                      </a:cubicBezTo>
                      <a:cubicBezTo>
                        <a:pt x="0" y="983"/>
                        <a:pt x="0" y="956"/>
                        <a:pt x="0" y="929"/>
                      </a:cubicBezTo>
                      <a:cubicBezTo>
                        <a:pt x="0" y="876"/>
                        <a:pt x="0" y="823"/>
                        <a:pt x="0" y="771"/>
                      </a:cubicBezTo>
                      <a:cubicBezTo>
                        <a:pt x="0" y="667"/>
                        <a:pt x="0" y="567"/>
                        <a:pt x="0" y="471"/>
                      </a:cubicBezTo>
                      <a:cubicBezTo>
                        <a:pt x="0" y="376"/>
                        <a:pt x="0" y="285"/>
                        <a:pt x="0" y="200"/>
                      </a:cubicBezTo>
                      <a:cubicBezTo>
                        <a:pt x="0" y="157"/>
                        <a:pt x="0" y="116"/>
                        <a:pt x="0" y="77"/>
                      </a:cubicBezTo>
                      <a:cubicBezTo>
                        <a:pt x="0" y="72"/>
                        <a:pt x="0" y="67"/>
                        <a:pt x="0" y="62"/>
                      </a:cubicBezTo>
                      <a:cubicBezTo>
                        <a:pt x="0" y="60"/>
                        <a:pt x="0" y="57"/>
                        <a:pt x="0" y="55"/>
                      </a:cubicBezTo>
                      <a:cubicBezTo>
                        <a:pt x="1" y="52"/>
                        <a:pt x="1" y="50"/>
                        <a:pt x="1" y="48"/>
                      </a:cubicBezTo>
                      <a:cubicBezTo>
                        <a:pt x="4" y="38"/>
                        <a:pt x="8" y="29"/>
                        <a:pt x="14" y="22"/>
                      </a:cubicBezTo>
                      <a:cubicBezTo>
                        <a:pt x="20" y="15"/>
                        <a:pt x="28" y="9"/>
                        <a:pt x="37" y="5"/>
                      </a:cubicBezTo>
                      <a:cubicBezTo>
                        <a:pt x="45" y="1"/>
                        <a:pt x="55" y="0"/>
                        <a:pt x="64" y="0"/>
                      </a:cubicBezTo>
                      <a:cubicBezTo>
                        <a:pt x="82" y="0"/>
                        <a:pt x="99" y="0"/>
                        <a:pt x="117" y="0"/>
                      </a:cubicBezTo>
                      <a:cubicBezTo>
                        <a:pt x="125" y="0"/>
                        <a:pt x="134" y="0"/>
                        <a:pt x="142" y="0"/>
                      </a:cubicBezTo>
                      <a:cubicBezTo>
                        <a:pt x="146" y="0"/>
                        <a:pt x="150" y="0"/>
                        <a:pt x="154" y="0"/>
                      </a:cubicBezTo>
                      <a:cubicBezTo>
                        <a:pt x="159" y="0"/>
                        <a:pt x="163" y="1"/>
                        <a:pt x="166" y="3"/>
                      </a:cubicBezTo>
                      <a:cubicBezTo>
                        <a:pt x="170" y="6"/>
                        <a:pt x="172" y="9"/>
                        <a:pt x="174" y="13"/>
                      </a:cubicBezTo>
                      <a:cubicBezTo>
                        <a:pt x="175" y="17"/>
                        <a:pt x="175" y="21"/>
                        <a:pt x="175" y="25"/>
                      </a:cubicBezTo>
                      <a:cubicBezTo>
                        <a:pt x="175" y="27"/>
                        <a:pt x="175" y="29"/>
                        <a:pt x="175" y="31"/>
                      </a:cubicBezTo>
                      <a:cubicBezTo>
                        <a:pt x="175" y="33"/>
                        <a:pt x="175" y="35"/>
                        <a:pt x="175" y="37"/>
                      </a:cubicBezTo>
                      <a:cubicBezTo>
                        <a:pt x="176" y="41"/>
                        <a:pt x="177" y="44"/>
                        <a:pt x="180" y="47"/>
                      </a:cubicBezTo>
                      <a:cubicBezTo>
                        <a:pt x="182" y="50"/>
                        <a:pt x="185" y="52"/>
                        <a:pt x="189" y="53"/>
                      </a:cubicBezTo>
                      <a:cubicBezTo>
                        <a:pt x="191" y="53"/>
                        <a:pt x="193" y="53"/>
                        <a:pt x="194" y="53"/>
                      </a:cubicBezTo>
                      <a:cubicBezTo>
                        <a:pt x="196" y="53"/>
                        <a:pt x="198" y="53"/>
                        <a:pt x="200" y="53"/>
                      </a:cubicBezTo>
                      <a:cubicBezTo>
                        <a:pt x="207" y="53"/>
                        <a:pt x="215" y="53"/>
                        <a:pt x="222" y="53"/>
                      </a:cubicBezTo>
                      <a:cubicBezTo>
                        <a:pt x="251" y="53"/>
                        <a:pt x="277" y="53"/>
                        <a:pt x="302" y="53"/>
                      </a:cubicBezTo>
                      <a:cubicBezTo>
                        <a:pt x="314" y="53"/>
                        <a:pt x="326" y="53"/>
                        <a:pt x="337" y="53"/>
                      </a:cubicBezTo>
                      <a:cubicBezTo>
                        <a:pt x="340" y="53"/>
                        <a:pt x="343" y="53"/>
                        <a:pt x="345" y="53"/>
                      </a:cubicBezTo>
                      <a:cubicBezTo>
                        <a:pt x="348" y="53"/>
                        <a:pt x="351" y="52"/>
                        <a:pt x="353" y="51"/>
                      </a:cubicBezTo>
                      <a:cubicBezTo>
                        <a:pt x="357" y="48"/>
                        <a:pt x="360" y="43"/>
                        <a:pt x="361" y="38"/>
                      </a:cubicBezTo>
                      <a:cubicBezTo>
                        <a:pt x="362" y="36"/>
                        <a:pt x="362" y="33"/>
                        <a:pt x="362" y="31"/>
                      </a:cubicBezTo>
                      <a:cubicBezTo>
                        <a:pt x="362" y="29"/>
                        <a:pt x="362" y="27"/>
                        <a:pt x="362" y="24"/>
                      </a:cubicBezTo>
                      <a:cubicBezTo>
                        <a:pt x="362" y="22"/>
                        <a:pt x="362" y="19"/>
                        <a:pt x="362" y="17"/>
                      </a:cubicBezTo>
                      <a:cubicBezTo>
                        <a:pt x="363" y="14"/>
                        <a:pt x="363" y="12"/>
                        <a:pt x="364" y="10"/>
                      </a:cubicBezTo>
                      <a:cubicBezTo>
                        <a:pt x="367" y="6"/>
                        <a:pt x="370" y="3"/>
                        <a:pt x="374" y="2"/>
                      </a:cubicBezTo>
                      <a:cubicBezTo>
                        <a:pt x="378" y="0"/>
                        <a:pt x="382" y="0"/>
                        <a:pt x="386" y="0"/>
                      </a:cubicBezTo>
                      <a:cubicBezTo>
                        <a:pt x="402" y="0"/>
                        <a:pt x="415" y="0"/>
                        <a:pt x="425" y="1"/>
                      </a:cubicBezTo>
                      <a:cubicBezTo>
                        <a:pt x="436" y="1"/>
                        <a:pt x="444" y="1"/>
                        <a:pt x="450" y="1"/>
                      </a:cubicBezTo>
                      <a:cubicBezTo>
                        <a:pt x="455" y="1"/>
                        <a:pt x="458" y="1"/>
                        <a:pt x="458" y="1"/>
                      </a:cubicBezTo>
                      <a:cubicBezTo>
                        <a:pt x="458" y="1"/>
                        <a:pt x="455" y="1"/>
                        <a:pt x="450" y="1"/>
                      </a:cubicBezTo>
                      <a:cubicBezTo>
                        <a:pt x="444" y="1"/>
                        <a:pt x="436" y="1"/>
                        <a:pt x="425" y="1"/>
                      </a:cubicBezTo>
                      <a:cubicBezTo>
                        <a:pt x="415" y="1"/>
                        <a:pt x="402" y="1"/>
                        <a:pt x="386" y="1"/>
                      </a:cubicBezTo>
                      <a:cubicBezTo>
                        <a:pt x="382" y="1"/>
                        <a:pt x="378" y="0"/>
                        <a:pt x="374" y="2"/>
                      </a:cubicBezTo>
                      <a:cubicBezTo>
                        <a:pt x="370" y="4"/>
                        <a:pt x="367" y="7"/>
                        <a:pt x="365" y="11"/>
                      </a:cubicBezTo>
                      <a:cubicBezTo>
                        <a:pt x="364" y="12"/>
                        <a:pt x="363" y="15"/>
                        <a:pt x="363" y="17"/>
                      </a:cubicBezTo>
                      <a:cubicBezTo>
                        <a:pt x="362" y="19"/>
                        <a:pt x="362" y="21"/>
                        <a:pt x="362" y="24"/>
                      </a:cubicBezTo>
                      <a:cubicBezTo>
                        <a:pt x="362" y="26"/>
                        <a:pt x="362" y="29"/>
                        <a:pt x="362" y="31"/>
                      </a:cubicBezTo>
                      <a:cubicBezTo>
                        <a:pt x="362" y="34"/>
                        <a:pt x="363" y="36"/>
                        <a:pt x="362" y="39"/>
                      </a:cubicBezTo>
                      <a:cubicBezTo>
                        <a:pt x="361" y="44"/>
                        <a:pt x="358" y="48"/>
                        <a:pt x="353" y="51"/>
                      </a:cubicBezTo>
                      <a:cubicBezTo>
                        <a:pt x="351" y="53"/>
                        <a:pt x="348" y="54"/>
                        <a:pt x="345" y="54"/>
                      </a:cubicBezTo>
                      <a:cubicBezTo>
                        <a:pt x="343" y="54"/>
                        <a:pt x="340" y="54"/>
                        <a:pt x="337" y="54"/>
                      </a:cubicBezTo>
                      <a:cubicBezTo>
                        <a:pt x="326" y="54"/>
                        <a:pt x="314" y="54"/>
                        <a:pt x="302" y="54"/>
                      </a:cubicBezTo>
                      <a:cubicBezTo>
                        <a:pt x="277" y="54"/>
                        <a:pt x="251" y="54"/>
                        <a:pt x="222" y="54"/>
                      </a:cubicBezTo>
                      <a:lnTo>
                        <a:pt x="200" y="54"/>
                      </a:lnTo>
                      <a:cubicBezTo>
                        <a:pt x="198" y="54"/>
                        <a:pt x="195" y="54"/>
                        <a:pt x="194" y="54"/>
                      </a:cubicBezTo>
                      <a:cubicBezTo>
                        <a:pt x="192" y="54"/>
                        <a:pt x="191" y="54"/>
                        <a:pt x="189" y="54"/>
                      </a:cubicBezTo>
                      <a:cubicBezTo>
                        <a:pt x="185" y="53"/>
                        <a:pt x="182" y="50"/>
                        <a:pt x="179" y="47"/>
                      </a:cubicBezTo>
                      <a:cubicBezTo>
                        <a:pt x="176" y="44"/>
                        <a:pt x="175" y="41"/>
                        <a:pt x="174" y="37"/>
                      </a:cubicBezTo>
                      <a:cubicBezTo>
                        <a:pt x="174" y="35"/>
                        <a:pt x="174" y="33"/>
                        <a:pt x="174" y="31"/>
                      </a:cubicBezTo>
                      <a:cubicBezTo>
                        <a:pt x="174" y="29"/>
                        <a:pt x="174" y="27"/>
                        <a:pt x="174" y="25"/>
                      </a:cubicBezTo>
                      <a:cubicBezTo>
                        <a:pt x="174" y="21"/>
                        <a:pt x="174" y="17"/>
                        <a:pt x="173" y="13"/>
                      </a:cubicBezTo>
                      <a:cubicBezTo>
                        <a:pt x="172" y="10"/>
                        <a:pt x="169" y="6"/>
                        <a:pt x="166" y="4"/>
                      </a:cubicBezTo>
                      <a:cubicBezTo>
                        <a:pt x="162" y="2"/>
                        <a:pt x="159" y="1"/>
                        <a:pt x="154" y="1"/>
                      </a:cubicBezTo>
                      <a:lnTo>
                        <a:pt x="117" y="1"/>
                      </a:lnTo>
                      <a:cubicBezTo>
                        <a:pt x="99" y="1"/>
                        <a:pt x="82" y="1"/>
                        <a:pt x="64" y="1"/>
                      </a:cubicBezTo>
                      <a:cubicBezTo>
                        <a:pt x="55" y="1"/>
                        <a:pt x="46" y="2"/>
                        <a:pt x="37" y="6"/>
                      </a:cubicBezTo>
                      <a:cubicBezTo>
                        <a:pt x="29" y="10"/>
                        <a:pt x="21" y="15"/>
                        <a:pt x="15" y="23"/>
                      </a:cubicBezTo>
                      <a:cubicBezTo>
                        <a:pt x="9" y="30"/>
                        <a:pt x="5" y="38"/>
                        <a:pt x="3" y="48"/>
                      </a:cubicBezTo>
                      <a:cubicBezTo>
                        <a:pt x="2" y="50"/>
                        <a:pt x="2" y="52"/>
                        <a:pt x="2" y="55"/>
                      </a:cubicBezTo>
                      <a:cubicBezTo>
                        <a:pt x="1" y="57"/>
                        <a:pt x="1" y="60"/>
                        <a:pt x="1" y="62"/>
                      </a:cubicBezTo>
                      <a:cubicBezTo>
                        <a:pt x="1" y="67"/>
                        <a:pt x="1" y="72"/>
                        <a:pt x="1" y="77"/>
                      </a:cubicBezTo>
                      <a:cubicBezTo>
                        <a:pt x="1" y="116"/>
                        <a:pt x="1" y="157"/>
                        <a:pt x="1" y="200"/>
                      </a:cubicBezTo>
                      <a:cubicBezTo>
                        <a:pt x="1" y="285"/>
                        <a:pt x="1" y="376"/>
                        <a:pt x="1" y="471"/>
                      </a:cubicBezTo>
                      <a:cubicBezTo>
                        <a:pt x="1" y="567"/>
                        <a:pt x="1" y="667"/>
                        <a:pt x="1" y="771"/>
                      </a:cubicBezTo>
                      <a:cubicBezTo>
                        <a:pt x="1" y="823"/>
                        <a:pt x="1" y="875"/>
                        <a:pt x="1" y="929"/>
                      </a:cubicBezTo>
                      <a:cubicBezTo>
                        <a:pt x="1" y="956"/>
                        <a:pt x="1" y="983"/>
                        <a:pt x="1" y="1010"/>
                      </a:cubicBezTo>
                      <a:cubicBezTo>
                        <a:pt x="1" y="1017"/>
                        <a:pt x="1" y="1024"/>
                        <a:pt x="1" y="1031"/>
                      </a:cubicBezTo>
                      <a:cubicBezTo>
                        <a:pt x="1" y="1037"/>
                        <a:pt x="2" y="1044"/>
                        <a:pt x="4" y="1051"/>
                      </a:cubicBezTo>
                      <a:cubicBezTo>
                        <a:pt x="8" y="1064"/>
                        <a:pt x="16" y="1075"/>
                        <a:pt x="27" y="1083"/>
                      </a:cubicBezTo>
                      <a:cubicBezTo>
                        <a:pt x="38" y="1091"/>
                        <a:pt x="52" y="1094"/>
                        <a:pt x="66" y="1094"/>
                      </a:cubicBezTo>
                      <a:cubicBezTo>
                        <a:pt x="79" y="1094"/>
                        <a:pt x="93" y="1094"/>
                        <a:pt x="107" y="1094"/>
                      </a:cubicBezTo>
                      <a:cubicBezTo>
                        <a:pt x="134" y="1094"/>
                        <a:pt x="161" y="1094"/>
                        <a:pt x="188" y="1094"/>
                      </a:cubicBezTo>
                      <a:cubicBezTo>
                        <a:pt x="241" y="1094"/>
                        <a:pt x="294" y="1094"/>
                        <a:pt x="346" y="1094"/>
                      </a:cubicBezTo>
                      <a:cubicBezTo>
                        <a:pt x="372" y="1094"/>
                        <a:pt x="398" y="1094"/>
                        <a:pt x="423" y="1094"/>
                      </a:cubicBezTo>
                      <a:cubicBezTo>
                        <a:pt x="436" y="1094"/>
                        <a:pt x="449" y="1094"/>
                        <a:pt x="461" y="1094"/>
                      </a:cubicBezTo>
                      <a:cubicBezTo>
                        <a:pt x="474" y="1093"/>
                        <a:pt x="486" y="1088"/>
                        <a:pt x="495" y="1080"/>
                      </a:cubicBezTo>
                      <a:cubicBezTo>
                        <a:pt x="500" y="1076"/>
                        <a:pt x="504" y="1072"/>
                        <a:pt x="508" y="1067"/>
                      </a:cubicBezTo>
                      <a:cubicBezTo>
                        <a:pt x="511" y="1062"/>
                        <a:pt x="514" y="1056"/>
                        <a:pt x="515" y="1050"/>
                      </a:cubicBezTo>
                      <a:cubicBezTo>
                        <a:pt x="517" y="1044"/>
                        <a:pt x="517" y="1038"/>
                        <a:pt x="518" y="1032"/>
                      </a:cubicBezTo>
                      <a:cubicBezTo>
                        <a:pt x="518" y="1026"/>
                        <a:pt x="518" y="1020"/>
                        <a:pt x="518" y="1014"/>
                      </a:cubicBezTo>
                      <a:cubicBezTo>
                        <a:pt x="518" y="989"/>
                        <a:pt x="518" y="965"/>
                        <a:pt x="518" y="941"/>
                      </a:cubicBezTo>
                      <a:cubicBezTo>
                        <a:pt x="518" y="750"/>
                        <a:pt x="518" y="578"/>
                        <a:pt x="518" y="434"/>
                      </a:cubicBezTo>
                      <a:cubicBezTo>
                        <a:pt x="518" y="289"/>
                        <a:pt x="518" y="172"/>
                        <a:pt x="518" y="92"/>
                      </a:cubicBezTo>
                      <a:cubicBezTo>
                        <a:pt x="518" y="81"/>
                        <a:pt x="518" y="72"/>
                        <a:pt x="518" y="63"/>
                      </a:cubicBezTo>
                      <a:cubicBezTo>
                        <a:pt x="518" y="54"/>
                        <a:pt x="517" y="47"/>
                        <a:pt x="514" y="39"/>
                      </a:cubicBezTo>
                      <a:cubicBezTo>
                        <a:pt x="511" y="32"/>
                        <a:pt x="506" y="26"/>
                        <a:pt x="502" y="21"/>
                      </a:cubicBezTo>
                      <a:cubicBezTo>
                        <a:pt x="497" y="17"/>
                        <a:pt x="493" y="12"/>
                        <a:pt x="489" y="9"/>
                      </a:cubicBezTo>
                      <a:cubicBezTo>
                        <a:pt x="479" y="4"/>
                        <a:pt x="471" y="2"/>
                        <a:pt x="466" y="1"/>
                      </a:cubicBezTo>
                      <a:cubicBezTo>
                        <a:pt x="463" y="1"/>
                        <a:pt x="461" y="1"/>
                        <a:pt x="460" y="1"/>
                      </a:cubicBezTo>
                      <a:cubicBezTo>
                        <a:pt x="459" y="1"/>
                        <a:pt x="458" y="1"/>
                        <a:pt x="458" y="1"/>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27" name="Google Shape;1927;p43"/>
                <p:cNvSpPr/>
                <p:nvPr/>
              </p:nvSpPr>
              <p:spPr>
                <a:xfrm>
                  <a:off x="2629112" y="867823"/>
                  <a:ext cx="92745" cy="2061"/>
                </a:xfrm>
                <a:custGeom>
                  <a:rect b="b" l="l" r="r" t="t"/>
                  <a:pathLst>
                    <a:path extrusionOk="0" h="1" w="45">
                      <a:moveTo>
                        <a:pt x="45" y="0"/>
                      </a:moveTo>
                      <a:cubicBezTo>
                        <a:pt x="45" y="0"/>
                        <a:pt x="35" y="1"/>
                        <a:pt x="22" y="1"/>
                      </a:cubicBezTo>
                      <a:cubicBezTo>
                        <a:pt x="10" y="1"/>
                        <a:pt x="0" y="1"/>
                        <a:pt x="0" y="0"/>
                      </a:cubicBezTo>
                      <a:cubicBezTo>
                        <a:pt x="0" y="0"/>
                        <a:pt x="10" y="0"/>
                        <a:pt x="22" y="0"/>
                      </a:cubicBezTo>
                      <a:cubicBezTo>
                        <a:pt x="35" y="0"/>
                        <a:pt x="45" y="0"/>
                        <a:pt x="45"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28" name="Google Shape;1928;p43"/>
                <p:cNvSpPr/>
                <p:nvPr/>
              </p:nvSpPr>
              <p:spPr>
                <a:xfrm>
                  <a:off x="2629112" y="890494"/>
                  <a:ext cx="92745" cy="2061"/>
                </a:xfrm>
                <a:custGeom>
                  <a:rect b="b" l="l" r="r" t="t"/>
                  <a:pathLst>
                    <a:path extrusionOk="0" h="1" w="45">
                      <a:moveTo>
                        <a:pt x="45" y="1"/>
                      </a:moveTo>
                      <a:cubicBezTo>
                        <a:pt x="45" y="1"/>
                        <a:pt x="35" y="1"/>
                        <a:pt x="22" y="1"/>
                      </a:cubicBezTo>
                      <a:cubicBezTo>
                        <a:pt x="10" y="1"/>
                        <a:pt x="0" y="1"/>
                        <a:pt x="0" y="1"/>
                      </a:cubicBezTo>
                      <a:cubicBezTo>
                        <a:pt x="0" y="1"/>
                        <a:pt x="10" y="0"/>
                        <a:pt x="22" y="0"/>
                      </a:cubicBezTo>
                      <a:cubicBezTo>
                        <a:pt x="35" y="0"/>
                        <a:pt x="45" y="0"/>
                        <a:pt x="45" y="1"/>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29" name="Google Shape;1929;p43"/>
                <p:cNvSpPr/>
                <p:nvPr/>
              </p:nvSpPr>
              <p:spPr>
                <a:xfrm>
                  <a:off x="2629112" y="915226"/>
                  <a:ext cx="92745" cy="2061"/>
                </a:xfrm>
                <a:custGeom>
                  <a:rect b="b" l="l" r="r" t="t"/>
                  <a:pathLst>
                    <a:path extrusionOk="0" h="1" w="45">
                      <a:moveTo>
                        <a:pt x="45" y="0"/>
                      </a:moveTo>
                      <a:cubicBezTo>
                        <a:pt x="45" y="0"/>
                        <a:pt x="35" y="1"/>
                        <a:pt x="23" y="1"/>
                      </a:cubicBezTo>
                      <a:cubicBezTo>
                        <a:pt x="10" y="1"/>
                        <a:pt x="0" y="1"/>
                        <a:pt x="0" y="0"/>
                      </a:cubicBezTo>
                      <a:cubicBezTo>
                        <a:pt x="0" y="0"/>
                        <a:pt x="10" y="0"/>
                        <a:pt x="23" y="0"/>
                      </a:cubicBezTo>
                      <a:cubicBezTo>
                        <a:pt x="35" y="0"/>
                        <a:pt x="45" y="0"/>
                        <a:pt x="45"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30" name="Google Shape;1930;p43"/>
                <p:cNvSpPr/>
                <p:nvPr/>
              </p:nvSpPr>
              <p:spPr>
                <a:xfrm>
                  <a:off x="2093253" y="1199644"/>
                  <a:ext cx="416320" cy="416323"/>
                </a:xfrm>
                <a:custGeom>
                  <a:rect b="b" l="l" r="r" t="t"/>
                  <a:pathLst>
                    <a:path extrusionOk="0" h="202" w="202">
                      <a:moveTo>
                        <a:pt x="117" y="1"/>
                      </a:moveTo>
                      <a:cubicBezTo>
                        <a:pt x="134" y="3"/>
                        <a:pt x="151" y="11"/>
                        <a:pt x="165" y="22"/>
                      </a:cubicBezTo>
                      <a:cubicBezTo>
                        <a:pt x="179" y="33"/>
                        <a:pt x="189" y="47"/>
                        <a:pt x="196" y="64"/>
                      </a:cubicBezTo>
                      <a:cubicBezTo>
                        <a:pt x="202" y="81"/>
                        <a:pt x="203" y="99"/>
                        <a:pt x="201" y="116"/>
                      </a:cubicBezTo>
                      <a:cubicBezTo>
                        <a:pt x="198" y="134"/>
                        <a:pt x="191" y="150"/>
                        <a:pt x="180" y="164"/>
                      </a:cubicBezTo>
                      <a:cubicBezTo>
                        <a:pt x="169" y="178"/>
                        <a:pt x="155" y="189"/>
                        <a:pt x="138" y="195"/>
                      </a:cubicBezTo>
                      <a:cubicBezTo>
                        <a:pt x="121" y="201"/>
                        <a:pt x="103" y="203"/>
                        <a:pt x="86" y="201"/>
                      </a:cubicBezTo>
                      <a:cubicBezTo>
                        <a:pt x="68" y="198"/>
                        <a:pt x="52" y="192"/>
                        <a:pt x="38" y="180"/>
                      </a:cubicBezTo>
                      <a:cubicBezTo>
                        <a:pt x="24" y="169"/>
                        <a:pt x="13" y="154"/>
                        <a:pt x="7" y="137"/>
                      </a:cubicBezTo>
                      <a:cubicBezTo>
                        <a:pt x="1" y="121"/>
                        <a:pt x="-1" y="103"/>
                        <a:pt x="1" y="85"/>
                      </a:cubicBezTo>
                      <a:cubicBezTo>
                        <a:pt x="4" y="68"/>
                        <a:pt x="10" y="51"/>
                        <a:pt x="22" y="37"/>
                      </a:cubicBezTo>
                      <a:cubicBezTo>
                        <a:pt x="33" y="23"/>
                        <a:pt x="48" y="13"/>
                        <a:pt x="65" y="6"/>
                      </a:cubicBezTo>
                      <a:cubicBezTo>
                        <a:pt x="81" y="0"/>
                        <a:pt x="99" y="-2"/>
                        <a:pt x="117" y="1"/>
                      </a:cubicBezTo>
                      <a:close/>
                    </a:path>
                  </a:pathLst>
                </a:custGeom>
                <a:solidFill>
                  <a:schemeClr val="lt2"/>
                </a:solidFill>
                <a:ln>
                  <a:noFill/>
                </a:ln>
              </p:spPr>
              <p:txBody>
                <a:bodyPr anchorCtr="1" anchor="ctr" bIns="30725" lIns="99775" spcFirstLastPara="1" rIns="99775" wrap="square" tIns="30725">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31" name="Google Shape;1931;p43"/>
                <p:cNvSpPr/>
                <p:nvPr/>
              </p:nvSpPr>
              <p:spPr>
                <a:xfrm>
                  <a:off x="2231340" y="1403684"/>
                  <a:ext cx="142208" cy="88623"/>
                </a:xfrm>
                <a:custGeom>
                  <a:rect b="b" l="l" r="r" t="t"/>
                  <a:pathLst>
                    <a:path extrusionOk="0" h="43" w="69">
                      <a:moveTo>
                        <a:pt x="69" y="43"/>
                      </a:moveTo>
                      <a:lnTo>
                        <a:pt x="0" y="43"/>
                      </a:lnTo>
                      <a:lnTo>
                        <a:pt x="0" y="34"/>
                      </a:lnTo>
                      <a:cubicBezTo>
                        <a:pt x="0" y="15"/>
                        <a:pt x="15" y="0"/>
                        <a:pt x="34" y="0"/>
                      </a:cubicBezTo>
                      <a:lnTo>
                        <a:pt x="34" y="0"/>
                      </a:lnTo>
                      <a:cubicBezTo>
                        <a:pt x="54" y="0"/>
                        <a:pt x="69" y="15"/>
                        <a:pt x="69" y="34"/>
                      </a:cubicBezTo>
                      <a:lnTo>
                        <a:pt x="69" y="43"/>
                      </a:lnTo>
                      <a:close/>
                    </a:path>
                  </a:pathLst>
                </a:custGeom>
                <a:solidFill>
                  <a:schemeClr val="l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32" name="Google Shape;1932;p43"/>
                <p:cNvSpPr/>
                <p:nvPr/>
              </p:nvSpPr>
              <p:spPr>
                <a:xfrm>
                  <a:off x="2260193" y="1323305"/>
                  <a:ext cx="84501" cy="84501"/>
                </a:xfrm>
                <a:custGeom>
                  <a:rect b="b" l="l" r="r" t="t"/>
                  <a:pathLst>
                    <a:path extrusionOk="0" h="41" w="41">
                      <a:moveTo>
                        <a:pt x="41" y="21"/>
                      </a:moveTo>
                      <a:cubicBezTo>
                        <a:pt x="41" y="24"/>
                        <a:pt x="40" y="28"/>
                        <a:pt x="38" y="31"/>
                      </a:cubicBezTo>
                      <a:cubicBezTo>
                        <a:pt x="36" y="34"/>
                        <a:pt x="34" y="37"/>
                        <a:pt x="31" y="38"/>
                      </a:cubicBezTo>
                      <a:cubicBezTo>
                        <a:pt x="27" y="40"/>
                        <a:pt x="23" y="41"/>
                        <a:pt x="20" y="41"/>
                      </a:cubicBezTo>
                      <a:cubicBezTo>
                        <a:pt x="16" y="41"/>
                        <a:pt x="13" y="40"/>
                        <a:pt x="10" y="38"/>
                      </a:cubicBezTo>
                      <a:cubicBezTo>
                        <a:pt x="7" y="37"/>
                        <a:pt x="4" y="34"/>
                        <a:pt x="3" y="31"/>
                      </a:cubicBezTo>
                      <a:cubicBezTo>
                        <a:pt x="1" y="28"/>
                        <a:pt x="0" y="24"/>
                        <a:pt x="0" y="21"/>
                      </a:cubicBezTo>
                      <a:cubicBezTo>
                        <a:pt x="0" y="17"/>
                        <a:pt x="1" y="14"/>
                        <a:pt x="3" y="10"/>
                      </a:cubicBezTo>
                      <a:cubicBezTo>
                        <a:pt x="4" y="7"/>
                        <a:pt x="7" y="5"/>
                        <a:pt x="10" y="3"/>
                      </a:cubicBezTo>
                      <a:cubicBezTo>
                        <a:pt x="13" y="1"/>
                        <a:pt x="17" y="0"/>
                        <a:pt x="20" y="0"/>
                      </a:cubicBezTo>
                      <a:cubicBezTo>
                        <a:pt x="24" y="0"/>
                        <a:pt x="27" y="1"/>
                        <a:pt x="31" y="3"/>
                      </a:cubicBezTo>
                      <a:cubicBezTo>
                        <a:pt x="34" y="5"/>
                        <a:pt x="36" y="7"/>
                        <a:pt x="38" y="10"/>
                      </a:cubicBezTo>
                      <a:cubicBezTo>
                        <a:pt x="40" y="14"/>
                        <a:pt x="41" y="17"/>
                        <a:pt x="41" y="21"/>
                      </a:cubicBezTo>
                      <a:close/>
                    </a:path>
                  </a:pathLst>
                </a:custGeom>
                <a:solidFill>
                  <a:schemeClr val="l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33" name="Google Shape;1933;p43"/>
                <p:cNvSpPr/>
                <p:nvPr/>
              </p:nvSpPr>
              <p:spPr>
                <a:xfrm>
                  <a:off x="1930434" y="1855043"/>
                  <a:ext cx="702798" cy="144270"/>
                </a:xfrm>
                <a:custGeom>
                  <a:rect b="b" l="l" r="r" t="t"/>
                  <a:pathLst>
                    <a:path extrusionOk="0" h="70" w="341">
                      <a:moveTo>
                        <a:pt x="0" y="0"/>
                      </a:moveTo>
                      <a:lnTo>
                        <a:pt x="341" y="0"/>
                      </a:lnTo>
                      <a:lnTo>
                        <a:pt x="341" y="70"/>
                      </a:lnTo>
                      <a:lnTo>
                        <a:pt x="0" y="70"/>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34" name="Google Shape;1934;p43"/>
                <p:cNvSpPr/>
                <p:nvPr/>
              </p:nvSpPr>
              <p:spPr>
                <a:xfrm>
                  <a:off x="1930434" y="2065266"/>
                  <a:ext cx="702798" cy="142209"/>
                </a:xfrm>
                <a:custGeom>
                  <a:rect b="b" l="l" r="r" t="t"/>
                  <a:pathLst>
                    <a:path extrusionOk="0" h="69" w="341">
                      <a:moveTo>
                        <a:pt x="0" y="0"/>
                      </a:moveTo>
                      <a:lnTo>
                        <a:pt x="341" y="0"/>
                      </a:lnTo>
                      <a:lnTo>
                        <a:pt x="341" y="69"/>
                      </a:lnTo>
                      <a:lnTo>
                        <a:pt x="0" y="69"/>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35" name="Google Shape;1935;p43"/>
                <p:cNvSpPr/>
                <p:nvPr/>
              </p:nvSpPr>
              <p:spPr>
                <a:xfrm>
                  <a:off x="2039667" y="2349684"/>
                  <a:ext cx="496699" cy="144270"/>
                </a:xfrm>
                <a:custGeom>
                  <a:rect b="b" l="l" r="r" t="t"/>
                  <a:pathLst>
                    <a:path extrusionOk="0" h="70" w="241">
                      <a:moveTo>
                        <a:pt x="206" y="70"/>
                      </a:moveTo>
                      <a:lnTo>
                        <a:pt x="35" y="70"/>
                      </a:lnTo>
                      <a:cubicBezTo>
                        <a:pt x="16" y="70"/>
                        <a:pt x="0" y="54"/>
                        <a:pt x="0" y="35"/>
                      </a:cubicBezTo>
                      <a:lnTo>
                        <a:pt x="0" y="35"/>
                      </a:lnTo>
                      <a:cubicBezTo>
                        <a:pt x="0" y="16"/>
                        <a:pt x="16" y="0"/>
                        <a:pt x="35" y="0"/>
                      </a:cubicBezTo>
                      <a:lnTo>
                        <a:pt x="206" y="0"/>
                      </a:lnTo>
                      <a:cubicBezTo>
                        <a:pt x="225" y="0"/>
                        <a:pt x="241" y="16"/>
                        <a:pt x="241" y="35"/>
                      </a:cubicBezTo>
                      <a:lnTo>
                        <a:pt x="241" y="35"/>
                      </a:lnTo>
                      <a:cubicBezTo>
                        <a:pt x="241" y="54"/>
                        <a:pt x="225" y="70"/>
                        <a:pt x="206" y="70"/>
                      </a:cubicBezTo>
                      <a:close/>
                    </a:path>
                  </a:pathLst>
                </a:custGeom>
                <a:solidFill>
                  <a:schemeClr val="dk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36" name="Google Shape;1936;p43"/>
                <p:cNvSpPr/>
                <p:nvPr/>
              </p:nvSpPr>
              <p:spPr>
                <a:xfrm>
                  <a:off x="2066460" y="1762298"/>
                  <a:ext cx="443113" cy="14427"/>
                </a:xfrm>
                <a:custGeom>
                  <a:rect b="b" l="l" r="r" t="t"/>
                  <a:pathLst>
                    <a:path extrusionOk="0" h="7" w="215">
                      <a:moveTo>
                        <a:pt x="215" y="3"/>
                      </a:moveTo>
                      <a:cubicBezTo>
                        <a:pt x="215" y="5"/>
                        <a:pt x="166" y="7"/>
                        <a:pt x="107" y="7"/>
                      </a:cubicBezTo>
                      <a:cubicBezTo>
                        <a:pt x="47" y="7"/>
                        <a:pt x="0" y="5"/>
                        <a:pt x="0" y="3"/>
                      </a:cubicBezTo>
                      <a:cubicBezTo>
                        <a:pt x="0" y="2"/>
                        <a:pt x="47" y="0"/>
                        <a:pt x="107" y="0"/>
                      </a:cubicBezTo>
                      <a:cubicBezTo>
                        <a:pt x="166" y="0"/>
                        <a:pt x="215" y="2"/>
                        <a:pt x="215" y="3"/>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37" name="Google Shape;1937;p43"/>
                <p:cNvSpPr/>
                <p:nvPr/>
              </p:nvSpPr>
              <p:spPr>
                <a:xfrm>
                  <a:off x="1990203" y="1933362"/>
                  <a:ext cx="43281" cy="26793"/>
                </a:xfrm>
                <a:custGeom>
                  <a:rect b="b" l="l" r="r" t="t"/>
                  <a:pathLst>
                    <a:path extrusionOk="0" h="13" w="21">
                      <a:moveTo>
                        <a:pt x="18" y="13"/>
                      </a:moveTo>
                      <a:lnTo>
                        <a:pt x="3" y="13"/>
                      </a:lnTo>
                      <a:cubicBezTo>
                        <a:pt x="2" y="13"/>
                        <a:pt x="0" y="11"/>
                        <a:pt x="0" y="10"/>
                      </a:cubicBezTo>
                      <a:lnTo>
                        <a:pt x="0" y="10"/>
                      </a:lnTo>
                      <a:cubicBezTo>
                        <a:pt x="0" y="4"/>
                        <a:pt x="5" y="0"/>
                        <a:pt x="10" y="0"/>
                      </a:cubicBezTo>
                      <a:lnTo>
                        <a:pt x="11" y="0"/>
                      </a:lnTo>
                      <a:cubicBezTo>
                        <a:pt x="16" y="0"/>
                        <a:pt x="21" y="4"/>
                        <a:pt x="21" y="10"/>
                      </a:cubicBezTo>
                      <a:lnTo>
                        <a:pt x="21" y="10"/>
                      </a:lnTo>
                      <a:cubicBezTo>
                        <a:pt x="21" y="11"/>
                        <a:pt x="19" y="13"/>
                        <a:pt x="18" y="13"/>
                      </a:cubicBez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38" name="Google Shape;1938;p43"/>
                <p:cNvSpPr/>
                <p:nvPr/>
              </p:nvSpPr>
              <p:spPr>
                <a:xfrm>
                  <a:off x="1998447" y="1910691"/>
                  <a:ext cx="26793" cy="24732"/>
                </a:xfrm>
                <a:custGeom>
                  <a:rect b="b" l="l" r="r" t="t"/>
                  <a:pathLst>
                    <a:path extrusionOk="0" h="12" w="13">
                      <a:moveTo>
                        <a:pt x="13" y="6"/>
                      </a:moveTo>
                      <a:cubicBezTo>
                        <a:pt x="13" y="9"/>
                        <a:pt x="9" y="12"/>
                        <a:pt x="6" y="12"/>
                      </a:cubicBezTo>
                      <a:cubicBezTo>
                        <a:pt x="2" y="12"/>
                        <a:pt x="0" y="10"/>
                        <a:pt x="0" y="6"/>
                      </a:cubicBezTo>
                      <a:cubicBezTo>
                        <a:pt x="0" y="3"/>
                        <a:pt x="2" y="0"/>
                        <a:pt x="6" y="0"/>
                      </a:cubicBezTo>
                      <a:cubicBezTo>
                        <a:pt x="9" y="0"/>
                        <a:pt x="13" y="2"/>
                        <a:pt x="13" y="6"/>
                      </a:cubicBez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39" name="Google Shape;1939;p43"/>
                <p:cNvSpPr/>
                <p:nvPr/>
              </p:nvSpPr>
              <p:spPr>
                <a:xfrm>
                  <a:off x="1994325" y="2139462"/>
                  <a:ext cx="35037" cy="24732"/>
                </a:xfrm>
                <a:custGeom>
                  <a:rect b="b" l="l" r="r" t="t"/>
                  <a:pathLst>
                    <a:path extrusionOk="0" h="12" w="17">
                      <a:moveTo>
                        <a:pt x="0" y="0"/>
                      </a:moveTo>
                      <a:lnTo>
                        <a:pt x="17" y="0"/>
                      </a:lnTo>
                      <a:lnTo>
                        <a:pt x="17" y="12"/>
                      </a:lnTo>
                      <a:lnTo>
                        <a:pt x="0" y="12"/>
                      </a:lnTo>
                      <a:lnTo>
                        <a:pt x="0" y="0"/>
                      </a:ln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40" name="Google Shape;1940;p43"/>
                <p:cNvSpPr/>
                <p:nvPr/>
              </p:nvSpPr>
              <p:spPr>
                <a:xfrm>
                  <a:off x="1988142" y="2112669"/>
                  <a:ext cx="45342" cy="30915"/>
                </a:xfrm>
                <a:custGeom>
                  <a:rect b="b" l="l" r="r" t="t"/>
                  <a:pathLst>
                    <a:path extrusionOk="0" h="15" w="22">
                      <a:moveTo>
                        <a:pt x="22" y="15"/>
                      </a:moveTo>
                      <a:lnTo>
                        <a:pt x="16" y="15"/>
                      </a:lnTo>
                      <a:lnTo>
                        <a:pt x="16" y="11"/>
                      </a:lnTo>
                      <a:cubicBezTo>
                        <a:pt x="16" y="9"/>
                        <a:pt x="13" y="6"/>
                        <a:pt x="11" y="6"/>
                      </a:cubicBezTo>
                      <a:cubicBezTo>
                        <a:pt x="8" y="6"/>
                        <a:pt x="6" y="9"/>
                        <a:pt x="6" y="11"/>
                      </a:cubicBezTo>
                      <a:lnTo>
                        <a:pt x="6" y="15"/>
                      </a:lnTo>
                      <a:lnTo>
                        <a:pt x="0" y="15"/>
                      </a:lnTo>
                      <a:lnTo>
                        <a:pt x="0" y="11"/>
                      </a:lnTo>
                      <a:cubicBezTo>
                        <a:pt x="0" y="5"/>
                        <a:pt x="4" y="0"/>
                        <a:pt x="11" y="0"/>
                      </a:cubicBezTo>
                      <a:cubicBezTo>
                        <a:pt x="17" y="0"/>
                        <a:pt x="22" y="5"/>
                        <a:pt x="22" y="11"/>
                      </a:cubicBezTo>
                      <a:lnTo>
                        <a:pt x="22" y="15"/>
                      </a:ln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41" name="Google Shape;1941;p43"/>
                <p:cNvSpPr/>
                <p:nvPr/>
              </p:nvSpPr>
              <p:spPr>
                <a:xfrm>
                  <a:off x="3354583" y="1244986"/>
                  <a:ext cx="247319" cy="245259"/>
                </a:xfrm>
                <a:custGeom>
                  <a:rect b="b" l="l" r="r" t="t"/>
                  <a:pathLst>
                    <a:path extrusionOk="0" h="119" w="120">
                      <a:moveTo>
                        <a:pt x="74" y="1"/>
                      </a:moveTo>
                      <a:cubicBezTo>
                        <a:pt x="84" y="4"/>
                        <a:pt x="93" y="9"/>
                        <a:pt x="101" y="16"/>
                      </a:cubicBezTo>
                      <a:cubicBezTo>
                        <a:pt x="108" y="23"/>
                        <a:pt x="115" y="32"/>
                        <a:pt x="118" y="42"/>
                      </a:cubicBezTo>
                      <a:cubicBezTo>
                        <a:pt x="121" y="52"/>
                        <a:pt x="120" y="63"/>
                        <a:pt x="118" y="73"/>
                      </a:cubicBezTo>
                      <a:cubicBezTo>
                        <a:pt x="115" y="83"/>
                        <a:pt x="111" y="93"/>
                        <a:pt x="104" y="100"/>
                      </a:cubicBezTo>
                      <a:cubicBezTo>
                        <a:pt x="97" y="108"/>
                        <a:pt x="88" y="113"/>
                        <a:pt x="78" y="116"/>
                      </a:cubicBezTo>
                      <a:cubicBezTo>
                        <a:pt x="68" y="119"/>
                        <a:pt x="57" y="120"/>
                        <a:pt x="47" y="117"/>
                      </a:cubicBezTo>
                      <a:cubicBezTo>
                        <a:pt x="37" y="115"/>
                        <a:pt x="27" y="110"/>
                        <a:pt x="20" y="103"/>
                      </a:cubicBezTo>
                      <a:cubicBezTo>
                        <a:pt x="12" y="96"/>
                        <a:pt x="6" y="87"/>
                        <a:pt x="3" y="77"/>
                      </a:cubicBezTo>
                      <a:cubicBezTo>
                        <a:pt x="0" y="67"/>
                        <a:pt x="0" y="56"/>
                        <a:pt x="2" y="46"/>
                      </a:cubicBezTo>
                      <a:cubicBezTo>
                        <a:pt x="5" y="35"/>
                        <a:pt x="10" y="26"/>
                        <a:pt x="17" y="18"/>
                      </a:cubicBezTo>
                      <a:cubicBezTo>
                        <a:pt x="24" y="11"/>
                        <a:pt x="33" y="5"/>
                        <a:pt x="43" y="2"/>
                      </a:cubicBezTo>
                      <a:cubicBezTo>
                        <a:pt x="53" y="-1"/>
                        <a:pt x="64" y="-1"/>
                        <a:pt x="74" y="1"/>
                      </a:cubicBezTo>
                      <a:close/>
                    </a:path>
                  </a:pathLst>
                </a:custGeom>
                <a:solidFill>
                  <a:schemeClr val="dk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42" name="Google Shape;1942;p43"/>
                <p:cNvSpPr/>
                <p:nvPr/>
              </p:nvSpPr>
              <p:spPr>
                <a:xfrm>
                  <a:off x="3424656" y="1327427"/>
                  <a:ext cx="107172" cy="80379"/>
                </a:xfrm>
                <a:custGeom>
                  <a:rect b="b" l="l" r="r" t="t"/>
                  <a:pathLst>
                    <a:path extrusionOk="0" h="39" w="52">
                      <a:moveTo>
                        <a:pt x="23" y="39"/>
                      </a:moveTo>
                      <a:cubicBezTo>
                        <a:pt x="22" y="39"/>
                        <a:pt x="22" y="38"/>
                        <a:pt x="21" y="38"/>
                      </a:cubicBezTo>
                      <a:lnTo>
                        <a:pt x="1" y="21"/>
                      </a:lnTo>
                      <a:cubicBezTo>
                        <a:pt x="0" y="21"/>
                        <a:pt x="0" y="20"/>
                        <a:pt x="1" y="18"/>
                      </a:cubicBezTo>
                      <a:cubicBezTo>
                        <a:pt x="2" y="17"/>
                        <a:pt x="3" y="16"/>
                        <a:pt x="5" y="17"/>
                      </a:cubicBezTo>
                      <a:lnTo>
                        <a:pt x="23" y="32"/>
                      </a:lnTo>
                      <a:lnTo>
                        <a:pt x="48" y="1"/>
                      </a:lnTo>
                      <a:cubicBezTo>
                        <a:pt x="49" y="0"/>
                        <a:pt x="51" y="0"/>
                        <a:pt x="52" y="0"/>
                      </a:cubicBezTo>
                      <a:cubicBezTo>
                        <a:pt x="53" y="1"/>
                        <a:pt x="53" y="3"/>
                        <a:pt x="52" y="4"/>
                      </a:cubicBezTo>
                      <a:lnTo>
                        <a:pt x="25" y="38"/>
                      </a:lnTo>
                      <a:cubicBezTo>
                        <a:pt x="25" y="38"/>
                        <a:pt x="24" y="39"/>
                        <a:pt x="23" y="39"/>
                      </a:cubicBezTo>
                      <a:close/>
                    </a:path>
                  </a:pathLst>
                </a:custGeom>
                <a:solidFill>
                  <a:schemeClr val="l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grpSp>
          <p:sp>
            <p:nvSpPr>
              <p:cNvPr id="1943" name="Google Shape;1943;p43"/>
              <p:cNvSpPr/>
              <p:nvPr/>
            </p:nvSpPr>
            <p:spPr>
              <a:xfrm>
                <a:off x="2065998" y="838170"/>
                <a:ext cx="84650" cy="93282"/>
              </a:xfrm>
              <a:custGeom>
                <a:rect b="b" l="l" r="r" t="t"/>
                <a:pathLst>
                  <a:path extrusionOk="0" h="97" w="88">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accen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grpSp>
        <p:grpSp>
          <p:nvGrpSpPr>
            <p:cNvPr id="1944" name="Google Shape;1944;p43"/>
            <p:cNvGrpSpPr/>
            <p:nvPr/>
          </p:nvGrpSpPr>
          <p:grpSpPr>
            <a:xfrm>
              <a:off x="1210622" y="-170354"/>
              <a:ext cx="367390" cy="638263"/>
              <a:chOff x="5914097" y="1631784"/>
              <a:chExt cx="367390" cy="638263"/>
            </a:xfrm>
          </p:grpSpPr>
          <p:sp>
            <p:nvSpPr>
              <p:cNvPr id="1945" name="Google Shape;1945;p43"/>
              <p:cNvSpPr/>
              <p:nvPr/>
            </p:nvSpPr>
            <p:spPr>
              <a:xfrm>
                <a:off x="6227002" y="2215561"/>
                <a:ext cx="54486" cy="54486"/>
              </a:xfrm>
              <a:custGeom>
                <a:rect b="b" l="l" r="r" t="t"/>
                <a:pathLst>
                  <a:path extrusionOk="0" h="35" w="35">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46" name="Google Shape;1946;p43"/>
              <p:cNvSpPr/>
              <p:nvPr/>
            </p:nvSpPr>
            <p:spPr>
              <a:xfrm>
                <a:off x="5914097" y="1631784"/>
                <a:ext cx="342483" cy="618026"/>
              </a:xfrm>
              <a:custGeom>
                <a:rect b="b" l="l" r="r" t="t"/>
                <a:pathLst>
                  <a:path extrusionOk="0" h="397" w="220">
                    <a:moveTo>
                      <a:pt x="220" y="397"/>
                    </a:moveTo>
                    <a:lnTo>
                      <a:pt x="51" y="397"/>
                    </a:lnTo>
                    <a:cubicBezTo>
                      <a:pt x="23" y="397"/>
                      <a:pt x="0" y="374"/>
                      <a:pt x="0" y="345"/>
                    </a:cubicBezTo>
                    <a:lnTo>
                      <a:pt x="0" y="51"/>
                    </a:lnTo>
                    <a:cubicBezTo>
                      <a:pt x="0" y="23"/>
                      <a:pt x="23" y="0"/>
                      <a:pt x="51" y="0"/>
                    </a:cubicBezTo>
                    <a:lnTo>
                      <a:pt x="136" y="0"/>
                    </a:lnTo>
                    <a:lnTo>
                      <a:pt x="136" y="6"/>
                    </a:lnTo>
                    <a:lnTo>
                      <a:pt x="51" y="6"/>
                    </a:lnTo>
                    <a:cubicBezTo>
                      <a:pt x="27" y="6"/>
                      <a:pt x="6" y="27"/>
                      <a:pt x="6" y="51"/>
                    </a:cubicBezTo>
                    <a:lnTo>
                      <a:pt x="6" y="345"/>
                    </a:lnTo>
                    <a:cubicBezTo>
                      <a:pt x="6" y="370"/>
                      <a:pt x="27" y="390"/>
                      <a:pt x="51" y="390"/>
                    </a:cubicBezTo>
                    <a:lnTo>
                      <a:pt x="220" y="390"/>
                    </a:lnTo>
                    <a:lnTo>
                      <a:pt x="220" y="397"/>
                    </a:lnTo>
                    <a:close/>
                  </a:path>
                </a:pathLst>
              </a:custGeom>
              <a:solidFill>
                <a:schemeClr val="lt2"/>
              </a:solidFill>
              <a:ln>
                <a:noFill/>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grpSp>
      </p:grpSp>
      <p:sp>
        <p:nvSpPr>
          <p:cNvPr id="1947" name="Google Shape;1947;p4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1" name="Shape 1951"/>
        <p:cNvGrpSpPr/>
        <p:nvPr/>
      </p:nvGrpSpPr>
      <p:grpSpPr>
        <a:xfrm>
          <a:off x="0" y="0"/>
          <a:ext cx="0" cy="0"/>
          <a:chOff x="0" y="0"/>
          <a:chExt cx="0" cy="0"/>
        </a:xfrm>
      </p:grpSpPr>
      <p:sp>
        <p:nvSpPr>
          <p:cNvPr id="1952" name="Google Shape;1952;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VAFPQR Video</a:t>
            </a:r>
            <a:endParaRPr/>
          </a:p>
        </p:txBody>
      </p:sp>
      <p:sp>
        <p:nvSpPr>
          <p:cNvPr id="1953" name="Google Shape;1953;p44"/>
          <p:cNvSpPr/>
          <p:nvPr/>
        </p:nvSpPr>
        <p:spPr>
          <a:xfrm>
            <a:off x="8740528" y="2744274"/>
            <a:ext cx="131041" cy="144443"/>
          </a:xfrm>
          <a:custGeom>
            <a:rect b="b" l="l" r="r" t="t"/>
            <a:pathLst>
              <a:path extrusionOk="0" h="97" w="88">
                <a:moveTo>
                  <a:pt x="2" y="96"/>
                </a:moveTo>
                <a:lnTo>
                  <a:pt x="29" y="96"/>
                </a:lnTo>
                <a:cubicBezTo>
                  <a:pt x="30" y="96"/>
                  <a:pt x="32" y="95"/>
                  <a:pt x="32" y="93"/>
                </a:cubicBezTo>
                <a:lnTo>
                  <a:pt x="32" y="65"/>
                </a:lnTo>
                <a:cubicBezTo>
                  <a:pt x="32" y="64"/>
                  <a:pt x="33" y="62"/>
                  <a:pt x="34" y="62"/>
                </a:cubicBezTo>
                <a:lnTo>
                  <a:pt x="53" y="62"/>
                </a:lnTo>
                <a:cubicBezTo>
                  <a:pt x="55" y="62"/>
                  <a:pt x="56" y="64"/>
                  <a:pt x="56" y="65"/>
                </a:cubicBezTo>
                <a:lnTo>
                  <a:pt x="56" y="94"/>
                </a:lnTo>
                <a:cubicBezTo>
                  <a:pt x="56" y="95"/>
                  <a:pt x="57" y="97"/>
                  <a:pt x="59" y="97"/>
                </a:cubicBezTo>
                <a:lnTo>
                  <a:pt x="85" y="97"/>
                </a:lnTo>
                <a:cubicBezTo>
                  <a:pt x="87" y="97"/>
                  <a:pt x="88" y="95"/>
                  <a:pt x="88" y="94"/>
                </a:cubicBezTo>
                <a:lnTo>
                  <a:pt x="88" y="43"/>
                </a:lnTo>
                <a:cubicBezTo>
                  <a:pt x="88" y="42"/>
                  <a:pt x="88" y="41"/>
                  <a:pt x="87" y="41"/>
                </a:cubicBezTo>
                <a:lnTo>
                  <a:pt x="46" y="1"/>
                </a:lnTo>
                <a:cubicBezTo>
                  <a:pt x="45" y="0"/>
                  <a:pt x="43" y="0"/>
                  <a:pt x="42" y="1"/>
                </a:cubicBezTo>
                <a:lnTo>
                  <a:pt x="0" y="40"/>
                </a:lnTo>
                <a:cubicBezTo>
                  <a:pt x="0" y="40"/>
                  <a:pt x="0" y="41"/>
                  <a:pt x="0" y="42"/>
                </a:cubicBezTo>
                <a:lnTo>
                  <a:pt x="0" y="93"/>
                </a:lnTo>
                <a:cubicBezTo>
                  <a:pt x="0" y="95"/>
                  <a:pt x="1" y="96"/>
                  <a:pt x="2" y="96"/>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54" name="Google Shape;1954;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955" name="Google Shape;1955;p44" title="IMG_2897.MOV">
            <a:hlinkClick r:id="rId3"/>
          </p:cNvPr>
          <p:cNvPicPr preferRelativeResize="0"/>
          <p:nvPr/>
        </p:nvPicPr>
        <p:blipFill>
          <a:blip r:embed="rId4">
            <a:alphaModFix/>
          </a:blip>
          <a:stretch>
            <a:fillRect/>
          </a:stretch>
        </p:blipFill>
        <p:spPr>
          <a:xfrm>
            <a:off x="2286000" y="1158450"/>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5"/>
                                        </p:tgtEl>
                                        <p:attrNameLst>
                                          <p:attrName>style.visibility</p:attrName>
                                        </p:attrNameLst>
                                      </p:cBhvr>
                                      <p:to>
                                        <p:strVal val="visible"/>
                                      </p:to>
                                    </p:set>
                                    <p:animEffect filter="fade" transition="in">
                                      <p:cBhvr>
                                        <p:cTn dur="1000"/>
                                        <p:tgtEl>
                                          <p:spTgt spid="19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9" name="Shape 1959"/>
        <p:cNvGrpSpPr/>
        <p:nvPr/>
      </p:nvGrpSpPr>
      <p:grpSpPr>
        <a:xfrm>
          <a:off x="0" y="0"/>
          <a:ext cx="0" cy="0"/>
          <a:chOff x="0" y="0"/>
          <a:chExt cx="0" cy="0"/>
        </a:xfrm>
      </p:grpSpPr>
      <p:sp>
        <p:nvSpPr>
          <p:cNvPr id="1960" name="Google Shape;1960;p45"/>
          <p:cNvSpPr txBox="1"/>
          <p:nvPr>
            <p:ph type="title"/>
          </p:nvPr>
        </p:nvSpPr>
        <p:spPr>
          <a:xfrm>
            <a:off x="3712950" y="2571975"/>
            <a:ext cx="5431200" cy="214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200"/>
              <a:t>Additional Features, Future Developments</a:t>
            </a:r>
            <a:endParaRPr sz="4200"/>
          </a:p>
        </p:txBody>
      </p:sp>
      <p:sp>
        <p:nvSpPr>
          <p:cNvPr id="1961" name="Google Shape;1961;p45"/>
          <p:cNvSpPr txBox="1"/>
          <p:nvPr>
            <p:ph idx="2" type="title"/>
          </p:nvPr>
        </p:nvSpPr>
        <p:spPr>
          <a:xfrm>
            <a:off x="5642675" y="1454775"/>
            <a:ext cx="1077000" cy="96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grpSp>
        <p:nvGrpSpPr>
          <p:cNvPr id="1962" name="Google Shape;1962;p45"/>
          <p:cNvGrpSpPr/>
          <p:nvPr/>
        </p:nvGrpSpPr>
        <p:grpSpPr>
          <a:xfrm>
            <a:off x="956297" y="764691"/>
            <a:ext cx="2571666" cy="3614127"/>
            <a:chOff x="1210622" y="-170354"/>
            <a:chExt cx="2319742" cy="3260082"/>
          </a:xfrm>
        </p:grpSpPr>
        <p:grpSp>
          <p:nvGrpSpPr>
            <p:cNvPr id="1963" name="Google Shape;1963;p45"/>
            <p:cNvGrpSpPr/>
            <p:nvPr/>
          </p:nvGrpSpPr>
          <p:grpSpPr>
            <a:xfrm>
              <a:off x="1681651" y="398058"/>
              <a:ext cx="1848713" cy="2691670"/>
              <a:chOff x="1938738" y="663771"/>
              <a:chExt cx="1848713" cy="2691670"/>
            </a:xfrm>
          </p:grpSpPr>
          <p:grpSp>
            <p:nvGrpSpPr>
              <p:cNvPr id="1964" name="Google Shape;1964;p45"/>
              <p:cNvGrpSpPr/>
              <p:nvPr/>
            </p:nvGrpSpPr>
            <p:grpSpPr>
              <a:xfrm>
                <a:off x="1938738" y="663771"/>
                <a:ext cx="1848713" cy="2691670"/>
                <a:chOff x="1753188" y="663783"/>
                <a:chExt cx="1848713" cy="2691670"/>
              </a:xfrm>
            </p:grpSpPr>
            <p:sp>
              <p:nvSpPr>
                <p:cNvPr id="1965" name="Google Shape;1965;p45"/>
                <p:cNvSpPr/>
                <p:nvPr/>
              </p:nvSpPr>
              <p:spPr>
                <a:xfrm>
                  <a:off x="2524001" y="1331549"/>
                  <a:ext cx="956301" cy="2021843"/>
                </a:xfrm>
                <a:custGeom>
                  <a:rect b="b" l="l" r="r" t="t"/>
                  <a:pathLst>
                    <a:path extrusionOk="0" h="981" w="464">
                      <a:moveTo>
                        <a:pt x="380" y="0"/>
                      </a:moveTo>
                      <a:cubicBezTo>
                        <a:pt x="371" y="0"/>
                        <a:pt x="359" y="0"/>
                        <a:pt x="345" y="0"/>
                      </a:cubicBezTo>
                      <a:cubicBezTo>
                        <a:pt x="342" y="0"/>
                        <a:pt x="338" y="0"/>
                        <a:pt x="335" y="2"/>
                      </a:cubicBezTo>
                      <a:cubicBezTo>
                        <a:pt x="331" y="3"/>
                        <a:pt x="328" y="6"/>
                        <a:pt x="326" y="9"/>
                      </a:cubicBezTo>
                      <a:cubicBezTo>
                        <a:pt x="325" y="11"/>
                        <a:pt x="324" y="13"/>
                        <a:pt x="324" y="15"/>
                      </a:cubicBezTo>
                      <a:cubicBezTo>
                        <a:pt x="324" y="17"/>
                        <a:pt x="324" y="19"/>
                        <a:pt x="324" y="21"/>
                      </a:cubicBezTo>
                      <a:cubicBezTo>
                        <a:pt x="324" y="23"/>
                        <a:pt x="324" y="26"/>
                        <a:pt x="324" y="28"/>
                      </a:cubicBezTo>
                      <a:cubicBezTo>
                        <a:pt x="324" y="31"/>
                        <a:pt x="324" y="32"/>
                        <a:pt x="323" y="34"/>
                      </a:cubicBezTo>
                      <a:cubicBezTo>
                        <a:pt x="322" y="39"/>
                        <a:pt x="320" y="43"/>
                        <a:pt x="316" y="46"/>
                      </a:cubicBezTo>
                      <a:cubicBezTo>
                        <a:pt x="313" y="47"/>
                        <a:pt x="311" y="48"/>
                        <a:pt x="309" y="48"/>
                      </a:cubicBezTo>
                      <a:cubicBezTo>
                        <a:pt x="306" y="48"/>
                        <a:pt x="304" y="48"/>
                        <a:pt x="301" y="48"/>
                      </a:cubicBezTo>
                      <a:cubicBezTo>
                        <a:pt x="291" y="48"/>
                        <a:pt x="281" y="48"/>
                        <a:pt x="269" y="48"/>
                      </a:cubicBezTo>
                      <a:cubicBezTo>
                        <a:pt x="247" y="48"/>
                        <a:pt x="223" y="48"/>
                        <a:pt x="198" y="48"/>
                      </a:cubicBezTo>
                      <a:lnTo>
                        <a:pt x="178" y="48"/>
                      </a:lnTo>
                      <a:cubicBezTo>
                        <a:pt x="176" y="48"/>
                        <a:pt x="175" y="48"/>
                        <a:pt x="173" y="48"/>
                      </a:cubicBezTo>
                      <a:cubicBezTo>
                        <a:pt x="172" y="48"/>
                        <a:pt x="170" y="48"/>
                        <a:pt x="168" y="48"/>
                      </a:cubicBezTo>
                      <a:cubicBezTo>
                        <a:pt x="165" y="47"/>
                        <a:pt x="162" y="45"/>
                        <a:pt x="159" y="42"/>
                      </a:cubicBezTo>
                      <a:cubicBezTo>
                        <a:pt x="157" y="40"/>
                        <a:pt x="155" y="36"/>
                        <a:pt x="155" y="33"/>
                      </a:cubicBezTo>
                      <a:cubicBezTo>
                        <a:pt x="155" y="31"/>
                        <a:pt x="155" y="29"/>
                        <a:pt x="155" y="27"/>
                      </a:cubicBezTo>
                      <a:cubicBezTo>
                        <a:pt x="155" y="26"/>
                        <a:pt x="155" y="24"/>
                        <a:pt x="155" y="22"/>
                      </a:cubicBezTo>
                      <a:cubicBezTo>
                        <a:pt x="155" y="19"/>
                        <a:pt x="155" y="15"/>
                        <a:pt x="154" y="12"/>
                      </a:cubicBezTo>
                      <a:cubicBezTo>
                        <a:pt x="153" y="8"/>
                        <a:pt x="150" y="6"/>
                        <a:pt x="148" y="3"/>
                      </a:cubicBezTo>
                      <a:cubicBezTo>
                        <a:pt x="145" y="1"/>
                        <a:pt x="141" y="0"/>
                        <a:pt x="137" y="1"/>
                      </a:cubicBezTo>
                      <a:lnTo>
                        <a:pt x="126" y="1"/>
                      </a:lnTo>
                      <a:cubicBezTo>
                        <a:pt x="119" y="1"/>
                        <a:pt x="111" y="1"/>
                        <a:pt x="103" y="1"/>
                      </a:cubicBezTo>
                      <a:cubicBezTo>
                        <a:pt x="88" y="1"/>
                        <a:pt x="72" y="1"/>
                        <a:pt x="56" y="1"/>
                      </a:cubicBezTo>
                      <a:cubicBezTo>
                        <a:pt x="48" y="1"/>
                        <a:pt x="40" y="2"/>
                        <a:pt x="32" y="5"/>
                      </a:cubicBezTo>
                      <a:cubicBezTo>
                        <a:pt x="25" y="8"/>
                        <a:pt x="18" y="14"/>
                        <a:pt x="13" y="20"/>
                      </a:cubicBezTo>
                      <a:cubicBezTo>
                        <a:pt x="7" y="26"/>
                        <a:pt x="3" y="34"/>
                        <a:pt x="1" y="43"/>
                      </a:cubicBezTo>
                      <a:cubicBezTo>
                        <a:pt x="1" y="45"/>
                        <a:pt x="1" y="47"/>
                        <a:pt x="0" y="49"/>
                      </a:cubicBezTo>
                      <a:cubicBezTo>
                        <a:pt x="0" y="51"/>
                        <a:pt x="0" y="53"/>
                        <a:pt x="0" y="54"/>
                      </a:cubicBezTo>
                      <a:lnTo>
                        <a:pt x="0" y="408"/>
                      </a:lnTo>
                      <a:cubicBezTo>
                        <a:pt x="0" y="413"/>
                        <a:pt x="0" y="417"/>
                        <a:pt x="0" y="422"/>
                      </a:cubicBezTo>
                      <a:cubicBezTo>
                        <a:pt x="0" y="436"/>
                        <a:pt x="0" y="451"/>
                        <a:pt x="0" y="465"/>
                      </a:cubicBezTo>
                      <a:lnTo>
                        <a:pt x="0" y="925"/>
                      </a:lnTo>
                      <a:cubicBezTo>
                        <a:pt x="0" y="931"/>
                        <a:pt x="0" y="936"/>
                        <a:pt x="2" y="942"/>
                      </a:cubicBezTo>
                      <a:cubicBezTo>
                        <a:pt x="6" y="954"/>
                        <a:pt x="13" y="964"/>
                        <a:pt x="23" y="971"/>
                      </a:cubicBezTo>
                      <a:cubicBezTo>
                        <a:pt x="33" y="978"/>
                        <a:pt x="45" y="981"/>
                        <a:pt x="58" y="980"/>
                      </a:cubicBezTo>
                      <a:cubicBezTo>
                        <a:pt x="70" y="980"/>
                        <a:pt x="82" y="980"/>
                        <a:pt x="94" y="980"/>
                      </a:cubicBezTo>
                      <a:cubicBezTo>
                        <a:pt x="119" y="980"/>
                        <a:pt x="143" y="980"/>
                        <a:pt x="167" y="980"/>
                      </a:cubicBezTo>
                      <a:cubicBezTo>
                        <a:pt x="215" y="980"/>
                        <a:pt x="263" y="980"/>
                        <a:pt x="309" y="980"/>
                      </a:cubicBezTo>
                      <a:cubicBezTo>
                        <a:pt x="332" y="980"/>
                        <a:pt x="356" y="980"/>
                        <a:pt x="378" y="980"/>
                      </a:cubicBezTo>
                      <a:cubicBezTo>
                        <a:pt x="390" y="980"/>
                        <a:pt x="401" y="981"/>
                        <a:pt x="412" y="980"/>
                      </a:cubicBezTo>
                      <a:cubicBezTo>
                        <a:pt x="424" y="980"/>
                        <a:pt x="434" y="975"/>
                        <a:pt x="443" y="969"/>
                      </a:cubicBezTo>
                      <a:cubicBezTo>
                        <a:pt x="447" y="965"/>
                        <a:pt x="451" y="961"/>
                        <a:pt x="454" y="956"/>
                      </a:cubicBezTo>
                      <a:cubicBezTo>
                        <a:pt x="457" y="952"/>
                        <a:pt x="459" y="947"/>
                        <a:pt x="461" y="941"/>
                      </a:cubicBezTo>
                      <a:cubicBezTo>
                        <a:pt x="463" y="936"/>
                        <a:pt x="463" y="931"/>
                        <a:pt x="463" y="925"/>
                      </a:cubicBezTo>
                      <a:cubicBezTo>
                        <a:pt x="463" y="920"/>
                        <a:pt x="463" y="914"/>
                        <a:pt x="463" y="909"/>
                      </a:cubicBezTo>
                      <a:cubicBezTo>
                        <a:pt x="463" y="887"/>
                        <a:pt x="463" y="865"/>
                        <a:pt x="463" y="844"/>
                      </a:cubicBezTo>
                      <a:cubicBezTo>
                        <a:pt x="463" y="672"/>
                        <a:pt x="463" y="518"/>
                        <a:pt x="463" y="389"/>
                      </a:cubicBezTo>
                      <a:cubicBezTo>
                        <a:pt x="463" y="259"/>
                        <a:pt x="463" y="154"/>
                        <a:pt x="464" y="82"/>
                      </a:cubicBezTo>
                      <a:cubicBezTo>
                        <a:pt x="464" y="73"/>
                        <a:pt x="464" y="64"/>
                        <a:pt x="464" y="56"/>
                      </a:cubicBezTo>
                      <a:cubicBezTo>
                        <a:pt x="464" y="48"/>
                        <a:pt x="462" y="41"/>
                        <a:pt x="460" y="34"/>
                      </a:cubicBezTo>
                      <a:cubicBezTo>
                        <a:pt x="457" y="28"/>
                        <a:pt x="453" y="23"/>
                        <a:pt x="449" y="18"/>
                      </a:cubicBezTo>
                      <a:cubicBezTo>
                        <a:pt x="445" y="14"/>
                        <a:pt x="441" y="11"/>
                        <a:pt x="437" y="8"/>
                      </a:cubicBezTo>
                      <a:cubicBezTo>
                        <a:pt x="429" y="3"/>
                        <a:pt x="422" y="2"/>
                        <a:pt x="417" y="1"/>
                      </a:cubicBezTo>
                      <a:cubicBezTo>
                        <a:pt x="414" y="1"/>
                        <a:pt x="413" y="1"/>
                        <a:pt x="411" y="0"/>
                      </a:cubicBezTo>
                      <a:cubicBezTo>
                        <a:pt x="410" y="0"/>
                        <a:pt x="409" y="0"/>
                        <a:pt x="409" y="0"/>
                      </a:cubicBezTo>
                      <a:cubicBezTo>
                        <a:pt x="409" y="0"/>
                        <a:pt x="407" y="0"/>
                        <a:pt x="402" y="0"/>
                      </a:cubicBezTo>
                      <a:cubicBezTo>
                        <a:pt x="397" y="0"/>
                        <a:pt x="390" y="0"/>
                        <a:pt x="380" y="0"/>
                      </a:cubicBezTo>
                      <a:close/>
                    </a:path>
                  </a:pathLst>
                </a:custGeom>
                <a:solidFill>
                  <a:schemeClr val="lt1"/>
                </a:solidFill>
                <a:ln>
                  <a:noFill/>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66" name="Google Shape;1966;p45"/>
                <p:cNvSpPr/>
                <p:nvPr/>
              </p:nvSpPr>
              <p:spPr>
                <a:xfrm>
                  <a:off x="2680637" y="2092059"/>
                  <a:ext cx="630664" cy="129843"/>
                </a:xfrm>
                <a:custGeom>
                  <a:rect b="b" l="l" r="r" t="t"/>
                  <a:pathLst>
                    <a:path extrusionOk="0" h="63" w="306">
                      <a:moveTo>
                        <a:pt x="0" y="0"/>
                      </a:moveTo>
                      <a:lnTo>
                        <a:pt x="306" y="0"/>
                      </a:lnTo>
                      <a:lnTo>
                        <a:pt x="306" y="63"/>
                      </a:lnTo>
                      <a:lnTo>
                        <a:pt x="0" y="63"/>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67" name="Google Shape;1967;p45"/>
                <p:cNvSpPr/>
                <p:nvPr/>
              </p:nvSpPr>
              <p:spPr>
                <a:xfrm>
                  <a:off x="2521940" y="1329488"/>
                  <a:ext cx="960423" cy="2025965"/>
                </a:xfrm>
                <a:custGeom>
                  <a:rect b="b" l="l" r="r" t="t"/>
                  <a:pathLst>
                    <a:path extrusionOk="0" h="983" w="466">
                      <a:moveTo>
                        <a:pt x="411" y="1"/>
                      </a:moveTo>
                      <a:cubicBezTo>
                        <a:pt x="411" y="1"/>
                        <a:pt x="412" y="1"/>
                        <a:pt x="413" y="1"/>
                      </a:cubicBezTo>
                      <a:cubicBezTo>
                        <a:pt x="415" y="1"/>
                        <a:pt x="416" y="1"/>
                        <a:pt x="419" y="1"/>
                      </a:cubicBezTo>
                      <a:cubicBezTo>
                        <a:pt x="424" y="2"/>
                        <a:pt x="431" y="3"/>
                        <a:pt x="439" y="8"/>
                      </a:cubicBezTo>
                      <a:cubicBezTo>
                        <a:pt x="443" y="11"/>
                        <a:pt x="448" y="14"/>
                        <a:pt x="452" y="18"/>
                      </a:cubicBezTo>
                      <a:cubicBezTo>
                        <a:pt x="456" y="23"/>
                        <a:pt x="459" y="28"/>
                        <a:pt x="462" y="35"/>
                      </a:cubicBezTo>
                      <a:cubicBezTo>
                        <a:pt x="465" y="41"/>
                        <a:pt x="466" y="49"/>
                        <a:pt x="466" y="57"/>
                      </a:cubicBezTo>
                      <a:cubicBezTo>
                        <a:pt x="466" y="65"/>
                        <a:pt x="466" y="73"/>
                        <a:pt x="466" y="82"/>
                      </a:cubicBezTo>
                      <a:cubicBezTo>
                        <a:pt x="466" y="155"/>
                        <a:pt x="466" y="260"/>
                        <a:pt x="466" y="389"/>
                      </a:cubicBezTo>
                      <a:cubicBezTo>
                        <a:pt x="466" y="519"/>
                        <a:pt x="466" y="673"/>
                        <a:pt x="466" y="844"/>
                      </a:cubicBezTo>
                      <a:cubicBezTo>
                        <a:pt x="466" y="866"/>
                        <a:pt x="466" y="887"/>
                        <a:pt x="466" y="909"/>
                      </a:cubicBezTo>
                      <a:lnTo>
                        <a:pt x="466" y="926"/>
                      </a:lnTo>
                      <a:cubicBezTo>
                        <a:pt x="466" y="931"/>
                        <a:pt x="466" y="937"/>
                        <a:pt x="464" y="942"/>
                      </a:cubicBezTo>
                      <a:cubicBezTo>
                        <a:pt x="463" y="948"/>
                        <a:pt x="460" y="953"/>
                        <a:pt x="457" y="958"/>
                      </a:cubicBezTo>
                      <a:cubicBezTo>
                        <a:pt x="454" y="962"/>
                        <a:pt x="450" y="966"/>
                        <a:pt x="446" y="970"/>
                      </a:cubicBezTo>
                      <a:cubicBezTo>
                        <a:pt x="437" y="977"/>
                        <a:pt x="426" y="982"/>
                        <a:pt x="415" y="982"/>
                      </a:cubicBezTo>
                      <a:cubicBezTo>
                        <a:pt x="403" y="983"/>
                        <a:pt x="392" y="982"/>
                        <a:pt x="380" y="982"/>
                      </a:cubicBezTo>
                      <a:cubicBezTo>
                        <a:pt x="358" y="982"/>
                        <a:pt x="334" y="982"/>
                        <a:pt x="311" y="982"/>
                      </a:cubicBezTo>
                      <a:cubicBezTo>
                        <a:pt x="265" y="982"/>
                        <a:pt x="217" y="982"/>
                        <a:pt x="169" y="982"/>
                      </a:cubicBezTo>
                      <a:cubicBezTo>
                        <a:pt x="145" y="982"/>
                        <a:pt x="121" y="982"/>
                        <a:pt x="96" y="982"/>
                      </a:cubicBezTo>
                      <a:cubicBezTo>
                        <a:pt x="84" y="982"/>
                        <a:pt x="72" y="982"/>
                        <a:pt x="60" y="982"/>
                      </a:cubicBezTo>
                      <a:cubicBezTo>
                        <a:pt x="47" y="983"/>
                        <a:pt x="35" y="980"/>
                        <a:pt x="24" y="973"/>
                      </a:cubicBezTo>
                      <a:cubicBezTo>
                        <a:pt x="14" y="965"/>
                        <a:pt x="6" y="955"/>
                        <a:pt x="3" y="943"/>
                      </a:cubicBezTo>
                      <a:cubicBezTo>
                        <a:pt x="1" y="937"/>
                        <a:pt x="0" y="931"/>
                        <a:pt x="0" y="924"/>
                      </a:cubicBezTo>
                      <a:cubicBezTo>
                        <a:pt x="0" y="918"/>
                        <a:pt x="0" y="912"/>
                        <a:pt x="0" y="906"/>
                      </a:cubicBezTo>
                      <a:cubicBezTo>
                        <a:pt x="0" y="882"/>
                        <a:pt x="0" y="858"/>
                        <a:pt x="0" y="833"/>
                      </a:cubicBezTo>
                      <a:cubicBezTo>
                        <a:pt x="0" y="785"/>
                        <a:pt x="0" y="738"/>
                        <a:pt x="0" y="691"/>
                      </a:cubicBezTo>
                      <a:cubicBezTo>
                        <a:pt x="0" y="598"/>
                        <a:pt x="0" y="508"/>
                        <a:pt x="1" y="423"/>
                      </a:cubicBezTo>
                      <a:cubicBezTo>
                        <a:pt x="1" y="337"/>
                        <a:pt x="1" y="255"/>
                        <a:pt x="1" y="179"/>
                      </a:cubicBezTo>
                      <a:cubicBezTo>
                        <a:pt x="1" y="141"/>
                        <a:pt x="1" y="104"/>
                        <a:pt x="1" y="69"/>
                      </a:cubicBezTo>
                      <a:cubicBezTo>
                        <a:pt x="1" y="65"/>
                        <a:pt x="1" y="60"/>
                        <a:pt x="1" y="56"/>
                      </a:cubicBezTo>
                      <a:cubicBezTo>
                        <a:pt x="1" y="54"/>
                        <a:pt x="1" y="52"/>
                        <a:pt x="1" y="49"/>
                      </a:cubicBezTo>
                      <a:cubicBezTo>
                        <a:pt x="1" y="47"/>
                        <a:pt x="2" y="45"/>
                        <a:pt x="2" y="43"/>
                      </a:cubicBezTo>
                      <a:cubicBezTo>
                        <a:pt x="4" y="34"/>
                        <a:pt x="8" y="26"/>
                        <a:pt x="14" y="20"/>
                      </a:cubicBezTo>
                      <a:cubicBezTo>
                        <a:pt x="19" y="13"/>
                        <a:pt x="26" y="8"/>
                        <a:pt x="34" y="5"/>
                      </a:cubicBezTo>
                      <a:cubicBezTo>
                        <a:pt x="41" y="1"/>
                        <a:pt x="50" y="0"/>
                        <a:pt x="58" y="0"/>
                      </a:cubicBezTo>
                      <a:cubicBezTo>
                        <a:pt x="74" y="0"/>
                        <a:pt x="90" y="0"/>
                        <a:pt x="105" y="0"/>
                      </a:cubicBezTo>
                      <a:cubicBezTo>
                        <a:pt x="113" y="0"/>
                        <a:pt x="121" y="0"/>
                        <a:pt x="128" y="0"/>
                      </a:cubicBezTo>
                      <a:cubicBezTo>
                        <a:pt x="132" y="0"/>
                        <a:pt x="136" y="0"/>
                        <a:pt x="139" y="0"/>
                      </a:cubicBezTo>
                      <a:cubicBezTo>
                        <a:pt x="143" y="0"/>
                        <a:pt x="147" y="1"/>
                        <a:pt x="150" y="3"/>
                      </a:cubicBezTo>
                      <a:cubicBezTo>
                        <a:pt x="153" y="5"/>
                        <a:pt x="156" y="8"/>
                        <a:pt x="157" y="12"/>
                      </a:cubicBezTo>
                      <a:cubicBezTo>
                        <a:pt x="158" y="15"/>
                        <a:pt x="158" y="19"/>
                        <a:pt x="158" y="23"/>
                      </a:cubicBezTo>
                      <a:cubicBezTo>
                        <a:pt x="158" y="24"/>
                        <a:pt x="158" y="26"/>
                        <a:pt x="158" y="28"/>
                      </a:cubicBezTo>
                      <a:cubicBezTo>
                        <a:pt x="158" y="30"/>
                        <a:pt x="158" y="31"/>
                        <a:pt x="158" y="33"/>
                      </a:cubicBezTo>
                      <a:cubicBezTo>
                        <a:pt x="158" y="36"/>
                        <a:pt x="160" y="40"/>
                        <a:pt x="162" y="42"/>
                      </a:cubicBezTo>
                      <a:cubicBezTo>
                        <a:pt x="164" y="45"/>
                        <a:pt x="167" y="47"/>
                        <a:pt x="170" y="47"/>
                      </a:cubicBezTo>
                      <a:cubicBezTo>
                        <a:pt x="172" y="48"/>
                        <a:pt x="174" y="48"/>
                        <a:pt x="175" y="48"/>
                      </a:cubicBezTo>
                      <a:lnTo>
                        <a:pt x="180" y="48"/>
                      </a:lnTo>
                      <a:cubicBezTo>
                        <a:pt x="187" y="48"/>
                        <a:pt x="193" y="48"/>
                        <a:pt x="200" y="48"/>
                      </a:cubicBezTo>
                      <a:cubicBezTo>
                        <a:pt x="226" y="48"/>
                        <a:pt x="250" y="48"/>
                        <a:pt x="272" y="48"/>
                      </a:cubicBezTo>
                      <a:cubicBezTo>
                        <a:pt x="283" y="48"/>
                        <a:pt x="293" y="48"/>
                        <a:pt x="303" y="48"/>
                      </a:cubicBezTo>
                      <a:cubicBezTo>
                        <a:pt x="306" y="48"/>
                        <a:pt x="308" y="48"/>
                        <a:pt x="311" y="48"/>
                      </a:cubicBezTo>
                      <a:cubicBezTo>
                        <a:pt x="313" y="48"/>
                        <a:pt x="315" y="47"/>
                        <a:pt x="317" y="46"/>
                      </a:cubicBezTo>
                      <a:cubicBezTo>
                        <a:pt x="321" y="43"/>
                        <a:pt x="324" y="39"/>
                        <a:pt x="325" y="35"/>
                      </a:cubicBezTo>
                      <a:cubicBezTo>
                        <a:pt x="325" y="32"/>
                        <a:pt x="325" y="30"/>
                        <a:pt x="325" y="28"/>
                      </a:cubicBezTo>
                      <a:cubicBezTo>
                        <a:pt x="325" y="26"/>
                        <a:pt x="325" y="24"/>
                        <a:pt x="325" y="22"/>
                      </a:cubicBezTo>
                      <a:cubicBezTo>
                        <a:pt x="325" y="19"/>
                        <a:pt x="325" y="17"/>
                        <a:pt x="326" y="15"/>
                      </a:cubicBezTo>
                      <a:cubicBezTo>
                        <a:pt x="326" y="13"/>
                        <a:pt x="327" y="11"/>
                        <a:pt x="328" y="9"/>
                      </a:cubicBezTo>
                      <a:cubicBezTo>
                        <a:pt x="330" y="6"/>
                        <a:pt x="333" y="3"/>
                        <a:pt x="336" y="2"/>
                      </a:cubicBezTo>
                      <a:cubicBezTo>
                        <a:pt x="340" y="0"/>
                        <a:pt x="344" y="1"/>
                        <a:pt x="347" y="1"/>
                      </a:cubicBezTo>
                      <a:cubicBezTo>
                        <a:pt x="361" y="1"/>
                        <a:pt x="373" y="1"/>
                        <a:pt x="382" y="1"/>
                      </a:cubicBezTo>
                      <a:cubicBezTo>
                        <a:pt x="392" y="1"/>
                        <a:pt x="399" y="1"/>
                        <a:pt x="404" y="1"/>
                      </a:cubicBezTo>
                      <a:cubicBezTo>
                        <a:pt x="409" y="1"/>
                        <a:pt x="411" y="1"/>
                        <a:pt x="411" y="1"/>
                      </a:cubicBezTo>
                      <a:cubicBezTo>
                        <a:pt x="411" y="1"/>
                        <a:pt x="409" y="1"/>
                        <a:pt x="404" y="1"/>
                      </a:cubicBezTo>
                      <a:cubicBezTo>
                        <a:pt x="399" y="1"/>
                        <a:pt x="392" y="1"/>
                        <a:pt x="382" y="1"/>
                      </a:cubicBezTo>
                      <a:cubicBezTo>
                        <a:pt x="373" y="1"/>
                        <a:pt x="361" y="1"/>
                        <a:pt x="347" y="1"/>
                      </a:cubicBezTo>
                      <a:cubicBezTo>
                        <a:pt x="344" y="1"/>
                        <a:pt x="340" y="0"/>
                        <a:pt x="337" y="2"/>
                      </a:cubicBezTo>
                      <a:cubicBezTo>
                        <a:pt x="333" y="3"/>
                        <a:pt x="330" y="6"/>
                        <a:pt x="328" y="9"/>
                      </a:cubicBezTo>
                      <a:cubicBezTo>
                        <a:pt x="327" y="11"/>
                        <a:pt x="327" y="13"/>
                        <a:pt x="326" y="15"/>
                      </a:cubicBezTo>
                      <a:cubicBezTo>
                        <a:pt x="326" y="17"/>
                        <a:pt x="326" y="19"/>
                        <a:pt x="326" y="21"/>
                      </a:cubicBezTo>
                      <a:lnTo>
                        <a:pt x="326" y="28"/>
                      </a:lnTo>
                      <a:cubicBezTo>
                        <a:pt x="326" y="30"/>
                        <a:pt x="326" y="32"/>
                        <a:pt x="325" y="35"/>
                      </a:cubicBezTo>
                      <a:cubicBezTo>
                        <a:pt x="325" y="39"/>
                        <a:pt x="322" y="43"/>
                        <a:pt x="318" y="46"/>
                      </a:cubicBezTo>
                      <a:cubicBezTo>
                        <a:pt x="316" y="47"/>
                        <a:pt x="313" y="48"/>
                        <a:pt x="311" y="48"/>
                      </a:cubicBezTo>
                      <a:cubicBezTo>
                        <a:pt x="308" y="49"/>
                        <a:pt x="306" y="48"/>
                        <a:pt x="303" y="49"/>
                      </a:cubicBezTo>
                      <a:cubicBezTo>
                        <a:pt x="293" y="49"/>
                        <a:pt x="283" y="49"/>
                        <a:pt x="272" y="49"/>
                      </a:cubicBezTo>
                      <a:cubicBezTo>
                        <a:pt x="250" y="49"/>
                        <a:pt x="226" y="49"/>
                        <a:pt x="200" y="49"/>
                      </a:cubicBezTo>
                      <a:lnTo>
                        <a:pt x="180" y="49"/>
                      </a:lnTo>
                      <a:cubicBezTo>
                        <a:pt x="179" y="49"/>
                        <a:pt x="177" y="49"/>
                        <a:pt x="175" y="49"/>
                      </a:cubicBezTo>
                      <a:cubicBezTo>
                        <a:pt x="174" y="49"/>
                        <a:pt x="172" y="49"/>
                        <a:pt x="170" y="48"/>
                      </a:cubicBezTo>
                      <a:cubicBezTo>
                        <a:pt x="167" y="47"/>
                        <a:pt x="164" y="45"/>
                        <a:pt x="161" y="43"/>
                      </a:cubicBezTo>
                      <a:cubicBezTo>
                        <a:pt x="159" y="40"/>
                        <a:pt x="158" y="37"/>
                        <a:pt x="157" y="33"/>
                      </a:cubicBezTo>
                      <a:cubicBezTo>
                        <a:pt x="157" y="31"/>
                        <a:pt x="157" y="30"/>
                        <a:pt x="157" y="28"/>
                      </a:cubicBezTo>
                      <a:cubicBezTo>
                        <a:pt x="157" y="26"/>
                        <a:pt x="157" y="24"/>
                        <a:pt x="157" y="22"/>
                      </a:cubicBezTo>
                      <a:cubicBezTo>
                        <a:pt x="157" y="19"/>
                        <a:pt x="157" y="15"/>
                        <a:pt x="156" y="12"/>
                      </a:cubicBezTo>
                      <a:cubicBezTo>
                        <a:pt x="155" y="9"/>
                        <a:pt x="152" y="6"/>
                        <a:pt x="150" y="4"/>
                      </a:cubicBezTo>
                      <a:cubicBezTo>
                        <a:pt x="147" y="2"/>
                        <a:pt x="143" y="1"/>
                        <a:pt x="139" y="1"/>
                      </a:cubicBezTo>
                      <a:lnTo>
                        <a:pt x="106" y="1"/>
                      </a:lnTo>
                      <a:cubicBezTo>
                        <a:pt x="90" y="1"/>
                        <a:pt x="74" y="1"/>
                        <a:pt x="58" y="1"/>
                      </a:cubicBezTo>
                      <a:cubicBezTo>
                        <a:pt x="50" y="1"/>
                        <a:pt x="42" y="2"/>
                        <a:pt x="34" y="6"/>
                      </a:cubicBezTo>
                      <a:cubicBezTo>
                        <a:pt x="27" y="9"/>
                        <a:pt x="20" y="14"/>
                        <a:pt x="15" y="20"/>
                      </a:cubicBezTo>
                      <a:cubicBezTo>
                        <a:pt x="9" y="27"/>
                        <a:pt x="5" y="35"/>
                        <a:pt x="4" y="43"/>
                      </a:cubicBezTo>
                      <a:cubicBezTo>
                        <a:pt x="3" y="45"/>
                        <a:pt x="3" y="47"/>
                        <a:pt x="2" y="49"/>
                      </a:cubicBezTo>
                      <a:cubicBezTo>
                        <a:pt x="2" y="51"/>
                        <a:pt x="2" y="54"/>
                        <a:pt x="2" y="56"/>
                      </a:cubicBezTo>
                      <a:cubicBezTo>
                        <a:pt x="2" y="60"/>
                        <a:pt x="2" y="65"/>
                        <a:pt x="2" y="69"/>
                      </a:cubicBezTo>
                      <a:cubicBezTo>
                        <a:pt x="2" y="104"/>
                        <a:pt x="2" y="141"/>
                        <a:pt x="2" y="179"/>
                      </a:cubicBezTo>
                      <a:cubicBezTo>
                        <a:pt x="2" y="255"/>
                        <a:pt x="2" y="337"/>
                        <a:pt x="2" y="422"/>
                      </a:cubicBezTo>
                      <a:cubicBezTo>
                        <a:pt x="2" y="508"/>
                        <a:pt x="2" y="598"/>
                        <a:pt x="2" y="691"/>
                      </a:cubicBezTo>
                      <a:cubicBezTo>
                        <a:pt x="2" y="738"/>
                        <a:pt x="2" y="785"/>
                        <a:pt x="2" y="833"/>
                      </a:cubicBezTo>
                      <a:cubicBezTo>
                        <a:pt x="2" y="857"/>
                        <a:pt x="2" y="882"/>
                        <a:pt x="2" y="906"/>
                      </a:cubicBezTo>
                      <a:cubicBezTo>
                        <a:pt x="2" y="912"/>
                        <a:pt x="2" y="918"/>
                        <a:pt x="2" y="924"/>
                      </a:cubicBezTo>
                      <a:cubicBezTo>
                        <a:pt x="2" y="930"/>
                        <a:pt x="2" y="936"/>
                        <a:pt x="4" y="942"/>
                      </a:cubicBezTo>
                      <a:cubicBezTo>
                        <a:pt x="8" y="954"/>
                        <a:pt x="15" y="964"/>
                        <a:pt x="25" y="971"/>
                      </a:cubicBezTo>
                      <a:cubicBezTo>
                        <a:pt x="35" y="978"/>
                        <a:pt x="48" y="981"/>
                        <a:pt x="60" y="981"/>
                      </a:cubicBezTo>
                      <a:cubicBezTo>
                        <a:pt x="72" y="981"/>
                        <a:pt x="84" y="981"/>
                        <a:pt x="96" y="981"/>
                      </a:cubicBezTo>
                      <a:cubicBezTo>
                        <a:pt x="121" y="981"/>
                        <a:pt x="145" y="981"/>
                        <a:pt x="169" y="981"/>
                      </a:cubicBezTo>
                      <a:cubicBezTo>
                        <a:pt x="217" y="981"/>
                        <a:pt x="265" y="981"/>
                        <a:pt x="311" y="981"/>
                      </a:cubicBezTo>
                      <a:cubicBezTo>
                        <a:pt x="335" y="981"/>
                        <a:pt x="358" y="981"/>
                        <a:pt x="381" y="981"/>
                      </a:cubicBezTo>
                      <a:cubicBezTo>
                        <a:pt x="392" y="981"/>
                        <a:pt x="403" y="981"/>
                        <a:pt x="415" y="981"/>
                      </a:cubicBezTo>
                      <a:cubicBezTo>
                        <a:pt x="426" y="980"/>
                        <a:pt x="437" y="976"/>
                        <a:pt x="445" y="969"/>
                      </a:cubicBezTo>
                      <a:cubicBezTo>
                        <a:pt x="449" y="965"/>
                        <a:pt x="453" y="961"/>
                        <a:pt x="456" y="957"/>
                      </a:cubicBezTo>
                      <a:cubicBezTo>
                        <a:pt x="459" y="952"/>
                        <a:pt x="461" y="947"/>
                        <a:pt x="463" y="942"/>
                      </a:cubicBezTo>
                      <a:cubicBezTo>
                        <a:pt x="465" y="936"/>
                        <a:pt x="465" y="931"/>
                        <a:pt x="465" y="925"/>
                      </a:cubicBezTo>
                      <a:cubicBezTo>
                        <a:pt x="465" y="920"/>
                        <a:pt x="465" y="914"/>
                        <a:pt x="465" y="909"/>
                      </a:cubicBezTo>
                      <a:cubicBezTo>
                        <a:pt x="465" y="887"/>
                        <a:pt x="465" y="865"/>
                        <a:pt x="465" y="844"/>
                      </a:cubicBezTo>
                      <a:cubicBezTo>
                        <a:pt x="465" y="673"/>
                        <a:pt x="465" y="519"/>
                        <a:pt x="465" y="389"/>
                      </a:cubicBezTo>
                      <a:cubicBezTo>
                        <a:pt x="465" y="259"/>
                        <a:pt x="466" y="155"/>
                        <a:pt x="466" y="82"/>
                      </a:cubicBezTo>
                      <a:cubicBezTo>
                        <a:pt x="466" y="73"/>
                        <a:pt x="466" y="65"/>
                        <a:pt x="466" y="57"/>
                      </a:cubicBezTo>
                      <a:cubicBezTo>
                        <a:pt x="466" y="49"/>
                        <a:pt x="464" y="41"/>
                        <a:pt x="462" y="35"/>
                      </a:cubicBezTo>
                      <a:cubicBezTo>
                        <a:pt x="459" y="28"/>
                        <a:pt x="455" y="23"/>
                        <a:pt x="451" y="18"/>
                      </a:cubicBezTo>
                      <a:cubicBezTo>
                        <a:pt x="448" y="14"/>
                        <a:pt x="443" y="11"/>
                        <a:pt x="439" y="8"/>
                      </a:cubicBezTo>
                      <a:cubicBezTo>
                        <a:pt x="431" y="4"/>
                        <a:pt x="424" y="2"/>
                        <a:pt x="419" y="1"/>
                      </a:cubicBezTo>
                      <a:cubicBezTo>
                        <a:pt x="417" y="1"/>
                        <a:pt x="415" y="1"/>
                        <a:pt x="413" y="1"/>
                      </a:cubicBezTo>
                      <a:cubicBezTo>
                        <a:pt x="412" y="1"/>
                        <a:pt x="412" y="1"/>
                        <a:pt x="412" y="1"/>
                      </a:cubicBezTo>
                      <a:lnTo>
                        <a:pt x="411" y="1"/>
                      </a:lnTo>
                      <a:close/>
                    </a:path>
                  </a:pathLst>
                </a:custGeom>
                <a:solidFill>
                  <a:schemeClr val="dk1"/>
                </a:solidFill>
                <a:ln cap="flat" cmpd="sng" w="9525">
                  <a:solidFill>
                    <a:schemeClr val="dk1"/>
                  </a:solidFill>
                  <a:prstDash val="solid"/>
                  <a:round/>
                  <a:headEnd len="sm" w="sm" type="none"/>
                  <a:tailEnd len="sm" w="sm" type="none"/>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68" name="Google Shape;1968;p45"/>
                <p:cNvSpPr/>
                <p:nvPr/>
              </p:nvSpPr>
              <p:spPr>
                <a:xfrm>
                  <a:off x="3309241" y="1512917"/>
                  <a:ext cx="82440" cy="2061"/>
                </a:xfrm>
                <a:custGeom>
                  <a:rect b="b" l="l" r="r" t="t"/>
                  <a:pathLst>
                    <a:path extrusionOk="0" h="1" w="40">
                      <a:moveTo>
                        <a:pt x="40" y="0"/>
                      </a:moveTo>
                      <a:cubicBezTo>
                        <a:pt x="40" y="0"/>
                        <a:pt x="31" y="0"/>
                        <a:pt x="20" y="1"/>
                      </a:cubicBezTo>
                      <a:cubicBezTo>
                        <a:pt x="9" y="1"/>
                        <a:pt x="0" y="1"/>
                        <a:pt x="0" y="0"/>
                      </a:cubicBezTo>
                      <a:cubicBezTo>
                        <a:pt x="0" y="0"/>
                        <a:pt x="9" y="0"/>
                        <a:pt x="20" y="0"/>
                      </a:cubicBezTo>
                      <a:cubicBezTo>
                        <a:pt x="31" y="0"/>
                        <a:pt x="40" y="0"/>
                        <a:pt x="40"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69" name="Google Shape;1969;p45"/>
                <p:cNvSpPr/>
                <p:nvPr/>
              </p:nvSpPr>
              <p:spPr>
                <a:xfrm>
                  <a:off x="3309241" y="1533527"/>
                  <a:ext cx="82440" cy="2061"/>
                </a:xfrm>
                <a:custGeom>
                  <a:rect b="b" l="l" r="r" t="t"/>
                  <a:pathLst>
                    <a:path extrusionOk="0" h="1" w="40">
                      <a:moveTo>
                        <a:pt x="40" y="0"/>
                      </a:moveTo>
                      <a:cubicBezTo>
                        <a:pt x="40" y="0"/>
                        <a:pt x="31" y="1"/>
                        <a:pt x="20" y="1"/>
                      </a:cubicBezTo>
                      <a:cubicBezTo>
                        <a:pt x="9" y="1"/>
                        <a:pt x="0" y="1"/>
                        <a:pt x="0" y="1"/>
                      </a:cubicBezTo>
                      <a:cubicBezTo>
                        <a:pt x="0" y="0"/>
                        <a:pt x="9" y="0"/>
                        <a:pt x="20" y="0"/>
                      </a:cubicBezTo>
                      <a:cubicBezTo>
                        <a:pt x="31" y="0"/>
                        <a:pt x="40" y="0"/>
                        <a:pt x="40"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70" name="Google Shape;1970;p45"/>
                <p:cNvSpPr/>
                <p:nvPr/>
              </p:nvSpPr>
              <p:spPr>
                <a:xfrm>
                  <a:off x="3309241" y="1554137"/>
                  <a:ext cx="82440" cy="2061"/>
                </a:xfrm>
                <a:custGeom>
                  <a:rect b="b" l="l" r="r" t="t"/>
                  <a:pathLst>
                    <a:path extrusionOk="0" h="1" w="40">
                      <a:moveTo>
                        <a:pt x="40" y="1"/>
                      </a:moveTo>
                      <a:cubicBezTo>
                        <a:pt x="40" y="1"/>
                        <a:pt x="31" y="1"/>
                        <a:pt x="20" y="1"/>
                      </a:cubicBezTo>
                      <a:cubicBezTo>
                        <a:pt x="9" y="1"/>
                        <a:pt x="0" y="1"/>
                        <a:pt x="0" y="1"/>
                      </a:cubicBezTo>
                      <a:cubicBezTo>
                        <a:pt x="0" y="1"/>
                        <a:pt x="9" y="0"/>
                        <a:pt x="20" y="0"/>
                      </a:cubicBezTo>
                      <a:cubicBezTo>
                        <a:pt x="31" y="0"/>
                        <a:pt x="40" y="0"/>
                        <a:pt x="40" y="1"/>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71" name="Google Shape;1971;p45"/>
                <p:cNvSpPr/>
                <p:nvPr/>
              </p:nvSpPr>
              <p:spPr>
                <a:xfrm>
                  <a:off x="2637356" y="1510856"/>
                  <a:ext cx="68013" cy="68013"/>
                </a:xfrm>
                <a:custGeom>
                  <a:rect b="b" l="l" r="r" t="t"/>
                  <a:pathLst>
                    <a:path extrusionOk="0" h="33" w="33">
                      <a:moveTo>
                        <a:pt x="1" y="33"/>
                      </a:moveTo>
                      <a:lnTo>
                        <a:pt x="2" y="33"/>
                      </a:lnTo>
                      <a:cubicBezTo>
                        <a:pt x="2" y="33"/>
                        <a:pt x="3" y="33"/>
                        <a:pt x="4" y="33"/>
                      </a:cubicBezTo>
                      <a:cubicBezTo>
                        <a:pt x="6" y="33"/>
                        <a:pt x="9" y="33"/>
                        <a:pt x="13" y="33"/>
                      </a:cubicBezTo>
                      <a:lnTo>
                        <a:pt x="12" y="33"/>
                      </a:lnTo>
                      <a:cubicBezTo>
                        <a:pt x="12" y="31"/>
                        <a:pt x="12" y="29"/>
                        <a:pt x="12" y="27"/>
                      </a:cubicBezTo>
                      <a:cubicBezTo>
                        <a:pt x="12" y="26"/>
                        <a:pt x="12" y="25"/>
                        <a:pt x="12" y="23"/>
                      </a:cubicBezTo>
                      <a:cubicBezTo>
                        <a:pt x="12" y="22"/>
                        <a:pt x="14" y="21"/>
                        <a:pt x="15" y="21"/>
                      </a:cubicBezTo>
                      <a:cubicBezTo>
                        <a:pt x="16" y="21"/>
                        <a:pt x="18" y="21"/>
                        <a:pt x="19" y="21"/>
                      </a:cubicBezTo>
                      <a:cubicBezTo>
                        <a:pt x="21" y="21"/>
                        <a:pt x="22" y="23"/>
                        <a:pt x="22" y="24"/>
                      </a:cubicBezTo>
                      <a:cubicBezTo>
                        <a:pt x="22" y="27"/>
                        <a:pt x="22" y="30"/>
                        <a:pt x="22" y="33"/>
                      </a:cubicBezTo>
                      <a:lnTo>
                        <a:pt x="22" y="33"/>
                      </a:lnTo>
                      <a:cubicBezTo>
                        <a:pt x="25" y="33"/>
                        <a:pt x="29" y="33"/>
                        <a:pt x="32" y="33"/>
                      </a:cubicBezTo>
                      <a:lnTo>
                        <a:pt x="32" y="33"/>
                      </a:lnTo>
                      <a:cubicBezTo>
                        <a:pt x="32" y="29"/>
                        <a:pt x="32" y="24"/>
                        <a:pt x="32" y="20"/>
                      </a:cubicBezTo>
                      <a:cubicBezTo>
                        <a:pt x="32" y="18"/>
                        <a:pt x="32" y="17"/>
                        <a:pt x="32" y="16"/>
                      </a:cubicBezTo>
                      <a:cubicBezTo>
                        <a:pt x="32" y="15"/>
                        <a:pt x="31" y="14"/>
                        <a:pt x="30" y="14"/>
                      </a:cubicBezTo>
                      <a:cubicBezTo>
                        <a:pt x="29" y="12"/>
                        <a:pt x="27" y="11"/>
                        <a:pt x="26" y="9"/>
                      </a:cubicBezTo>
                      <a:cubicBezTo>
                        <a:pt x="24" y="8"/>
                        <a:pt x="23" y="6"/>
                        <a:pt x="21" y="4"/>
                      </a:cubicBezTo>
                      <a:cubicBezTo>
                        <a:pt x="20" y="4"/>
                        <a:pt x="20" y="3"/>
                        <a:pt x="19" y="2"/>
                      </a:cubicBezTo>
                      <a:cubicBezTo>
                        <a:pt x="18" y="1"/>
                        <a:pt x="18" y="1"/>
                        <a:pt x="17" y="1"/>
                      </a:cubicBezTo>
                      <a:cubicBezTo>
                        <a:pt x="16" y="0"/>
                        <a:pt x="15" y="1"/>
                        <a:pt x="14" y="1"/>
                      </a:cubicBezTo>
                      <a:cubicBezTo>
                        <a:pt x="14" y="2"/>
                        <a:pt x="13" y="2"/>
                        <a:pt x="12" y="3"/>
                      </a:cubicBezTo>
                      <a:cubicBezTo>
                        <a:pt x="11" y="4"/>
                        <a:pt x="10" y="6"/>
                        <a:pt x="8" y="7"/>
                      </a:cubicBezTo>
                      <a:cubicBezTo>
                        <a:pt x="6" y="9"/>
                        <a:pt x="3" y="12"/>
                        <a:pt x="1" y="14"/>
                      </a:cubicBezTo>
                      <a:cubicBezTo>
                        <a:pt x="1" y="15"/>
                        <a:pt x="1" y="17"/>
                        <a:pt x="1" y="18"/>
                      </a:cubicBezTo>
                      <a:cubicBezTo>
                        <a:pt x="1" y="19"/>
                        <a:pt x="1" y="21"/>
                        <a:pt x="1" y="22"/>
                      </a:cubicBezTo>
                      <a:cubicBezTo>
                        <a:pt x="1" y="24"/>
                        <a:pt x="1" y="26"/>
                        <a:pt x="1" y="28"/>
                      </a:cubicBezTo>
                      <a:cubicBezTo>
                        <a:pt x="1" y="29"/>
                        <a:pt x="1" y="31"/>
                        <a:pt x="1" y="32"/>
                      </a:cubicBezTo>
                      <a:cubicBezTo>
                        <a:pt x="1" y="33"/>
                        <a:pt x="1" y="33"/>
                        <a:pt x="1" y="33"/>
                      </a:cubicBezTo>
                      <a:lnTo>
                        <a:pt x="1" y="32"/>
                      </a:lnTo>
                      <a:cubicBezTo>
                        <a:pt x="1" y="31"/>
                        <a:pt x="1" y="30"/>
                        <a:pt x="1" y="28"/>
                      </a:cubicBezTo>
                      <a:lnTo>
                        <a:pt x="1" y="22"/>
                      </a:lnTo>
                      <a:lnTo>
                        <a:pt x="1" y="18"/>
                      </a:lnTo>
                      <a:cubicBezTo>
                        <a:pt x="1" y="17"/>
                        <a:pt x="1" y="17"/>
                        <a:pt x="0" y="16"/>
                      </a:cubicBezTo>
                      <a:cubicBezTo>
                        <a:pt x="0" y="15"/>
                        <a:pt x="1" y="14"/>
                        <a:pt x="1" y="14"/>
                      </a:cubicBezTo>
                      <a:cubicBezTo>
                        <a:pt x="3" y="11"/>
                        <a:pt x="5" y="9"/>
                        <a:pt x="8" y="6"/>
                      </a:cubicBezTo>
                      <a:cubicBezTo>
                        <a:pt x="9" y="5"/>
                        <a:pt x="10" y="4"/>
                        <a:pt x="12" y="2"/>
                      </a:cubicBezTo>
                      <a:cubicBezTo>
                        <a:pt x="12" y="2"/>
                        <a:pt x="13" y="1"/>
                        <a:pt x="14" y="0"/>
                      </a:cubicBezTo>
                      <a:cubicBezTo>
                        <a:pt x="15" y="0"/>
                        <a:pt x="16" y="-1"/>
                        <a:pt x="17" y="0"/>
                      </a:cubicBezTo>
                      <a:cubicBezTo>
                        <a:pt x="18" y="0"/>
                        <a:pt x="19" y="1"/>
                        <a:pt x="20" y="2"/>
                      </a:cubicBezTo>
                      <a:cubicBezTo>
                        <a:pt x="20" y="2"/>
                        <a:pt x="21" y="3"/>
                        <a:pt x="22" y="4"/>
                      </a:cubicBezTo>
                      <a:cubicBezTo>
                        <a:pt x="23" y="5"/>
                        <a:pt x="25" y="7"/>
                        <a:pt x="26" y="8"/>
                      </a:cubicBezTo>
                      <a:cubicBezTo>
                        <a:pt x="28" y="10"/>
                        <a:pt x="29" y="11"/>
                        <a:pt x="31" y="13"/>
                      </a:cubicBezTo>
                      <a:lnTo>
                        <a:pt x="32" y="14"/>
                      </a:lnTo>
                      <a:cubicBezTo>
                        <a:pt x="33" y="15"/>
                        <a:pt x="33" y="15"/>
                        <a:pt x="33" y="16"/>
                      </a:cubicBezTo>
                      <a:cubicBezTo>
                        <a:pt x="33" y="17"/>
                        <a:pt x="33" y="18"/>
                        <a:pt x="33" y="19"/>
                      </a:cubicBezTo>
                      <a:cubicBezTo>
                        <a:pt x="33" y="24"/>
                        <a:pt x="33" y="29"/>
                        <a:pt x="33" y="33"/>
                      </a:cubicBezTo>
                      <a:lnTo>
                        <a:pt x="33" y="33"/>
                      </a:lnTo>
                      <a:lnTo>
                        <a:pt x="33" y="33"/>
                      </a:lnTo>
                      <a:cubicBezTo>
                        <a:pt x="29" y="33"/>
                        <a:pt x="25" y="33"/>
                        <a:pt x="22" y="33"/>
                      </a:cubicBezTo>
                      <a:lnTo>
                        <a:pt x="21" y="33"/>
                      </a:lnTo>
                      <a:lnTo>
                        <a:pt x="21" y="33"/>
                      </a:lnTo>
                      <a:cubicBezTo>
                        <a:pt x="21" y="30"/>
                        <a:pt x="21" y="27"/>
                        <a:pt x="21" y="24"/>
                      </a:cubicBezTo>
                      <a:cubicBezTo>
                        <a:pt x="21" y="23"/>
                        <a:pt x="20" y="21"/>
                        <a:pt x="19" y="21"/>
                      </a:cubicBezTo>
                      <a:cubicBezTo>
                        <a:pt x="18" y="21"/>
                        <a:pt x="16" y="21"/>
                        <a:pt x="15" y="21"/>
                      </a:cubicBezTo>
                      <a:cubicBezTo>
                        <a:pt x="14" y="21"/>
                        <a:pt x="13" y="22"/>
                        <a:pt x="13" y="23"/>
                      </a:cubicBezTo>
                      <a:cubicBezTo>
                        <a:pt x="13" y="25"/>
                        <a:pt x="13" y="26"/>
                        <a:pt x="13" y="27"/>
                      </a:cubicBezTo>
                      <a:cubicBezTo>
                        <a:pt x="13" y="29"/>
                        <a:pt x="13" y="31"/>
                        <a:pt x="13" y="33"/>
                      </a:cubicBezTo>
                      <a:lnTo>
                        <a:pt x="13" y="33"/>
                      </a:lnTo>
                      <a:lnTo>
                        <a:pt x="13" y="33"/>
                      </a:lnTo>
                      <a:cubicBezTo>
                        <a:pt x="9" y="33"/>
                        <a:pt x="6" y="33"/>
                        <a:pt x="4" y="33"/>
                      </a:cubicBezTo>
                      <a:cubicBezTo>
                        <a:pt x="3" y="33"/>
                        <a:pt x="2" y="33"/>
                        <a:pt x="2" y="33"/>
                      </a:cubicBezTo>
                      <a:cubicBezTo>
                        <a:pt x="1" y="33"/>
                        <a:pt x="1" y="33"/>
                        <a:pt x="1" y="33"/>
                      </a:cubicBezTo>
                      <a:close/>
                    </a:path>
                  </a:pathLst>
                </a:custGeom>
                <a:solidFill>
                  <a:srgbClr val="263238"/>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72" name="Google Shape;1972;p45"/>
                <p:cNvSpPr/>
                <p:nvPr/>
              </p:nvSpPr>
              <p:spPr>
                <a:xfrm>
                  <a:off x="2682698" y="2283732"/>
                  <a:ext cx="630664" cy="129843"/>
                </a:xfrm>
                <a:custGeom>
                  <a:rect b="b" l="l" r="r" t="t"/>
                  <a:pathLst>
                    <a:path extrusionOk="0" h="63" w="306">
                      <a:moveTo>
                        <a:pt x="0" y="0"/>
                      </a:moveTo>
                      <a:lnTo>
                        <a:pt x="306" y="0"/>
                      </a:lnTo>
                      <a:lnTo>
                        <a:pt x="306" y="63"/>
                      </a:lnTo>
                      <a:lnTo>
                        <a:pt x="0" y="63"/>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73" name="Google Shape;1973;p45"/>
                <p:cNvSpPr/>
                <p:nvPr/>
              </p:nvSpPr>
              <p:spPr>
                <a:xfrm>
                  <a:off x="2682698" y="2471284"/>
                  <a:ext cx="630664" cy="129843"/>
                </a:xfrm>
                <a:custGeom>
                  <a:rect b="b" l="l" r="r" t="t"/>
                  <a:pathLst>
                    <a:path extrusionOk="0" h="63" w="306">
                      <a:moveTo>
                        <a:pt x="0" y="0"/>
                      </a:moveTo>
                      <a:lnTo>
                        <a:pt x="306" y="0"/>
                      </a:lnTo>
                      <a:lnTo>
                        <a:pt x="306" y="63"/>
                      </a:lnTo>
                      <a:lnTo>
                        <a:pt x="0" y="63"/>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74" name="Google Shape;1974;p45"/>
                <p:cNvSpPr/>
                <p:nvPr/>
              </p:nvSpPr>
              <p:spPr>
                <a:xfrm>
                  <a:off x="2779565" y="2726848"/>
                  <a:ext cx="447235" cy="129843"/>
                </a:xfrm>
                <a:custGeom>
                  <a:rect b="b" l="l" r="r" t="t"/>
                  <a:pathLst>
                    <a:path extrusionOk="0" h="63" w="217">
                      <a:moveTo>
                        <a:pt x="185" y="63"/>
                      </a:moveTo>
                      <a:lnTo>
                        <a:pt x="32" y="63"/>
                      </a:lnTo>
                      <a:cubicBezTo>
                        <a:pt x="14" y="63"/>
                        <a:pt x="0" y="49"/>
                        <a:pt x="0" y="32"/>
                      </a:cubicBezTo>
                      <a:lnTo>
                        <a:pt x="0" y="32"/>
                      </a:lnTo>
                      <a:cubicBezTo>
                        <a:pt x="0" y="14"/>
                        <a:pt x="14" y="0"/>
                        <a:pt x="32" y="0"/>
                      </a:cubicBezTo>
                      <a:lnTo>
                        <a:pt x="185" y="0"/>
                      </a:lnTo>
                      <a:cubicBezTo>
                        <a:pt x="203" y="0"/>
                        <a:pt x="217" y="14"/>
                        <a:pt x="217" y="32"/>
                      </a:cubicBezTo>
                      <a:lnTo>
                        <a:pt x="217" y="32"/>
                      </a:lnTo>
                      <a:cubicBezTo>
                        <a:pt x="217" y="49"/>
                        <a:pt x="203" y="63"/>
                        <a:pt x="185" y="63"/>
                      </a:cubicBezTo>
                      <a:close/>
                    </a:path>
                  </a:pathLst>
                </a:custGeom>
                <a:solidFill>
                  <a:schemeClr val="dk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75" name="Google Shape;1975;p45"/>
                <p:cNvSpPr/>
                <p:nvPr/>
              </p:nvSpPr>
              <p:spPr>
                <a:xfrm>
                  <a:off x="2804297" y="1953972"/>
                  <a:ext cx="395711" cy="10305"/>
                </a:xfrm>
                <a:custGeom>
                  <a:rect b="b" l="l" r="r" t="t"/>
                  <a:pathLst>
                    <a:path extrusionOk="0" h="5" w="192">
                      <a:moveTo>
                        <a:pt x="192" y="3"/>
                      </a:moveTo>
                      <a:cubicBezTo>
                        <a:pt x="192" y="4"/>
                        <a:pt x="149" y="5"/>
                        <a:pt x="96" y="5"/>
                      </a:cubicBezTo>
                      <a:cubicBezTo>
                        <a:pt x="43" y="5"/>
                        <a:pt x="0" y="5"/>
                        <a:pt x="0" y="3"/>
                      </a:cubicBezTo>
                      <a:cubicBezTo>
                        <a:pt x="0" y="2"/>
                        <a:pt x="43" y="0"/>
                        <a:pt x="96" y="0"/>
                      </a:cubicBezTo>
                      <a:cubicBezTo>
                        <a:pt x="149" y="0"/>
                        <a:pt x="192" y="1"/>
                        <a:pt x="192" y="3"/>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76" name="Google Shape;1976;p45"/>
                <p:cNvSpPr/>
                <p:nvPr/>
              </p:nvSpPr>
              <p:spPr>
                <a:xfrm>
                  <a:off x="1755249" y="663783"/>
                  <a:ext cx="1065533" cy="2252676"/>
                </a:xfrm>
                <a:custGeom>
                  <a:rect b="b" l="l" r="r" t="t"/>
                  <a:pathLst>
                    <a:path extrusionOk="0" h="1093" w="517">
                      <a:moveTo>
                        <a:pt x="424" y="0"/>
                      </a:moveTo>
                      <a:cubicBezTo>
                        <a:pt x="413" y="0"/>
                        <a:pt x="400" y="0"/>
                        <a:pt x="385" y="0"/>
                      </a:cubicBezTo>
                      <a:cubicBezTo>
                        <a:pt x="381" y="0"/>
                        <a:pt x="377" y="0"/>
                        <a:pt x="373" y="2"/>
                      </a:cubicBezTo>
                      <a:cubicBezTo>
                        <a:pt x="369" y="3"/>
                        <a:pt x="366" y="6"/>
                        <a:pt x="364" y="10"/>
                      </a:cubicBezTo>
                      <a:cubicBezTo>
                        <a:pt x="363" y="12"/>
                        <a:pt x="361" y="14"/>
                        <a:pt x="361" y="16"/>
                      </a:cubicBezTo>
                      <a:cubicBezTo>
                        <a:pt x="360" y="18"/>
                        <a:pt x="361" y="21"/>
                        <a:pt x="361" y="23"/>
                      </a:cubicBezTo>
                      <a:cubicBezTo>
                        <a:pt x="361" y="26"/>
                        <a:pt x="361" y="28"/>
                        <a:pt x="361" y="30"/>
                      </a:cubicBezTo>
                      <a:cubicBezTo>
                        <a:pt x="361" y="33"/>
                        <a:pt x="361" y="35"/>
                        <a:pt x="361" y="38"/>
                      </a:cubicBezTo>
                      <a:cubicBezTo>
                        <a:pt x="360" y="43"/>
                        <a:pt x="357" y="48"/>
                        <a:pt x="352" y="51"/>
                      </a:cubicBezTo>
                      <a:cubicBezTo>
                        <a:pt x="350" y="52"/>
                        <a:pt x="347" y="53"/>
                        <a:pt x="344" y="53"/>
                      </a:cubicBezTo>
                      <a:cubicBezTo>
                        <a:pt x="341" y="54"/>
                        <a:pt x="339" y="53"/>
                        <a:pt x="336" y="53"/>
                      </a:cubicBezTo>
                      <a:cubicBezTo>
                        <a:pt x="325" y="53"/>
                        <a:pt x="313" y="53"/>
                        <a:pt x="301" y="53"/>
                      </a:cubicBezTo>
                      <a:cubicBezTo>
                        <a:pt x="276" y="53"/>
                        <a:pt x="249" y="53"/>
                        <a:pt x="221" y="53"/>
                      </a:cubicBezTo>
                      <a:cubicBezTo>
                        <a:pt x="213" y="53"/>
                        <a:pt x="206" y="53"/>
                        <a:pt x="199" y="53"/>
                      </a:cubicBezTo>
                      <a:cubicBezTo>
                        <a:pt x="197" y="53"/>
                        <a:pt x="195" y="53"/>
                        <a:pt x="193" y="53"/>
                      </a:cubicBezTo>
                      <a:cubicBezTo>
                        <a:pt x="191" y="53"/>
                        <a:pt x="189" y="53"/>
                        <a:pt x="187" y="53"/>
                      </a:cubicBezTo>
                      <a:cubicBezTo>
                        <a:pt x="184" y="52"/>
                        <a:pt x="180" y="50"/>
                        <a:pt x="178" y="47"/>
                      </a:cubicBezTo>
                      <a:cubicBezTo>
                        <a:pt x="175" y="44"/>
                        <a:pt x="173" y="40"/>
                        <a:pt x="173" y="36"/>
                      </a:cubicBezTo>
                      <a:cubicBezTo>
                        <a:pt x="173" y="34"/>
                        <a:pt x="173" y="32"/>
                        <a:pt x="173" y="30"/>
                      </a:cubicBezTo>
                      <a:cubicBezTo>
                        <a:pt x="173" y="28"/>
                        <a:pt x="173" y="26"/>
                        <a:pt x="173" y="24"/>
                      </a:cubicBezTo>
                      <a:cubicBezTo>
                        <a:pt x="173" y="20"/>
                        <a:pt x="173" y="16"/>
                        <a:pt x="172" y="13"/>
                      </a:cubicBezTo>
                      <a:cubicBezTo>
                        <a:pt x="170" y="9"/>
                        <a:pt x="168" y="6"/>
                        <a:pt x="164" y="3"/>
                      </a:cubicBezTo>
                      <a:cubicBezTo>
                        <a:pt x="161" y="1"/>
                        <a:pt x="157" y="0"/>
                        <a:pt x="153" y="0"/>
                      </a:cubicBezTo>
                      <a:lnTo>
                        <a:pt x="141" y="0"/>
                      </a:lnTo>
                      <a:cubicBezTo>
                        <a:pt x="132" y="0"/>
                        <a:pt x="124" y="0"/>
                        <a:pt x="115" y="0"/>
                      </a:cubicBezTo>
                      <a:cubicBezTo>
                        <a:pt x="98" y="0"/>
                        <a:pt x="80" y="0"/>
                        <a:pt x="62" y="0"/>
                      </a:cubicBezTo>
                      <a:cubicBezTo>
                        <a:pt x="53" y="0"/>
                        <a:pt x="44" y="2"/>
                        <a:pt x="36" y="5"/>
                      </a:cubicBezTo>
                      <a:cubicBezTo>
                        <a:pt x="28" y="9"/>
                        <a:pt x="20" y="15"/>
                        <a:pt x="14" y="22"/>
                      </a:cubicBezTo>
                      <a:cubicBezTo>
                        <a:pt x="8" y="29"/>
                        <a:pt x="4" y="38"/>
                        <a:pt x="2" y="47"/>
                      </a:cubicBezTo>
                      <a:cubicBezTo>
                        <a:pt x="1" y="49"/>
                        <a:pt x="1" y="52"/>
                        <a:pt x="0" y="54"/>
                      </a:cubicBezTo>
                      <a:cubicBezTo>
                        <a:pt x="0" y="56"/>
                        <a:pt x="0" y="58"/>
                        <a:pt x="0" y="60"/>
                      </a:cubicBezTo>
                      <a:lnTo>
                        <a:pt x="0" y="454"/>
                      </a:lnTo>
                      <a:cubicBezTo>
                        <a:pt x="0" y="460"/>
                        <a:pt x="0" y="465"/>
                        <a:pt x="0" y="470"/>
                      </a:cubicBezTo>
                      <a:cubicBezTo>
                        <a:pt x="0" y="486"/>
                        <a:pt x="0" y="502"/>
                        <a:pt x="0" y="519"/>
                      </a:cubicBezTo>
                      <a:lnTo>
                        <a:pt x="0" y="1031"/>
                      </a:lnTo>
                      <a:cubicBezTo>
                        <a:pt x="0" y="1037"/>
                        <a:pt x="0" y="1044"/>
                        <a:pt x="2" y="1050"/>
                      </a:cubicBezTo>
                      <a:cubicBezTo>
                        <a:pt x="6" y="1063"/>
                        <a:pt x="15" y="1075"/>
                        <a:pt x="26" y="1082"/>
                      </a:cubicBezTo>
                      <a:cubicBezTo>
                        <a:pt x="37" y="1090"/>
                        <a:pt x="51" y="1094"/>
                        <a:pt x="64" y="1093"/>
                      </a:cubicBezTo>
                      <a:cubicBezTo>
                        <a:pt x="78" y="1093"/>
                        <a:pt x="92" y="1093"/>
                        <a:pt x="105" y="1093"/>
                      </a:cubicBezTo>
                      <a:cubicBezTo>
                        <a:pt x="132" y="1093"/>
                        <a:pt x="159" y="1093"/>
                        <a:pt x="186" y="1093"/>
                      </a:cubicBezTo>
                      <a:cubicBezTo>
                        <a:pt x="240" y="1093"/>
                        <a:pt x="293" y="1093"/>
                        <a:pt x="345" y="1093"/>
                      </a:cubicBezTo>
                      <a:cubicBezTo>
                        <a:pt x="371" y="1093"/>
                        <a:pt x="397" y="1093"/>
                        <a:pt x="422" y="1093"/>
                      </a:cubicBezTo>
                      <a:cubicBezTo>
                        <a:pt x="435" y="1093"/>
                        <a:pt x="447" y="1093"/>
                        <a:pt x="460" y="1093"/>
                      </a:cubicBezTo>
                      <a:cubicBezTo>
                        <a:pt x="472" y="1092"/>
                        <a:pt x="485" y="1087"/>
                        <a:pt x="494" y="1080"/>
                      </a:cubicBezTo>
                      <a:cubicBezTo>
                        <a:pt x="499" y="1076"/>
                        <a:pt x="502" y="1071"/>
                        <a:pt x="506" y="1066"/>
                      </a:cubicBezTo>
                      <a:cubicBezTo>
                        <a:pt x="509" y="1061"/>
                        <a:pt x="512" y="1055"/>
                        <a:pt x="514" y="1049"/>
                      </a:cubicBezTo>
                      <a:cubicBezTo>
                        <a:pt x="516" y="1044"/>
                        <a:pt x="516" y="1038"/>
                        <a:pt x="516" y="1031"/>
                      </a:cubicBezTo>
                      <a:cubicBezTo>
                        <a:pt x="516" y="1025"/>
                        <a:pt x="516" y="1019"/>
                        <a:pt x="516" y="1013"/>
                      </a:cubicBezTo>
                      <a:cubicBezTo>
                        <a:pt x="516" y="989"/>
                        <a:pt x="516" y="964"/>
                        <a:pt x="516" y="941"/>
                      </a:cubicBezTo>
                      <a:cubicBezTo>
                        <a:pt x="516" y="750"/>
                        <a:pt x="516" y="578"/>
                        <a:pt x="516" y="433"/>
                      </a:cubicBezTo>
                      <a:cubicBezTo>
                        <a:pt x="517" y="289"/>
                        <a:pt x="517" y="172"/>
                        <a:pt x="517" y="91"/>
                      </a:cubicBezTo>
                      <a:cubicBezTo>
                        <a:pt x="517" y="81"/>
                        <a:pt x="517" y="71"/>
                        <a:pt x="517" y="62"/>
                      </a:cubicBezTo>
                      <a:cubicBezTo>
                        <a:pt x="517" y="53"/>
                        <a:pt x="515" y="45"/>
                        <a:pt x="512" y="38"/>
                      </a:cubicBezTo>
                      <a:cubicBezTo>
                        <a:pt x="509" y="31"/>
                        <a:pt x="505" y="25"/>
                        <a:pt x="501" y="20"/>
                      </a:cubicBezTo>
                      <a:cubicBezTo>
                        <a:pt x="497" y="15"/>
                        <a:pt x="492" y="11"/>
                        <a:pt x="487" y="9"/>
                      </a:cubicBezTo>
                      <a:cubicBezTo>
                        <a:pt x="478" y="3"/>
                        <a:pt x="470" y="1"/>
                        <a:pt x="465" y="1"/>
                      </a:cubicBezTo>
                      <a:cubicBezTo>
                        <a:pt x="462" y="0"/>
                        <a:pt x="460" y="0"/>
                        <a:pt x="459" y="0"/>
                      </a:cubicBezTo>
                      <a:cubicBezTo>
                        <a:pt x="457" y="0"/>
                        <a:pt x="457" y="0"/>
                        <a:pt x="457" y="0"/>
                      </a:cubicBezTo>
                      <a:cubicBezTo>
                        <a:pt x="457" y="0"/>
                        <a:pt x="454" y="0"/>
                        <a:pt x="448" y="0"/>
                      </a:cubicBezTo>
                      <a:cubicBezTo>
                        <a:pt x="443" y="0"/>
                        <a:pt x="435" y="0"/>
                        <a:pt x="424" y="0"/>
                      </a:cubicBezTo>
                      <a:close/>
                    </a:path>
                  </a:pathLst>
                </a:custGeom>
                <a:solidFill>
                  <a:schemeClr val="lt1"/>
                </a:solidFill>
                <a:ln>
                  <a:noFill/>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77" name="Google Shape;1977;p45"/>
                <p:cNvSpPr/>
                <p:nvPr/>
              </p:nvSpPr>
              <p:spPr>
                <a:xfrm>
                  <a:off x="1753188" y="663783"/>
                  <a:ext cx="1069655" cy="2258859"/>
                </a:xfrm>
                <a:custGeom>
                  <a:rect b="b" l="l" r="r" t="t"/>
                  <a:pathLst>
                    <a:path extrusionOk="0" h="1096" w="519">
                      <a:moveTo>
                        <a:pt x="458" y="1"/>
                      </a:moveTo>
                      <a:cubicBezTo>
                        <a:pt x="458" y="1"/>
                        <a:pt x="459" y="1"/>
                        <a:pt x="460" y="1"/>
                      </a:cubicBezTo>
                      <a:cubicBezTo>
                        <a:pt x="461" y="1"/>
                        <a:pt x="463" y="1"/>
                        <a:pt x="466" y="1"/>
                      </a:cubicBezTo>
                      <a:cubicBezTo>
                        <a:pt x="472" y="2"/>
                        <a:pt x="480" y="4"/>
                        <a:pt x="489" y="9"/>
                      </a:cubicBezTo>
                      <a:cubicBezTo>
                        <a:pt x="494" y="12"/>
                        <a:pt x="498" y="16"/>
                        <a:pt x="503" y="20"/>
                      </a:cubicBezTo>
                      <a:cubicBezTo>
                        <a:pt x="507" y="25"/>
                        <a:pt x="511" y="31"/>
                        <a:pt x="514" y="38"/>
                      </a:cubicBezTo>
                      <a:cubicBezTo>
                        <a:pt x="517" y="46"/>
                        <a:pt x="519" y="54"/>
                        <a:pt x="519" y="63"/>
                      </a:cubicBezTo>
                      <a:cubicBezTo>
                        <a:pt x="519" y="72"/>
                        <a:pt x="519" y="82"/>
                        <a:pt x="519" y="92"/>
                      </a:cubicBezTo>
                      <a:cubicBezTo>
                        <a:pt x="519" y="173"/>
                        <a:pt x="519" y="289"/>
                        <a:pt x="519" y="434"/>
                      </a:cubicBezTo>
                      <a:cubicBezTo>
                        <a:pt x="519" y="578"/>
                        <a:pt x="519" y="750"/>
                        <a:pt x="519" y="941"/>
                      </a:cubicBezTo>
                      <a:cubicBezTo>
                        <a:pt x="519" y="965"/>
                        <a:pt x="519" y="989"/>
                        <a:pt x="519" y="1014"/>
                      </a:cubicBezTo>
                      <a:cubicBezTo>
                        <a:pt x="519" y="1020"/>
                        <a:pt x="519" y="1026"/>
                        <a:pt x="519" y="1032"/>
                      </a:cubicBezTo>
                      <a:cubicBezTo>
                        <a:pt x="519" y="1038"/>
                        <a:pt x="519" y="1045"/>
                        <a:pt x="517" y="1051"/>
                      </a:cubicBezTo>
                      <a:cubicBezTo>
                        <a:pt x="515" y="1057"/>
                        <a:pt x="513" y="1063"/>
                        <a:pt x="509" y="1068"/>
                      </a:cubicBezTo>
                      <a:cubicBezTo>
                        <a:pt x="506" y="1073"/>
                        <a:pt x="501" y="1078"/>
                        <a:pt x="496" y="1082"/>
                      </a:cubicBezTo>
                      <a:cubicBezTo>
                        <a:pt x="487" y="1090"/>
                        <a:pt x="474" y="1095"/>
                        <a:pt x="461" y="1095"/>
                      </a:cubicBezTo>
                      <a:cubicBezTo>
                        <a:pt x="449" y="1096"/>
                        <a:pt x="436" y="1095"/>
                        <a:pt x="423" y="1096"/>
                      </a:cubicBezTo>
                      <a:cubicBezTo>
                        <a:pt x="398" y="1096"/>
                        <a:pt x="372" y="1096"/>
                        <a:pt x="346" y="1096"/>
                      </a:cubicBezTo>
                      <a:cubicBezTo>
                        <a:pt x="294" y="1096"/>
                        <a:pt x="241" y="1096"/>
                        <a:pt x="188" y="1096"/>
                      </a:cubicBezTo>
                      <a:cubicBezTo>
                        <a:pt x="161" y="1096"/>
                        <a:pt x="134" y="1096"/>
                        <a:pt x="107" y="1096"/>
                      </a:cubicBezTo>
                      <a:cubicBezTo>
                        <a:pt x="93" y="1096"/>
                        <a:pt x="79" y="1096"/>
                        <a:pt x="66" y="1096"/>
                      </a:cubicBezTo>
                      <a:cubicBezTo>
                        <a:pt x="52" y="1096"/>
                        <a:pt x="38" y="1093"/>
                        <a:pt x="26" y="1085"/>
                      </a:cubicBezTo>
                      <a:cubicBezTo>
                        <a:pt x="15" y="1077"/>
                        <a:pt x="6" y="1065"/>
                        <a:pt x="2" y="1051"/>
                      </a:cubicBezTo>
                      <a:cubicBezTo>
                        <a:pt x="0" y="1045"/>
                        <a:pt x="0" y="1038"/>
                        <a:pt x="0" y="1031"/>
                      </a:cubicBezTo>
                      <a:cubicBezTo>
                        <a:pt x="0" y="1024"/>
                        <a:pt x="0" y="1017"/>
                        <a:pt x="0" y="1010"/>
                      </a:cubicBezTo>
                      <a:cubicBezTo>
                        <a:pt x="0" y="983"/>
                        <a:pt x="0" y="956"/>
                        <a:pt x="0" y="929"/>
                      </a:cubicBezTo>
                      <a:cubicBezTo>
                        <a:pt x="0" y="876"/>
                        <a:pt x="0" y="823"/>
                        <a:pt x="0" y="771"/>
                      </a:cubicBezTo>
                      <a:cubicBezTo>
                        <a:pt x="0" y="667"/>
                        <a:pt x="0" y="567"/>
                        <a:pt x="0" y="471"/>
                      </a:cubicBezTo>
                      <a:cubicBezTo>
                        <a:pt x="0" y="376"/>
                        <a:pt x="0" y="285"/>
                        <a:pt x="0" y="200"/>
                      </a:cubicBezTo>
                      <a:cubicBezTo>
                        <a:pt x="0" y="157"/>
                        <a:pt x="0" y="116"/>
                        <a:pt x="0" y="77"/>
                      </a:cubicBezTo>
                      <a:cubicBezTo>
                        <a:pt x="0" y="72"/>
                        <a:pt x="0" y="67"/>
                        <a:pt x="0" y="62"/>
                      </a:cubicBezTo>
                      <a:cubicBezTo>
                        <a:pt x="0" y="60"/>
                        <a:pt x="0" y="57"/>
                        <a:pt x="0" y="55"/>
                      </a:cubicBezTo>
                      <a:cubicBezTo>
                        <a:pt x="1" y="52"/>
                        <a:pt x="1" y="50"/>
                        <a:pt x="1" y="48"/>
                      </a:cubicBezTo>
                      <a:cubicBezTo>
                        <a:pt x="4" y="38"/>
                        <a:pt x="8" y="29"/>
                        <a:pt x="14" y="22"/>
                      </a:cubicBezTo>
                      <a:cubicBezTo>
                        <a:pt x="20" y="15"/>
                        <a:pt x="28" y="9"/>
                        <a:pt x="37" y="5"/>
                      </a:cubicBezTo>
                      <a:cubicBezTo>
                        <a:pt x="45" y="1"/>
                        <a:pt x="55" y="0"/>
                        <a:pt x="64" y="0"/>
                      </a:cubicBezTo>
                      <a:cubicBezTo>
                        <a:pt x="82" y="0"/>
                        <a:pt x="99" y="0"/>
                        <a:pt x="117" y="0"/>
                      </a:cubicBezTo>
                      <a:cubicBezTo>
                        <a:pt x="125" y="0"/>
                        <a:pt x="134" y="0"/>
                        <a:pt x="142" y="0"/>
                      </a:cubicBezTo>
                      <a:cubicBezTo>
                        <a:pt x="146" y="0"/>
                        <a:pt x="150" y="0"/>
                        <a:pt x="154" y="0"/>
                      </a:cubicBezTo>
                      <a:cubicBezTo>
                        <a:pt x="159" y="0"/>
                        <a:pt x="163" y="1"/>
                        <a:pt x="166" y="3"/>
                      </a:cubicBezTo>
                      <a:cubicBezTo>
                        <a:pt x="170" y="6"/>
                        <a:pt x="172" y="9"/>
                        <a:pt x="174" y="13"/>
                      </a:cubicBezTo>
                      <a:cubicBezTo>
                        <a:pt x="175" y="17"/>
                        <a:pt x="175" y="21"/>
                        <a:pt x="175" y="25"/>
                      </a:cubicBezTo>
                      <a:cubicBezTo>
                        <a:pt x="175" y="27"/>
                        <a:pt x="175" y="29"/>
                        <a:pt x="175" y="31"/>
                      </a:cubicBezTo>
                      <a:cubicBezTo>
                        <a:pt x="175" y="33"/>
                        <a:pt x="175" y="35"/>
                        <a:pt x="175" y="37"/>
                      </a:cubicBezTo>
                      <a:cubicBezTo>
                        <a:pt x="176" y="41"/>
                        <a:pt x="177" y="44"/>
                        <a:pt x="180" y="47"/>
                      </a:cubicBezTo>
                      <a:cubicBezTo>
                        <a:pt x="182" y="50"/>
                        <a:pt x="185" y="52"/>
                        <a:pt x="189" y="53"/>
                      </a:cubicBezTo>
                      <a:cubicBezTo>
                        <a:pt x="191" y="53"/>
                        <a:pt x="193" y="53"/>
                        <a:pt x="194" y="53"/>
                      </a:cubicBezTo>
                      <a:cubicBezTo>
                        <a:pt x="196" y="53"/>
                        <a:pt x="198" y="53"/>
                        <a:pt x="200" y="53"/>
                      </a:cubicBezTo>
                      <a:cubicBezTo>
                        <a:pt x="207" y="53"/>
                        <a:pt x="215" y="53"/>
                        <a:pt x="222" y="53"/>
                      </a:cubicBezTo>
                      <a:cubicBezTo>
                        <a:pt x="251" y="53"/>
                        <a:pt x="277" y="53"/>
                        <a:pt x="302" y="53"/>
                      </a:cubicBezTo>
                      <a:cubicBezTo>
                        <a:pt x="314" y="53"/>
                        <a:pt x="326" y="53"/>
                        <a:pt x="337" y="53"/>
                      </a:cubicBezTo>
                      <a:cubicBezTo>
                        <a:pt x="340" y="53"/>
                        <a:pt x="343" y="53"/>
                        <a:pt x="345" y="53"/>
                      </a:cubicBezTo>
                      <a:cubicBezTo>
                        <a:pt x="348" y="53"/>
                        <a:pt x="351" y="52"/>
                        <a:pt x="353" y="51"/>
                      </a:cubicBezTo>
                      <a:cubicBezTo>
                        <a:pt x="357" y="48"/>
                        <a:pt x="360" y="43"/>
                        <a:pt x="361" y="38"/>
                      </a:cubicBezTo>
                      <a:cubicBezTo>
                        <a:pt x="362" y="36"/>
                        <a:pt x="362" y="33"/>
                        <a:pt x="362" y="31"/>
                      </a:cubicBezTo>
                      <a:cubicBezTo>
                        <a:pt x="362" y="29"/>
                        <a:pt x="362" y="27"/>
                        <a:pt x="362" y="24"/>
                      </a:cubicBezTo>
                      <a:cubicBezTo>
                        <a:pt x="362" y="22"/>
                        <a:pt x="362" y="19"/>
                        <a:pt x="362" y="17"/>
                      </a:cubicBezTo>
                      <a:cubicBezTo>
                        <a:pt x="363" y="14"/>
                        <a:pt x="363" y="12"/>
                        <a:pt x="364" y="10"/>
                      </a:cubicBezTo>
                      <a:cubicBezTo>
                        <a:pt x="367" y="6"/>
                        <a:pt x="370" y="3"/>
                        <a:pt x="374" y="2"/>
                      </a:cubicBezTo>
                      <a:cubicBezTo>
                        <a:pt x="378" y="0"/>
                        <a:pt x="382" y="0"/>
                        <a:pt x="386" y="0"/>
                      </a:cubicBezTo>
                      <a:cubicBezTo>
                        <a:pt x="402" y="0"/>
                        <a:pt x="415" y="0"/>
                        <a:pt x="425" y="1"/>
                      </a:cubicBezTo>
                      <a:cubicBezTo>
                        <a:pt x="436" y="1"/>
                        <a:pt x="444" y="1"/>
                        <a:pt x="450" y="1"/>
                      </a:cubicBezTo>
                      <a:cubicBezTo>
                        <a:pt x="455" y="1"/>
                        <a:pt x="458" y="1"/>
                        <a:pt x="458" y="1"/>
                      </a:cubicBezTo>
                      <a:cubicBezTo>
                        <a:pt x="458" y="1"/>
                        <a:pt x="455" y="1"/>
                        <a:pt x="450" y="1"/>
                      </a:cubicBezTo>
                      <a:cubicBezTo>
                        <a:pt x="444" y="1"/>
                        <a:pt x="436" y="1"/>
                        <a:pt x="425" y="1"/>
                      </a:cubicBezTo>
                      <a:cubicBezTo>
                        <a:pt x="415" y="1"/>
                        <a:pt x="402" y="1"/>
                        <a:pt x="386" y="1"/>
                      </a:cubicBezTo>
                      <a:cubicBezTo>
                        <a:pt x="382" y="1"/>
                        <a:pt x="378" y="0"/>
                        <a:pt x="374" y="2"/>
                      </a:cubicBezTo>
                      <a:cubicBezTo>
                        <a:pt x="370" y="4"/>
                        <a:pt x="367" y="7"/>
                        <a:pt x="365" y="11"/>
                      </a:cubicBezTo>
                      <a:cubicBezTo>
                        <a:pt x="364" y="12"/>
                        <a:pt x="363" y="15"/>
                        <a:pt x="363" y="17"/>
                      </a:cubicBezTo>
                      <a:cubicBezTo>
                        <a:pt x="362" y="19"/>
                        <a:pt x="362" y="21"/>
                        <a:pt x="362" y="24"/>
                      </a:cubicBezTo>
                      <a:cubicBezTo>
                        <a:pt x="362" y="26"/>
                        <a:pt x="362" y="29"/>
                        <a:pt x="362" y="31"/>
                      </a:cubicBezTo>
                      <a:cubicBezTo>
                        <a:pt x="362" y="34"/>
                        <a:pt x="363" y="36"/>
                        <a:pt x="362" y="39"/>
                      </a:cubicBezTo>
                      <a:cubicBezTo>
                        <a:pt x="361" y="44"/>
                        <a:pt x="358" y="48"/>
                        <a:pt x="353" y="51"/>
                      </a:cubicBezTo>
                      <a:cubicBezTo>
                        <a:pt x="351" y="53"/>
                        <a:pt x="348" y="54"/>
                        <a:pt x="345" y="54"/>
                      </a:cubicBezTo>
                      <a:cubicBezTo>
                        <a:pt x="343" y="54"/>
                        <a:pt x="340" y="54"/>
                        <a:pt x="337" y="54"/>
                      </a:cubicBezTo>
                      <a:cubicBezTo>
                        <a:pt x="326" y="54"/>
                        <a:pt x="314" y="54"/>
                        <a:pt x="302" y="54"/>
                      </a:cubicBezTo>
                      <a:cubicBezTo>
                        <a:pt x="277" y="54"/>
                        <a:pt x="251" y="54"/>
                        <a:pt x="222" y="54"/>
                      </a:cubicBezTo>
                      <a:lnTo>
                        <a:pt x="200" y="54"/>
                      </a:lnTo>
                      <a:cubicBezTo>
                        <a:pt x="198" y="54"/>
                        <a:pt x="195" y="54"/>
                        <a:pt x="194" y="54"/>
                      </a:cubicBezTo>
                      <a:cubicBezTo>
                        <a:pt x="192" y="54"/>
                        <a:pt x="191" y="54"/>
                        <a:pt x="189" y="54"/>
                      </a:cubicBezTo>
                      <a:cubicBezTo>
                        <a:pt x="185" y="53"/>
                        <a:pt x="182" y="50"/>
                        <a:pt x="179" y="47"/>
                      </a:cubicBezTo>
                      <a:cubicBezTo>
                        <a:pt x="176" y="44"/>
                        <a:pt x="175" y="41"/>
                        <a:pt x="174" y="37"/>
                      </a:cubicBezTo>
                      <a:cubicBezTo>
                        <a:pt x="174" y="35"/>
                        <a:pt x="174" y="33"/>
                        <a:pt x="174" y="31"/>
                      </a:cubicBezTo>
                      <a:cubicBezTo>
                        <a:pt x="174" y="29"/>
                        <a:pt x="174" y="27"/>
                        <a:pt x="174" y="25"/>
                      </a:cubicBezTo>
                      <a:cubicBezTo>
                        <a:pt x="174" y="21"/>
                        <a:pt x="174" y="17"/>
                        <a:pt x="173" y="13"/>
                      </a:cubicBezTo>
                      <a:cubicBezTo>
                        <a:pt x="172" y="10"/>
                        <a:pt x="169" y="6"/>
                        <a:pt x="166" y="4"/>
                      </a:cubicBezTo>
                      <a:cubicBezTo>
                        <a:pt x="162" y="2"/>
                        <a:pt x="159" y="1"/>
                        <a:pt x="154" y="1"/>
                      </a:cubicBezTo>
                      <a:lnTo>
                        <a:pt x="117" y="1"/>
                      </a:lnTo>
                      <a:cubicBezTo>
                        <a:pt x="99" y="1"/>
                        <a:pt x="82" y="1"/>
                        <a:pt x="64" y="1"/>
                      </a:cubicBezTo>
                      <a:cubicBezTo>
                        <a:pt x="55" y="1"/>
                        <a:pt x="46" y="2"/>
                        <a:pt x="37" y="6"/>
                      </a:cubicBezTo>
                      <a:cubicBezTo>
                        <a:pt x="29" y="10"/>
                        <a:pt x="21" y="15"/>
                        <a:pt x="15" y="23"/>
                      </a:cubicBezTo>
                      <a:cubicBezTo>
                        <a:pt x="9" y="30"/>
                        <a:pt x="5" y="38"/>
                        <a:pt x="3" y="48"/>
                      </a:cubicBezTo>
                      <a:cubicBezTo>
                        <a:pt x="2" y="50"/>
                        <a:pt x="2" y="52"/>
                        <a:pt x="2" y="55"/>
                      </a:cubicBezTo>
                      <a:cubicBezTo>
                        <a:pt x="1" y="57"/>
                        <a:pt x="1" y="60"/>
                        <a:pt x="1" y="62"/>
                      </a:cubicBezTo>
                      <a:cubicBezTo>
                        <a:pt x="1" y="67"/>
                        <a:pt x="1" y="72"/>
                        <a:pt x="1" y="77"/>
                      </a:cubicBezTo>
                      <a:cubicBezTo>
                        <a:pt x="1" y="116"/>
                        <a:pt x="1" y="157"/>
                        <a:pt x="1" y="200"/>
                      </a:cubicBezTo>
                      <a:cubicBezTo>
                        <a:pt x="1" y="285"/>
                        <a:pt x="1" y="376"/>
                        <a:pt x="1" y="471"/>
                      </a:cubicBezTo>
                      <a:cubicBezTo>
                        <a:pt x="1" y="567"/>
                        <a:pt x="1" y="667"/>
                        <a:pt x="1" y="771"/>
                      </a:cubicBezTo>
                      <a:cubicBezTo>
                        <a:pt x="1" y="823"/>
                        <a:pt x="1" y="875"/>
                        <a:pt x="1" y="929"/>
                      </a:cubicBezTo>
                      <a:cubicBezTo>
                        <a:pt x="1" y="956"/>
                        <a:pt x="1" y="983"/>
                        <a:pt x="1" y="1010"/>
                      </a:cubicBezTo>
                      <a:cubicBezTo>
                        <a:pt x="1" y="1017"/>
                        <a:pt x="1" y="1024"/>
                        <a:pt x="1" y="1031"/>
                      </a:cubicBezTo>
                      <a:cubicBezTo>
                        <a:pt x="1" y="1037"/>
                        <a:pt x="2" y="1044"/>
                        <a:pt x="4" y="1051"/>
                      </a:cubicBezTo>
                      <a:cubicBezTo>
                        <a:pt x="8" y="1064"/>
                        <a:pt x="16" y="1075"/>
                        <a:pt x="27" y="1083"/>
                      </a:cubicBezTo>
                      <a:cubicBezTo>
                        <a:pt x="38" y="1091"/>
                        <a:pt x="52" y="1094"/>
                        <a:pt x="66" y="1094"/>
                      </a:cubicBezTo>
                      <a:cubicBezTo>
                        <a:pt x="79" y="1094"/>
                        <a:pt x="93" y="1094"/>
                        <a:pt x="107" y="1094"/>
                      </a:cubicBezTo>
                      <a:cubicBezTo>
                        <a:pt x="134" y="1094"/>
                        <a:pt x="161" y="1094"/>
                        <a:pt x="188" y="1094"/>
                      </a:cubicBezTo>
                      <a:cubicBezTo>
                        <a:pt x="241" y="1094"/>
                        <a:pt x="294" y="1094"/>
                        <a:pt x="346" y="1094"/>
                      </a:cubicBezTo>
                      <a:cubicBezTo>
                        <a:pt x="372" y="1094"/>
                        <a:pt x="398" y="1094"/>
                        <a:pt x="423" y="1094"/>
                      </a:cubicBezTo>
                      <a:cubicBezTo>
                        <a:pt x="436" y="1094"/>
                        <a:pt x="449" y="1094"/>
                        <a:pt x="461" y="1094"/>
                      </a:cubicBezTo>
                      <a:cubicBezTo>
                        <a:pt x="474" y="1093"/>
                        <a:pt x="486" y="1088"/>
                        <a:pt x="495" y="1080"/>
                      </a:cubicBezTo>
                      <a:cubicBezTo>
                        <a:pt x="500" y="1076"/>
                        <a:pt x="504" y="1072"/>
                        <a:pt x="508" y="1067"/>
                      </a:cubicBezTo>
                      <a:cubicBezTo>
                        <a:pt x="511" y="1062"/>
                        <a:pt x="514" y="1056"/>
                        <a:pt x="515" y="1050"/>
                      </a:cubicBezTo>
                      <a:cubicBezTo>
                        <a:pt x="517" y="1044"/>
                        <a:pt x="517" y="1038"/>
                        <a:pt x="518" y="1032"/>
                      </a:cubicBezTo>
                      <a:cubicBezTo>
                        <a:pt x="518" y="1026"/>
                        <a:pt x="518" y="1020"/>
                        <a:pt x="518" y="1014"/>
                      </a:cubicBezTo>
                      <a:cubicBezTo>
                        <a:pt x="518" y="989"/>
                        <a:pt x="518" y="965"/>
                        <a:pt x="518" y="941"/>
                      </a:cubicBezTo>
                      <a:cubicBezTo>
                        <a:pt x="518" y="750"/>
                        <a:pt x="518" y="578"/>
                        <a:pt x="518" y="434"/>
                      </a:cubicBezTo>
                      <a:cubicBezTo>
                        <a:pt x="518" y="289"/>
                        <a:pt x="518" y="172"/>
                        <a:pt x="518" y="92"/>
                      </a:cubicBezTo>
                      <a:cubicBezTo>
                        <a:pt x="518" y="81"/>
                        <a:pt x="518" y="72"/>
                        <a:pt x="518" y="63"/>
                      </a:cubicBezTo>
                      <a:cubicBezTo>
                        <a:pt x="518" y="54"/>
                        <a:pt x="517" y="47"/>
                        <a:pt x="514" y="39"/>
                      </a:cubicBezTo>
                      <a:cubicBezTo>
                        <a:pt x="511" y="32"/>
                        <a:pt x="506" y="26"/>
                        <a:pt x="502" y="21"/>
                      </a:cubicBezTo>
                      <a:cubicBezTo>
                        <a:pt x="497" y="17"/>
                        <a:pt x="493" y="12"/>
                        <a:pt x="489" y="9"/>
                      </a:cubicBezTo>
                      <a:cubicBezTo>
                        <a:pt x="479" y="4"/>
                        <a:pt x="471" y="2"/>
                        <a:pt x="466" y="1"/>
                      </a:cubicBezTo>
                      <a:cubicBezTo>
                        <a:pt x="463" y="1"/>
                        <a:pt x="461" y="1"/>
                        <a:pt x="460" y="1"/>
                      </a:cubicBezTo>
                      <a:cubicBezTo>
                        <a:pt x="459" y="1"/>
                        <a:pt x="458" y="1"/>
                        <a:pt x="458" y="1"/>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78" name="Google Shape;1978;p45"/>
                <p:cNvSpPr/>
                <p:nvPr/>
              </p:nvSpPr>
              <p:spPr>
                <a:xfrm>
                  <a:off x="2629112" y="867823"/>
                  <a:ext cx="92745" cy="2061"/>
                </a:xfrm>
                <a:custGeom>
                  <a:rect b="b" l="l" r="r" t="t"/>
                  <a:pathLst>
                    <a:path extrusionOk="0" h="1" w="45">
                      <a:moveTo>
                        <a:pt x="45" y="0"/>
                      </a:moveTo>
                      <a:cubicBezTo>
                        <a:pt x="45" y="0"/>
                        <a:pt x="35" y="1"/>
                        <a:pt x="22" y="1"/>
                      </a:cubicBezTo>
                      <a:cubicBezTo>
                        <a:pt x="10" y="1"/>
                        <a:pt x="0" y="1"/>
                        <a:pt x="0" y="0"/>
                      </a:cubicBezTo>
                      <a:cubicBezTo>
                        <a:pt x="0" y="0"/>
                        <a:pt x="10" y="0"/>
                        <a:pt x="22" y="0"/>
                      </a:cubicBezTo>
                      <a:cubicBezTo>
                        <a:pt x="35" y="0"/>
                        <a:pt x="45" y="0"/>
                        <a:pt x="45"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79" name="Google Shape;1979;p45"/>
                <p:cNvSpPr/>
                <p:nvPr/>
              </p:nvSpPr>
              <p:spPr>
                <a:xfrm>
                  <a:off x="2629112" y="890494"/>
                  <a:ext cx="92745" cy="2061"/>
                </a:xfrm>
                <a:custGeom>
                  <a:rect b="b" l="l" r="r" t="t"/>
                  <a:pathLst>
                    <a:path extrusionOk="0" h="1" w="45">
                      <a:moveTo>
                        <a:pt x="45" y="1"/>
                      </a:moveTo>
                      <a:cubicBezTo>
                        <a:pt x="45" y="1"/>
                        <a:pt x="35" y="1"/>
                        <a:pt x="22" y="1"/>
                      </a:cubicBezTo>
                      <a:cubicBezTo>
                        <a:pt x="10" y="1"/>
                        <a:pt x="0" y="1"/>
                        <a:pt x="0" y="1"/>
                      </a:cubicBezTo>
                      <a:cubicBezTo>
                        <a:pt x="0" y="1"/>
                        <a:pt x="10" y="0"/>
                        <a:pt x="22" y="0"/>
                      </a:cubicBezTo>
                      <a:cubicBezTo>
                        <a:pt x="35" y="0"/>
                        <a:pt x="45" y="0"/>
                        <a:pt x="45" y="1"/>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80" name="Google Shape;1980;p45"/>
                <p:cNvSpPr/>
                <p:nvPr/>
              </p:nvSpPr>
              <p:spPr>
                <a:xfrm>
                  <a:off x="2629112" y="915226"/>
                  <a:ext cx="92745" cy="2061"/>
                </a:xfrm>
                <a:custGeom>
                  <a:rect b="b" l="l" r="r" t="t"/>
                  <a:pathLst>
                    <a:path extrusionOk="0" h="1" w="45">
                      <a:moveTo>
                        <a:pt x="45" y="0"/>
                      </a:moveTo>
                      <a:cubicBezTo>
                        <a:pt x="45" y="0"/>
                        <a:pt x="35" y="1"/>
                        <a:pt x="23" y="1"/>
                      </a:cubicBezTo>
                      <a:cubicBezTo>
                        <a:pt x="10" y="1"/>
                        <a:pt x="0" y="1"/>
                        <a:pt x="0" y="0"/>
                      </a:cubicBezTo>
                      <a:cubicBezTo>
                        <a:pt x="0" y="0"/>
                        <a:pt x="10" y="0"/>
                        <a:pt x="23" y="0"/>
                      </a:cubicBezTo>
                      <a:cubicBezTo>
                        <a:pt x="35" y="0"/>
                        <a:pt x="45" y="0"/>
                        <a:pt x="45" y="0"/>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81" name="Google Shape;1981;p45"/>
                <p:cNvSpPr/>
                <p:nvPr/>
              </p:nvSpPr>
              <p:spPr>
                <a:xfrm>
                  <a:off x="2093253" y="1199644"/>
                  <a:ext cx="416320" cy="416323"/>
                </a:xfrm>
                <a:custGeom>
                  <a:rect b="b" l="l" r="r" t="t"/>
                  <a:pathLst>
                    <a:path extrusionOk="0" h="202" w="202">
                      <a:moveTo>
                        <a:pt x="117" y="1"/>
                      </a:moveTo>
                      <a:cubicBezTo>
                        <a:pt x="134" y="3"/>
                        <a:pt x="151" y="11"/>
                        <a:pt x="165" y="22"/>
                      </a:cubicBezTo>
                      <a:cubicBezTo>
                        <a:pt x="179" y="33"/>
                        <a:pt x="189" y="47"/>
                        <a:pt x="196" y="64"/>
                      </a:cubicBezTo>
                      <a:cubicBezTo>
                        <a:pt x="202" y="81"/>
                        <a:pt x="203" y="99"/>
                        <a:pt x="201" y="116"/>
                      </a:cubicBezTo>
                      <a:cubicBezTo>
                        <a:pt x="198" y="134"/>
                        <a:pt x="191" y="150"/>
                        <a:pt x="180" y="164"/>
                      </a:cubicBezTo>
                      <a:cubicBezTo>
                        <a:pt x="169" y="178"/>
                        <a:pt x="155" y="189"/>
                        <a:pt x="138" y="195"/>
                      </a:cubicBezTo>
                      <a:cubicBezTo>
                        <a:pt x="121" y="201"/>
                        <a:pt x="103" y="203"/>
                        <a:pt x="86" y="201"/>
                      </a:cubicBezTo>
                      <a:cubicBezTo>
                        <a:pt x="68" y="198"/>
                        <a:pt x="52" y="192"/>
                        <a:pt x="38" y="180"/>
                      </a:cubicBezTo>
                      <a:cubicBezTo>
                        <a:pt x="24" y="169"/>
                        <a:pt x="13" y="154"/>
                        <a:pt x="7" y="137"/>
                      </a:cubicBezTo>
                      <a:cubicBezTo>
                        <a:pt x="1" y="121"/>
                        <a:pt x="-1" y="103"/>
                        <a:pt x="1" y="85"/>
                      </a:cubicBezTo>
                      <a:cubicBezTo>
                        <a:pt x="4" y="68"/>
                        <a:pt x="10" y="51"/>
                        <a:pt x="22" y="37"/>
                      </a:cubicBezTo>
                      <a:cubicBezTo>
                        <a:pt x="33" y="23"/>
                        <a:pt x="48" y="13"/>
                        <a:pt x="65" y="6"/>
                      </a:cubicBezTo>
                      <a:cubicBezTo>
                        <a:pt x="81" y="0"/>
                        <a:pt x="99" y="-2"/>
                        <a:pt x="117" y="1"/>
                      </a:cubicBezTo>
                      <a:close/>
                    </a:path>
                  </a:pathLst>
                </a:custGeom>
                <a:solidFill>
                  <a:schemeClr val="lt2"/>
                </a:solidFill>
                <a:ln>
                  <a:noFill/>
                </a:ln>
              </p:spPr>
              <p:txBody>
                <a:bodyPr anchorCtr="1" anchor="ctr" bIns="30725" lIns="99775" spcFirstLastPara="1" rIns="99775" wrap="square" tIns="30725">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82" name="Google Shape;1982;p45"/>
                <p:cNvSpPr/>
                <p:nvPr/>
              </p:nvSpPr>
              <p:spPr>
                <a:xfrm>
                  <a:off x="2231340" y="1403684"/>
                  <a:ext cx="142208" cy="88623"/>
                </a:xfrm>
                <a:custGeom>
                  <a:rect b="b" l="l" r="r" t="t"/>
                  <a:pathLst>
                    <a:path extrusionOk="0" h="43" w="69">
                      <a:moveTo>
                        <a:pt x="69" y="43"/>
                      </a:moveTo>
                      <a:lnTo>
                        <a:pt x="0" y="43"/>
                      </a:lnTo>
                      <a:lnTo>
                        <a:pt x="0" y="34"/>
                      </a:lnTo>
                      <a:cubicBezTo>
                        <a:pt x="0" y="15"/>
                        <a:pt x="15" y="0"/>
                        <a:pt x="34" y="0"/>
                      </a:cubicBezTo>
                      <a:lnTo>
                        <a:pt x="34" y="0"/>
                      </a:lnTo>
                      <a:cubicBezTo>
                        <a:pt x="54" y="0"/>
                        <a:pt x="69" y="15"/>
                        <a:pt x="69" y="34"/>
                      </a:cubicBezTo>
                      <a:lnTo>
                        <a:pt x="69" y="43"/>
                      </a:lnTo>
                      <a:close/>
                    </a:path>
                  </a:pathLst>
                </a:custGeom>
                <a:solidFill>
                  <a:schemeClr val="l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83" name="Google Shape;1983;p45"/>
                <p:cNvSpPr/>
                <p:nvPr/>
              </p:nvSpPr>
              <p:spPr>
                <a:xfrm>
                  <a:off x="2260193" y="1323305"/>
                  <a:ext cx="84501" cy="84501"/>
                </a:xfrm>
                <a:custGeom>
                  <a:rect b="b" l="l" r="r" t="t"/>
                  <a:pathLst>
                    <a:path extrusionOk="0" h="41" w="41">
                      <a:moveTo>
                        <a:pt x="41" y="21"/>
                      </a:moveTo>
                      <a:cubicBezTo>
                        <a:pt x="41" y="24"/>
                        <a:pt x="40" y="28"/>
                        <a:pt x="38" y="31"/>
                      </a:cubicBezTo>
                      <a:cubicBezTo>
                        <a:pt x="36" y="34"/>
                        <a:pt x="34" y="37"/>
                        <a:pt x="31" y="38"/>
                      </a:cubicBezTo>
                      <a:cubicBezTo>
                        <a:pt x="27" y="40"/>
                        <a:pt x="23" y="41"/>
                        <a:pt x="20" y="41"/>
                      </a:cubicBezTo>
                      <a:cubicBezTo>
                        <a:pt x="16" y="41"/>
                        <a:pt x="13" y="40"/>
                        <a:pt x="10" y="38"/>
                      </a:cubicBezTo>
                      <a:cubicBezTo>
                        <a:pt x="7" y="37"/>
                        <a:pt x="4" y="34"/>
                        <a:pt x="3" y="31"/>
                      </a:cubicBezTo>
                      <a:cubicBezTo>
                        <a:pt x="1" y="28"/>
                        <a:pt x="0" y="24"/>
                        <a:pt x="0" y="21"/>
                      </a:cubicBezTo>
                      <a:cubicBezTo>
                        <a:pt x="0" y="17"/>
                        <a:pt x="1" y="14"/>
                        <a:pt x="3" y="10"/>
                      </a:cubicBezTo>
                      <a:cubicBezTo>
                        <a:pt x="4" y="7"/>
                        <a:pt x="7" y="5"/>
                        <a:pt x="10" y="3"/>
                      </a:cubicBezTo>
                      <a:cubicBezTo>
                        <a:pt x="13" y="1"/>
                        <a:pt x="17" y="0"/>
                        <a:pt x="20" y="0"/>
                      </a:cubicBezTo>
                      <a:cubicBezTo>
                        <a:pt x="24" y="0"/>
                        <a:pt x="27" y="1"/>
                        <a:pt x="31" y="3"/>
                      </a:cubicBezTo>
                      <a:cubicBezTo>
                        <a:pt x="34" y="5"/>
                        <a:pt x="36" y="7"/>
                        <a:pt x="38" y="10"/>
                      </a:cubicBezTo>
                      <a:cubicBezTo>
                        <a:pt x="40" y="14"/>
                        <a:pt x="41" y="17"/>
                        <a:pt x="41" y="21"/>
                      </a:cubicBezTo>
                      <a:close/>
                    </a:path>
                  </a:pathLst>
                </a:custGeom>
                <a:solidFill>
                  <a:schemeClr val="l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84" name="Google Shape;1984;p45"/>
                <p:cNvSpPr/>
                <p:nvPr/>
              </p:nvSpPr>
              <p:spPr>
                <a:xfrm>
                  <a:off x="1930434" y="1855043"/>
                  <a:ext cx="702798" cy="144270"/>
                </a:xfrm>
                <a:custGeom>
                  <a:rect b="b" l="l" r="r" t="t"/>
                  <a:pathLst>
                    <a:path extrusionOk="0" h="70" w="341">
                      <a:moveTo>
                        <a:pt x="0" y="0"/>
                      </a:moveTo>
                      <a:lnTo>
                        <a:pt x="341" y="0"/>
                      </a:lnTo>
                      <a:lnTo>
                        <a:pt x="341" y="70"/>
                      </a:lnTo>
                      <a:lnTo>
                        <a:pt x="0" y="70"/>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85" name="Google Shape;1985;p45"/>
                <p:cNvSpPr/>
                <p:nvPr/>
              </p:nvSpPr>
              <p:spPr>
                <a:xfrm>
                  <a:off x="1930434" y="2065266"/>
                  <a:ext cx="702798" cy="142209"/>
                </a:xfrm>
                <a:custGeom>
                  <a:rect b="b" l="l" r="r" t="t"/>
                  <a:pathLst>
                    <a:path extrusionOk="0" h="69" w="341">
                      <a:moveTo>
                        <a:pt x="0" y="0"/>
                      </a:moveTo>
                      <a:lnTo>
                        <a:pt x="341" y="0"/>
                      </a:lnTo>
                      <a:lnTo>
                        <a:pt x="341" y="69"/>
                      </a:lnTo>
                      <a:lnTo>
                        <a:pt x="0" y="69"/>
                      </a:lnTo>
                      <a:lnTo>
                        <a:pt x="0" y="0"/>
                      </a:lnTo>
                      <a:close/>
                    </a:path>
                  </a:pathLst>
                </a:custGeom>
                <a:solidFill>
                  <a:schemeClr val="accen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86" name="Google Shape;1986;p45"/>
                <p:cNvSpPr/>
                <p:nvPr/>
              </p:nvSpPr>
              <p:spPr>
                <a:xfrm>
                  <a:off x="2039667" y="2349684"/>
                  <a:ext cx="496699" cy="144270"/>
                </a:xfrm>
                <a:custGeom>
                  <a:rect b="b" l="l" r="r" t="t"/>
                  <a:pathLst>
                    <a:path extrusionOk="0" h="70" w="241">
                      <a:moveTo>
                        <a:pt x="206" y="70"/>
                      </a:moveTo>
                      <a:lnTo>
                        <a:pt x="35" y="70"/>
                      </a:lnTo>
                      <a:cubicBezTo>
                        <a:pt x="16" y="70"/>
                        <a:pt x="0" y="54"/>
                        <a:pt x="0" y="35"/>
                      </a:cubicBezTo>
                      <a:lnTo>
                        <a:pt x="0" y="35"/>
                      </a:lnTo>
                      <a:cubicBezTo>
                        <a:pt x="0" y="16"/>
                        <a:pt x="16" y="0"/>
                        <a:pt x="35" y="0"/>
                      </a:cubicBezTo>
                      <a:lnTo>
                        <a:pt x="206" y="0"/>
                      </a:lnTo>
                      <a:cubicBezTo>
                        <a:pt x="225" y="0"/>
                        <a:pt x="241" y="16"/>
                        <a:pt x="241" y="35"/>
                      </a:cubicBezTo>
                      <a:lnTo>
                        <a:pt x="241" y="35"/>
                      </a:lnTo>
                      <a:cubicBezTo>
                        <a:pt x="241" y="54"/>
                        <a:pt x="225" y="70"/>
                        <a:pt x="206" y="70"/>
                      </a:cubicBezTo>
                      <a:close/>
                    </a:path>
                  </a:pathLst>
                </a:custGeom>
                <a:solidFill>
                  <a:schemeClr val="dk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87" name="Google Shape;1987;p45"/>
                <p:cNvSpPr/>
                <p:nvPr/>
              </p:nvSpPr>
              <p:spPr>
                <a:xfrm>
                  <a:off x="2066460" y="1762298"/>
                  <a:ext cx="443113" cy="14427"/>
                </a:xfrm>
                <a:custGeom>
                  <a:rect b="b" l="l" r="r" t="t"/>
                  <a:pathLst>
                    <a:path extrusionOk="0" h="7" w="215">
                      <a:moveTo>
                        <a:pt x="215" y="3"/>
                      </a:moveTo>
                      <a:cubicBezTo>
                        <a:pt x="215" y="5"/>
                        <a:pt x="166" y="7"/>
                        <a:pt x="107" y="7"/>
                      </a:cubicBezTo>
                      <a:cubicBezTo>
                        <a:pt x="47" y="7"/>
                        <a:pt x="0" y="5"/>
                        <a:pt x="0" y="3"/>
                      </a:cubicBezTo>
                      <a:cubicBezTo>
                        <a:pt x="0" y="2"/>
                        <a:pt x="47" y="0"/>
                        <a:pt x="107" y="0"/>
                      </a:cubicBezTo>
                      <a:cubicBezTo>
                        <a:pt x="166" y="0"/>
                        <a:pt x="215" y="2"/>
                        <a:pt x="215" y="3"/>
                      </a:cubicBezTo>
                      <a:close/>
                    </a:path>
                  </a:pathLst>
                </a:custGeom>
                <a:solidFill>
                  <a:schemeClr val="dk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88" name="Google Shape;1988;p45"/>
                <p:cNvSpPr/>
                <p:nvPr/>
              </p:nvSpPr>
              <p:spPr>
                <a:xfrm>
                  <a:off x="1990203" y="1933362"/>
                  <a:ext cx="43281" cy="26793"/>
                </a:xfrm>
                <a:custGeom>
                  <a:rect b="b" l="l" r="r" t="t"/>
                  <a:pathLst>
                    <a:path extrusionOk="0" h="13" w="21">
                      <a:moveTo>
                        <a:pt x="18" y="13"/>
                      </a:moveTo>
                      <a:lnTo>
                        <a:pt x="3" y="13"/>
                      </a:lnTo>
                      <a:cubicBezTo>
                        <a:pt x="2" y="13"/>
                        <a:pt x="0" y="11"/>
                        <a:pt x="0" y="10"/>
                      </a:cubicBezTo>
                      <a:lnTo>
                        <a:pt x="0" y="10"/>
                      </a:lnTo>
                      <a:cubicBezTo>
                        <a:pt x="0" y="4"/>
                        <a:pt x="5" y="0"/>
                        <a:pt x="10" y="0"/>
                      </a:cubicBezTo>
                      <a:lnTo>
                        <a:pt x="11" y="0"/>
                      </a:lnTo>
                      <a:cubicBezTo>
                        <a:pt x="16" y="0"/>
                        <a:pt x="21" y="4"/>
                        <a:pt x="21" y="10"/>
                      </a:cubicBezTo>
                      <a:lnTo>
                        <a:pt x="21" y="10"/>
                      </a:lnTo>
                      <a:cubicBezTo>
                        <a:pt x="21" y="11"/>
                        <a:pt x="19" y="13"/>
                        <a:pt x="18" y="13"/>
                      </a:cubicBez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89" name="Google Shape;1989;p45"/>
                <p:cNvSpPr/>
                <p:nvPr/>
              </p:nvSpPr>
              <p:spPr>
                <a:xfrm>
                  <a:off x="1998447" y="1910691"/>
                  <a:ext cx="26793" cy="24732"/>
                </a:xfrm>
                <a:custGeom>
                  <a:rect b="b" l="l" r="r" t="t"/>
                  <a:pathLst>
                    <a:path extrusionOk="0" h="12" w="13">
                      <a:moveTo>
                        <a:pt x="13" y="6"/>
                      </a:moveTo>
                      <a:cubicBezTo>
                        <a:pt x="13" y="9"/>
                        <a:pt x="9" y="12"/>
                        <a:pt x="6" y="12"/>
                      </a:cubicBezTo>
                      <a:cubicBezTo>
                        <a:pt x="2" y="12"/>
                        <a:pt x="0" y="10"/>
                        <a:pt x="0" y="6"/>
                      </a:cubicBezTo>
                      <a:cubicBezTo>
                        <a:pt x="0" y="3"/>
                        <a:pt x="2" y="0"/>
                        <a:pt x="6" y="0"/>
                      </a:cubicBezTo>
                      <a:cubicBezTo>
                        <a:pt x="9" y="0"/>
                        <a:pt x="13" y="2"/>
                        <a:pt x="13" y="6"/>
                      </a:cubicBez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90" name="Google Shape;1990;p45"/>
                <p:cNvSpPr/>
                <p:nvPr/>
              </p:nvSpPr>
              <p:spPr>
                <a:xfrm>
                  <a:off x="1994325" y="2139462"/>
                  <a:ext cx="35037" cy="24732"/>
                </a:xfrm>
                <a:custGeom>
                  <a:rect b="b" l="l" r="r" t="t"/>
                  <a:pathLst>
                    <a:path extrusionOk="0" h="12" w="17">
                      <a:moveTo>
                        <a:pt x="0" y="0"/>
                      </a:moveTo>
                      <a:lnTo>
                        <a:pt x="17" y="0"/>
                      </a:lnTo>
                      <a:lnTo>
                        <a:pt x="17" y="12"/>
                      </a:lnTo>
                      <a:lnTo>
                        <a:pt x="0" y="12"/>
                      </a:lnTo>
                      <a:lnTo>
                        <a:pt x="0" y="0"/>
                      </a:ln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91" name="Google Shape;1991;p45"/>
                <p:cNvSpPr/>
                <p:nvPr/>
              </p:nvSpPr>
              <p:spPr>
                <a:xfrm>
                  <a:off x="1988142" y="2112669"/>
                  <a:ext cx="45342" cy="30915"/>
                </a:xfrm>
                <a:custGeom>
                  <a:rect b="b" l="l" r="r" t="t"/>
                  <a:pathLst>
                    <a:path extrusionOk="0" h="15" w="22">
                      <a:moveTo>
                        <a:pt x="22" y="15"/>
                      </a:moveTo>
                      <a:lnTo>
                        <a:pt x="16" y="15"/>
                      </a:lnTo>
                      <a:lnTo>
                        <a:pt x="16" y="11"/>
                      </a:lnTo>
                      <a:cubicBezTo>
                        <a:pt x="16" y="9"/>
                        <a:pt x="13" y="6"/>
                        <a:pt x="11" y="6"/>
                      </a:cubicBezTo>
                      <a:cubicBezTo>
                        <a:pt x="8" y="6"/>
                        <a:pt x="6" y="9"/>
                        <a:pt x="6" y="11"/>
                      </a:cubicBezTo>
                      <a:lnTo>
                        <a:pt x="6" y="15"/>
                      </a:lnTo>
                      <a:lnTo>
                        <a:pt x="0" y="15"/>
                      </a:lnTo>
                      <a:lnTo>
                        <a:pt x="0" y="11"/>
                      </a:lnTo>
                      <a:cubicBezTo>
                        <a:pt x="0" y="5"/>
                        <a:pt x="4" y="0"/>
                        <a:pt x="11" y="0"/>
                      </a:cubicBezTo>
                      <a:cubicBezTo>
                        <a:pt x="17" y="0"/>
                        <a:pt x="22" y="5"/>
                        <a:pt x="22" y="11"/>
                      </a:cubicBezTo>
                      <a:lnTo>
                        <a:pt x="22" y="15"/>
                      </a:ln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92" name="Google Shape;1992;p45"/>
                <p:cNvSpPr/>
                <p:nvPr/>
              </p:nvSpPr>
              <p:spPr>
                <a:xfrm>
                  <a:off x="3354583" y="1244986"/>
                  <a:ext cx="247319" cy="245259"/>
                </a:xfrm>
                <a:custGeom>
                  <a:rect b="b" l="l" r="r" t="t"/>
                  <a:pathLst>
                    <a:path extrusionOk="0" h="119" w="120">
                      <a:moveTo>
                        <a:pt x="74" y="1"/>
                      </a:moveTo>
                      <a:cubicBezTo>
                        <a:pt x="84" y="4"/>
                        <a:pt x="93" y="9"/>
                        <a:pt x="101" y="16"/>
                      </a:cubicBezTo>
                      <a:cubicBezTo>
                        <a:pt x="108" y="23"/>
                        <a:pt x="115" y="32"/>
                        <a:pt x="118" y="42"/>
                      </a:cubicBezTo>
                      <a:cubicBezTo>
                        <a:pt x="121" y="52"/>
                        <a:pt x="120" y="63"/>
                        <a:pt x="118" y="73"/>
                      </a:cubicBezTo>
                      <a:cubicBezTo>
                        <a:pt x="115" y="83"/>
                        <a:pt x="111" y="93"/>
                        <a:pt x="104" y="100"/>
                      </a:cubicBezTo>
                      <a:cubicBezTo>
                        <a:pt x="97" y="108"/>
                        <a:pt x="88" y="113"/>
                        <a:pt x="78" y="116"/>
                      </a:cubicBezTo>
                      <a:cubicBezTo>
                        <a:pt x="68" y="119"/>
                        <a:pt x="57" y="120"/>
                        <a:pt x="47" y="117"/>
                      </a:cubicBezTo>
                      <a:cubicBezTo>
                        <a:pt x="37" y="115"/>
                        <a:pt x="27" y="110"/>
                        <a:pt x="20" y="103"/>
                      </a:cubicBezTo>
                      <a:cubicBezTo>
                        <a:pt x="12" y="96"/>
                        <a:pt x="6" y="87"/>
                        <a:pt x="3" y="77"/>
                      </a:cubicBezTo>
                      <a:cubicBezTo>
                        <a:pt x="0" y="67"/>
                        <a:pt x="0" y="56"/>
                        <a:pt x="2" y="46"/>
                      </a:cubicBezTo>
                      <a:cubicBezTo>
                        <a:pt x="5" y="35"/>
                        <a:pt x="10" y="26"/>
                        <a:pt x="17" y="18"/>
                      </a:cubicBezTo>
                      <a:cubicBezTo>
                        <a:pt x="24" y="11"/>
                        <a:pt x="33" y="5"/>
                        <a:pt x="43" y="2"/>
                      </a:cubicBezTo>
                      <a:cubicBezTo>
                        <a:pt x="53" y="-1"/>
                        <a:pt x="64" y="-1"/>
                        <a:pt x="74" y="1"/>
                      </a:cubicBezTo>
                      <a:close/>
                    </a:path>
                  </a:pathLst>
                </a:custGeom>
                <a:solidFill>
                  <a:schemeClr val="dk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sp>
              <p:nvSpPr>
                <p:cNvPr id="1993" name="Google Shape;1993;p45"/>
                <p:cNvSpPr/>
                <p:nvPr/>
              </p:nvSpPr>
              <p:spPr>
                <a:xfrm>
                  <a:off x="3424656" y="1327427"/>
                  <a:ext cx="107172" cy="80379"/>
                </a:xfrm>
                <a:custGeom>
                  <a:rect b="b" l="l" r="r" t="t"/>
                  <a:pathLst>
                    <a:path extrusionOk="0" h="39" w="52">
                      <a:moveTo>
                        <a:pt x="23" y="39"/>
                      </a:moveTo>
                      <a:cubicBezTo>
                        <a:pt x="22" y="39"/>
                        <a:pt x="22" y="38"/>
                        <a:pt x="21" y="38"/>
                      </a:cubicBezTo>
                      <a:lnTo>
                        <a:pt x="1" y="21"/>
                      </a:lnTo>
                      <a:cubicBezTo>
                        <a:pt x="0" y="21"/>
                        <a:pt x="0" y="20"/>
                        <a:pt x="1" y="18"/>
                      </a:cubicBezTo>
                      <a:cubicBezTo>
                        <a:pt x="2" y="17"/>
                        <a:pt x="3" y="16"/>
                        <a:pt x="5" y="17"/>
                      </a:cubicBezTo>
                      <a:lnTo>
                        <a:pt x="23" y="32"/>
                      </a:lnTo>
                      <a:lnTo>
                        <a:pt x="48" y="1"/>
                      </a:lnTo>
                      <a:cubicBezTo>
                        <a:pt x="49" y="0"/>
                        <a:pt x="51" y="0"/>
                        <a:pt x="52" y="0"/>
                      </a:cubicBezTo>
                      <a:cubicBezTo>
                        <a:pt x="53" y="1"/>
                        <a:pt x="53" y="3"/>
                        <a:pt x="52" y="4"/>
                      </a:cubicBezTo>
                      <a:lnTo>
                        <a:pt x="25" y="38"/>
                      </a:lnTo>
                      <a:cubicBezTo>
                        <a:pt x="25" y="38"/>
                        <a:pt x="24" y="39"/>
                        <a:pt x="23" y="39"/>
                      </a:cubicBezTo>
                      <a:close/>
                    </a:path>
                  </a:pathLst>
                </a:custGeom>
                <a:solidFill>
                  <a:schemeClr val="l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grpSp>
          <p:sp>
            <p:nvSpPr>
              <p:cNvPr id="1994" name="Google Shape;1994;p45"/>
              <p:cNvSpPr/>
              <p:nvPr/>
            </p:nvSpPr>
            <p:spPr>
              <a:xfrm>
                <a:off x="2065998" y="838170"/>
                <a:ext cx="84650" cy="93282"/>
              </a:xfrm>
              <a:custGeom>
                <a:rect b="b" l="l" r="r" t="t"/>
                <a:pathLst>
                  <a:path extrusionOk="0" h="97" w="88">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accent1"/>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000000"/>
                  </a:solidFill>
                  <a:latin typeface="Arial"/>
                  <a:ea typeface="Arial"/>
                  <a:cs typeface="Arial"/>
                  <a:sym typeface="Arial"/>
                </a:endParaRPr>
              </a:p>
            </p:txBody>
          </p:sp>
        </p:grpSp>
        <p:grpSp>
          <p:nvGrpSpPr>
            <p:cNvPr id="1995" name="Google Shape;1995;p45"/>
            <p:cNvGrpSpPr/>
            <p:nvPr/>
          </p:nvGrpSpPr>
          <p:grpSpPr>
            <a:xfrm>
              <a:off x="1210622" y="-170354"/>
              <a:ext cx="367390" cy="638263"/>
              <a:chOff x="5914097" y="1631784"/>
              <a:chExt cx="367390" cy="638263"/>
            </a:xfrm>
          </p:grpSpPr>
          <p:sp>
            <p:nvSpPr>
              <p:cNvPr id="1996" name="Google Shape;1996;p45"/>
              <p:cNvSpPr/>
              <p:nvPr/>
            </p:nvSpPr>
            <p:spPr>
              <a:xfrm>
                <a:off x="6227002" y="2215561"/>
                <a:ext cx="54486" cy="54486"/>
              </a:xfrm>
              <a:custGeom>
                <a:rect b="b" l="l" r="r" t="t"/>
                <a:pathLst>
                  <a:path extrusionOk="0" h="35" w="35">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anchorCtr="1" anchor="ctr" bIns="0" lIns="99775" spcFirstLastPara="1" rIns="99775" wrap="square" tIns="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sp>
            <p:nvSpPr>
              <p:cNvPr id="1997" name="Google Shape;1997;p45"/>
              <p:cNvSpPr/>
              <p:nvPr/>
            </p:nvSpPr>
            <p:spPr>
              <a:xfrm>
                <a:off x="5914097" y="1631784"/>
                <a:ext cx="342483" cy="618026"/>
              </a:xfrm>
              <a:custGeom>
                <a:rect b="b" l="l" r="r" t="t"/>
                <a:pathLst>
                  <a:path extrusionOk="0" h="397" w="220">
                    <a:moveTo>
                      <a:pt x="220" y="397"/>
                    </a:moveTo>
                    <a:lnTo>
                      <a:pt x="51" y="397"/>
                    </a:lnTo>
                    <a:cubicBezTo>
                      <a:pt x="23" y="397"/>
                      <a:pt x="0" y="374"/>
                      <a:pt x="0" y="345"/>
                    </a:cubicBezTo>
                    <a:lnTo>
                      <a:pt x="0" y="51"/>
                    </a:lnTo>
                    <a:cubicBezTo>
                      <a:pt x="0" y="23"/>
                      <a:pt x="23" y="0"/>
                      <a:pt x="51" y="0"/>
                    </a:cubicBezTo>
                    <a:lnTo>
                      <a:pt x="136" y="0"/>
                    </a:lnTo>
                    <a:lnTo>
                      <a:pt x="136" y="6"/>
                    </a:lnTo>
                    <a:lnTo>
                      <a:pt x="51" y="6"/>
                    </a:lnTo>
                    <a:cubicBezTo>
                      <a:pt x="27" y="6"/>
                      <a:pt x="6" y="27"/>
                      <a:pt x="6" y="51"/>
                    </a:cubicBezTo>
                    <a:lnTo>
                      <a:pt x="6" y="345"/>
                    </a:lnTo>
                    <a:cubicBezTo>
                      <a:pt x="6" y="370"/>
                      <a:pt x="27" y="390"/>
                      <a:pt x="51" y="390"/>
                    </a:cubicBezTo>
                    <a:lnTo>
                      <a:pt x="220" y="390"/>
                    </a:lnTo>
                    <a:lnTo>
                      <a:pt x="220" y="397"/>
                    </a:lnTo>
                    <a:close/>
                  </a:path>
                </a:pathLst>
              </a:custGeom>
              <a:solidFill>
                <a:schemeClr val="lt2"/>
              </a:solidFill>
              <a:ln>
                <a:noFill/>
              </a:ln>
            </p:spPr>
            <p:txBody>
              <a:bodyPr anchorCtr="1" anchor="ctr" bIns="49900" lIns="99775" spcFirstLastPara="1" rIns="99775" wrap="square" tIns="49900">
                <a:noAutofit/>
              </a:bodyPr>
              <a:lstStyle/>
              <a:p>
                <a:pPr indent="0" lvl="0" marL="0" marR="0" rtl="0" algn="l">
                  <a:spcBef>
                    <a:spcPts val="0"/>
                  </a:spcBef>
                  <a:spcAft>
                    <a:spcPts val="0"/>
                  </a:spcAft>
                  <a:buNone/>
                </a:pPr>
                <a:r>
                  <a:t/>
                </a:r>
                <a:endParaRPr b="0" sz="1995" strike="noStrike">
                  <a:solidFill>
                    <a:srgbClr val="FFFFFF"/>
                  </a:solidFill>
                  <a:latin typeface="Arial"/>
                  <a:ea typeface="Arial"/>
                  <a:cs typeface="Arial"/>
                  <a:sym typeface="Arial"/>
                </a:endParaRPr>
              </a:p>
            </p:txBody>
          </p:sp>
        </p:grpSp>
      </p:grpSp>
      <p:sp>
        <p:nvSpPr>
          <p:cNvPr id="1998" name="Google Shape;1998;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2" name="Shape 2002"/>
        <p:cNvGrpSpPr/>
        <p:nvPr/>
      </p:nvGrpSpPr>
      <p:grpSpPr>
        <a:xfrm>
          <a:off x="0" y="0"/>
          <a:ext cx="0" cy="0"/>
          <a:chOff x="0" y="0"/>
          <a:chExt cx="0" cy="0"/>
        </a:xfrm>
      </p:grpSpPr>
      <p:sp>
        <p:nvSpPr>
          <p:cNvPr id="2003" name="Google Shape;2003;p46"/>
          <p:cNvSpPr txBox="1"/>
          <p:nvPr>
            <p:ph type="title"/>
          </p:nvPr>
        </p:nvSpPr>
        <p:spPr>
          <a:xfrm>
            <a:off x="720000" y="6114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Future Additional Features</a:t>
            </a:r>
            <a:endParaRPr/>
          </a:p>
        </p:txBody>
      </p:sp>
      <p:sp>
        <p:nvSpPr>
          <p:cNvPr id="2004" name="Google Shape;2004;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05" name="Google Shape;2005;p46"/>
          <p:cNvSpPr txBox="1"/>
          <p:nvPr/>
        </p:nvSpPr>
        <p:spPr>
          <a:xfrm>
            <a:off x="3087750" y="2440800"/>
            <a:ext cx="2968500" cy="114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Roboto"/>
                <a:ea typeface="Roboto"/>
                <a:cs typeface="Roboto"/>
                <a:sym typeface="Roboto"/>
              </a:rPr>
              <a:t>Data Protection</a:t>
            </a:r>
            <a:endParaRPr b="1" sz="1800">
              <a:solidFill>
                <a:schemeClr val="dk1"/>
              </a:solidFill>
              <a:latin typeface="Roboto"/>
              <a:ea typeface="Roboto"/>
              <a:cs typeface="Roboto"/>
              <a:sym typeface="Roboto"/>
            </a:endParaRPr>
          </a:p>
          <a:p>
            <a:pPr indent="0" lvl="0" marL="0" rtl="0" algn="l">
              <a:spcBef>
                <a:spcPts val="0"/>
              </a:spcBef>
              <a:spcAft>
                <a:spcPts val="0"/>
              </a:spcAft>
              <a:buNone/>
            </a:pPr>
            <a:r>
              <a:t/>
            </a:r>
            <a:endParaRPr b="1" sz="18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Automated Backup &amp; Restore</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Secondary Backup Database</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b="1" sz="1200">
              <a:solidFill>
                <a:schemeClr val="dk1"/>
              </a:solidFill>
              <a:latin typeface="Roboto"/>
              <a:ea typeface="Roboto"/>
              <a:cs typeface="Roboto"/>
              <a:sym typeface="Roboto"/>
            </a:endParaRPr>
          </a:p>
          <a:p>
            <a:pPr indent="0" lvl="0" marL="0" rtl="0" algn="l">
              <a:spcBef>
                <a:spcPts val="0"/>
              </a:spcBef>
              <a:spcAft>
                <a:spcPts val="0"/>
              </a:spcAft>
              <a:buNone/>
            </a:pPr>
            <a:r>
              <a:t/>
            </a:r>
            <a:endParaRPr b="1" sz="1200">
              <a:solidFill>
                <a:schemeClr val="dk1"/>
              </a:solidFill>
              <a:latin typeface="Roboto"/>
              <a:ea typeface="Roboto"/>
              <a:cs typeface="Roboto"/>
              <a:sym typeface="Roboto"/>
            </a:endParaRPr>
          </a:p>
        </p:txBody>
      </p:sp>
      <p:sp>
        <p:nvSpPr>
          <p:cNvPr id="2006" name="Google Shape;2006;p46"/>
          <p:cNvSpPr txBox="1"/>
          <p:nvPr/>
        </p:nvSpPr>
        <p:spPr>
          <a:xfrm>
            <a:off x="412350" y="2509474"/>
            <a:ext cx="2675400" cy="114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Roboto"/>
                <a:ea typeface="Roboto"/>
                <a:cs typeface="Roboto"/>
                <a:sym typeface="Roboto"/>
              </a:rPr>
              <a:t>Release Security</a:t>
            </a:r>
            <a:endParaRPr b="1" sz="1800">
              <a:solidFill>
                <a:schemeClr val="dk1"/>
              </a:solidFill>
              <a:latin typeface="Roboto"/>
              <a:ea typeface="Roboto"/>
              <a:cs typeface="Roboto"/>
              <a:sym typeface="Roboto"/>
            </a:endParaRPr>
          </a:p>
          <a:p>
            <a:pPr indent="0" lvl="0" marL="0" rtl="0" algn="l">
              <a:spcBef>
                <a:spcPts val="0"/>
              </a:spcBef>
              <a:spcAft>
                <a:spcPts val="0"/>
              </a:spcAft>
              <a:buNone/>
            </a:pPr>
            <a:r>
              <a:t/>
            </a:r>
            <a:endParaRPr b="1" sz="18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VirusTotal APK Screening</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APK Hash Verification</a:t>
            </a:r>
            <a:endParaRPr>
              <a:solidFill>
                <a:schemeClr val="dk1"/>
              </a:solidFill>
              <a:latin typeface="Roboto"/>
              <a:ea typeface="Roboto"/>
              <a:cs typeface="Roboto"/>
              <a:sym typeface="Roboto"/>
            </a:endParaRPr>
          </a:p>
          <a:p>
            <a:pPr indent="0" lvl="0" marL="0" rtl="0" algn="ctr">
              <a:spcBef>
                <a:spcPts val="0"/>
              </a:spcBef>
              <a:spcAft>
                <a:spcPts val="0"/>
              </a:spcAft>
              <a:buNone/>
            </a:pPr>
            <a:r>
              <a:t/>
            </a:r>
            <a:endParaRPr b="1">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sp>
        <p:nvSpPr>
          <p:cNvPr id="2007" name="Google Shape;2007;p46"/>
          <p:cNvSpPr txBox="1"/>
          <p:nvPr/>
        </p:nvSpPr>
        <p:spPr>
          <a:xfrm>
            <a:off x="6056250" y="2394875"/>
            <a:ext cx="2780100" cy="13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Roboto"/>
                <a:ea typeface="Roboto"/>
                <a:cs typeface="Roboto"/>
                <a:sym typeface="Roboto"/>
              </a:rPr>
              <a:t>Monitoring &amp; Analytics</a:t>
            </a:r>
            <a:endParaRPr b="1" sz="1800">
              <a:solidFill>
                <a:schemeClr val="dk1"/>
              </a:solidFill>
              <a:latin typeface="Roboto"/>
              <a:ea typeface="Roboto"/>
              <a:cs typeface="Roboto"/>
              <a:sym typeface="Roboto"/>
            </a:endParaRPr>
          </a:p>
          <a:p>
            <a:pPr indent="0" lvl="0" marL="0" rtl="0" algn="l">
              <a:spcBef>
                <a:spcPts val="0"/>
              </a:spcBef>
              <a:spcAft>
                <a:spcPts val="0"/>
              </a:spcAft>
              <a:buNone/>
            </a:pPr>
            <a:r>
              <a:t/>
            </a:r>
            <a:endParaRPr b="1" sz="18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Real-Time Security Alerts</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Advanced Analytics Dashboard</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b="1" sz="1800">
              <a:solidFill>
                <a:schemeClr val="dk1"/>
              </a:solidFill>
              <a:latin typeface="Roboto"/>
              <a:ea typeface="Roboto"/>
              <a:cs typeface="Roboto"/>
              <a:sym typeface="Roboto"/>
            </a:endParaRPr>
          </a:p>
          <a:p>
            <a:pPr indent="0" lvl="0" marL="0" rtl="0" algn="ctr">
              <a:spcBef>
                <a:spcPts val="0"/>
              </a:spcBef>
              <a:spcAft>
                <a:spcPts val="0"/>
              </a:spcAft>
              <a:buNone/>
            </a:pPr>
            <a:r>
              <a:t/>
            </a:r>
            <a:endParaRPr b="1" sz="1200">
              <a:solidFill>
                <a:schemeClr val="dk1"/>
              </a:solidFill>
              <a:latin typeface="Roboto"/>
              <a:ea typeface="Roboto"/>
              <a:cs typeface="Roboto"/>
              <a:sym typeface="Roboto"/>
            </a:endParaRPr>
          </a:p>
          <a:p>
            <a:pPr indent="0" lvl="0" marL="0" rtl="0" algn="ctr">
              <a:spcBef>
                <a:spcPts val="0"/>
              </a:spcBef>
              <a:spcAft>
                <a:spcPts val="0"/>
              </a:spcAft>
              <a:buNone/>
            </a:pPr>
            <a:r>
              <a:t/>
            </a:r>
            <a:endParaRPr b="1" sz="1200">
              <a:solidFill>
                <a:schemeClr val="dk1"/>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1" name="Shape 2011"/>
        <p:cNvGrpSpPr/>
        <p:nvPr/>
      </p:nvGrpSpPr>
      <p:grpSpPr>
        <a:xfrm>
          <a:off x="0" y="0"/>
          <a:ext cx="0" cy="0"/>
          <a:chOff x="0" y="0"/>
          <a:chExt cx="0" cy="0"/>
        </a:xfrm>
      </p:grpSpPr>
      <p:sp>
        <p:nvSpPr>
          <p:cNvPr id="2012" name="Google Shape;2012;p47"/>
          <p:cNvSpPr txBox="1"/>
          <p:nvPr>
            <p:ph type="title"/>
          </p:nvPr>
        </p:nvSpPr>
        <p:spPr>
          <a:xfrm>
            <a:off x="712863" y="2042400"/>
            <a:ext cx="4448100" cy="1058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Q&amp;A</a:t>
            </a:r>
            <a:endParaRPr/>
          </a:p>
        </p:txBody>
      </p:sp>
      <p:grpSp>
        <p:nvGrpSpPr>
          <p:cNvPr id="2013" name="Google Shape;2013;p47"/>
          <p:cNvGrpSpPr/>
          <p:nvPr/>
        </p:nvGrpSpPr>
        <p:grpSpPr>
          <a:xfrm>
            <a:off x="5239780" y="515548"/>
            <a:ext cx="3468821" cy="4112410"/>
            <a:chOff x="5188205" y="269636"/>
            <a:chExt cx="3468821" cy="4112410"/>
          </a:xfrm>
        </p:grpSpPr>
        <p:grpSp>
          <p:nvGrpSpPr>
            <p:cNvPr id="2014" name="Google Shape;2014;p47"/>
            <p:cNvGrpSpPr/>
            <p:nvPr/>
          </p:nvGrpSpPr>
          <p:grpSpPr>
            <a:xfrm>
              <a:off x="5442413" y="2249685"/>
              <a:ext cx="3106278" cy="1720475"/>
              <a:chOff x="5442413" y="2249685"/>
              <a:chExt cx="3106278" cy="1720475"/>
            </a:xfrm>
          </p:grpSpPr>
          <p:sp>
            <p:nvSpPr>
              <p:cNvPr id="2015" name="Google Shape;2015;p47"/>
              <p:cNvSpPr/>
              <p:nvPr/>
            </p:nvSpPr>
            <p:spPr>
              <a:xfrm>
                <a:off x="5442413" y="2249685"/>
                <a:ext cx="849507" cy="848438"/>
              </a:xfrm>
              <a:custGeom>
                <a:rect b="b" l="l" r="r" t="t"/>
                <a:pathLst>
                  <a:path extrusionOk="0" h="791" w="792">
                    <a:moveTo>
                      <a:pt x="227" y="115"/>
                    </a:moveTo>
                    <a:cubicBezTo>
                      <a:pt x="252" y="100"/>
                      <a:pt x="279" y="89"/>
                      <a:pt x="306" y="81"/>
                    </a:cubicBezTo>
                    <a:lnTo>
                      <a:pt x="322" y="2"/>
                    </a:lnTo>
                    <a:lnTo>
                      <a:pt x="455" y="0"/>
                    </a:lnTo>
                    <a:lnTo>
                      <a:pt x="474" y="78"/>
                    </a:lnTo>
                    <a:cubicBezTo>
                      <a:pt x="502" y="85"/>
                      <a:pt x="529" y="95"/>
                      <a:pt x="555" y="109"/>
                    </a:cubicBezTo>
                    <a:lnTo>
                      <a:pt x="622" y="65"/>
                    </a:lnTo>
                    <a:lnTo>
                      <a:pt x="718" y="158"/>
                    </a:lnTo>
                    <a:lnTo>
                      <a:pt x="676" y="226"/>
                    </a:lnTo>
                    <a:cubicBezTo>
                      <a:pt x="691" y="251"/>
                      <a:pt x="703" y="278"/>
                      <a:pt x="711" y="306"/>
                    </a:cubicBezTo>
                    <a:lnTo>
                      <a:pt x="789" y="322"/>
                    </a:lnTo>
                    <a:lnTo>
                      <a:pt x="792" y="455"/>
                    </a:lnTo>
                    <a:lnTo>
                      <a:pt x="714" y="474"/>
                    </a:lnTo>
                    <a:cubicBezTo>
                      <a:pt x="707" y="502"/>
                      <a:pt x="696" y="529"/>
                      <a:pt x="682" y="555"/>
                    </a:cubicBezTo>
                    <a:lnTo>
                      <a:pt x="726" y="622"/>
                    </a:lnTo>
                    <a:lnTo>
                      <a:pt x="634" y="717"/>
                    </a:lnTo>
                    <a:lnTo>
                      <a:pt x="565" y="676"/>
                    </a:lnTo>
                    <a:cubicBezTo>
                      <a:pt x="540" y="691"/>
                      <a:pt x="513" y="702"/>
                      <a:pt x="486" y="710"/>
                    </a:cubicBezTo>
                    <a:lnTo>
                      <a:pt x="469" y="789"/>
                    </a:lnTo>
                    <a:lnTo>
                      <a:pt x="336" y="791"/>
                    </a:lnTo>
                    <a:lnTo>
                      <a:pt x="317" y="713"/>
                    </a:lnTo>
                    <a:cubicBezTo>
                      <a:pt x="289" y="706"/>
                      <a:pt x="262" y="696"/>
                      <a:pt x="237" y="681"/>
                    </a:cubicBezTo>
                    <a:lnTo>
                      <a:pt x="170" y="725"/>
                    </a:lnTo>
                    <a:lnTo>
                      <a:pt x="74" y="633"/>
                    </a:lnTo>
                    <a:lnTo>
                      <a:pt x="116" y="564"/>
                    </a:lnTo>
                    <a:cubicBezTo>
                      <a:pt x="100" y="539"/>
                      <a:pt x="89" y="513"/>
                      <a:pt x="81" y="485"/>
                    </a:cubicBezTo>
                    <a:lnTo>
                      <a:pt x="2" y="469"/>
                    </a:lnTo>
                    <a:lnTo>
                      <a:pt x="0" y="336"/>
                    </a:lnTo>
                    <a:lnTo>
                      <a:pt x="78" y="317"/>
                    </a:lnTo>
                    <a:cubicBezTo>
                      <a:pt x="85" y="289"/>
                      <a:pt x="95" y="262"/>
                      <a:pt x="110" y="236"/>
                    </a:cubicBezTo>
                    <a:lnTo>
                      <a:pt x="66" y="169"/>
                    </a:lnTo>
                    <a:lnTo>
                      <a:pt x="158" y="73"/>
                    </a:lnTo>
                    <a:lnTo>
                      <a:pt x="227" y="115"/>
                    </a:lnTo>
                    <a:moveTo>
                      <a:pt x="297" y="292"/>
                    </a:moveTo>
                    <a:cubicBezTo>
                      <a:pt x="243" y="349"/>
                      <a:pt x="244" y="439"/>
                      <a:pt x="301" y="494"/>
                    </a:cubicBezTo>
                    <a:cubicBezTo>
                      <a:pt x="358" y="548"/>
                      <a:pt x="448" y="547"/>
                      <a:pt x="502" y="490"/>
                    </a:cubicBezTo>
                    <a:cubicBezTo>
                      <a:pt x="557" y="433"/>
                      <a:pt x="555" y="343"/>
                      <a:pt x="499" y="289"/>
                    </a:cubicBezTo>
                    <a:cubicBezTo>
                      <a:pt x="442" y="234"/>
                      <a:pt x="352" y="236"/>
                      <a:pt x="297" y="292"/>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16" name="Google Shape;2016;p47"/>
              <p:cNvSpPr/>
              <p:nvPr/>
            </p:nvSpPr>
            <p:spPr>
              <a:xfrm>
                <a:off x="7612303" y="3033768"/>
                <a:ext cx="936389" cy="936393"/>
              </a:xfrm>
              <a:custGeom>
                <a:rect b="b" l="l" r="r" t="t"/>
                <a:pathLst>
                  <a:path extrusionOk="0" h="873" w="873">
                    <a:moveTo>
                      <a:pt x="250" y="127"/>
                    </a:moveTo>
                    <a:cubicBezTo>
                      <a:pt x="278" y="111"/>
                      <a:pt x="307" y="98"/>
                      <a:pt x="338" y="89"/>
                    </a:cubicBezTo>
                    <a:lnTo>
                      <a:pt x="356" y="3"/>
                    </a:lnTo>
                    <a:lnTo>
                      <a:pt x="502" y="0"/>
                    </a:lnTo>
                    <a:lnTo>
                      <a:pt x="523" y="86"/>
                    </a:lnTo>
                    <a:cubicBezTo>
                      <a:pt x="554" y="94"/>
                      <a:pt x="584" y="105"/>
                      <a:pt x="612" y="121"/>
                    </a:cubicBezTo>
                    <a:lnTo>
                      <a:pt x="686" y="72"/>
                    </a:lnTo>
                    <a:lnTo>
                      <a:pt x="791" y="174"/>
                    </a:lnTo>
                    <a:lnTo>
                      <a:pt x="745" y="250"/>
                    </a:lnTo>
                    <a:cubicBezTo>
                      <a:pt x="762" y="278"/>
                      <a:pt x="775" y="307"/>
                      <a:pt x="784" y="338"/>
                    </a:cubicBezTo>
                    <a:lnTo>
                      <a:pt x="870" y="356"/>
                    </a:lnTo>
                    <a:lnTo>
                      <a:pt x="873" y="502"/>
                    </a:lnTo>
                    <a:lnTo>
                      <a:pt x="787" y="523"/>
                    </a:lnTo>
                    <a:cubicBezTo>
                      <a:pt x="779" y="554"/>
                      <a:pt x="768" y="584"/>
                      <a:pt x="752" y="612"/>
                    </a:cubicBezTo>
                    <a:lnTo>
                      <a:pt x="800" y="686"/>
                    </a:lnTo>
                    <a:lnTo>
                      <a:pt x="699" y="791"/>
                    </a:lnTo>
                    <a:lnTo>
                      <a:pt x="623" y="746"/>
                    </a:lnTo>
                    <a:cubicBezTo>
                      <a:pt x="595" y="762"/>
                      <a:pt x="566" y="775"/>
                      <a:pt x="535" y="784"/>
                    </a:cubicBezTo>
                    <a:lnTo>
                      <a:pt x="517" y="870"/>
                    </a:lnTo>
                    <a:lnTo>
                      <a:pt x="371" y="873"/>
                    </a:lnTo>
                    <a:lnTo>
                      <a:pt x="350" y="787"/>
                    </a:lnTo>
                    <a:cubicBezTo>
                      <a:pt x="319" y="779"/>
                      <a:pt x="289" y="768"/>
                      <a:pt x="261" y="752"/>
                    </a:cubicBezTo>
                    <a:lnTo>
                      <a:pt x="187" y="800"/>
                    </a:lnTo>
                    <a:lnTo>
                      <a:pt x="82" y="699"/>
                    </a:lnTo>
                    <a:lnTo>
                      <a:pt x="127" y="623"/>
                    </a:lnTo>
                    <a:cubicBezTo>
                      <a:pt x="111" y="595"/>
                      <a:pt x="98" y="566"/>
                      <a:pt x="89" y="535"/>
                    </a:cubicBezTo>
                    <a:lnTo>
                      <a:pt x="3" y="517"/>
                    </a:lnTo>
                    <a:lnTo>
                      <a:pt x="0" y="371"/>
                    </a:lnTo>
                    <a:lnTo>
                      <a:pt x="86" y="350"/>
                    </a:lnTo>
                    <a:cubicBezTo>
                      <a:pt x="94" y="319"/>
                      <a:pt x="105" y="289"/>
                      <a:pt x="121" y="261"/>
                    </a:cubicBezTo>
                    <a:lnTo>
                      <a:pt x="73" y="187"/>
                    </a:lnTo>
                    <a:lnTo>
                      <a:pt x="174" y="82"/>
                    </a:lnTo>
                    <a:lnTo>
                      <a:pt x="250" y="127"/>
                    </a:lnTo>
                    <a:moveTo>
                      <a:pt x="328" y="322"/>
                    </a:moveTo>
                    <a:cubicBezTo>
                      <a:pt x="268" y="385"/>
                      <a:pt x="269" y="485"/>
                      <a:pt x="332" y="545"/>
                    </a:cubicBezTo>
                    <a:cubicBezTo>
                      <a:pt x="394" y="605"/>
                      <a:pt x="494" y="603"/>
                      <a:pt x="554" y="541"/>
                    </a:cubicBezTo>
                    <a:cubicBezTo>
                      <a:pt x="615" y="478"/>
                      <a:pt x="613" y="379"/>
                      <a:pt x="550" y="319"/>
                    </a:cubicBezTo>
                    <a:cubicBezTo>
                      <a:pt x="488" y="258"/>
                      <a:pt x="388" y="260"/>
                      <a:pt x="328" y="322"/>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2017" name="Google Shape;2017;p47"/>
            <p:cNvGrpSpPr/>
            <p:nvPr/>
          </p:nvGrpSpPr>
          <p:grpSpPr>
            <a:xfrm>
              <a:off x="8109994" y="1455949"/>
              <a:ext cx="547031" cy="551324"/>
              <a:chOff x="8109994" y="1455949"/>
              <a:chExt cx="547031" cy="551324"/>
            </a:xfrm>
          </p:grpSpPr>
          <p:sp>
            <p:nvSpPr>
              <p:cNvPr id="2018" name="Google Shape;2018;p47"/>
              <p:cNvSpPr/>
              <p:nvPr/>
            </p:nvSpPr>
            <p:spPr>
              <a:xfrm>
                <a:off x="8109994" y="1455949"/>
                <a:ext cx="465513" cy="551324"/>
              </a:xfrm>
              <a:custGeom>
                <a:rect b="b" l="l" r="r" t="t"/>
                <a:pathLst>
                  <a:path extrusionOk="0" h="514" w="434">
                    <a:moveTo>
                      <a:pt x="215" y="235"/>
                    </a:moveTo>
                    <a:cubicBezTo>
                      <a:pt x="255" y="207"/>
                      <a:pt x="276" y="155"/>
                      <a:pt x="265" y="102"/>
                    </a:cubicBezTo>
                    <a:cubicBezTo>
                      <a:pt x="250" y="33"/>
                      <a:pt x="186" y="-12"/>
                      <a:pt x="121" y="2"/>
                    </a:cubicBezTo>
                    <a:cubicBezTo>
                      <a:pt x="56" y="16"/>
                      <a:pt x="15" y="83"/>
                      <a:pt x="30" y="152"/>
                    </a:cubicBezTo>
                    <a:cubicBezTo>
                      <a:pt x="41" y="206"/>
                      <a:pt x="82" y="244"/>
                      <a:pt x="130" y="253"/>
                    </a:cubicBezTo>
                    <a:cubicBezTo>
                      <a:pt x="-45" y="319"/>
                      <a:pt x="6" y="514"/>
                      <a:pt x="6" y="514"/>
                    </a:cubicBezTo>
                    <a:lnTo>
                      <a:pt x="434" y="424"/>
                    </a:lnTo>
                    <a:cubicBezTo>
                      <a:pt x="434" y="424"/>
                      <a:pt x="401" y="223"/>
                      <a:pt x="215" y="235"/>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19" name="Google Shape;2019;p47"/>
              <p:cNvSpPr/>
              <p:nvPr/>
            </p:nvSpPr>
            <p:spPr>
              <a:xfrm>
                <a:off x="8383510" y="1718740"/>
                <a:ext cx="273516" cy="273517"/>
              </a:xfrm>
              <a:custGeom>
                <a:rect b="b" l="l" r="r" t="t"/>
                <a:pathLst>
                  <a:path extrusionOk="0" h="255" w="255">
                    <a:moveTo>
                      <a:pt x="240" y="65"/>
                    </a:moveTo>
                    <a:lnTo>
                      <a:pt x="156" y="84"/>
                    </a:lnTo>
                    <a:lnTo>
                      <a:pt x="138" y="0"/>
                    </a:lnTo>
                    <a:lnTo>
                      <a:pt x="66" y="15"/>
                    </a:lnTo>
                    <a:lnTo>
                      <a:pt x="84" y="99"/>
                    </a:lnTo>
                    <a:lnTo>
                      <a:pt x="0" y="117"/>
                    </a:lnTo>
                    <a:lnTo>
                      <a:pt x="16" y="189"/>
                    </a:lnTo>
                    <a:lnTo>
                      <a:pt x="100" y="171"/>
                    </a:lnTo>
                    <a:lnTo>
                      <a:pt x="118" y="255"/>
                    </a:lnTo>
                    <a:lnTo>
                      <a:pt x="190" y="239"/>
                    </a:lnTo>
                    <a:lnTo>
                      <a:pt x="171" y="155"/>
                    </a:lnTo>
                    <a:lnTo>
                      <a:pt x="255" y="137"/>
                    </a:lnTo>
                    <a:lnTo>
                      <a:pt x="240" y="65"/>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2020" name="Google Shape;2020;p47"/>
            <p:cNvGrpSpPr/>
            <p:nvPr/>
          </p:nvGrpSpPr>
          <p:grpSpPr>
            <a:xfrm>
              <a:off x="5927233" y="2666933"/>
              <a:ext cx="2197778" cy="1715113"/>
              <a:chOff x="5927233" y="2666933"/>
              <a:chExt cx="2197778" cy="1715113"/>
            </a:xfrm>
          </p:grpSpPr>
          <p:sp>
            <p:nvSpPr>
              <p:cNvPr id="2021" name="Google Shape;2021;p47"/>
              <p:cNvSpPr/>
              <p:nvPr/>
            </p:nvSpPr>
            <p:spPr>
              <a:xfrm>
                <a:off x="5928305" y="2668005"/>
                <a:ext cx="1966094" cy="1574599"/>
              </a:xfrm>
              <a:custGeom>
                <a:rect b="b" l="l" r="r" t="t"/>
                <a:pathLst>
                  <a:path extrusionOk="0" h="1468" w="1833">
                    <a:moveTo>
                      <a:pt x="1772" y="0"/>
                    </a:moveTo>
                    <a:lnTo>
                      <a:pt x="446" y="0"/>
                    </a:lnTo>
                    <a:cubicBezTo>
                      <a:pt x="404" y="0"/>
                      <a:pt x="370" y="34"/>
                      <a:pt x="370" y="76"/>
                    </a:cubicBezTo>
                    <a:lnTo>
                      <a:pt x="370" y="565"/>
                    </a:lnTo>
                    <a:lnTo>
                      <a:pt x="337" y="565"/>
                    </a:lnTo>
                    <a:cubicBezTo>
                      <a:pt x="322" y="565"/>
                      <a:pt x="307" y="561"/>
                      <a:pt x="293" y="555"/>
                    </a:cubicBezTo>
                    <a:cubicBezTo>
                      <a:pt x="256" y="537"/>
                      <a:pt x="214" y="530"/>
                      <a:pt x="170" y="537"/>
                    </a:cubicBezTo>
                    <a:cubicBezTo>
                      <a:pt x="81" y="552"/>
                      <a:pt x="12" y="626"/>
                      <a:pt x="2" y="715"/>
                    </a:cubicBezTo>
                    <a:cubicBezTo>
                      <a:pt x="-11" y="838"/>
                      <a:pt x="85" y="942"/>
                      <a:pt x="205" y="942"/>
                    </a:cubicBezTo>
                    <a:cubicBezTo>
                      <a:pt x="234" y="942"/>
                      <a:pt x="262" y="936"/>
                      <a:pt x="287" y="925"/>
                    </a:cubicBezTo>
                    <a:cubicBezTo>
                      <a:pt x="300" y="919"/>
                      <a:pt x="314" y="915"/>
                      <a:pt x="328" y="915"/>
                    </a:cubicBezTo>
                    <a:lnTo>
                      <a:pt x="370" y="915"/>
                    </a:lnTo>
                    <a:lnTo>
                      <a:pt x="370" y="1393"/>
                    </a:lnTo>
                    <a:cubicBezTo>
                      <a:pt x="370" y="1434"/>
                      <a:pt x="404" y="1468"/>
                      <a:pt x="446" y="1468"/>
                    </a:cubicBezTo>
                    <a:lnTo>
                      <a:pt x="1772" y="1468"/>
                    </a:lnTo>
                    <a:cubicBezTo>
                      <a:pt x="1806" y="1468"/>
                      <a:pt x="1833" y="1441"/>
                      <a:pt x="1833" y="1407"/>
                    </a:cubicBezTo>
                    <a:lnTo>
                      <a:pt x="1833" y="62"/>
                    </a:lnTo>
                    <a:cubicBezTo>
                      <a:pt x="1833" y="28"/>
                      <a:pt x="1806" y="1"/>
                      <a:pt x="1772" y="1"/>
                    </a:cubicBezTo>
                    <a:lnTo>
                      <a:pt x="1772" y="0"/>
                    </a:ln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22" name="Google Shape;2022;p47"/>
              <p:cNvSpPr/>
              <p:nvPr/>
            </p:nvSpPr>
            <p:spPr>
              <a:xfrm>
                <a:off x="5927233" y="2666933"/>
                <a:ext cx="1969312" cy="1577817"/>
              </a:xfrm>
              <a:custGeom>
                <a:rect b="b" l="l" r="r" t="t"/>
                <a:pathLst>
                  <a:path extrusionOk="0" h="1471" w="1836">
                    <a:moveTo>
                      <a:pt x="1773" y="1"/>
                    </a:moveTo>
                    <a:cubicBezTo>
                      <a:pt x="1773" y="1"/>
                      <a:pt x="1774" y="1"/>
                      <a:pt x="1777" y="1"/>
                    </a:cubicBezTo>
                    <a:cubicBezTo>
                      <a:pt x="1778" y="1"/>
                      <a:pt x="1780" y="2"/>
                      <a:pt x="1782" y="2"/>
                    </a:cubicBezTo>
                    <a:cubicBezTo>
                      <a:pt x="1784" y="2"/>
                      <a:pt x="1787" y="3"/>
                      <a:pt x="1789" y="3"/>
                    </a:cubicBezTo>
                    <a:cubicBezTo>
                      <a:pt x="1799" y="6"/>
                      <a:pt x="1816" y="14"/>
                      <a:pt x="1827" y="32"/>
                    </a:cubicBezTo>
                    <a:cubicBezTo>
                      <a:pt x="1832" y="42"/>
                      <a:pt x="1835" y="54"/>
                      <a:pt x="1835" y="67"/>
                    </a:cubicBezTo>
                    <a:cubicBezTo>
                      <a:pt x="1835" y="80"/>
                      <a:pt x="1835" y="94"/>
                      <a:pt x="1835" y="110"/>
                    </a:cubicBezTo>
                    <a:cubicBezTo>
                      <a:pt x="1835" y="141"/>
                      <a:pt x="1835" y="177"/>
                      <a:pt x="1835" y="217"/>
                    </a:cubicBezTo>
                    <a:cubicBezTo>
                      <a:pt x="1835" y="378"/>
                      <a:pt x="1835" y="612"/>
                      <a:pt x="1836" y="900"/>
                    </a:cubicBezTo>
                    <a:cubicBezTo>
                      <a:pt x="1836" y="1044"/>
                      <a:pt x="1836" y="1202"/>
                      <a:pt x="1836" y="1372"/>
                    </a:cubicBezTo>
                    <a:cubicBezTo>
                      <a:pt x="1836" y="1382"/>
                      <a:pt x="1836" y="1393"/>
                      <a:pt x="1836" y="1404"/>
                    </a:cubicBezTo>
                    <a:cubicBezTo>
                      <a:pt x="1836" y="1409"/>
                      <a:pt x="1836" y="1415"/>
                      <a:pt x="1835" y="1420"/>
                    </a:cubicBezTo>
                    <a:cubicBezTo>
                      <a:pt x="1833" y="1425"/>
                      <a:pt x="1832" y="1431"/>
                      <a:pt x="1829" y="1436"/>
                    </a:cubicBezTo>
                    <a:cubicBezTo>
                      <a:pt x="1820" y="1456"/>
                      <a:pt x="1799" y="1470"/>
                      <a:pt x="1776" y="1470"/>
                    </a:cubicBezTo>
                    <a:cubicBezTo>
                      <a:pt x="1732" y="1470"/>
                      <a:pt x="1688" y="1471"/>
                      <a:pt x="1642" y="1471"/>
                    </a:cubicBezTo>
                    <a:cubicBezTo>
                      <a:pt x="1552" y="1471"/>
                      <a:pt x="1459" y="1471"/>
                      <a:pt x="1364" y="1471"/>
                    </a:cubicBezTo>
                    <a:cubicBezTo>
                      <a:pt x="1174" y="1471"/>
                      <a:pt x="974" y="1471"/>
                      <a:pt x="766" y="1471"/>
                    </a:cubicBezTo>
                    <a:cubicBezTo>
                      <a:pt x="663" y="1471"/>
                      <a:pt x="557" y="1471"/>
                      <a:pt x="450" y="1471"/>
                    </a:cubicBezTo>
                    <a:cubicBezTo>
                      <a:pt x="436" y="1471"/>
                      <a:pt x="422" y="1468"/>
                      <a:pt x="410" y="1462"/>
                    </a:cubicBezTo>
                    <a:cubicBezTo>
                      <a:pt x="398" y="1455"/>
                      <a:pt x="388" y="1446"/>
                      <a:pt x="381" y="1434"/>
                    </a:cubicBezTo>
                    <a:cubicBezTo>
                      <a:pt x="373" y="1422"/>
                      <a:pt x="370" y="1408"/>
                      <a:pt x="369" y="1394"/>
                    </a:cubicBezTo>
                    <a:lnTo>
                      <a:pt x="369" y="1190"/>
                    </a:lnTo>
                    <a:cubicBezTo>
                      <a:pt x="369" y="1097"/>
                      <a:pt x="369" y="1006"/>
                      <a:pt x="369" y="916"/>
                    </a:cubicBezTo>
                    <a:lnTo>
                      <a:pt x="371" y="918"/>
                    </a:lnTo>
                    <a:lnTo>
                      <a:pt x="339" y="918"/>
                    </a:lnTo>
                    <a:cubicBezTo>
                      <a:pt x="334" y="918"/>
                      <a:pt x="328" y="918"/>
                      <a:pt x="323" y="919"/>
                    </a:cubicBezTo>
                    <a:cubicBezTo>
                      <a:pt x="318" y="919"/>
                      <a:pt x="313" y="920"/>
                      <a:pt x="307" y="921"/>
                    </a:cubicBezTo>
                    <a:cubicBezTo>
                      <a:pt x="302" y="922"/>
                      <a:pt x="297" y="924"/>
                      <a:pt x="292" y="926"/>
                    </a:cubicBezTo>
                    <a:cubicBezTo>
                      <a:pt x="287" y="928"/>
                      <a:pt x="282" y="930"/>
                      <a:pt x="277" y="932"/>
                    </a:cubicBezTo>
                    <a:cubicBezTo>
                      <a:pt x="267" y="936"/>
                      <a:pt x="257" y="939"/>
                      <a:pt x="246" y="941"/>
                    </a:cubicBezTo>
                    <a:cubicBezTo>
                      <a:pt x="236" y="943"/>
                      <a:pt x="225" y="944"/>
                      <a:pt x="214" y="944"/>
                    </a:cubicBezTo>
                    <a:cubicBezTo>
                      <a:pt x="209" y="945"/>
                      <a:pt x="204" y="945"/>
                      <a:pt x="198" y="944"/>
                    </a:cubicBezTo>
                    <a:cubicBezTo>
                      <a:pt x="193" y="944"/>
                      <a:pt x="188" y="944"/>
                      <a:pt x="182" y="943"/>
                    </a:cubicBezTo>
                    <a:cubicBezTo>
                      <a:pt x="161" y="941"/>
                      <a:pt x="140" y="935"/>
                      <a:pt x="121" y="926"/>
                    </a:cubicBezTo>
                    <a:cubicBezTo>
                      <a:pt x="102" y="917"/>
                      <a:pt x="84" y="905"/>
                      <a:pt x="68" y="892"/>
                    </a:cubicBezTo>
                    <a:cubicBezTo>
                      <a:pt x="52" y="877"/>
                      <a:pt x="39" y="861"/>
                      <a:pt x="28" y="843"/>
                    </a:cubicBezTo>
                    <a:cubicBezTo>
                      <a:pt x="18" y="824"/>
                      <a:pt x="10" y="805"/>
                      <a:pt x="5" y="785"/>
                    </a:cubicBezTo>
                    <a:cubicBezTo>
                      <a:pt x="4" y="780"/>
                      <a:pt x="4" y="774"/>
                      <a:pt x="3" y="769"/>
                    </a:cubicBezTo>
                    <a:lnTo>
                      <a:pt x="1" y="762"/>
                    </a:lnTo>
                    <a:cubicBezTo>
                      <a:pt x="1" y="759"/>
                      <a:pt x="1" y="757"/>
                      <a:pt x="1" y="754"/>
                    </a:cubicBezTo>
                    <a:lnTo>
                      <a:pt x="0" y="739"/>
                    </a:lnTo>
                    <a:lnTo>
                      <a:pt x="1" y="723"/>
                    </a:lnTo>
                    <a:cubicBezTo>
                      <a:pt x="4" y="682"/>
                      <a:pt x="20" y="642"/>
                      <a:pt x="45" y="610"/>
                    </a:cubicBezTo>
                    <a:cubicBezTo>
                      <a:pt x="71" y="579"/>
                      <a:pt x="105" y="555"/>
                      <a:pt x="144" y="543"/>
                    </a:cubicBezTo>
                    <a:cubicBezTo>
                      <a:pt x="182" y="531"/>
                      <a:pt x="223" y="530"/>
                      <a:pt x="260" y="541"/>
                    </a:cubicBezTo>
                    <a:cubicBezTo>
                      <a:pt x="270" y="544"/>
                      <a:pt x="279" y="547"/>
                      <a:pt x="288" y="551"/>
                    </a:cubicBezTo>
                    <a:cubicBezTo>
                      <a:pt x="297" y="555"/>
                      <a:pt x="305" y="559"/>
                      <a:pt x="315" y="561"/>
                    </a:cubicBezTo>
                    <a:cubicBezTo>
                      <a:pt x="324" y="564"/>
                      <a:pt x="333" y="564"/>
                      <a:pt x="343" y="564"/>
                    </a:cubicBezTo>
                    <a:lnTo>
                      <a:pt x="371" y="564"/>
                    </a:lnTo>
                    <a:lnTo>
                      <a:pt x="370" y="566"/>
                    </a:lnTo>
                    <a:cubicBezTo>
                      <a:pt x="370" y="424"/>
                      <a:pt x="370" y="287"/>
                      <a:pt x="370" y="156"/>
                    </a:cubicBezTo>
                    <a:lnTo>
                      <a:pt x="370" y="107"/>
                    </a:lnTo>
                    <a:cubicBezTo>
                      <a:pt x="370" y="99"/>
                      <a:pt x="370" y="91"/>
                      <a:pt x="370" y="83"/>
                    </a:cubicBezTo>
                    <a:cubicBezTo>
                      <a:pt x="369" y="75"/>
                      <a:pt x="370" y="67"/>
                      <a:pt x="372" y="59"/>
                    </a:cubicBezTo>
                    <a:cubicBezTo>
                      <a:pt x="375" y="43"/>
                      <a:pt x="385" y="29"/>
                      <a:pt x="397" y="18"/>
                    </a:cubicBezTo>
                    <a:cubicBezTo>
                      <a:pt x="403" y="13"/>
                      <a:pt x="410" y="9"/>
                      <a:pt x="417" y="6"/>
                    </a:cubicBezTo>
                    <a:cubicBezTo>
                      <a:pt x="424" y="3"/>
                      <a:pt x="432" y="1"/>
                      <a:pt x="440" y="0"/>
                    </a:cubicBezTo>
                    <a:cubicBezTo>
                      <a:pt x="502" y="-1"/>
                      <a:pt x="563" y="0"/>
                      <a:pt x="622" y="0"/>
                    </a:cubicBezTo>
                    <a:cubicBezTo>
                      <a:pt x="856" y="0"/>
                      <a:pt x="1063" y="0"/>
                      <a:pt x="1232" y="0"/>
                    </a:cubicBezTo>
                    <a:cubicBezTo>
                      <a:pt x="1403" y="0"/>
                      <a:pt x="1538" y="1"/>
                      <a:pt x="1631" y="1"/>
                    </a:cubicBezTo>
                    <a:cubicBezTo>
                      <a:pt x="1677" y="1"/>
                      <a:pt x="1712" y="1"/>
                      <a:pt x="1736" y="1"/>
                    </a:cubicBezTo>
                    <a:cubicBezTo>
                      <a:pt x="1748" y="1"/>
                      <a:pt x="1757" y="1"/>
                      <a:pt x="1764" y="1"/>
                    </a:cubicBezTo>
                    <a:cubicBezTo>
                      <a:pt x="1770" y="1"/>
                      <a:pt x="1773" y="1"/>
                      <a:pt x="1773" y="1"/>
                    </a:cubicBezTo>
                    <a:cubicBezTo>
                      <a:pt x="1773" y="1"/>
                      <a:pt x="1770" y="1"/>
                      <a:pt x="1764" y="1"/>
                    </a:cubicBezTo>
                    <a:cubicBezTo>
                      <a:pt x="1757" y="1"/>
                      <a:pt x="1748" y="1"/>
                      <a:pt x="1736" y="1"/>
                    </a:cubicBezTo>
                    <a:cubicBezTo>
                      <a:pt x="1712" y="1"/>
                      <a:pt x="1677" y="2"/>
                      <a:pt x="1631" y="2"/>
                    </a:cubicBezTo>
                    <a:cubicBezTo>
                      <a:pt x="1538" y="2"/>
                      <a:pt x="1403" y="2"/>
                      <a:pt x="1232" y="2"/>
                    </a:cubicBezTo>
                    <a:cubicBezTo>
                      <a:pt x="1062" y="2"/>
                      <a:pt x="856" y="3"/>
                      <a:pt x="622" y="3"/>
                    </a:cubicBezTo>
                    <a:cubicBezTo>
                      <a:pt x="563" y="3"/>
                      <a:pt x="502" y="3"/>
                      <a:pt x="440" y="3"/>
                    </a:cubicBezTo>
                    <a:cubicBezTo>
                      <a:pt x="433" y="4"/>
                      <a:pt x="425" y="6"/>
                      <a:pt x="418" y="9"/>
                    </a:cubicBezTo>
                    <a:cubicBezTo>
                      <a:pt x="411" y="12"/>
                      <a:pt x="405" y="16"/>
                      <a:pt x="399" y="21"/>
                    </a:cubicBezTo>
                    <a:cubicBezTo>
                      <a:pt x="387" y="31"/>
                      <a:pt x="378" y="45"/>
                      <a:pt x="375" y="60"/>
                    </a:cubicBezTo>
                    <a:cubicBezTo>
                      <a:pt x="373" y="68"/>
                      <a:pt x="373" y="75"/>
                      <a:pt x="373" y="83"/>
                    </a:cubicBezTo>
                    <a:cubicBezTo>
                      <a:pt x="373" y="91"/>
                      <a:pt x="373" y="99"/>
                      <a:pt x="373" y="108"/>
                    </a:cubicBezTo>
                    <a:cubicBezTo>
                      <a:pt x="373" y="124"/>
                      <a:pt x="373" y="140"/>
                      <a:pt x="373" y="156"/>
                    </a:cubicBezTo>
                    <a:cubicBezTo>
                      <a:pt x="373" y="287"/>
                      <a:pt x="373" y="424"/>
                      <a:pt x="373" y="566"/>
                    </a:cubicBezTo>
                    <a:lnTo>
                      <a:pt x="373" y="568"/>
                    </a:lnTo>
                    <a:lnTo>
                      <a:pt x="371" y="568"/>
                    </a:lnTo>
                    <a:cubicBezTo>
                      <a:pt x="362" y="568"/>
                      <a:pt x="352" y="568"/>
                      <a:pt x="343" y="568"/>
                    </a:cubicBezTo>
                    <a:cubicBezTo>
                      <a:pt x="333" y="568"/>
                      <a:pt x="323" y="567"/>
                      <a:pt x="314" y="565"/>
                    </a:cubicBezTo>
                    <a:cubicBezTo>
                      <a:pt x="304" y="563"/>
                      <a:pt x="295" y="558"/>
                      <a:pt x="287" y="554"/>
                    </a:cubicBezTo>
                    <a:cubicBezTo>
                      <a:pt x="278" y="550"/>
                      <a:pt x="269" y="547"/>
                      <a:pt x="259" y="545"/>
                    </a:cubicBezTo>
                    <a:cubicBezTo>
                      <a:pt x="222" y="534"/>
                      <a:pt x="182" y="535"/>
                      <a:pt x="145" y="547"/>
                    </a:cubicBezTo>
                    <a:cubicBezTo>
                      <a:pt x="107" y="559"/>
                      <a:pt x="73" y="582"/>
                      <a:pt x="48" y="613"/>
                    </a:cubicBezTo>
                    <a:cubicBezTo>
                      <a:pt x="23" y="644"/>
                      <a:pt x="7" y="683"/>
                      <a:pt x="5" y="723"/>
                    </a:cubicBezTo>
                    <a:lnTo>
                      <a:pt x="4" y="739"/>
                    </a:lnTo>
                    <a:lnTo>
                      <a:pt x="5" y="754"/>
                    </a:lnTo>
                    <a:cubicBezTo>
                      <a:pt x="5" y="756"/>
                      <a:pt x="5" y="759"/>
                      <a:pt x="5" y="761"/>
                    </a:cubicBezTo>
                    <a:lnTo>
                      <a:pt x="6" y="769"/>
                    </a:lnTo>
                    <a:cubicBezTo>
                      <a:pt x="7" y="774"/>
                      <a:pt x="8" y="779"/>
                      <a:pt x="9" y="784"/>
                    </a:cubicBezTo>
                    <a:cubicBezTo>
                      <a:pt x="14" y="804"/>
                      <a:pt x="21" y="823"/>
                      <a:pt x="31" y="841"/>
                    </a:cubicBezTo>
                    <a:cubicBezTo>
                      <a:pt x="42" y="859"/>
                      <a:pt x="55" y="875"/>
                      <a:pt x="70" y="889"/>
                    </a:cubicBezTo>
                    <a:cubicBezTo>
                      <a:pt x="86" y="903"/>
                      <a:pt x="103" y="914"/>
                      <a:pt x="122" y="923"/>
                    </a:cubicBezTo>
                    <a:cubicBezTo>
                      <a:pt x="141" y="931"/>
                      <a:pt x="162" y="937"/>
                      <a:pt x="183" y="940"/>
                    </a:cubicBezTo>
                    <a:cubicBezTo>
                      <a:pt x="188" y="940"/>
                      <a:pt x="192" y="941"/>
                      <a:pt x="198" y="941"/>
                    </a:cubicBezTo>
                    <a:cubicBezTo>
                      <a:pt x="203" y="942"/>
                      <a:pt x="209" y="941"/>
                      <a:pt x="214" y="941"/>
                    </a:cubicBezTo>
                    <a:cubicBezTo>
                      <a:pt x="225" y="940"/>
                      <a:pt x="235" y="939"/>
                      <a:pt x="245" y="937"/>
                    </a:cubicBezTo>
                    <a:cubicBezTo>
                      <a:pt x="256" y="935"/>
                      <a:pt x="266" y="932"/>
                      <a:pt x="276" y="928"/>
                    </a:cubicBezTo>
                    <a:cubicBezTo>
                      <a:pt x="281" y="926"/>
                      <a:pt x="286" y="924"/>
                      <a:pt x="291" y="922"/>
                    </a:cubicBezTo>
                    <a:cubicBezTo>
                      <a:pt x="296" y="920"/>
                      <a:pt x="301" y="918"/>
                      <a:pt x="306" y="917"/>
                    </a:cubicBezTo>
                    <a:cubicBezTo>
                      <a:pt x="312" y="916"/>
                      <a:pt x="317" y="915"/>
                      <a:pt x="323" y="915"/>
                    </a:cubicBezTo>
                    <a:cubicBezTo>
                      <a:pt x="328" y="915"/>
                      <a:pt x="333" y="915"/>
                      <a:pt x="339" y="915"/>
                    </a:cubicBezTo>
                    <a:cubicBezTo>
                      <a:pt x="350" y="915"/>
                      <a:pt x="360" y="915"/>
                      <a:pt x="371" y="915"/>
                    </a:cubicBezTo>
                    <a:lnTo>
                      <a:pt x="373" y="915"/>
                    </a:lnTo>
                    <a:lnTo>
                      <a:pt x="373" y="917"/>
                    </a:lnTo>
                    <a:cubicBezTo>
                      <a:pt x="373" y="1006"/>
                      <a:pt x="373" y="1098"/>
                      <a:pt x="373" y="1190"/>
                    </a:cubicBezTo>
                    <a:cubicBezTo>
                      <a:pt x="373" y="1245"/>
                      <a:pt x="373" y="1299"/>
                      <a:pt x="373" y="1354"/>
                    </a:cubicBezTo>
                    <a:cubicBezTo>
                      <a:pt x="373" y="1367"/>
                      <a:pt x="373" y="1381"/>
                      <a:pt x="373" y="1394"/>
                    </a:cubicBezTo>
                    <a:cubicBezTo>
                      <a:pt x="373" y="1408"/>
                      <a:pt x="377" y="1421"/>
                      <a:pt x="384" y="1432"/>
                    </a:cubicBezTo>
                    <a:cubicBezTo>
                      <a:pt x="391" y="1443"/>
                      <a:pt x="401" y="1452"/>
                      <a:pt x="412" y="1459"/>
                    </a:cubicBezTo>
                    <a:cubicBezTo>
                      <a:pt x="424" y="1465"/>
                      <a:pt x="437" y="1468"/>
                      <a:pt x="450" y="1467"/>
                    </a:cubicBezTo>
                    <a:cubicBezTo>
                      <a:pt x="557" y="1467"/>
                      <a:pt x="663" y="1467"/>
                      <a:pt x="766" y="1467"/>
                    </a:cubicBezTo>
                    <a:cubicBezTo>
                      <a:pt x="974" y="1467"/>
                      <a:pt x="1174" y="1467"/>
                      <a:pt x="1364" y="1467"/>
                    </a:cubicBezTo>
                    <a:cubicBezTo>
                      <a:pt x="1459" y="1467"/>
                      <a:pt x="1552" y="1467"/>
                      <a:pt x="1642" y="1467"/>
                    </a:cubicBezTo>
                    <a:cubicBezTo>
                      <a:pt x="1688" y="1467"/>
                      <a:pt x="1732" y="1467"/>
                      <a:pt x="1776" y="1467"/>
                    </a:cubicBezTo>
                    <a:cubicBezTo>
                      <a:pt x="1797" y="1467"/>
                      <a:pt x="1817" y="1453"/>
                      <a:pt x="1826" y="1434"/>
                    </a:cubicBezTo>
                    <a:cubicBezTo>
                      <a:pt x="1829" y="1430"/>
                      <a:pt x="1830" y="1425"/>
                      <a:pt x="1831" y="1420"/>
                    </a:cubicBezTo>
                    <a:cubicBezTo>
                      <a:pt x="1832" y="1415"/>
                      <a:pt x="1833" y="1409"/>
                      <a:pt x="1833" y="1404"/>
                    </a:cubicBezTo>
                    <a:cubicBezTo>
                      <a:pt x="1833" y="1393"/>
                      <a:pt x="1833" y="1383"/>
                      <a:pt x="1833" y="1372"/>
                    </a:cubicBezTo>
                    <a:cubicBezTo>
                      <a:pt x="1833" y="1203"/>
                      <a:pt x="1833" y="1045"/>
                      <a:pt x="1833" y="900"/>
                    </a:cubicBezTo>
                    <a:cubicBezTo>
                      <a:pt x="1833" y="612"/>
                      <a:pt x="1833" y="379"/>
                      <a:pt x="1834" y="217"/>
                    </a:cubicBezTo>
                    <a:cubicBezTo>
                      <a:pt x="1834" y="177"/>
                      <a:pt x="1834" y="141"/>
                      <a:pt x="1834" y="110"/>
                    </a:cubicBezTo>
                    <a:cubicBezTo>
                      <a:pt x="1834" y="95"/>
                      <a:pt x="1834" y="80"/>
                      <a:pt x="1834" y="67"/>
                    </a:cubicBezTo>
                    <a:cubicBezTo>
                      <a:pt x="1834" y="54"/>
                      <a:pt x="1831" y="42"/>
                      <a:pt x="1826" y="33"/>
                    </a:cubicBezTo>
                    <a:cubicBezTo>
                      <a:pt x="1815" y="14"/>
                      <a:pt x="1799" y="7"/>
                      <a:pt x="1789" y="4"/>
                    </a:cubicBezTo>
                    <a:cubicBezTo>
                      <a:pt x="1786" y="3"/>
                      <a:pt x="1784" y="3"/>
                      <a:pt x="1782" y="3"/>
                    </a:cubicBezTo>
                    <a:cubicBezTo>
                      <a:pt x="1780" y="2"/>
                      <a:pt x="1778" y="2"/>
                      <a:pt x="1777" y="2"/>
                    </a:cubicBezTo>
                    <a:cubicBezTo>
                      <a:pt x="1774" y="2"/>
                      <a:pt x="1773" y="2"/>
                      <a:pt x="1773" y="2"/>
                    </a:cubicBezTo>
                    <a:lnTo>
                      <a:pt x="1773" y="1"/>
                    </a:lnTo>
                    <a:close/>
                  </a:path>
                </a:pathLst>
              </a:custGeom>
              <a:solidFill>
                <a:schemeClr val="dk1"/>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23" name="Google Shape;2023;p47"/>
              <p:cNvSpPr/>
              <p:nvPr/>
            </p:nvSpPr>
            <p:spPr>
              <a:xfrm>
                <a:off x="6729545" y="2990863"/>
                <a:ext cx="765844" cy="946046"/>
              </a:xfrm>
              <a:custGeom>
                <a:rect b="b" l="l" r="r" t="t"/>
                <a:pathLst>
                  <a:path extrusionOk="0" h="882" w="714">
                    <a:moveTo>
                      <a:pt x="701" y="516"/>
                    </a:moveTo>
                    <a:cubicBezTo>
                      <a:pt x="698" y="426"/>
                      <a:pt x="695" y="335"/>
                      <a:pt x="677" y="247"/>
                    </a:cubicBezTo>
                    <a:cubicBezTo>
                      <a:pt x="660" y="158"/>
                      <a:pt x="638" y="71"/>
                      <a:pt x="582" y="0"/>
                    </a:cubicBezTo>
                    <a:lnTo>
                      <a:pt x="60" y="28"/>
                    </a:lnTo>
                    <a:cubicBezTo>
                      <a:pt x="40" y="108"/>
                      <a:pt x="20" y="190"/>
                      <a:pt x="28" y="272"/>
                    </a:cubicBezTo>
                    <a:cubicBezTo>
                      <a:pt x="36" y="352"/>
                      <a:pt x="71" y="429"/>
                      <a:pt x="66" y="509"/>
                    </a:cubicBezTo>
                    <a:cubicBezTo>
                      <a:pt x="62" y="565"/>
                      <a:pt x="38" y="618"/>
                      <a:pt x="20" y="672"/>
                    </a:cubicBezTo>
                    <a:cubicBezTo>
                      <a:pt x="2" y="726"/>
                      <a:pt x="-9" y="786"/>
                      <a:pt x="12" y="838"/>
                    </a:cubicBezTo>
                    <a:cubicBezTo>
                      <a:pt x="17" y="851"/>
                      <a:pt x="25" y="864"/>
                      <a:pt x="37" y="872"/>
                    </a:cubicBezTo>
                    <a:cubicBezTo>
                      <a:pt x="52" y="882"/>
                      <a:pt x="71" y="882"/>
                      <a:pt x="88" y="882"/>
                    </a:cubicBezTo>
                    <a:cubicBezTo>
                      <a:pt x="297" y="882"/>
                      <a:pt x="505" y="878"/>
                      <a:pt x="714" y="868"/>
                    </a:cubicBezTo>
                    <a:cubicBezTo>
                      <a:pt x="710" y="751"/>
                      <a:pt x="706" y="634"/>
                      <a:pt x="701" y="517"/>
                    </a:cubicBezTo>
                    <a:lnTo>
                      <a:pt x="701" y="516"/>
                    </a:ln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24" name="Google Shape;2024;p47"/>
              <p:cNvSpPr/>
              <p:nvPr/>
            </p:nvSpPr>
            <p:spPr>
              <a:xfrm>
                <a:off x="7200421" y="3231129"/>
                <a:ext cx="197360" cy="320712"/>
              </a:xfrm>
              <a:custGeom>
                <a:rect b="b" l="l" r="r" t="t"/>
                <a:pathLst>
                  <a:path extrusionOk="0" h="299" w="184">
                    <a:moveTo>
                      <a:pt x="183" y="0"/>
                    </a:moveTo>
                    <a:cubicBezTo>
                      <a:pt x="186" y="112"/>
                      <a:pt x="138" y="223"/>
                      <a:pt x="56" y="299"/>
                    </a:cubicBezTo>
                    <a:cubicBezTo>
                      <a:pt x="37" y="244"/>
                      <a:pt x="19" y="190"/>
                      <a:pt x="0" y="135"/>
                    </a:cubicBezTo>
                    <a:lnTo>
                      <a:pt x="183" y="0"/>
                    </a:ln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25" name="Google Shape;2025;p47"/>
              <p:cNvSpPr/>
              <p:nvPr/>
            </p:nvSpPr>
            <p:spPr>
              <a:xfrm>
                <a:off x="6841096" y="2856786"/>
                <a:ext cx="593153" cy="616754"/>
              </a:xfrm>
              <a:custGeom>
                <a:rect b="b" l="l" r="r" t="t"/>
                <a:pathLst>
                  <a:path extrusionOk="0" h="575" w="553">
                    <a:moveTo>
                      <a:pt x="91" y="25"/>
                    </a:moveTo>
                    <a:cubicBezTo>
                      <a:pt x="140" y="-2"/>
                      <a:pt x="199" y="-5"/>
                      <a:pt x="253" y="5"/>
                    </a:cubicBezTo>
                    <a:cubicBezTo>
                      <a:pt x="307" y="16"/>
                      <a:pt x="358" y="41"/>
                      <a:pt x="405" y="68"/>
                    </a:cubicBezTo>
                    <a:cubicBezTo>
                      <a:pt x="432" y="84"/>
                      <a:pt x="459" y="101"/>
                      <a:pt x="478" y="125"/>
                    </a:cubicBezTo>
                    <a:cubicBezTo>
                      <a:pt x="514" y="169"/>
                      <a:pt x="549" y="242"/>
                      <a:pt x="552" y="298"/>
                    </a:cubicBezTo>
                    <a:cubicBezTo>
                      <a:pt x="555" y="344"/>
                      <a:pt x="537" y="458"/>
                      <a:pt x="518" y="499"/>
                    </a:cubicBezTo>
                    <a:cubicBezTo>
                      <a:pt x="500" y="537"/>
                      <a:pt x="417" y="566"/>
                      <a:pt x="376" y="575"/>
                    </a:cubicBezTo>
                    <a:lnTo>
                      <a:pt x="0" y="140"/>
                    </a:lnTo>
                    <a:cubicBezTo>
                      <a:pt x="13" y="91"/>
                      <a:pt x="47" y="49"/>
                      <a:pt x="91" y="25"/>
                    </a:cubicBez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26" name="Google Shape;2026;p47"/>
              <p:cNvSpPr/>
              <p:nvPr/>
            </p:nvSpPr>
            <p:spPr>
              <a:xfrm>
                <a:off x="6753142" y="2929724"/>
                <a:ext cx="213449" cy="543816"/>
              </a:xfrm>
              <a:custGeom>
                <a:rect b="b" l="l" r="r" t="t"/>
                <a:pathLst>
                  <a:path extrusionOk="0" h="507" w="199">
                    <a:moveTo>
                      <a:pt x="108" y="16"/>
                    </a:moveTo>
                    <a:lnTo>
                      <a:pt x="199" y="0"/>
                    </a:lnTo>
                    <a:cubicBezTo>
                      <a:pt x="149" y="116"/>
                      <a:pt x="136" y="384"/>
                      <a:pt x="108" y="507"/>
                    </a:cubicBezTo>
                    <a:cubicBezTo>
                      <a:pt x="74" y="459"/>
                      <a:pt x="-3" y="313"/>
                      <a:pt x="1" y="255"/>
                    </a:cubicBezTo>
                    <a:cubicBezTo>
                      <a:pt x="5" y="197"/>
                      <a:pt x="1" y="6"/>
                      <a:pt x="108" y="16"/>
                    </a:cubicBez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27" name="Google Shape;2027;p47"/>
              <p:cNvSpPr/>
              <p:nvPr/>
            </p:nvSpPr>
            <p:spPr>
              <a:xfrm>
                <a:off x="6806773" y="2945813"/>
                <a:ext cx="521288" cy="879544"/>
              </a:xfrm>
              <a:custGeom>
                <a:rect b="b" l="l" r="r" t="t"/>
                <a:pathLst>
                  <a:path extrusionOk="0" h="820" w="486">
                    <a:moveTo>
                      <a:pt x="486" y="195"/>
                    </a:moveTo>
                    <a:cubicBezTo>
                      <a:pt x="482" y="128"/>
                      <a:pt x="436" y="71"/>
                      <a:pt x="371" y="54"/>
                    </a:cubicBezTo>
                    <a:lnTo>
                      <a:pt x="163" y="1"/>
                    </a:lnTo>
                    <a:cubicBezTo>
                      <a:pt x="73" y="-9"/>
                      <a:pt x="13" y="101"/>
                      <a:pt x="7" y="191"/>
                    </a:cubicBezTo>
                    <a:cubicBezTo>
                      <a:pt x="0" y="291"/>
                      <a:pt x="-4" y="396"/>
                      <a:pt x="8" y="470"/>
                    </a:cubicBezTo>
                    <a:cubicBezTo>
                      <a:pt x="31" y="620"/>
                      <a:pt x="147" y="639"/>
                      <a:pt x="147" y="639"/>
                    </a:cubicBezTo>
                    <a:cubicBezTo>
                      <a:pt x="147" y="639"/>
                      <a:pt x="147" y="673"/>
                      <a:pt x="147" y="717"/>
                    </a:cubicBezTo>
                    <a:lnTo>
                      <a:pt x="149" y="722"/>
                    </a:lnTo>
                    <a:cubicBezTo>
                      <a:pt x="202" y="848"/>
                      <a:pt x="379" y="854"/>
                      <a:pt x="440" y="732"/>
                    </a:cubicBezTo>
                    <a:lnTo>
                      <a:pt x="440" y="732"/>
                    </a:lnTo>
                    <a:lnTo>
                      <a:pt x="486" y="197"/>
                    </a:lnTo>
                    <a:cubicBezTo>
                      <a:pt x="486" y="194"/>
                      <a:pt x="486" y="199"/>
                      <a:pt x="485" y="194"/>
                    </a:cubicBezTo>
                    <a:lnTo>
                      <a:pt x="486" y="195"/>
                    </a:lnTo>
                    <a:close/>
                  </a:path>
                </a:pathLst>
              </a:custGeom>
              <a:solidFill>
                <a:srgbClr val="FFBE9D"/>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28" name="Google Shape;2028;p47"/>
              <p:cNvSpPr/>
              <p:nvPr/>
            </p:nvSpPr>
            <p:spPr>
              <a:xfrm>
                <a:off x="6844314" y="3252581"/>
                <a:ext cx="41832" cy="39687"/>
              </a:xfrm>
              <a:custGeom>
                <a:rect b="b" l="l" r="r" t="t"/>
                <a:pathLst>
                  <a:path extrusionOk="0" h="37" w="39">
                    <a:moveTo>
                      <a:pt x="1" y="17"/>
                    </a:moveTo>
                    <a:cubicBezTo>
                      <a:pt x="0" y="27"/>
                      <a:pt x="8" y="37"/>
                      <a:pt x="19" y="37"/>
                    </a:cubicBezTo>
                    <a:cubicBezTo>
                      <a:pt x="29" y="38"/>
                      <a:pt x="39" y="30"/>
                      <a:pt x="39" y="19"/>
                    </a:cubicBezTo>
                    <a:cubicBezTo>
                      <a:pt x="39" y="9"/>
                      <a:pt x="31" y="1"/>
                      <a:pt x="21" y="0"/>
                    </a:cubicBezTo>
                    <a:cubicBezTo>
                      <a:pt x="10" y="-1"/>
                      <a:pt x="1" y="7"/>
                      <a:pt x="1" y="17"/>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29" name="Google Shape;2029;p47"/>
              <p:cNvSpPr/>
              <p:nvPr/>
            </p:nvSpPr>
            <p:spPr>
              <a:xfrm>
                <a:off x="6836806" y="3192515"/>
                <a:ext cx="82591" cy="21452"/>
              </a:xfrm>
              <a:custGeom>
                <a:rect b="b" l="l" r="r" t="t"/>
                <a:pathLst>
                  <a:path extrusionOk="0" h="20" w="77">
                    <a:moveTo>
                      <a:pt x="1" y="20"/>
                    </a:moveTo>
                    <a:cubicBezTo>
                      <a:pt x="4" y="22"/>
                      <a:pt x="18" y="12"/>
                      <a:pt x="39" y="12"/>
                    </a:cubicBezTo>
                    <a:cubicBezTo>
                      <a:pt x="60" y="11"/>
                      <a:pt x="75" y="22"/>
                      <a:pt x="77" y="20"/>
                    </a:cubicBezTo>
                    <a:cubicBezTo>
                      <a:pt x="78" y="19"/>
                      <a:pt x="76" y="14"/>
                      <a:pt x="69" y="9"/>
                    </a:cubicBezTo>
                    <a:cubicBezTo>
                      <a:pt x="63" y="4"/>
                      <a:pt x="52" y="0"/>
                      <a:pt x="39" y="0"/>
                    </a:cubicBezTo>
                    <a:cubicBezTo>
                      <a:pt x="26" y="0"/>
                      <a:pt x="15" y="4"/>
                      <a:pt x="9" y="9"/>
                    </a:cubicBezTo>
                    <a:cubicBezTo>
                      <a:pt x="2" y="14"/>
                      <a:pt x="0" y="19"/>
                      <a:pt x="1" y="20"/>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30" name="Google Shape;2030;p47"/>
              <p:cNvSpPr/>
              <p:nvPr/>
            </p:nvSpPr>
            <p:spPr>
              <a:xfrm>
                <a:off x="7047038" y="3249363"/>
                <a:ext cx="41832" cy="39687"/>
              </a:xfrm>
              <a:custGeom>
                <a:rect b="b" l="l" r="r" t="t"/>
                <a:pathLst>
                  <a:path extrusionOk="0" h="37" w="39">
                    <a:moveTo>
                      <a:pt x="1" y="18"/>
                    </a:moveTo>
                    <a:cubicBezTo>
                      <a:pt x="0" y="28"/>
                      <a:pt x="8" y="36"/>
                      <a:pt x="19" y="37"/>
                    </a:cubicBezTo>
                    <a:cubicBezTo>
                      <a:pt x="29" y="38"/>
                      <a:pt x="39" y="30"/>
                      <a:pt x="39" y="20"/>
                    </a:cubicBezTo>
                    <a:cubicBezTo>
                      <a:pt x="39" y="10"/>
                      <a:pt x="30" y="1"/>
                      <a:pt x="20" y="0"/>
                    </a:cubicBezTo>
                    <a:cubicBezTo>
                      <a:pt x="9" y="0"/>
                      <a:pt x="1" y="7"/>
                      <a:pt x="1" y="18"/>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31" name="Google Shape;2031;p47"/>
              <p:cNvSpPr/>
              <p:nvPr/>
            </p:nvSpPr>
            <p:spPr>
              <a:xfrm>
                <a:off x="7048110" y="3192515"/>
                <a:ext cx="83664" cy="21452"/>
              </a:xfrm>
              <a:custGeom>
                <a:rect b="b" l="l" r="r" t="t"/>
                <a:pathLst>
                  <a:path extrusionOk="0" h="20" w="78">
                    <a:moveTo>
                      <a:pt x="2" y="20"/>
                    </a:moveTo>
                    <a:cubicBezTo>
                      <a:pt x="4" y="22"/>
                      <a:pt x="19" y="12"/>
                      <a:pt x="39" y="12"/>
                    </a:cubicBezTo>
                    <a:cubicBezTo>
                      <a:pt x="60" y="11"/>
                      <a:pt x="75" y="22"/>
                      <a:pt x="78" y="20"/>
                    </a:cubicBezTo>
                    <a:cubicBezTo>
                      <a:pt x="79" y="19"/>
                      <a:pt x="76" y="14"/>
                      <a:pt x="70" y="9"/>
                    </a:cubicBezTo>
                    <a:cubicBezTo>
                      <a:pt x="63" y="4"/>
                      <a:pt x="52" y="0"/>
                      <a:pt x="39" y="0"/>
                    </a:cubicBezTo>
                    <a:cubicBezTo>
                      <a:pt x="26" y="0"/>
                      <a:pt x="15" y="4"/>
                      <a:pt x="9" y="9"/>
                    </a:cubicBezTo>
                    <a:cubicBezTo>
                      <a:pt x="3" y="14"/>
                      <a:pt x="0" y="19"/>
                      <a:pt x="1" y="20"/>
                    </a:cubicBezTo>
                    <a:lnTo>
                      <a:pt x="2" y="20"/>
                    </a:ln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32" name="Google Shape;2032;p47"/>
              <p:cNvSpPr/>
              <p:nvPr/>
            </p:nvSpPr>
            <p:spPr>
              <a:xfrm>
                <a:off x="6922615" y="3203241"/>
                <a:ext cx="68647" cy="185562"/>
              </a:xfrm>
              <a:custGeom>
                <a:rect b="b" l="l" r="r" t="t"/>
                <a:pathLst>
                  <a:path extrusionOk="0" h="173" w="64">
                    <a:moveTo>
                      <a:pt x="54" y="172"/>
                    </a:moveTo>
                    <a:cubicBezTo>
                      <a:pt x="54" y="171"/>
                      <a:pt x="41" y="168"/>
                      <a:pt x="20" y="166"/>
                    </a:cubicBezTo>
                    <a:cubicBezTo>
                      <a:pt x="15" y="165"/>
                      <a:pt x="10" y="164"/>
                      <a:pt x="9" y="160"/>
                    </a:cubicBezTo>
                    <a:cubicBezTo>
                      <a:pt x="8" y="157"/>
                      <a:pt x="10" y="151"/>
                      <a:pt x="12" y="145"/>
                    </a:cubicBezTo>
                    <a:cubicBezTo>
                      <a:pt x="17" y="132"/>
                      <a:pt x="23" y="119"/>
                      <a:pt x="28" y="105"/>
                    </a:cubicBezTo>
                    <a:cubicBezTo>
                      <a:pt x="50" y="48"/>
                      <a:pt x="66" y="1"/>
                      <a:pt x="64" y="0"/>
                    </a:cubicBezTo>
                    <a:cubicBezTo>
                      <a:pt x="61" y="-1"/>
                      <a:pt x="42" y="44"/>
                      <a:pt x="20" y="102"/>
                    </a:cubicBezTo>
                    <a:cubicBezTo>
                      <a:pt x="14" y="116"/>
                      <a:pt x="9" y="129"/>
                      <a:pt x="5" y="142"/>
                    </a:cubicBezTo>
                    <a:cubicBezTo>
                      <a:pt x="3" y="148"/>
                      <a:pt x="-1" y="155"/>
                      <a:pt x="2" y="163"/>
                    </a:cubicBezTo>
                    <a:cubicBezTo>
                      <a:pt x="3" y="166"/>
                      <a:pt x="7" y="169"/>
                      <a:pt x="11" y="170"/>
                    </a:cubicBezTo>
                    <a:cubicBezTo>
                      <a:pt x="14" y="171"/>
                      <a:pt x="17" y="171"/>
                      <a:pt x="19" y="172"/>
                    </a:cubicBezTo>
                    <a:cubicBezTo>
                      <a:pt x="40" y="173"/>
                      <a:pt x="54" y="173"/>
                      <a:pt x="54" y="172"/>
                    </a:cubicBezTo>
                    <a:close/>
                  </a:path>
                </a:pathLst>
              </a:custGeom>
              <a:solidFill>
                <a:srgbClr val="263238"/>
              </a:solidFill>
              <a:ln>
                <a:noFill/>
              </a:ln>
            </p:spPr>
            <p:txBody>
              <a:bodyPr anchorCtr="1" anchor="ctr" bIns="17275" lIns="90000" spcFirstLastPara="1" rIns="90000" wrap="square" tIns="1727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33" name="Google Shape;2033;p47"/>
              <p:cNvSpPr/>
              <p:nvPr/>
            </p:nvSpPr>
            <p:spPr>
              <a:xfrm>
                <a:off x="6964447" y="3574366"/>
                <a:ext cx="213449" cy="96535"/>
              </a:xfrm>
              <a:custGeom>
                <a:rect b="b" l="l" r="r" t="t"/>
                <a:pathLst>
                  <a:path extrusionOk="0" h="90" w="199">
                    <a:moveTo>
                      <a:pt x="199" y="0"/>
                    </a:moveTo>
                    <a:cubicBezTo>
                      <a:pt x="199" y="0"/>
                      <a:pt x="150" y="103"/>
                      <a:pt x="0" y="88"/>
                    </a:cubicBezTo>
                    <a:lnTo>
                      <a:pt x="0" y="53"/>
                    </a:lnTo>
                    <a:cubicBezTo>
                      <a:pt x="0" y="53"/>
                      <a:pt x="99" y="59"/>
                      <a:pt x="199" y="0"/>
                    </a:cubicBezTo>
                    <a:close/>
                  </a:path>
                </a:pathLst>
              </a:custGeom>
              <a:solidFill>
                <a:srgbClr val="EB996E"/>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34" name="Google Shape;2034;p47"/>
              <p:cNvSpPr/>
              <p:nvPr/>
            </p:nvSpPr>
            <p:spPr>
              <a:xfrm>
                <a:off x="7055618" y="3117432"/>
                <a:ext cx="101898" cy="30033"/>
              </a:xfrm>
              <a:custGeom>
                <a:rect b="b" l="l" r="r" t="t"/>
                <a:pathLst>
                  <a:path extrusionOk="0" h="28" w="95">
                    <a:moveTo>
                      <a:pt x="1" y="15"/>
                    </a:moveTo>
                    <a:cubicBezTo>
                      <a:pt x="3" y="21"/>
                      <a:pt x="24" y="18"/>
                      <a:pt x="48" y="21"/>
                    </a:cubicBezTo>
                    <a:cubicBezTo>
                      <a:pt x="72" y="24"/>
                      <a:pt x="92" y="31"/>
                      <a:pt x="95" y="26"/>
                    </a:cubicBezTo>
                    <a:cubicBezTo>
                      <a:pt x="97" y="23"/>
                      <a:pt x="92" y="19"/>
                      <a:pt x="85" y="13"/>
                    </a:cubicBezTo>
                    <a:cubicBezTo>
                      <a:pt x="77" y="8"/>
                      <a:pt x="65" y="2"/>
                      <a:pt x="50" y="0"/>
                    </a:cubicBezTo>
                    <a:cubicBezTo>
                      <a:pt x="36" y="-1"/>
                      <a:pt x="23" y="1"/>
                      <a:pt x="14" y="5"/>
                    </a:cubicBezTo>
                    <a:cubicBezTo>
                      <a:pt x="5" y="8"/>
                      <a:pt x="0" y="13"/>
                      <a:pt x="1" y="15"/>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35" name="Google Shape;2035;p47"/>
              <p:cNvSpPr/>
              <p:nvPr/>
            </p:nvSpPr>
            <p:spPr>
              <a:xfrm>
                <a:off x="6844314" y="3122795"/>
                <a:ext cx="76155" cy="25743"/>
              </a:xfrm>
              <a:custGeom>
                <a:rect b="b" l="l" r="r" t="t"/>
                <a:pathLst>
                  <a:path extrusionOk="0" h="24" w="71">
                    <a:moveTo>
                      <a:pt x="1" y="22"/>
                    </a:moveTo>
                    <a:cubicBezTo>
                      <a:pt x="5" y="26"/>
                      <a:pt x="19" y="22"/>
                      <a:pt x="36" y="21"/>
                    </a:cubicBezTo>
                    <a:cubicBezTo>
                      <a:pt x="53" y="21"/>
                      <a:pt x="68" y="24"/>
                      <a:pt x="71" y="20"/>
                    </a:cubicBezTo>
                    <a:cubicBezTo>
                      <a:pt x="73" y="17"/>
                      <a:pt x="71" y="13"/>
                      <a:pt x="64" y="8"/>
                    </a:cubicBezTo>
                    <a:cubicBezTo>
                      <a:pt x="58" y="4"/>
                      <a:pt x="47" y="0"/>
                      <a:pt x="36" y="0"/>
                    </a:cubicBezTo>
                    <a:cubicBezTo>
                      <a:pt x="24" y="1"/>
                      <a:pt x="13" y="5"/>
                      <a:pt x="7" y="10"/>
                    </a:cubicBezTo>
                    <a:cubicBezTo>
                      <a:pt x="1" y="15"/>
                      <a:pt x="-1" y="19"/>
                      <a:pt x="1" y="22"/>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36" name="Google Shape;2036;p47"/>
              <p:cNvSpPr/>
              <p:nvPr/>
            </p:nvSpPr>
            <p:spPr>
              <a:xfrm>
                <a:off x="6855040" y="2884674"/>
                <a:ext cx="513780" cy="439772"/>
              </a:xfrm>
              <a:custGeom>
                <a:rect b="b" l="l" r="r" t="t"/>
                <a:pathLst>
                  <a:path extrusionOk="0" h="410" w="479">
                    <a:moveTo>
                      <a:pt x="3" y="112"/>
                    </a:moveTo>
                    <a:cubicBezTo>
                      <a:pt x="12" y="89"/>
                      <a:pt x="37" y="76"/>
                      <a:pt x="61" y="74"/>
                    </a:cubicBezTo>
                    <a:cubicBezTo>
                      <a:pt x="86" y="73"/>
                      <a:pt x="109" y="82"/>
                      <a:pt x="131" y="94"/>
                    </a:cubicBezTo>
                    <a:cubicBezTo>
                      <a:pt x="220" y="146"/>
                      <a:pt x="266" y="270"/>
                      <a:pt x="355" y="323"/>
                    </a:cubicBezTo>
                    <a:cubicBezTo>
                      <a:pt x="375" y="337"/>
                      <a:pt x="404" y="325"/>
                      <a:pt x="422" y="342"/>
                    </a:cubicBezTo>
                    <a:cubicBezTo>
                      <a:pt x="441" y="359"/>
                      <a:pt x="453" y="387"/>
                      <a:pt x="443" y="410"/>
                    </a:cubicBezTo>
                    <a:cubicBezTo>
                      <a:pt x="455" y="394"/>
                      <a:pt x="467" y="377"/>
                      <a:pt x="473" y="359"/>
                    </a:cubicBezTo>
                    <a:cubicBezTo>
                      <a:pt x="480" y="340"/>
                      <a:pt x="481" y="318"/>
                      <a:pt x="471" y="300"/>
                    </a:cubicBezTo>
                    <a:cubicBezTo>
                      <a:pt x="463" y="287"/>
                      <a:pt x="450" y="277"/>
                      <a:pt x="446" y="262"/>
                    </a:cubicBezTo>
                    <a:cubicBezTo>
                      <a:pt x="443" y="249"/>
                      <a:pt x="448" y="236"/>
                      <a:pt x="447" y="222"/>
                    </a:cubicBezTo>
                    <a:cubicBezTo>
                      <a:pt x="447" y="209"/>
                      <a:pt x="440" y="196"/>
                      <a:pt x="433" y="184"/>
                    </a:cubicBezTo>
                    <a:cubicBezTo>
                      <a:pt x="399" y="123"/>
                      <a:pt x="352" y="68"/>
                      <a:pt x="291" y="34"/>
                    </a:cubicBezTo>
                    <a:cubicBezTo>
                      <a:pt x="251" y="11"/>
                      <a:pt x="205" y="-2"/>
                      <a:pt x="159" y="0"/>
                    </a:cubicBezTo>
                    <a:cubicBezTo>
                      <a:pt x="113" y="1"/>
                      <a:pt x="67" y="18"/>
                      <a:pt x="33" y="49"/>
                    </a:cubicBezTo>
                    <a:cubicBezTo>
                      <a:pt x="13" y="68"/>
                      <a:pt x="-7" y="87"/>
                      <a:pt x="3" y="112"/>
                    </a:cubicBez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37" name="Google Shape;2037;p47"/>
              <p:cNvSpPr/>
              <p:nvPr/>
            </p:nvSpPr>
            <p:spPr>
              <a:xfrm>
                <a:off x="7305537" y="3262235"/>
                <a:ext cx="86881" cy="133004"/>
              </a:xfrm>
              <a:custGeom>
                <a:rect b="b" l="l" r="r" t="t"/>
                <a:pathLst>
                  <a:path extrusionOk="0" h="124" w="81">
                    <a:moveTo>
                      <a:pt x="0" y="8"/>
                    </a:moveTo>
                    <a:cubicBezTo>
                      <a:pt x="2" y="4"/>
                      <a:pt x="80" y="-24"/>
                      <a:pt x="81" y="59"/>
                    </a:cubicBezTo>
                    <a:cubicBezTo>
                      <a:pt x="82" y="140"/>
                      <a:pt x="0" y="124"/>
                      <a:pt x="0" y="121"/>
                    </a:cubicBezTo>
                    <a:cubicBezTo>
                      <a:pt x="0" y="119"/>
                      <a:pt x="0" y="9"/>
                      <a:pt x="0" y="9"/>
                    </a:cubicBezTo>
                    <a:lnTo>
                      <a:pt x="0" y="8"/>
                    </a:lnTo>
                    <a:close/>
                  </a:path>
                </a:pathLst>
              </a:custGeom>
              <a:solidFill>
                <a:srgbClr val="FFBE9D"/>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38" name="Google Shape;2038;p47"/>
              <p:cNvSpPr/>
              <p:nvPr/>
            </p:nvSpPr>
            <p:spPr>
              <a:xfrm>
                <a:off x="7332352" y="3291195"/>
                <a:ext cx="38614" cy="75083"/>
              </a:xfrm>
              <a:custGeom>
                <a:rect b="b" l="l" r="r" t="t"/>
                <a:pathLst>
                  <a:path extrusionOk="0" h="70" w="36">
                    <a:moveTo>
                      <a:pt x="0" y="64"/>
                    </a:moveTo>
                    <a:cubicBezTo>
                      <a:pt x="0" y="64"/>
                      <a:pt x="1" y="65"/>
                      <a:pt x="4" y="66"/>
                    </a:cubicBezTo>
                    <a:cubicBezTo>
                      <a:pt x="6" y="67"/>
                      <a:pt x="10" y="67"/>
                      <a:pt x="14" y="66"/>
                    </a:cubicBezTo>
                    <a:cubicBezTo>
                      <a:pt x="23" y="63"/>
                      <a:pt x="30" y="49"/>
                      <a:pt x="30" y="35"/>
                    </a:cubicBezTo>
                    <a:cubicBezTo>
                      <a:pt x="30" y="27"/>
                      <a:pt x="29" y="20"/>
                      <a:pt x="26" y="15"/>
                    </a:cubicBezTo>
                    <a:cubicBezTo>
                      <a:pt x="23" y="9"/>
                      <a:pt x="20" y="5"/>
                      <a:pt x="15" y="4"/>
                    </a:cubicBezTo>
                    <a:cubicBezTo>
                      <a:pt x="11" y="3"/>
                      <a:pt x="8" y="5"/>
                      <a:pt x="7" y="8"/>
                    </a:cubicBezTo>
                    <a:cubicBezTo>
                      <a:pt x="6" y="10"/>
                      <a:pt x="6" y="12"/>
                      <a:pt x="6" y="12"/>
                    </a:cubicBezTo>
                    <a:cubicBezTo>
                      <a:pt x="6" y="12"/>
                      <a:pt x="4" y="10"/>
                      <a:pt x="5" y="7"/>
                    </a:cubicBezTo>
                    <a:cubicBezTo>
                      <a:pt x="5" y="5"/>
                      <a:pt x="6" y="4"/>
                      <a:pt x="8" y="2"/>
                    </a:cubicBezTo>
                    <a:cubicBezTo>
                      <a:pt x="10" y="0"/>
                      <a:pt x="13" y="0"/>
                      <a:pt x="16" y="0"/>
                    </a:cubicBezTo>
                    <a:cubicBezTo>
                      <a:pt x="22" y="0"/>
                      <a:pt x="28" y="6"/>
                      <a:pt x="31" y="12"/>
                    </a:cubicBezTo>
                    <a:cubicBezTo>
                      <a:pt x="34" y="19"/>
                      <a:pt x="36" y="27"/>
                      <a:pt x="36" y="35"/>
                    </a:cubicBezTo>
                    <a:cubicBezTo>
                      <a:pt x="35" y="51"/>
                      <a:pt x="27" y="66"/>
                      <a:pt x="16" y="70"/>
                    </a:cubicBezTo>
                    <a:cubicBezTo>
                      <a:pt x="10" y="71"/>
                      <a:pt x="5" y="70"/>
                      <a:pt x="3" y="68"/>
                    </a:cubicBezTo>
                    <a:cubicBezTo>
                      <a:pt x="0" y="66"/>
                      <a:pt x="0" y="64"/>
                      <a:pt x="0" y="64"/>
                    </a:cubicBezTo>
                    <a:close/>
                  </a:path>
                </a:pathLst>
              </a:custGeom>
              <a:solidFill>
                <a:srgbClr val="EB996E"/>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39" name="Google Shape;2039;p47"/>
              <p:cNvSpPr/>
              <p:nvPr/>
            </p:nvSpPr>
            <p:spPr>
              <a:xfrm>
                <a:off x="6873275" y="2935087"/>
                <a:ext cx="466585" cy="291751"/>
              </a:xfrm>
              <a:custGeom>
                <a:rect b="b" l="l" r="r" t="t"/>
                <a:pathLst>
                  <a:path extrusionOk="0" h="272" w="435">
                    <a:moveTo>
                      <a:pt x="435" y="272"/>
                    </a:moveTo>
                    <a:cubicBezTo>
                      <a:pt x="435" y="272"/>
                      <a:pt x="434" y="271"/>
                      <a:pt x="430" y="269"/>
                    </a:cubicBezTo>
                    <a:cubicBezTo>
                      <a:pt x="427" y="267"/>
                      <a:pt x="422" y="265"/>
                      <a:pt x="417" y="261"/>
                    </a:cubicBezTo>
                    <a:cubicBezTo>
                      <a:pt x="405" y="253"/>
                      <a:pt x="390" y="240"/>
                      <a:pt x="373" y="221"/>
                    </a:cubicBezTo>
                    <a:cubicBezTo>
                      <a:pt x="356" y="203"/>
                      <a:pt x="339" y="179"/>
                      <a:pt x="321" y="152"/>
                    </a:cubicBezTo>
                    <a:cubicBezTo>
                      <a:pt x="301" y="125"/>
                      <a:pt x="281" y="96"/>
                      <a:pt x="254" y="69"/>
                    </a:cubicBezTo>
                    <a:cubicBezTo>
                      <a:pt x="240" y="56"/>
                      <a:pt x="226" y="45"/>
                      <a:pt x="211" y="35"/>
                    </a:cubicBezTo>
                    <a:cubicBezTo>
                      <a:pt x="195" y="26"/>
                      <a:pt x="180" y="19"/>
                      <a:pt x="164" y="14"/>
                    </a:cubicBezTo>
                    <a:cubicBezTo>
                      <a:pt x="133" y="4"/>
                      <a:pt x="103" y="2"/>
                      <a:pt x="78" y="4"/>
                    </a:cubicBezTo>
                    <a:cubicBezTo>
                      <a:pt x="53" y="5"/>
                      <a:pt x="34" y="11"/>
                      <a:pt x="21" y="15"/>
                    </a:cubicBezTo>
                    <a:cubicBezTo>
                      <a:pt x="14" y="17"/>
                      <a:pt x="9" y="19"/>
                      <a:pt x="6" y="21"/>
                    </a:cubicBezTo>
                    <a:cubicBezTo>
                      <a:pt x="2" y="22"/>
                      <a:pt x="0" y="23"/>
                      <a:pt x="0" y="22"/>
                    </a:cubicBezTo>
                    <a:cubicBezTo>
                      <a:pt x="0" y="22"/>
                      <a:pt x="2" y="22"/>
                      <a:pt x="5" y="20"/>
                    </a:cubicBezTo>
                    <a:cubicBezTo>
                      <a:pt x="9" y="18"/>
                      <a:pt x="14" y="16"/>
                      <a:pt x="20" y="14"/>
                    </a:cubicBezTo>
                    <a:cubicBezTo>
                      <a:pt x="33" y="9"/>
                      <a:pt x="53" y="3"/>
                      <a:pt x="78" y="1"/>
                    </a:cubicBezTo>
                    <a:cubicBezTo>
                      <a:pt x="103" y="-1"/>
                      <a:pt x="133" y="1"/>
                      <a:pt x="165" y="11"/>
                    </a:cubicBezTo>
                    <a:cubicBezTo>
                      <a:pt x="181" y="16"/>
                      <a:pt x="197" y="23"/>
                      <a:pt x="213" y="32"/>
                    </a:cubicBezTo>
                    <a:cubicBezTo>
                      <a:pt x="228" y="42"/>
                      <a:pt x="243" y="54"/>
                      <a:pt x="256" y="67"/>
                    </a:cubicBezTo>
                    <a:cubicBezTo>
                      <a:pt x="284" y="94"/>
                      <a:pt x="304" y="123"/>
                      <a:pt x="323" y="150"/>
                    </a:cubicBezTo>
                    <a:cubicBezTo>
                      <a:pt x="341" y="177"/>
                      <a:pt x="359" y="201"/>
                      <a:pt x="375" y="219"/>
                    </a:cubicBezTo>
                    <a:cubicBezTo>
                      <a:pt x="392" y="238"/>
                      <a:pt x="407" y="251"/>
                      <a:pt x="418" y="259"/>
                    </a:cubicBezTo>
                    <a:cubicBezTo>
                      <a:pt x="423" y="264"/>
                      <a:pt x="428" y="266"/>
                      <a:pt x="431" y="269"/>
                    </a:cubicBezTo>
                    <a:cubicBezTo>
                      <a:pt x="434" y="271"/>
                      <a:pt x="435" y="272"/>
                      <a:pt x="435" y="272"/>
                    </a:cubicBezTo>
                    <a:close/>
                  </a:path>
                </a:pathLst>
              </a:custGeom>
              <a:solidFill>
                <a:srgbClr val="455A64"/>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40" name="Google Shape;2040;p47"/>
              <p:cNvSpPr/>
              <p:nvPr/>
            </p:nvSpPr>
            <p:spPr>
              <a:xfrm>
                <a:off x="7205784" y="3128158"/>
                <a:ext cx="113697" cy="219886"/>
              </a:xfrm>
              <a:custGeom>
                <a:rect b="b" l="l" r="r" t="t"/>
                <a:pathLst>
                  <a:path extrusionOk="0" h="205" w="106">
                    <a:moveTo>
                      <a:pt x="105" y="115"/>
                    </a:moveTo>
                    <a:cubicBezTo>
                      <a:pt x="106" y="137"/>
                      <a:pt x="107" y="160"/>
                      <a:pt x="97" y="180"/>
                    </a:cubicBezTo>
                    <a:cubicBezTo>
                      <a:pt x="87" y="199"/>
                      <a:pt x="61" y="212"/>
                      <a:pt x="42" y="201"/>
                    </a:cubicBezTo>
                    <a:cubicBezTo>
                      <a:pt x="27" y="193"/>
                      <a:pt x="22" y="173"/>
                      <a:pt x="20" y="155"/>
                    </a:cubicBezTo>
                    <a:cubicBezTo>
                      <a:pt x="12" y="104"/>
                      <a:pt x="8" y="52"/>
                      <a:pt x="0" y="0"/>
                    </a:cubicBezTo>
                    <a:lnTo>
                      <a:pt x="105" y="115"/>
                    </a:lnTo>
                    <a:close/>
                  </a:path>
                </a:pathLst>
              </a:custGeom>
              <a:solidFill>
                <a:srgbClr val="263238"/>
              </a:solidFill>
              <a:ln>
                <a:noFill/>
              </a:ln>
            </p:spPr>
            <p:txBody>
              <a:bodyPr anchorCtr="1" anchor="ctr" bIns="28800" lIns="90000" spcFirstLastPara="1" rIns="90000" wrap="square" tIns="288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41" name="Google Shape;2041;p47"/>
              <p:cNvSpPr/>
              <p:nvPr/>
            </p:nvSpPr>
            <p:spPr>
              <a:xfrm>
                <a:off x="6878638" y="2959757"/>
                <a:ext cx="437625" cy="304623"/>
              </a:xfrm>
              <a:custGeom>
                <a:rect b="b" l="l" r="r" t="t"/>
                <a:pathLst>
                  <a:path extrusionOk="0" h="284" w="408">
                    <a:moveTo>
                      <a:pt x="1" y="3"/>
                    </a:moveTo>
                    <a:cubicBezTo>
                      <a:pt x="1" y="3"/>
                      <a:pt x="8" y="2"/>
                      <a:pt x="21" y="2"/>
                    </a:cubicBezTo>
                    <a:cubicBezTo>
                      <a:pt x="34" y="1"/>
                      <a:pt x="53" y="3"/>
                      <a:pt x="74" y="11"/>
                    </a:cubicBezTo>
                    <a:cubicBezTo>
                      <a:pt x="85" y="15"/>
                      <a:pt x="96" y="21"/>
                      <a:pt x="108" y="28"/>
                    </a:cubicBezTo>
                    <a:cubicBezTo>
                      <a:pt x="119" y="36"/>
                      <a:pt x="131" y="45"/>
                      <a:pt x="142" y="55"/>
                    </a:cubicBezTo>
                    <a:cubicBezTo>
                      <a:pt x="166" y="75"/>
                      <a:pt x="190" y="99"/>
                      <a:pt x="210" y="127"/>
                    </a:cubicBezTo>
                    <a:cubicBezTo>
                      <a:pt x="221" y="142"/>
                      <a:pt x="230" y="157"/>
                      <a:pt x="240" y="170"/>
                    </a:cubicBezTo>
                    <a:cubicBezTo>
                      <a:pt x="249" y="184"/>
                      <a:pt x="260" y="196"/>
                      <a:pt x="272" y="207"/>
                    </a:cubicBezTo>
                    <a:cubicBezTo>
                      <a:pt x="296" y="227"/>
                      <a:pt x="320" y="241"/>
                      <a:pt x="340" y="252"/>
                    </a:cubicBezTo>
                    <a:cubicBezTo>
                      <a:pt x="360" y="263"/>
                      <a:pt x="378" y="271"/>
                      <a:pt x="390" y="276"/>
                    </a:cubicBezTo>
                    <a:cubicBezTo>
                      <a:pt x="395" y="278"/>
                      <a:pt x="400" y="280"/>
                      <a:pt x="403" y="282"/>
                    </a:cubicBezTo>
                    <a:cubicBezTo>
                      <a:pt x="407" y="283"/>
                      <a:pt x="408" y="284"/>
                      <a:pt x="408" y="284"/>
                    </a:cubicBezTo>
                    <a:cubicBezTo>
                      <a:pt x="408" y="283"/>
                      <a:pt x="407" y="283"/>
                      <a:pt x="404" y="281"/>
                    </a:cubicBezTo>
                    <a:cubicBezTo>
                      <a:pt x="400" y="279"/>
                      <a:pt x="396" y="277"/>
                      <a:pt x="390" y="274"/>
                    </a:cubicBezTo>
                    <a:cubicBezTo>
                      <a:pt x="379" y="269"/>
                      <a:pt x="362" y="261"/>
                      <a:pt x="341" y="249"/>
                    </a:cubicBezTo>
                    <a:cubicBezTo>
                      <a:pt x="322" y="238"/>
                      <a:pt x="298" y="224"/>
                      <a:pt x="275" y="203"/>
                    </a:cubicBezTo>
                    <a:cubicBezTo>
                      <a:pt x="263" y="193"/>
                      <a:pt x="253" y="181"/>
                      <a:pt x="243" y="168"/>
                    </a:cubicBezTo>
                    <a:cubicBezTo>
                      <a:pt x="234" y="154"/>
                      <a:pt x="224" y="139"/>
                      <a:pt x="214" y="125"/>
                    </a:cubicBezTo>
                    <a:cubicBezTo>
                      <a:pt x="193" y="96"/>
                      <a:pt x="169" y="72"/>
                      <a:pt x="145" y="52"/>
                    </a:cubicBezTo>
                    <a:cubicBezTo>
                      <a:pt x="133" y="42"/>
                      <a:pt x="122" y="33"/>
                      <a:pt x="110" y="25"/>
                    </a:cubicBezTo>
                    <a:cubicBezTo>
                      <a:pt x="98" y="18"/>
                      <a:pt x="86" y="12"/>
                      <a:pt x="75" y="8"/>
                    </a:cubicBezTo>
                    <a:cubicBezTo>
                      <a:pt x="53" y="0"/>
                      <a:pt x="34" y="-1"/>
                      <a:pt x="21" y="0"/>
                    </a:cubicBezTo>
                    <a:cubicBezTo>
                      <a:pt x="14" y="0"/>
                      <a:pt x="9" y="1"/>
                      <a:pt x="6" y="2"/>
                    </a:cubicBezTo>
                    <a:cubicBezTo>
                      <a:pt x="2" y="3"/>
                      <a:pt x="0" y="3"/>
                      <a:pt x="1" y="3"/>
                    </a:cubicBezTo>
                    <a:close/>
                  </a:path>
                </a:pathLst>
              </a:custGeom>
              <a:solidFill>
                <a:srgbClr val="455A64"/>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42" name="Google Shape;2042;p47"/>
              <p:cNvSpPr/>
              <p:nvPr/>
            </p:nvSpPr>
            <p:spPr>
              <a:xfrm>
                <a:off x="7571544" y="3912240"/>
                <a:ext cx="553467" cy="469805"/>
              </a:xfrm>
              <a:custGeom>
                <a:rect b="b" l="l" r="r" t="t"/>
                <a:pathLst>
                  <a:path extrusionOk="0" h="438" w="516">
                    <a:moveTo>
                      <a:pt x="0" y="81"/>
                    </a:moveTo>
                    <a:lnTo>
                      <a:pt x="241" y="338"/>
                    </a:lnTo>
                    <a:cubicBezTo>
                      <a:pt x="281" y="380"/>
                      <a:pt x="309" y="418"/>
                      <a:pt x="366" y="433"/>
                    </a:cubicBezTo>
                    <a:cubicBezTo>
                      <a:pt x="405" y="444"/>
                      <a:pt x="467" y="438"/>
                      <a:pt x="487" y="412"/>
                    </a:cubicBezTo>
                    <a:cubicBezTo>
                      <a:pt x="515" y="377"/>
                      <a:pt x="529" y="304"/>
                      <a:pt x="498" y="257"/>
                    </a:cubicBezTo>
                    <a:cubicBezTo>
                      <a:pt x="467" y="209"/>
                      <a:pt x="252" y="0"/>
                      <a:pt x="252" y="0"/>
                    </a:cubicBezTo>
                    <a:lnTo>
                      <a:pt x="0" y="82"/>
                    </a:lnTo>
                    <a:lnTo>
                      <a:pt x="0" y="81"/>
                    </a:lnTo>
                    <a:close/>
                  </a:path>
                </a:pathLst>
              </a:custGeom>
              <a:solidFill>
                <a:srgbClr val="FFBE9D"/>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43" name="Google Shape;2043;p47"/>
              <p:cNvSpPr/>
              <p:nvPr/>
            </p:nvSpPr>
            <p:spPr>
              <a:xfrm>
                <a:off x="7492171" y="3658030"/>
                <a:ext cx="436552" cy="523436"/>
              </a:xfrm>
              <a:custGeom>
                <a:rect b="b" l="l" r="r" t="t"/>
                <a:pathLst>
                  <a:path extrusionOk="0" h="488" w="407">
                    <a:moveTo>
                      <a:pt x="407" y="296"/>
                    </a:moveTo>
                    <a:cubicBezTo>
                      <a:pt x="407" y="296"/>
                      <a:pt x="158" y="0"/>
                      <a:pt x="63" y="0"/>
                    </a:cubicBezTo>
                    <a:cubicBezTo>
                      <a:pt x="63" y="0"/>
                      <a:pt x="3" y="105"/>
                      <a:pt x="0" y="162"/>
                    </a:cubicBezTo>
                    <a:cubicBezTo>
                      <a:pt x="-1" y="220"/>
                      <a:pt x="193" y="488"/>
                      <a:pt x="193" y="488"/>
                    </a:cubicBezTo>
                    <a:lnTo>
                      <a:pt x="407" y="296"/>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44" name="Google Shape;2044;p47"/>
              <p:cNvSpPr/>
              <p:nvPr/>
            </p:nvSpPr>
            <p:spPr>
              <a:xfrm>
                <a:off x="6670552" y="3654812"/>
                <a:ext cx="975002" cy="588866"/>
              </a:xfrm>
              <a:custGeom>
                <a:rect b="b" l="l" r="r" t="t"/>
                <a:pathLst>
                  <a:path extrusionOk="0" h="549" w="909">
                    <a:moveTo>
                      <a:pt x="907" y="396"/>
                    </a:moveTo>
                    <a:lnTo>
                      <a:pt x="828" y="2"/>
                    </a:lnTo>
                    <a:lnTo>
                      <a:pt x="571" y="0"/>
                    </a:lnTo>
                    <a:cubicBezTo>
                      <a:pt x="477" y="107"/>
                      <a:pt x="381" y="183"/>
                      <a:pt x="271" y="60"/>
                    </a:cubicBezTo>
                    <a:lnTo>
                      <a:pt x="0" y="166"/>
                    </a:lnTo>
                    <a:lnTo>
                      <a:pt x="70" y="549"/>
                    </a:lnTo>
                    <a:lnTo>
                      <a:pt x="885" y="548"/>
                    </a:lnTo>
                    <a:cubicBezTo>
                      <a:pt x="917" y="443"/>
                      <a:pt x="907" y="396"/>
                      <a:pt x="907" y="396"/>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45" name="Google Shape;2045;p47"/>
              <p:cNvSpPr/>
              <p:nvPr/>
            </p:nvSpPr>
            <p:spPr>
              <a:xfrm>
                <a:off x="6475336" y="3832867"/>
                <a:ext cx="292823" cy="409739"/>
              </a:xfrm>
              <a:custGeom>
                <a:rect b="b" l="l" r="r" t="t"/>
                <a:pathLst>
                  <a:path extrusionOk="0" h="382" w="273">
                    <a:moveTo>
                      <a:pt x="0" y="382"/>
                    </a:moveTo>
                    <a:cubicBezTo>
                      <a:pt x="0" y="366"/>
                      <a:pt x="91" y="38"/>
                      <a:pt x="182" y="0"/>
                    </a:cubicBezTo>
                    <a:lnTo>
                      <a:pt x="253" y="109"/>
                    </a:lnTo>
                    <a:lnTo>
                      <a:pt x="273" y="382"/>
                    </a:lnTo>
                    <a:lnTo>
                      <a:pt x="0" y="382"/>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46" name="Google Shape;2046;p47"/>
              <p:cNvSpPr/>
              <p:nvPr/>
            </p:nvSpPr>
            <p:spPr>
              <a:xfrm>
                <a:off x="7531857" y="3968016"/>
                <a:ext cx="167327" cy="213450"/>
              </a:xfrm>
              <a:custGeom>
                <a:rect b="b" l="l" r="r" t="t"/>
                <a:pathLst>
                  <a:path extrusionOk="0" h="199" w="156">
                    <a:moveTo>
                      <a:pt x="156" y="199"/>
                    </a:moveTo>
                    <a:cubicBezTo>
                      <a:pt x="156" y="199"/>
                      <a:pt x="153" y="196"/>
                      <a:pt x="149" y="191"/>
                    </a:cubicBezTo>
                    <a:cubicBezTo>
                      <a:pt x="145" y="187"/>
                      <a:pt x="139" y="179"/>
                      <a:pt x="132" y="170"/>
                    </a:cubicBezTo>
                    <a:cubicBezTo>
                      <a:pt x="118" y="152"/>
                      <a:pt x="99" y="127"/>
                      <a:pt x="78" y="99"/>
                    </a:cubicBezTo>
                    <a:cubicBezTo>
                      <a:pt x="57" y="71"/>
                      <a:pt x="38" y="46"/>
                      <a:pt x="24" y="28"/>
                    </a:cubicBezTo>
                    <a:cubicBezTo>
                      <a:pt x="16" y="20"/>
                      <a:pt x="10" y="12"/>
                      <a:pt x="6" y="8"/>
                    </a:cubicBezTo>
                    <a:cubicBezTo>
                      <a:pt x="2" y="3"/>
                      <a:pt x="0" y="0"/>
                      <a:pt x="0" y="0"/>
                    </a:cubicBezTo>
                    <a:cubicBezTo>
                      <a:pt x="0" y="0"/>
                      <a:pt x="3" y="3"/>
                      <a:pt x="7" y="7"/>
                    </a:cubicBezTo>
                    <a:cubicBezTo>
                      <a:pt x="12" y="12"/>
                      <a:pt x="18" y="18"/>
                      <a:pt x="26" y="27"/>
                    </a:cubicBezTo>
                    <a:cubicBezTo>
                      <a:pt x="41" y="44"/>
                      <a:pt x="61" y="69"/>
                      <a:pt x="82" y="97"/>
                    </a:cubicBezTo>
                    <a:cubicBezTo>
                      <a:pt x="102" y="125"/>
                      <a:pt x="121" y="150"/>
                      <a:pt x="134" y="169"/>
                    </a:cubicBezTo>
                    <a:cubicBezTo>
                      <a:pt x="141" y="177"/>
                      <a:pt x="146" y="185"/>
                      <a:pt x="150" y="191"/>
                    </a:cubicBezTo>
                    <a:cubicBezTo>
                      <a:pt x="154" y="196"/>
                      <a:pt x="156" y="199"/>
                      <a:pt x="156" y="199"/>
                    </a:cubicBezTo>
                    <a:close/>
                  </a:path>
                </a:pathLst>
              </a:custGeom>
              <a:solidFill>
                <a:schemeClr val="lt1"/>
              </a:solidFill>
              <a:ln>
                <a:noFill/>
              </a:ln>
            </p:spPr>
            <p:txBody>
              <a:bodyPr anchorCtr="1" anchor="ctr" bIns="26625" lIns="90000" spcFirstLastPara="1" rIns="90000" wrap="square" tIns="266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47" name="Google Shape;2047;p47"/>
              <p:cNvSpPr/>
              <p:nvPr/>
            </p:nvSpPr>
            <p:spPr>
              <a:xfrm>
                <a:off x="6689858" y="3979815"/>
                <a:ext cx="20380" cy="267081"/>
              </a:xfrm>
              <a:custGeom>
                <a:rect b="b" l="l" r="r" t="t"/>
                <a:pathLst>
                  <a:path extrusionOk="0" h="249" w="19">
                    <a:moveTo>
                      <a:pt x="19" y="249"/>
                    </a:moveTo>
                    <a:cubicBezTo>
                      <a:pt x="19" y="249"/>
                      <a:pt x="17" y="247"/>
                      <a:pt x="16" y="240"/>
                    </a:cubicBezTo>
                    <a:cubicBezTo>
                      <a:pt x="14" y="234"/>
                      <a:pt x="13" y="225"/>
                      <a:pt x="11" y="213"/>
                    </a:cubicBezTo>
                    <a:cubicBezTo>
                      <a:pt x="6" y="191"/>
                      <a:pt x="2" y="160"/>
                      <a:pt x="1" y="125"/>
                    </a:cubicBezTo>
                    <a:cubicBezTo>
                      <a:pt x="0" y="90"/>
                      <a:pt x="3" y="59"/>
                      <a:pt x="6" y="36"/>
                    </a:cubicBezTo>
                    <a:cubicBezTo>
                      <a:pt x="8" y="25"/>
                      <a:pt x="9" y="16"/>
                      <a:pt x="11" y="9"/>
                    </a:cubicBezTo>
                    <a:cubicBezTo>
                      <a:pt x="12" y="3"/>
                      <a:pt x="13" y="0"/>
                      <a:pt x="13" y="0"/>
                    </a:cubicBezTo>
                    <a:cubicBezTo>
                      <a:pt x="14" y="0"/>
                      <a:pt x="13" y="3"/>
                      <a:pt x="12" y="10"/>
                    </a:cubicBezTo>
                    <a:cubicBezTo>
                      <a:pt x="11" y="16"/>
                      <a:pt x="10" y="25"/>
                      <a:pt x="9" y="36"/>
                    </a:cubicBezTo>
                    <a:cubicBezTo>
                      <a:pt x="6" y="59"/>
                      <a:pt x="4" y="90"/>
                      <a:pt x="5" y="125"/>
                    </a:cubicBezTo>
                    <a:cubicBezTo>
                      <a:pt x="6" y="159"/>
                      <a:pt x="10" y="190"/>
                      <a:pt x="13" y="213"/>
                    </a:cubicBezTo>
                    <a:cubicBezTo>
                      <a:pt x="15" y="224"/>
                      <a:pt x="17" y="233"/>
                      <a:pt x="18" y="239"/>
                    </a:cubicBezTo>
                    <a:cubicBezTo>
                      <a:pt x="19" y="246"/>
                      <a:pt x="20" y="249"/>
                      <a:pt x="19" y="249"/>
                    </a:cubicBezTo>
                    <a:close/>
                  </a:path>
                </a:pathLst>
              </a:custGeom>
              <a:solidFill>
                <a:schemeClr val="lt1"/>
              </a:solidFill>
              <a:ln>
                <a:noFill/>
              </a:ln>
            </p:spPr>
            <p:txBody>
              <a:bodyPr anchorCtr="1" anchor="ctr" bIns="44625" lIns="90000" spcFirstLastPara="1" rIns="90000" wrap="square" tIns="446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48" name="Google Shape;2048;p47"/>
              <p:cNvSpPr/>
              <p:nvPr/>
            </p:nvSpPr>
            <p:spPr>
              <a:xfrm>
                <a:off x="6701657" y="2997299"/>
                <a:ext cx="100825" cy="737959"/>
              </a:xfrm>
              <a:custGeom>
                <a:rect b="b" l="l" r="r" t="t"/>
                <a:pathLst>
                  <a:path extrusionOk="0" h="688" w="94">
                    <a:moveTo>
                      <a:pt x="1" y="687"/>
                    </a:moveTo>
                    <a:cubicBezTo>
                      <a:pt x="1" y="688"/>
                      <a:pt x="4" y="688"/>
                      <a:pt x="9" y="688"/>
                    </a:cubicBezTo>
                    <a:cubicBezTo>
                      <a:pt x="14" y="688"/>
                      <a:pt x="22" y="687"/>
                      <a:pt x="31" y="683"/>
                    </a:cubicBezTo>
                    <a:cubicBezTo>
                      <a:pt x="40" y="678"/>
                      <a:pt x="50" y="671"/>
                      <a:pt x="60" y="661"/>
                    </a:cubicBezTo>
                    <a:cubicBezTo>
                      <a:pt x="70" y="651"/>
                      <a:pt x="78" y="636"/>
                      <a:pt x="84" y="620"/>
                    </a:cubicBezTo>
                    <a:cubicBezTo>
                      <a:pt x="90" y="603"/>
                      <a:pt x="93" y="584"/>
                      <a:pt x="94" y="564"/>
                    </a:cubicBezTo>
                    <a:cubicBezTo>
                      <a:pt x="95" y="543"/>
                      <a:pt x="95" y="523"/>
                      <a:pt x="94" y="500"/>
                    </a:cubicBezTo>
                    <a:cubicBezTo>
                      <a:pt x="93" y="456"/>
                      <a:pt x="87" y="408"/>
                      <a:pt x="82" y="358"/>
                    </a:cubicBezTo>
                    <a:cubicBezTo>
                      <a:pt x="76" y="308"/>
                      <a:pt x="70" y="261"/>
                      <a:pt x="68" y="218"/>
                    </a:cubicBezTo>
                    <a:cubicBezTo>
                      <a:pt x="66" y="175"/>
                      <a:pt x="67" y="137"/>
                      <a:pt x="70" y="105"/>
                    </a:cubicBezTo>
                    <a:cubicBezTo>
                      <a:pt x="75" y="40"/>
                      <a:pt x="89" y="1"/>
                      <a:pt x="84" y="0"/>
                    </a:cubicBezTo>
                    <a:cubicBezTo>
                      <a:pt x="83" y="-1"/>
                      <a:pt x="82" y="1"/>
                      <a:pt x="79" y="6"/>
                    </a:cubicBezTo>
                    <a:cubicBezTo>
                      <a:pt x="78" y="8"/>
                      <a:pt x="76" y="10"/>
                      <a:pt x="74" y="14"/>
                    </a:cubicBezTo>
                    <a:cubicBezTo>
                      <a:pt x="73" y="17"/>
                      <a:pt x="71" y="21"/>
                      <a:pt x="69" y="25"/>
                    </a:cubicBezTo>
                    <a:cubicBezTo>
                      <a:pt x="62" y="42"/>
                      <a:pt x="54" y="68"/>
                      <a:pt x="48" y="102"/>
                    </a:cubicBezTo>
                    <a:cubicBezTo>
                      <a:pt x="42" y="135"/>
                      <a:pt x="39" y="175"/>
                      <a:pt x="40" y="219"/>
                    </a:cubicBezTo>
                    <a:cubicBezTo>
                      <a:pt x="41" y="263"/>
                      <a:pt x="45" y="312"/>
                      <a:pt x="51" y="362"/>
                    </a:cubicBezTo>
                    <a:cubicBezTo>
                      <a:pt x="57" y="412"/>
                      <a:pt x="63" y="459"/>
                      <a:pt x="66" y="502"/>
                    </a:cubicBezTo>
                    <a:cubicBezTo>
                      <a:pt x="68" y="523"/>
                      <a:pt x="69" y="545"/>
                      <a:pt x="69" y="563"/>
                    </a:cubicBezTo>
                    <a:cubicBezTo>
                      <a:pt x="69" y="582"/>
                      <a:pt x="67" y="598"/>
                      <a:pt x="63" y="613"/>
                    </a:cubicBezTo>
                    <a:cubicBezTo>
                      <a:pt x="56" y="643"/>
                      <a:pt x="39" y="662"/>
                      <a:pt x="25" y="672"/>
                    </a:cubicBezTo>
                    <a:cubicBezTo>
                      <a:pt x="11" y="682"/>
                      <a:pt x="0" y="684"/>
                      <a:pt x="1" y="687"/>
                    </a:cubicBez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49" name="Google Shape;2049;p47"/>
              <p:cNvSpPr/>
              <p:nvPr/>
            </p:nvSpPr>
            <p:spPr>
              <a:xfrm>
                <a:off x="6990189" y="3413474"/>
                <a:ext cx="68647" cy="48268"/>
              </a:xfrm>
              <a:custGeom>
                <a:rect b="b" l="l" r="r" t="t"/>
                <a:pathLst>
                  <a:path extrusionOk="0" h="45" w="64">
                    <a:moveTo>
                      <a:pt x="3" y="15"/>
                    </a:moveTo>
                    <a:cubicBezTo>
                      <a:pt x="10" y="5"/>
                      <a:pt x="23" y="-1"/>
                      <a:pt x="36" y="0"/>
                    </a:cubicBezTo>
                    <a:cubicBezTo>
                      <a:pt x="44" y="1"/>
                      <a:pt x="54" y="5"/>
                      <a:pt x="59" y="12"/>
                    </a:cubicBezTo>
                    <a:cubicBezTo>
                      <a:pt x="65" y="19"/>
                      <a:pt x="67" y="29"/>
                      <a:pt x="62" y="36"/>
                    </a:cubicBezTo>
                    <a:cubicBezTo>
                      <a:pt x="57" y="44"/>
                      <a:pt x="45" y="47"/>
                      <a:pt x="35" y="44"/>
                    </a:cubicBezTo>
                    <a:cubicBezTo>
                      <a:pt x="25" y="42"/>
                      <a:pt x="17" y="36"/>
                      <a:pt x="8" y="29"/>
                    </a:cubicBezTo>
                    <a:cubicBezTo>
                      <a:pt x="6" y="28"/>
                      <a:pt x="4" y="26"/>
                      <a:pt x="2" y="24"/>
                    </a:cubicBezTo>
                    <a:cubicBezTo>
                      <a:pt x="1" y="21"/>
                      <a:pt x="0" y="18"/>
                      <a:pt x="2" y="16"/>
                    </a:cubicBezTo>
                    <a:lnTo>
                      <a:pt x="3" y="15"/>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50" name="Google Shape;2050;p47"/>
              <p:cNvSpPr/>
              <p:nvPr/>
            </p:nvSpPr>
            <p:spPr>
              <a:xfrm>
                <a:off x="6979463" y="3389876"/>
                <a:ext cx="71865" cy="65430"/>
              </a:xfrm>
              <a:custGeom>
                <a:rect b="b" l="l" r="r" t="t"/>
                <a:pathLst>
                  <a:path extrusionOk="0" h="61" w="67">
                    <a:moveTo>
                      <a:pt x="63" y="0"/>
                    </a:moveTo>
                    <a:cubicBezTo>
                      <a:pt x="60" y="0"/>
                      <a:pt x="61" y="22"/>
                      <a:pt x="42" y="39"/>
                    </a:cubicBezTo>
                    <a:cubicBezTo>
                      <a:pt x="24" y="55"/>
                      <a:pt x="0" y="54"/>
                      <a:pt x="0" y="57"/>
                    </a:cubicBezTo>
                    <a:cubicBezTo>
                      <a:pt x="0" y="58"/>
                      <a:pt x="5" y="61"/>
                      <a:pt x="15" y="61"/>
                    </a:cubicBezTo>
                    <a:cubicBezTo>
                      <a:pt x="25" y="61"/>
                      <a:pt x="39" y="57"/>
                      <a:pt x="51" y="47"/>
                    </a:cubicBezTo>
                    <a:cubicBezTo>
                      <a:pt x="62" y="37"/>
                      <a:pt x="67" y="24"/>
                      <a:pt x="67" y="15"/>
                    </a:cubicBezTo>
                    <a:cubicBezTo>
                      <a:pt x="67" y="5"/>
                      <a:pt x="65" y="0"/>
                      <a:pt x="63" y="0"/>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51" name="Google Shape;2051;p47"/>
              <p:cNvSpPr/>
              <p:nvPr/>
            </p:nvSpPr>
            <p:spPr>
              <a:xfrm>
                <a:off x="7236890" y="3291195"/>
                <a:ext cx="296040" cy="711144"/>
              </a:xfrm>
              <a:custGeom>
                <a:rect b="b" l="l" r="r" t="t"/>
                <a:pathLst>
                  <a:path extrusionOk="0" h="663" w="276">
                    <a:moveTo>
                      <a:pt x="210" y="0"/>
                    </a:moveTo>
                    <a:cubicBezTo>
                      <a:pt x="238" y="103"/>
                      <a:pt x="214" y="240"/>
                      <a:pt x="243" y="323"/>
                    </a:cubicBezTo>
                    <a:cubicBezTo>
                      <a:pt x="271" y="405"/>
                      <a:pt x="291" y="497"/>
                      <a:pt x="259" y="578"/>
                    </a:cubicBezTo>
                    <a:cubicBezTo>
                      <a:pt x="245" y="546"/>
                      <a:pt x="230" y="514"/>
                      <a:pt x="216" y="482"/>
                    </a:cubicBezTo>
                    <a:cubicBezTo>
                      <a:pt x="233" y="520"/>
                      <a:pt x="230" y="567"/>
                      <a:pt x="206" y="601"/>
                    </a:cubicBezTo>
                    <a:cubicBezTo>
                      <a:pt x="183" y="636"/>
                      <a:pt x="65" y="665"/>
                      <a:pt x="24" y="663"/>
                    </a:cubicBezTo>
                    <a:cubicBezTo>
                      <a:pt x="-18" y="440"/>
                      <a:pt x="-6" y="269"/>
                      <a:pt x="66" y="97"/>
                    </a:cubicBezTo>
                    <a:lnTo>
                      <a:pt x="122" y="159"/>
                    </a:lnTo>
                    <a:lnTo>
                      <a:pt x="173" y="137"/>
                    </a:lnTo>
                    <a:lnTo>
                      <a:pt x="210" y="0"/>
                    </a:ln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52" name="Google Shape;2052;p47"/>
              <p:cNvSpPr/>
              <p:nvPr/>
            </p:nvSpPr>
            <p:spPr>
              <a:xfrm>
                <a:off x="6985899" y="3158191"/>
                <a:ext cx="210232" cy="209160"/>
              </a:xfrm>
              <a:custGeom>
                <a:rect b="b" l="l" r="r" t="t"/>
                <a:pathLst>
                  <a:path extrusionOk="0" h="195" w="196">
                    <a:moveTo>
                      <a:pt x="1" y="97"/>
                    </a:moveTo>
                    <a:cubicBezTo>
                      <a:pt x="1" y="97"/>
                      <a:pt x="0" y="89"/>
                      <a:pt x="4" y="74"/>
                    </a:cubicBezTo>
                    <a:cubicBezTo>
                      <a:pt x="6" y="67"/>
                      <a:pt x="9" y="59"/>
                      <a:pt x="15" y="49"/>
                    </a:cubicBezTo>
                    <a:cubicBezTo>
                      <a:pt x="21" y="40"/>
                      <a:pt x="29" y="30"/>
                      <a:pt x="39" y="22"/>
                    </a:cubicBezTo>
                    <a:cubicBezTo>
                      <a:pt x="50" y="14"/>
                      <a:pt x="64" y="7"/>
                      <a:pt x="80" y="4"/>
                    </a:cubicBezTo>
                    <a:cubicBezTo>
                      <a:pt x="95" y="1"/>
                      <a:pt x="113" y="2"/>
                      <a:pt x="130" y="8"/>
                    </a:cubicBezTo>
                    <a:cubicBezTo>
                      <a:pt x="138" y="11"/>
                      <a:pt x="147" y="16"/>
                      <a:pt x="154" y="21"/>
                    </a:cubicBezTo>
                    <a:cubicBezTo>
                      <a:pt x="158" y="24"/>
                      <a:pt x="161" y="27"/>
                      <a:pt x="165" y="30"/>
                    </a:cubicBezTo>
                    <a:cubicBezTo>
                      <a:pt x="168" y="34"/>
                      <a:pt x="171" y="37"/>
                      <a:pt x="174" y="41"/>
                    </a:cubicBezTo>
                    <a:cubicBezTo>
                      <a:pt x="186" y="57"/>
                      <a:pt x="193" y="77"/>
                      <a:pt x="193" y="97"/>
                    </a:cubicBezTo>
                    <a:cubicBezTo>
                      <a:pt x="193" y="118"/>
                      <a:pt x="186" y="138"/>
                      <a:pt x="174" y="153"/>
                    </a:cubicBezTo>
                    <a:cubicBezTo>
                      <a:pt x="172" y="158"/>
                      <a:pt x="168" y="161"/>
                      <a:pt x="165" y="165"/>
                    </a:cubicBezTo>
                    <a:cubicBezTo>
                      <a:pt x="161" y="168"/>
                      <a:pt x="158" y="171"/>
                      <a:pt x="154" y="174"/>
                    </a:cubicBezTo>
                    <a:cubicBezTo>
                      <a:pt x="147" y="179"/>
                      <a:pt x="138" y="184"/>
                      <a:pt x="130" y="187"/>
                    </a:cubicBezTo>
                    <a:cubicBezTo>
                      <a:pt x="113" y="193"/>
                      <a:pt x="95" y="193"/>
                      <a:pt x="80" y="191"/>
                    </a:cubicBezTo>
                    <a:cubicBezTo>
                      <a:pt x="64" y="188"/>
                      <a:pt x="50" y="181"/>
                      <a:pt x="39" y="173"/>
                    </a:cubicBezTo>
                    <a:cubicBezTo>
                      <a:pt x="28" y="165"/>
                      <a:pt x="21" y="155"/>
                      <a:pt x="15" y="146"/>
                    </a:cubicBezTo>
                    <a:cubicBezTo>
                      <a:pt x="9" y="137"/>
                      <a:pt x="6" y="128"/>
                      <a:pt x="4" y="121"/>
                    </a:cubicBezTo>
                    <a:cubicBezTo>
                      <a:pt x="0" y="106"/>
                      <a:pt x="1" y="97"/>
                      <a:pt x="1" y="97"/>
                    </a:cubicBezTo>
                    <a:cubicBezTo>
                      <a:pt x="1" y="97"/>
                      <a:pt x="1" y="98"/>
                      <a:pt x="1" y="99"/>
                    </a:cubicBezTo>
                    <a:lnTo>
                      <a:pt x="1" y="104"/>
                    </a:lnTo>
                    <a:cubicBezTo>
                      <a:pt x="1" y="106"/>
                      <a:pt x="0" y="108"/>
                      <a:pt x="1" y="111"/>
                    </a:cubicBezTo>
                    <a:cubicBezTo>
                      <a:pt x="1" y="114"/>
                      <a:pt x="2" y="117"/>
                      <a:pt x="3" y="121"/>
                    </a:cubicBezTo>
                    <a:cubicBezTo>
                      <a:pt x="5" y="129"/>
                      <a:pt x="8" y="138"/>
                      <a:pt x="14" y="147"/>
                    </a:cubicBezTo>
                    <a:cubicBezTo>
                      <a:pt x="19" y="157"/>
                      <a:pt x="27" y="166"/>
                      <a:pt x="38" y="175"/>
                    </a:cubicBezTo>
                    <a:cubicBezTo>
                      <a:pt x="49" y="183"/>
                      <a:pt x="63" y="190"/>
                      <a:pt x="79" y="193"/>
                    </a:cubicBezTo>
                    <a:cubicBezTo>
                      <a:pt x="95" y="196"/>
                      <a:pt x="114" y="196"/>
                      <a:pt x="131" y="189"/>
                    </a:cubicBezTo>
                    <a:cubicBezTo>
                      <a:pt x="140" y="186"/>
                      <a:pt x="148" y="182"/>
                      <a:pt x="156" y="176"/>
                    </a:cubicBezTo>
                    <a:cubicBezTo>
                      <a:pt x="160" y="173"/>
                      <a:pt x="164" y="170"/>
                      <a:pt x="167" y="167"/>
                    </a:cubicBezTo>
                    <a:cubicBezTo>
                      <a:pt x="170" y="163"/>
                      <a:pt x="174" y="159"/>
                      <a:pt x="177" y="155"/>
                    </a:cubicBezTo>
                    <a:cubicBezTo>
                      <a:pt x="189" y="139"/>
                      <a:pt x="196" y="119"/>
                      <a:pt x="196" y="97"/>
                    </a:cubicBezTo>
                    <a:cubicBezTo>
                      <a:pt x="196" y="76"/>
                      <a:pt x="189" y="56"/>
                      <a:pt x="177" y="40"/>
                    </a:cubicBezTo>
                    <a:cubicBezTo>
                      <a:pt x="174" y="35"/>
                      <a:pt x="170" y="32"/>
                      <a:pt x="167" y="28"/>
                    </a:cubicBezTo>
                    <a:cubicBezTo>
                      <a:pt x="163" y="25"/>
                      <a:pt x="160" y="22"/>
                      <a:pt x="156" y="19"/>
                    </a:cubicBezTo>
                    <a:cubicBezTo>
                      <a:pt x="148" y="13"/>
                      <a:pt x="140" y="9"/>
                      <a:pt x="131" y="6"/>
                    </a:cubicBezTo>
                    <a:cubicBezTo>
                      <a:pt x="114" y="-1"/>
                      <a:pt x="96" y="-1"/>
                      <a:pt x="80" y="2"/>
                    </a:cubicBezTo>
                    <a:cubicBezTo>
                      <a:pt x="63" y="4"/>
                      <a:pt x="49" y="12"/>
                      <a:pt x="38" y="20"/>
                    </a:cubicBezTo>
                    <a:cubicBezTo>
                      <a:pt x="27" y="28"/>
                      <a:pt x="19" y="38"/>
                      <a:pt x="14" y="48"/>
                    </a:cubicBezTo>
                    <a:cubicBezTo>
                      <a:pt x="8" y="57"/>
                      <a:pt x="5" y="66"/>
                      <a:pt x="3" y="74"/>
                    </a:cubicBezTo>
                    <a:cubicBezTo>
                      <a:pt x="2" y="78"/>
                      <a:pt x="2" y="81"/>
                      <a:pt x="1" y="84"/>
                    </a:cubicBezTo>
                    <a:cubicBezTo>
                      <a:pt x="1" y="87"/>
                      <a:pt x="1" y="89"/>
                      <a:pt x="1" y="91"/>
                    </a:cubicBezTo>
                    <a:lnTo>
                      <a:pt x="1" y="96"/>
                    </a:lnTo>
                    <a:cubicBezTo>
                      <a:pt x="1" y="97"/>
                      <a:pt x="1" y="97"/>
                      <a:pt x="1" y="97"/>
                    </a:cubicBezTo>
                    <a:close/>
                  </a:path>
                </a:pathLst>
              </a:custGeom>
              <a:solidFill>
                <a:srgbClr val="455A64"/>
              </a:solidFill>
              <a:ln>
                <a:noFill/>
              </a:ln>
            </p:spPr>
            <p:txBody>
              <a:bodyPr anchorCtr="1" anchor="ctr" bIns="25200" lIns="90000" spcFirstLastPara="1" rIns="90000" wrap="square" tIns="252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53" name="Google Shape;2053;p47"/>
              <p:cNvSpPr/>
              <p:nvPr/>
            </p:nvSpPr>
            <p:spPr>
              <a:xfrm>
                <a:off x="6753142" y="3153901"/>
                <a:ext cx="209159" cy="209160"/>
              </a:xfrm>
              <a:custGeom>
                <a:rect b="b" l="l" r="r" t="t"/>
                <a:pathLst>
                  <a:path extrusionOk="0" h="195" w="195">
                    <a:moveTo>
                      <a:pt x="0" y="97"/>
                    </a:moveTo>
                    <a:cubicBezTo>
                      <a:pt x="0" y="97"/>
                      <a:pt x="0" y="89"/>
                      <a:pt x="3" y="74"/>
                    </a:cubicBezTo>
                    <a:cubicBezTo>
                      <a:pt x="5" y="66"/>
                      <a:pt x="8" y="58"/>
                      <a:pt x="14" y="48"/>
                    </a:cubicBezTo>
                    <a:cubicBezTo>
                      <a:pt x="19" y="39"/>
                      <a:pt x="28" y="30"/>
                      <a:pt x="39" y="21"/>
                    </a:cubicBezTo>
                    <a:cubicBezTo>
                      <a:pt x="50" y="13"/>
                      <a:pt x="63" y="7"/>
                      <a:pt x="79" y="4"/>
                    </a:cubicBezTo>
                    <a:cubicBezTo>
                      <a:pt x="95" y="1"/>
                      <a:pt x="112" y="2"/>
                      <a:pt x="129" y="8"/>
                    </a:cubicBezTo>
                    <a:cubicBezTo>
                      <a:pt x="138" y="11"/>
                      <a:pt x="146" y="15"/>
                      <a:pt x="153" y="21"/>
                    </a:cubicBezTo>
                    <a:cubicBezTo>
                      <a:pt x="157" y="24"/>
                      <a:pt x="161" y="27"/>
                      <a:pt x="164" y="30"/>
                    </a:cubicBezTo>
                    <a:cubicBezTo>
                      <a:pt x="167" y="34"/>
                      <a:pt x="171" y="37"/>
                      <a:pt x="174" y="41"/>
                    </a:cubicBezTo>
                    <a:cubicBezTo>
                      <a:pt x="185" y="57"/>
                      <a:pt x="192" y="77"/>
                      <a:pt x="192" y="97"/>
                    </a:cubicBezTo>
                    <a:cubicBezTo>
                      <a:pt x="192" y="118"/>
                      <a:pt x="185" y="138"/>
                      <a:pt x="174" y="153"/>
                    </a:cubicBezTo>
                    <a:cubicBezTo>
                      <a:pt x="171" y="157"/>
                      <a:pt x="168" y="161"/>
                      <a:pt x="164" y="164"/>
                    </a:cubicBezTo>
                    <a:cubicBezTo>
                      <a:pt x="161" y="168"/>
                      <a:pt x="157" y="171"/>
                      <a:pt x="153" y="174"/>
                    </a:cubicBezTo>
                    <a:cubicBezTo>
                      <a:pt x="146" y="179"/>
                      <a:pt x="138" y="184"/>
                      <a:pt x="129" y="186"/>
                    </a:cubicBezTo>
                    <a:cubicBezTo>
                      <a:pt x="112" y="193"/>
                      <a:pt x="95" y="193"/>
                      <a:pt x="79" y="191"/>
                    </a:cubicBezTo>
                    <a:cubicBezTo>
                      <a:pt x="63" y="188"/>
                      <a:pt x="50" y="181"/>
                      <a:pt x="39" y="173"/>
                    </a:cubicBezTo>
                    <a:cubicBezTo>
                      <a:pt x="28" y="165"/>
                      <a:pt x="20" y="155"/>
                      <a:pt x="14" y="146"/>
                    </a:cubicBezTo>
                    <a:cubicBezTo>
                      <a:pt x="9" y="137"/>
                      <a:pt x="5" y="128"/>
                      <a:pt x="3" y="121"/>
                    </a:cubicBezTo>
                    <a:cubicBezTo>
                      <a:pt x="0" y="106"/>
                      <a:pt x="0" y="97"/>
                      <a:pt x="0" y="97"/>
                    </a:cubicBezTo>
                    <a:cubicBezTo>
                      <a:pt x="0" y="97"/>
                      <a:pt x="0" y="98"/>
                      <a:pt x="0" y="99"/>
                    </a:cubicBezTo>
                    <a:lnTo>
                      <a:pt x="0" y="103"/>
                    </a:lnTo>
                    <a:cubicBezTo>
                      <a:pt x="0" y="105"/>
                      <a:pt x="0" y="108"/>
                      <a:pt x="1" y="111"/>
                    </a:cubicBezTo>
                    <a:cubicBezTo>
                      <a:pt x="1" y="114"/>
                      <a:pt x="1" y="117"/>
                      <a:pt x="2" y="121"/>
                    </a:cubicBezTo>
                    <a:cubicBezTo>
                      <a:pt x="4" y="128"/>
                      <a:pt x="7" y="137"/>
                      <a:pt x="13" y="147"/>
                    </a:cubicBezTo>
                    <a:cubicBezTo>
                      <a:pt x="18" y="156"/>
                      <a:pt x="26" y="166"/>
                      <a:pt x="38" y="175"/>
                    </a:cubicBezTo>
                    <a:cubicBezTo>
                      <a:pt x="49" y="183"/>
                      <a:pt x="63" y="190"/>
                      <a:pt x="79" y="193"/>
                    </a:cubicBezTo>
                    <a:cubicBezTo>
                      <a:pt x="95" y="196"/>
                      <a:pt x="113" y="196"/>
                      <a:pt x="130" y="189"/>
                    </a:cubicBezTo>
                    <a:cubicBezTo>
                      <a:pt x="139" y="186"/>
                      <a:pt x="148" y="182"/>
                      <a:pt x="155" y="176"/>
                    </a:cubicBezTo>
                    <a:cubicBezTo>
                      <a:pt x="159" y="173"/>
                      <a:pt x="163" y="170"/>
                      <a:pt x="166" y="166"/>
                    </a:cubicBezTo>
                    <a:cubicBezTo>
                      <a:pt x="170" y="163"/>
                      <a:pt x="173" y="159"/>
                      <a:pt x="176" y="155"/>
                    </a:cubicBezTo>
                    <a:cubicBezTo>
                      <a:pt x="188" y="139"/>
                      <a:pt x="195" y="118"/>
                      <a:pt x="195" y="97"/>
                    </a:cubicBezTo>
                    <a:cubicBezTo>
                      <a:pt x="195" y="76"/>
                      <a:pt x="188" y="55"/>
                      <a:pt x="176" y="39"/>
                    </a:cubicBezTo>
                    <a:cubicBezTo>
                      <a:pt x="173" y="35"/>
                      <a:pt x="170" y="32"/>
                      <a:pt x="166" y="28"/>
                    </a:cubicBezTo>
                    <a:cubicBezTo>
                      <a:pt x="163" y="25"/>
                      <a:pt x="159" y="21"/>
                      <a:pt x="155" y="19"/>
                    </a:cubicBezTo>
                    <a:cubicBezTo>
                      <a:pt x="148" y="13"/>
                      <a:pt x="139" y="8"/>
                      <a:pt x="130" y="5"/>
                    </a:cubicBezTo>
                    <a:cubicBezTo>
                      <a:pt x="113" y="-1"/>
                      <a:pt x="95" y="-1"/>
                      <a:pt x="79" y="1"/>
                    </a:cubicBezTo>
                    <a:cubicBezTo>
                      <a:pt x="63" y="4"/>
                      <a:pt x="49" y="12"/>
                      <a:pt x="38" y="20"/>
                    </a:cubicBezTo>
                    <a:cubicBezTo>
                      <a:pt x="27" y="29"/>
                      <a:pt x="18" y="38"/>
                      <a:pt x="13" y="48"/>
                    </a:cubicBezTo>
                    <a:cubicBezTo>
                      <a:pt x="7" y="57"/>
                      <a:pt x="4" y="66"/>
                      <a:pt x="2" y="74"/>
                    </a:cubicBezTo>
                    <a:cubicBezTo>
                      <a:pt x="1" y="77"/>
                      <a:pt x="1" y="81"/>
                      <a:pt x="1" y="84"/>
                    </a:cubicBezTo>
                    <a:cubicBezTo>
                      <a:pt x="0" y="87"/>
                      <a:pt x="0" y="89"/>
                      <a:pt x="0" y="91"/>
                    </a:cubicBezTo>
                    <a:lnTo>
                      <a:pt x="0" y="96"/>
                    </a:lnTo>
                    <a:cubicBezTo>
                      <a:pt x="0" y="97"/>
                      <a:pt x="0" y="97"/>
                      <a:pt x="0" y="97"/>
                    </a:cubicBezTo>
                    <a:close/>
                  </a:path>
                </a:pathLst>
              </a:custGeom>
              <a:solidFill>
                <a:srgbClr val="455A64"/>
              </a:solidFill>
              <a:ln>
                <a:noFill/>
              </a:ln>
            </p:spPr>
            <p:txBody>
              <a:bodyPr anchorCtr="1" anchor="ctr" bIns="25200" lIns="90000" spcFirstLastPara="1" rIns="90000" wrap="square" tIns="252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54" name="Google Shape;2054;p47"/>
              <p:cNvSpPr/>
              <p:nvPr/>
            </p:nvSpPr>
            <p:spPr>
              <a:xfrm>
                <a:off x="6959084" y="3234347"/>
                <a:ext cx="30033" cy="10726"/>
              </a:xfrm>
              <a:custGeom>
                <a:rect b="b" l="l" r="r" t="t"/>
                <a:pathLst>
                  <a:path extrusionOk="0" h="10" w="28">
                    <a:moveTo>
                      <a:pt x="0" y="10"/>
                    </a:moveTo>
                    <a:cubicBezTo>
                      <a:pt x="0" y="10"/>
                      <a:pt x="2" y="9"/>
                      <a:pt x="4" y="7"/>
                    </a:cubicBezTo>
                    <a:cubicBezTo>
                      <a:pt x="6" y="6"/>
                      <a:pt x="9" y="4"/>
                      <a:pt x="14" y="3"/>
                    </a:cubicBezTo>
                    <a:cubicBezTo>
                      <a:pt x="18" y="3"/>
                      <a:pt x="22" y="4"/>
                      <a:pt x="24" y="6"/>
                    </a:cubicBezTo>
                    <a:cubicBezTo>
                      <a:pt x="27" y="7"/>
                      <a:pt x="28" y="8"/>
                      <a:pt x="28" y="8"/>
                    </a:cubicBezTo>
                    <a:cubicBezTo>
                      <a:pt x="29" y="8"/>
                      <a:pt x="28" y="6"/>
                      <a:pt x="25" y="4"/>
                    </a:cubicBezTo>
                    <a:cubicBezTo>
                      <a:pt x="23" y="2"/>
                      <a:pt x="19" y="0"/>
                      <a:pt x="13" y="0"/>
                    </a:cubicBezTo>
                    <a:cubicBezTo>
                      <a:pt x="8" y="1"/>
                      <a:pt x="4" y="3"/>
                      <a:pt x="2" y="6"/>
                    </a:cubicBezTo>
                    <a:cubicBezTo>
                      <a:pt x="0" y="8"/>
                      <a:pt x="0" y="10"/>
                      <a:pt x="0" y="10"/>
                    </a:cubicBezTo>
                    <a:close/>
                  </a:path>
                </a:pathLst>
              </a:custGeom>
              <a:solidFill>
                <a:srgbClr val="455A6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55" name="Google Shape;2055;p47"/>
              <p:cNvSpPr/>
              <p:nvPr/>
            </p:nvSpPr>
            <p:spPr>
              <a:xfrm>
                <a:off x="7190767" y="3236492"/>
                <a:ext cx="126568" cy="26815"/>
              </a:xfrm>
              <a:custGeom>
                <a:rect b="b" l="l" r="r" t="t"/>
                <a:pathLst>
                  <a:path extrusionOk="0" h="25" w="118">
                    <a:moveTo>
                      <a:pt x="0" y="0"/>
                    </a:moveTo>
                    <a:cubicBezTo>
                      <a:pt x="0" y="1"/>
                      <a:pt x="26" y="7"/>
                      <a:pt x="58" y="14"/>
                    </a:cubicBezTo>
                    <a:cubicBezTo>
                      <a:pt x="91" y="21"/>
                      <a:pt x="117" y="25"/>
                      <a:pt x="117" y="25"/>
                    </a:cubicBezTo>
                    <a:cubicBezTo>
                      <a:pt x="118" y="24"/>
                      <a:pt x="91" y="18"/>
                      <a:pt x="59" y="11"/>
                    </a:cubicBezTo>
                    <a:cubicBezTo>
                      <a:pt x="27" y="4"/>
                      <a:pt x="0" y="-1"/>
                      <a:pt x="0" y="0"/>
                    </a:cubicBezTo>
                    <a:close/>
                  </a:path>
                </a:pathLst>
              </a:custGeom>
              <a:solidFill>
                <a:srgbClr val="455A6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56" name="Google Shape;2056;p47"/>
              <p:cNvSpPr/>
              <p:nvPr/>
            </p:nvSpPr>
            <p:spPr>
              <a:xfrm>
                <a:off x="7143573" y="3188224"/>
                <a:ext cx="39687" cy="146948"/>
              </a:xfrm>
              <a:custGeom>
                <a:rect b="b" l="l" r="r" t="t"/>
                <a:pathLst>
                  <a:path extrusionOk="0" h="137" w="37">
                    <a:moveTo>
                      <a:pt x="0" y="137"/>
                    </a:moveTo>
                    <a:cubicBezTo>
                      <a:pt x="0" y="137"/>
                      <a:pt x="2" y="137"/>
                      <a:pt x="5" y="135"/>
                    </a:cubicBezTo>
                    <a:cubicBezTo>
                      <a:pt x="9" y="132"/>
                      <a:pt x="13" y="129"/>
                      <a:pt x="18" y="123"/>
                    </a:cubicBezTo>
                    <a:cubicBezTo>
                      <a:pt x="22" y="117"/>
                      <a:pt x="28" y="110"/>
                      <a:pt x="31" y="101"/>
                    </a:cubicBezTo>
                    <a:cubicBezTo>
                      <a:pt x="34" y="92"/>
                      <a:pt x="37" y="82"/>
                      <a:pt x="37" y="70"/>
                    </a:cubicBezTo>
                    <a:cubicBezTo>
                      <a:pt x="37" y="48"/>
                      <a:pt x="28" y="29"/>
                      <a:pt x="20" y="17"/>
                    </a:cubicBezTo>
                    <a:cubicBezTo>
                      <a:pt x="16" y="11"/>
                      <a:pt x="12" y="7"/>
                      <a:pt x="9" y="4"/>
                    </a:cubicBezTo>
                    <a:cubicBezTo>
                      <a:pt x="6" y="2"/>
                      <a:pt x="4" y="0"/>
                      <a:pt x="4" y="0"/>
                    </a:cubicBezTo>
                    <a:cubicBezTo>
                      <a:pt x="3" y="1"/>
                      <a:pt x="11" y="6"/>
                      <a:pt x="18" y="18"/>
                    </a:cubicBezTo>
                    <a:cubicBezTo>
                      <a:pt x="26" y="30"/>
                      <a:pt x="34" y="49"/>
                      <a:pt x="34" y="70"/>
                    </a:cubicBezTo>
                    <a:cubicBezTo>
                      <a:pt x="34" y="81"/>
                      <a:pt x="31" y="91"/>
                      <a:pt x="28" y="100"/>
                    </a:cubicBezTo>
                    <a:cubicBezTo>
                      <a:pt x="25" y="109"/>
                      <a:pt x="21" y="116"/>
                      <a:pt x="16" y="122"/>
                    </a:cubicBezTo>
                    <a:cubicBezTo>
                      <a:pt x="12" y="127"/>
                      <a:pt x="8" y="131"/>
                      <a:pt x="5" y="133"/>
                    </a:cubicBezTo>
                    <a:cubicBezTo>
                      <a:pt x="2" y="136"/>
                      <a:pt x="0" y="137"/>
                      <a:pt x="0" y="137"/>
                    </a:cubicBezTo>
                    <a:close/>
                  </a:path>
                </a:pathLst>
              </a:custGeom>
              <a:solidFill>
                <a:srgbClr val="FFFFFF"/>
              </a:solidFill>
              <a:ln>
                <a:noFill/>
              </a:ln>
            </p:spPr>
            <p:txBody>
              <a:bodyPr anchorCtr="1" anchor="ctr" bIns="4300" lIns="90000" spcFirstLastPara="1" rIns="90000" wrap="square" tIns="43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57" name="Google Shape;2057;p47"/>
              <p:cNvSpPr/>
              <p:nvPr/>
            </p:nvSpPr>
            <p:spPr>
              <a:xfrm>
                <a:off x="7097450" y="3339463"/>
                <a:ext cx="35396" cy="12871"/>
              </a:xfrm>
              <a:custGeom>
                <a:rect b="b" l="l" r="r" t="t"/>
                <a:pathLst>
                  <a:path extrusionOk="0" h="12" w="33">
                    <a:moveTo>
                      <a:pt x="0" y="11"/>
                    </a:moveTo>
                    <a:cubicBezTo>
                      <a:pt x="0" y="12"/>
                      <a:pt x="8" y="12"/>
                      <a:pt x="18" y="9"/>
                    </a:cubicBezTo>
                    <a:cubicBezTo>
                      <a:pt x="27" y="7"/>
                      <a:pt x="34" y="1"/>
                      <a:pt x="33" y="0"/>
                    </a:cubicBezTo>
                    <a:cubicBezTo>
                      <a:pt x="33" y="0"/>
                      <a:pt x="26" y="3"/>
                      <a:pt x="17" y="6"/>
                    </a:cubicBezTo>
                    <a:cubicBezTo>
                      <a:pt x="7" y="9"/>
                      <a:pt x="0" y="10"/>
                      <a:pt x="0" y="11"/>
                    </a:cubicBez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58" name="Google Shape;2058;p47"/>
              <p:cNvSpPr/>
              <p:nvPr/>
            </p:nvSpPr>
            <p:spPr>
              <a:xfrm>
                <a:off x="6853968" y="3167845"/>
                <a:ext cx="95462" cy="69720"/>
              </a:xfrm>
              <a:custGeom>
                <a:rect b="b" l="l" r="r" t="t"/>
                <a:pathLst>
                  <a:path extrusionOk="0" h="65" w="89">
                    <a:moveTo>
                      <a:pt x="0" y="0"/>
                    </a:moveTo>
                    <a:cubicBezTo>
                      <a:pt x="0" y="0"/>
                      <a:pt x="7" y="1"/>
                      <a:pt x="17" y="3"/>
                    </a:cubicBezTo>
                    <a:cubicBezTo>
                      <a:pt x="27" y="5"/>
                      <a:pt x="41" y="10"/>
                      <a:pt x="54" y="19"/>
                    </a:cubicBezTo>
                    <a:cubicBezTo>
                      <a:pt x="67" y="29"/>
                      <a:pt x="76" y="40"/>
                      <a:pt x="81" y="49"/>
                    </a:cubicBezTo>
                    <a:cubicBezTo>
                      <a:pt x="86" y="59"/>
                      <a:pt x="88" y="65"/>
                      <a:pt x="89" y="65"/>
                    </a:cubicBezTo>
                    <a:cubicBezTo>
                      <a:pt x="89" y="65"/>
                      <a:pt x="89" y="63"/>
                      <a:pt x="88" y="60"/>
                    </a:cubicBezTo>
                    <a:cubicBezTo>
                      <a:pt x="87" y="57"/>
                      <a:pt x="85" y="53"/>
                      <a:pt x="83" y="48"/>
                    </a:cubicBezTo>
                    <a:cubicBezTo>
                      <a:pt x="78" y="39"/>
                      <a:pt x="69" y="27"/>
                      <a:pt x="56" y="17"/>
                    </a:cubicBezTo>
                    <a:cubicBezTo>
                      <a:pt x="43" y="7"/>
                      <a:pt x="28" y="2"/>
                      <a:pt x="18" y="1"/>
                    </a:cubicBezTo>
                    <a:cubicBezTo>
                      <a:pt x="12" y="0"/>
                      <a:pt x="8" y="0"/>
                      <a:pt x="5" y="0"/>
                    </a:cubicBezTo>
                    <a:cubicBezTo>
                      <a:pt x="2" y="0"/>
                      <a:pt x="1" y="0"/>
                      <a:pt x="1" y="0"/>
                    </a:cubicBez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59" name="Google Shape;2059;p47"/>
              <p:cNvSpPr/>
              <p:nvPr/>
            </p:nvSpPr>
            <p:spPr>
              <a:xfrm>
                <a:off x="6942994" y="3252581"/>
                <a:ext cx="7508" cy="33251"/>
              </a:xfrm>
              <a:custGeom>
                <a:rect b="b" l="l" r="r" t="t"/>
                <a:pathLst>
                  <a:path extrusionOk="0" h="31" w="7">
                    <a:moveTo>
                      <a:pt x="1" y="31"/>
                    </a:moveTo>
                    <a:cubicBezTo>
                      <a:pt x="1" y="32"/>
                      <a:pt x="5" y="25"/>
                      <a:pt x="7" y="16"/>
                    </a:cubicBezTo>
                    <a:cubicBezTo>
                      <a:pt x="9" y="7"/>
                      <a:pt x="7" y="0"/>
                      <a:pt x="6" y="0"/>
                    </a:cubicBezTo>
                    <a:cubicBezTo>
                      <a:pt x="5" y="0"/>
                      <a:pt x="6" y="7"/>
                      <a:pt x="4" y="16"/>
                    </a:cubicBezTo>
                    <a:cubicBezTo>
                      <a:pt x="2" y="24"/>
                      <a:pt x="0" y="31"/>
                      <a:pt x="0" y="31"/>
                    </a:cubicBezTo>
                    <a:lnTo>
                      <a:pt x="1" y="31"/>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60" name="Google Shape;2060;p47"/>
              <p:cNvSpPr/>
              <p:nvPr/>
            </p:nvSpPr>
            <p:spPr>
              <a:xfrm>
                <a:off x="7176823" y="3417764"/>
                <a:ext cx="126568" cy="612463"/>
              </a:xfrm>
              <a:custGeom>
                <a:rect b="b" l="l" r="r" t="t"/>
                <a:pathLst>
                  <a:path extrusionOk="0" h="571" w="118">
                    <a:moveTo>
                      <a:pt x="1" y="571"/>
                    </a:moveTo>
                    <a:cubicBezTo>
                      <a:pt x="2" y="572"/>
                      <a:pt x="9" y="566"/>
                      <a:pt x="17" y="553"/>
                    </a:cubicBezTo>
                    <a:cubicBezTo>
                      <a:pt x="26" y="541"/>
                      <a:pt x="37" y="521"/>
                      <a:pt x="46" y="495"/>
                    </a:cubicBezTo>
                    <a:cubicBezTo>
                      <a:pt x="55" y="469"/>
                      <a:pt x="63" y="438"/>
                      <a:pt x="67" y="402"/>
                    </a:cubicBezTo>
                    <a:cubicBezTo>
                      <a:pt x="72" y="367"/>
                      <a:pt x="74" y="327"/>
                      <a:pt x="75" y="286"/>
                    </a:cubicBezTo>
                    <a:cubicBezTo>
                      <a:pt x="76" y="246"/>
                      <a:pt x="77" y="207"/>
                      <a:pt x="80" y="173"/>
                    </a:cubicBezTo>
                    <a:cubicBezTo>
                      <a:pt x="83" y="138"/>
                      <a:pt x="88" y="107"/>
                      <a:pt x="94" y="82"/>
                    </a:cubicBezTo>
                    <a:cubicBezTo>
                      <a:pt x="105" y="32"/>
                      <a:pt x="121" y="2"/>
                      <a:pt x="117" y="0"/>
                    </a:cubicBezTo>
                    <a:cubicBezTo>
                      <a:pt x="115" y="-1"/>
                      <a:pt x="109" y="5"/>
                      <a:pt x="101" y="18"/>
                    </a:cubicBezTo>
                    <a:cubicBezTo>
                      <a:pt x="92" y="31"/>
                      <a:pt x="82" y="50"/>
                      <a:pt x="73" y="76"/>
                    </a:cubicBezTo>
                    <a:cubicBezTo>
                      <a:pt x="64" y="102"/>
                      <a:pt x="57" y="135"/>
                      <a:pt x="53" y="170"/>
                    </a:cubicBezTo>
                    <a:cubicBezTo>
                      <a:pt x="48" y="206"/>
                      <a:pt x="46" y="245"/>
                      <a:pt x="45" y="285"/>
                    </a:cubicBezTo>
                    <a:cubicBezTo>
                      <a:pt x="44" y="326"/>
                      <a:pt x="43" y="364"/>
                      <a:pt x="39" y="399"/>
                    </a:cubicBezTo>
                    <a:cubicBezTo>
                      <a:pt x="36" y="433"/>
                      <a:pt x="31" y="464"/>
                      <a:pt x="25" y="489"/>
                    </a:cubicBezTo>
                    <a:cubicBezTo>
                      <a:pt x="13" y="540"/>
                      <a:pt x="-3" y="568"/>
                      <a:pt x="1" y="571"/>
                    </a:cubicBez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61" name="Google Shape;2061;p47"/>
              <p:cNvSpPr/>
              <p:nvPr/>
            </p:nvSpPr>
            <p:spPr>
              <a:xfrm>
                <a:off x="7311972" y="3379150"/>
                <a:ext cx="74010" cy="70793"/>
              </a:xfrm>
              <a:custGeom>
                <a:rect b="b" l="l" r="r" t="t"/>
                <a:pathLst>
                  <a:path extrusionOk="0" h="66" w="69">
                    <a:moveTo>
                      <a:pt x="55" y="8"/>
                    </a:moveTo>
                    <a:cubicBezTo>
                      <a:pt x="55" y="8"/>
                      <a:pt x="57" y="10"/>
                      <a:pt x="59" y="13"/>
                    </a:cubicBezTo>
                    <a:cubicBezTo>
                      <a:pt x="62" y="16"/>
                      <a:pt x="65" y="22"/>
                      <a:pt x="66" y="29"/>
                    </a:cubicBezTo>
                    <a:cubicBezTo>
                      <a:pt x="67" y="37"/>
                      <a:pt x="64" y="46"/>
                      <a:pt x="57" y="53"/>
                    </a:cubicBezTo>
                    <a:cubicBezTo>
                      <a:pt x="50" y="60"/>
                      <a:pt x="39" y="64"/>
                      <a:pt x="28" y="61"/>
                    </a:cubicBezTo>
                    <a:cubicBezTo>
                      <a:pt x="17" y="59"/>
                      <a:pt x="8" y="50"/>
                      <a:pt x="5" y="41"/>
                    </a:cubicBezTo>
                    <a:cubicBezTo>
                      <a:pt x="1" y="32"/>
                      <a:pt x="2" y="22"/>
                      <a:pt x="5" y="15"/>
                    </a:cubicBezTo>
                    <a:cubicBezTo>
                      <a:pt x="7" y="8"/>
                      <a:pt x="12" y="4"/>
                      <a:pt x="15" y="2"/>
                    </a:cubicBezTo>
                    <a:cubicBezTo>
                      <a:pt x="19" y="0"/>
                      <a:pt x="22" y="0"/>
                      <a:pt x="22" y="0"/>
                    </a:cubicBezTo>
                    <a:cubicBezTo>
                      <a:pt x="22" y="0"/>
                      <a:pt x="21" y="0"/>
                      <a:pt x="20" y="0"/>
                    </a:cubicBezTo>
                    <a:cubicBezTo>
                      <a:pt x="19" y="0"/>
                      <a:pt x="17" y="0"/>
                      <a:pt x="15" y="1"/>
                    </a:cubicBezTo>
                    <a:cubicBezTo>
                      <a:pt x="11" y="2"/>
                      <a:pt x="6" y="7"/>
                      <a:pt x="3" y="15"/>
                    </a:cubicBezTo>
                    <a:cubicBezTo>
                      <a:pt x="0" y="22"/>
                      <a:pt x="-2" y="32"/>
                      <a:pt x="2" y="42"/>
                    </a:cubicBezTo>
                    <a:cubicBezTo>
                      <a:pt x="6" y="52"/>
                      <a:pt x="15" y="61"/>
                      <a:pt x="27" y="64"/>
                    </a:cubicBezTo>
                    <a:cubicBezTo>
                      <a:pt x="33" y="66"/>
                      <a:pt x="40" y="66"/>
                      <a:pt x="45" y="64"/>
                    </a:cubicBezTo>
                    <a:cubicBezTo>
                      <a:pt x="51" y="62"/>
                      <a:pt x="56" y="59"/>
                      <a:pt x="59" y="55"/>
                    </a:cubicBezTo>
                    <a:cubicBezTo>
                      <a:pt x="63" y="51"/>
                      <a:pt x="66" y="47"/>
                      <a:pt x="67" y="42"/>
                    </a:cubicBezTo>
                    <a:cubicBezTo>
                      <a:pt x="68" y="38"/>
                      <a:pt x="69" y="33"/>
                      <a:pt x="68" y="29"/>
                    </a:cubicBezTo>
                    <a:cubicBezTo>
                      <a:pt x="67" y="21"/>
                      <a:pt x="63" y="17"/>
                      <a:pt x="60" y="13"/>
                    </a:cubicBezTo>
                    <a:cubicBezTo>
                      <a:pt x="57" y="10"/>
                      <a:pt x="55" y="8"/>
                      <a:pt x="55" y="8"/>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62" name="Google Shape;2062;p47"/>
              <p:cNvSpPr/>
              <p:nvPr/>
            </p:nvSpPr>
            <p:spPr>
              <a:xfrm>
                <a:off x="7605867" y="3220403"/>
                <a:ext cx="381849" cy="633915"/>
              </a:xfrm>
              <a:custGeom>
                <a:rect b="b" l="l" r="r" t="t"/>
                <a:pathLst>
                  <a:path extrusionOk="0" h="591" w="356">
                    <a:moveTo>
                      <a:pt x="293" y="378"/>
                    </a:moveTo>
                    <a:lnTo>
                      <a:pt x="286" y="280"/>
                    </a:lnTo>
                    <a:lnTo>
                      <a:pt x="266" y="157"/>
                    </a:lnTo>
                    <a:lnTo>
                      <a:pt x="235" y="56"/>
                    </a:lnTo>
                    <a:cubicBezTo>
                      <a:pt x="235" y="56"/>
                      <a:pt x="228" y="47"/>
                      <a:pt x="216" y="56"/>
                    </a:cubicBezTo>
                    <a:cubicBezTo>
                      <a:pt x="204" y="65"/>
                      <a:pt x="221" y="120"/>
                      <a:pt x="221" y="120"/>
                    </a:cubicBezTo>
                    <a:lnTo>
                      <a:pt x="228" y="162"/>
                    </a:lnTo>
                    <a:cubicBezTo>
                      <a:pt x="228" y="162"/>
                      <a:pt x="224" y="196"/>
                      <a:pt x="221" y="193"/>
                    </a:cubicBezTo>
                    <a:cubicBezTo>
                      <a:pt x="218" y="191"/>
                      <a:pt x="204" y="134"/>
                      <a:pt x="204" y="134"/>
                    </a:cubicBezTo>
                    <a:lnTo>
                      <a:pt x="167" y="14"/>
                    </a:lnTo>
                    <a:cubicBezTo>
                      <a:pt x="167" y="14"/>
                      <a:pt x="160" y="1"/>
                      <a:pt x="145" y="8"/>
                    </a:cubicBezTo>
                    <a:cubicBezTo>
                      <a:pt x="137" y="11"/>
                      <a:pt x="133" y="24"/>
                      <a:pt x="136" y="42"/>
                    </a:cubicBezTo>
                    <a:cubicBezTo>
                      <a:pt x="139" y="60"/>
                      <a:pt x="150" y="90"/>
                      <a:pt x="152" y="100"/>
                    </a:cubicBezTo>
                    <a:cubicBezTo>
                      <a:pt x="154" y="110"/>
                      <a:pt x="167" y="169"/>
                      <a:pt x="167" y="169"/>
                    </a:cubicBezTo>
                    <a:lnTo>
                      <a:pt x="111" y="37"/>
                    </a:lnTo>
                    <a:cubicBezTo>
                      <a:pt x="111" y="37"/>
                      <a:pt x="98" y="-7"/>
                      <a:pt x="80" y="1"/>
                    </a:cubicBezTo>
                    <a:cubicBezTo>
                      <a:pt x="62" y="10"/>
                      <a:pt x="78" y="40"/>
                      <a:pt x="81" y="54"/>
                    </a:cubicBezTo>
                    <a:cubicBezTo>
                      <a:pt x="83" y="68"/>
                      <a:pt x="121" y="159"/>
                      <a:pt x="121" y="185"/>
                    </a:cubicBezTo>
                    <a:cubicBezTo>
                      <a:pt x="122" y="212"/>
                      <a:pt x="116" y="198"/>
                      <a:pt x="116" y="198"/>
                    </a:cubicBezTo>
                    <a:cubicBezTo>
                      <a:pt x="116" y="198"/>
                      <a:pt x="100" y="156"/>
                      <a:pt x="88" y="123"/>
                    </a:cubicBezTo>
                    <a:cubicBezTo>
                      <a:pt x="76" y="91"/>
                      <a:pt x="61" y="72"/>
                      <a:pt x="46" y="71"/>
                    </a:cubicBezTo>
                    <a:cubicBezTo>
                      <a:pt x="31" y="71"/>
                      <a:pt x="59" y="147"/>
                      <a:pt x="59" y="147"/>
                    </a:cubicBezTo>
                    <a:lnTo>
                      <a:pt x="96" y="254"/>
                    </a:lnTo>
                    <a:lnTo>
                      <a:pt x="94" y="289"/>
                    </a:lnTo>
                    <a:lnTo>
                      <a:pt x="66" y="261"/>
                    </a:lnTo>
                    <a:cubicBezTo>
                      <a:pt x="66" y="261"/>
                      <a:pt x="61" y="219"/>
                      <a:pt x="33" y="205"/>
                    </a:cubicBezTo>
                    <a:cubicBezTo>
                      <a:pt x="5" y="190"/>
                      <a:pt x="0" y="211"/>
                      <a:pt x="0" y="211"/>
                    </a:cubicBezTo>
                    <a:lnTo>
                      <a:pt x="66" y="365"/>
                    </a:lnTo>
                    <a:cubicBezTo>
                      <a:pt x="80" y="390"/>
                      <a:pt x="159" y="432"/>
                      <a:pt x="159" y="432"/>
                    </a:cubicBezTo>
                    <a:lnTo>
                      <a:pt x="190" y="591"/>
                    </a:lnTo>
                    <a:lnTo>
                      <a:pt x="356" y="563"/>
                    </a:lnTo>
                    <a:lnTo>
                      <a:pt x="293" y="378"/>
                    </a:lnTo>
                    <a:close/>
                  </a:path>
                </a:pathLst>
              </a:custGeom>
              <a:solidFill>
                <a:srgbClr val="FFBE9D"/>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63" name="Google Shape;2063;p47"/>
              <p:cNvSpPr/>
              <p:nvPr/>
            </p:nvSpPr>
            <p:spPr>
              <a:xfrm>
                <a:off x="7675587" y="3500356"/>
                <a:ext cx="176981" cy="70793"/>
              </a:xfrm>
              <a:custGeom>
                <a:rect b="b" l="l" r="r" t="t"/>
                <a:pathLst>
                  <a:path extrusionOk="0" h="66" w="165">
                    <a:moveTo>
                      <a:pt x="165" y="66"/>
                    </a:moveTo>
                    <a:cubicBezTo>
                      <a:pt x="164" y="66"/>
                      <a:pt x="155" y="59"/>
                      <a:pt x="141" y="50"/>
                    </a:cubicBezTo>
                    <a:cubicBezTo>
                      <a:pt x="126" y="40"/>
                      <a:pt x="104" y="27"/>
                      <a:pt x="78" y="31"/>
                    </a:cubicBezTo>
                    <a:cubicBezTo>
                      <a:pt x="66" y="33"/>
                      <a:pt x="56" y="38"/>
                      <a:pt x="49" y="45"/>
                    </a:cubicBezTo>
                    <a:lnTo>
                      <a:pt x="47" y="48"/>
                    </a:lnTo>
                    <a:lnTo>
                      <a:pt x="44" y="45"/>
                    </a:lnTo>
                    <a:cubicBezTo>
                      <a:pt x="32" y="32"/>
                      <a:pt x="19" y="22"/>
                      <a:pt x="12" y="14"/>
                    </a:cubicBezTo>
                    <a:cubicBezTo>
                      <a:pt x="4" y="6"/>
                      <a:pt x="0" y="0"/>
                      <a:pt x="0" y="0"/>
                    </a:cubicBezTo>
                    <a:cubicBezTo>
                      <a:pt x="1" y="-1"/>
                      <a:pt x="6" y="3"/>
                      <a:pt x="15" y="10"/>
                    </a:cubicBezTo>
                    <a:cubicBezTo>
                      <a:pt x="23" y="18"/>
                      <a:pt x="36" y="27"/>
                      <a:pt x="50" y="41"/>
                    </a:cubicBezTo>
                    <a:lnTo>
                      <a:pt x="44" y="41"/>
                    </a:lnTo>
                    <a:cubicBezTo>
                      <a:pt x="52" y="32"/>
                      <a:pt x="64" y="26"/>
                      <a:pt x="77" y="24"/>
                    </a:cubicBezTo>
                    <a:cubicBezTo>
                      <a:pt x="91" y="22"/>
                      <a:pt x="105" y="25"/>
                      <a:pt x="116" y="29"/>
                    </a:cubicBezTo>
                    <a:cubicBezTo>
                      <a:pt x="127" y="34"/>
                      <a:pt x="136" y="40"/>
                      <a:pt x="144" y="45"/>
                    </a:cubicBezTo>
                    <a:cubicBezTo>
                      <a:pt x="158" y="56"/>
                      <a:pt x="165" y="65"/>
                      <a:pt x="165" y="65"/>
                    </a:cubicBezTo>
                    <a:lnTo>
                      <a:pt x="165" y="66"/>
                    </a:lnTo>
                    <a:close/>
                  </a:path>
                </a:pathLst>
              </a:custGeom>
              <a:solidFill>
                <a:srgbClr val="EB996E"/>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64" name="Google Shape;2064;p47"/>
              <p:cNvSpPr/>
              <p:nvPr/>
            </p:nvSpPr>
            <p:spPr>
              <a:xfrm>
                <a:off x="7782848" y="3641941"/>
                <a:ext cx="337872" cy="592083"/>
              </a:xfrm>
              <a:custGeom>
                <a:rect b="b" l="l" r="r" t="t"/>
                <a:pathLst>
                  <a:path extrusionOk="0" h="552" w="315">
                    <a:moveTo>
                      <a:pt x="88" y="552"/>
                    </a:moveTo>
                    <a:lnTo>
                      <a:pt x="0" y="59"/>
                    </a:lnTo>
                    <a:lnTo>
                      <a:pt x="134" y="0"/>
                    </a:lnTo>
                    <a:lnTo>
                      <a:pt x="315" y="544"/>
                    </a:lnTo>
                    <a:lnTo>
                      <a:pt x="88" y="552"/>
                    </a:lnTo>
                    <a:close/>
                  </a:path>
                </a:pathLst>
              </a:custGeom>
              <a:solidFill>
                <a:srgbClr val="FFBE9D"/>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65" name="Google Shape;2065;p47"/>
              <p:cNvSpPr/>
              <p:nvPr/>
            </p:nvSpPr>
            <p:spPr>
              <a:xfrm>
                <a:off x="7776412" y="3684846"/>
                <a:ext cx="114769" cy="553469"/>
              </a:xfrm>
              <a:custGeom>
                <a:rect b="b" l="l" r="r" t="t"/>
                <a:pathLst>
                  <a:path extrusionOk="0" h="516" w="107">
                    <a:moveTo>
                      <a:pt x="107" y="516"/>
                    </a:moveTo>
                    <a:cubicBezTo>
                      <a:pt x="107" y="516"/>
                      <a:pt x="105" y="509"/>
                      <a:pt x="101" y="496"/>
                    </a:cubicBezTo>
                    <a:cubicBezTo>
                      <a:pt x="98" y="483"/>
                      <a:pt x="93" y="465"/>
                      <a:pt x="88" y="441"/>
                    </a:cubicBezTo>
                    <a:cubicBezTo>
                      <a:pt x="77" y="395"/>
                      <a:pt x="63" y="331"/>
                      <a:pt x="48" y="259"/>
                    </a:cubicBezTo>
                    <a:cubicBezTo>
                      <a:pt x="34" y="188"/>
                      <a:pt x="21" y="123"/>
                      <a:pt x="13" y="76"/>
                    </a:cubicBezTo>
                    <a:cubicBezTo>
                      <a:pt x="9" y="53"/>
                      <a:pt x="6" y="34"/>
                      <a:pt x="3" y="20"/>
                    </a:cubicBezTo>
                    <a:cubicBezTo>
                      <a:pt x="1" y="7"/>
                      <a:pt x="0" y="0"/>
                      <a:pt x="0" y="0"/>
                    </a:cubicBezTo>
                    <a:cubicBezTo>
                      <a:pt x="1" y="0"/>
                      <a:pt x="3" y="7"/>
                      <a:pt x="5" y="20"/>
                    </a:cubicBezTo>
                    <a:cubicBezTo>
                      <a:pt x="8" y="34"/>
                      <a:pt x="12" y="53"/>
                      <a:pt x="17" y="75"/>
                    </a:cubicBezTo>
                    <a:cubicBezTo>
                      <a:pt x="27" y="123"/>
                      <a:pt x="40" y="187"/>
                      <a:pt x="54" y="258"/>
                    </a:cubicBezTo>
                    <a:cubicBezTo>
                      <a:pt x="69" y="329"/>
                      <a:pt x="82" y="393"/>
                      <a:pt x="92" y="441"/>
                    </a:cubicBezTo>
                    <a:cubicBezTo>
                      <a:pt x="97" y="463"/>
                      <a:pt x="100" y="482"/>
                      <a:pt x="103" y="496"/>
                    </a:cubicBezTo>
                    <a:cubicBezTo>
                      <a:pt x="106" y="509"/>
                      <a:pt x="107" y="516"/>
                      <a:pt x="107" y="516"/>
                    </a:cubicBezTo>
                    <a:close/>
                  </a:path>
                </a:pathLst>
              </a:custGeom>
              <a:solidFill>
                <a:srgbClr val="EB996E"/>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2066" name="Google Shape;2066;p47"/>
            <p:cNvGrpSpPr/>
            <p:nvPr/>
          </p:nvGrpSpPr>
          <p:grpSpPr>
            <a:xfrm>
              <a:off x="5428469" y="729788"/>
              <a:ext cx="2390848" cy="1904966"/>
              <a:chOff x="5428469" y="729788"/>
              <a:chExt cx="2390848" cy="1904966"/>
            </a:xfrm>
          </p:grpSpPr>
          <p:sp>
            <p:nvSpPr>
              <p:cNvPr id="2067" name="Google Shape;2067;p47"/>
              <p:cNvSpPr/>
              <p:nvPr/>
            </p:nvSpPr>
            <p:spPr>
              <a:xfrm>
                <a:off x="7265850" y="1084824"/>
                <a:ext cx="102971" cy="364689"/>
              </a:xfrm>
              <a:custGeom>
                <a:rect b="b" l="l" r="r" t="t"/>
                <a:pathLst>
                  <a:path extrusionOk="0" h="340" w="96">
                    <a:moveTo>
                      <a:pt x="5" y="340"/>
                    </a:moveTo>
                    <a:cubicBezTo>
                      <a:pt x="-26" y="151"/>
                      <a:pt x="79" y="0"/>
                      <a:pt x="79" y="0"/>
                    </a:cubicBezTo>
                    <a:cubicBezTo>
                      <a:pt x="143" y="145"/>
                      <a:pt x="5" y="340"/>
                      <a:pt x="5" y="340"/>
                    </a:cubicBezTo>
                    <a:close/>
                  </a:path>
                </a:pathLst>
              </a:custGeom>
              <a:solidFill>
                <a:srgbClr val="E0E0E0"/>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68" name="Google Shape;2068;p47"/>
              <p:cNvSpPr/>
              <p:nvPr/>
            </p:nvSpPr>
            <p:spPr>
              <a:xfrm>
                <a:off x="5430614" y="1017249"/>
                <a:ext cx="2388702" cy="1465192"/>
              </a:xfrm>
              <a:custGeom>
                <a:rect b="b" l="l" r="r" t="t"/>
                <a:pathLst>
                  <a:path extrusionOk="0" h="1366" w="2227">
                    <a:moveTo>
                      <a:pt x="2026" y="493"/>
                    </a:moveTo>
                    <a:cubicBezTo>
                      <a:pt x="1997" y="493"/>
                      <a:pt x="1970" y="499"/>
                      <a:pt x="1945" y="509"/>
                    </a:cubicBezTo>
                    <a:cubicBezTo>
                      <a:pt x="1932" y="515"/>
                      <a:pt x="1919" y="518"/>
                      <a:pt x="1905" y="518"/>
                    </a:cubicBezTo>
                    <a:lnTo>
                      <a:pt x="1852" y="515"/>
                    </a:lnTo>
                    <a:lnTo>
                      <a:pt x="1849" y="70"/>
                    </a:lnTo>
                    <a:cubicBezTo>
                      <a:pt x="1849" y="31"/>
                      <a:pt x="1816" y="0"/>
                      <a:pt x="1775" y="0"/>
                    </a:cubicBezTo>
                    <a:lnTo>
                      <a:pt x="1716" y="0"/>
                    </a:lnTo>
                    <a:lnTo>
                      <a:pt x="453" y="0"/>
                    </a:lnTo>
                    <a:cubicBezTo>
                      <a:pt x="414" y="0"/>
                      <a:pt x="382" y="31"/>
                      <a:pt x="382" y="70"/>
                    </a:cubicBezTo>
                    <a:lnTo>
                      <a:pt x="382" y="512"/>
                    </a:lnTo>
                    <a:lnTo>
                      <a:pt x="350" y="512"/>
                    </a:lnTo>
                    <a:cubicBezTo>
                      <a:pt x="335" y="512"/>
                      <a:pt x="321" y="508"/>
                      <a:pt x="308" y="502"/>
                    </a:cubicBezTo>
                    <a:cubicBezTo>
                      <a:pt x="274" y="486"/>
                      <a:pt x="212" y="465"/>
                      <a:pt x="170" y="472"/>
                    </a:cubicBezTo>
                    <a:cubicBezTo>
                      <a:pt x="85" y="486"/>
                      <a:pt x="0" y="571"/>
                      <a:pt x="0" y="654"/>
                    </a:cubicBezTo>
                    <a:cubicBezTo>
                      <a:pt x="0" y="795"/>
                      <a:pt x="110" y="882"/>
                      <a:pt x="224" y="882"/>
                    </a:cubicBezTo>
                    <a:cubicBezTo>
                      <a:pt x="252" y="882"/>
                      <a:pt x="278" y="877"/>
                      <a:pt x="302" y="866"/>
                    </a:cubicBezTo>
                    <a:cubicBezTo>
                      <a:pt x="314" y="861"/>
                      <a:pt x="323" y="858"/>
                      <a:pt x="337" y="858"/>
                    </a:cubicBezTo>
                    <a:lnTo>
                      <a:pt x="382" y="858"/>
                    </a:lnTo>
                    <a:lnTo>
                      <a:pt x="382" y="1295"/>
                    </a:lnTo>
                    <a:cubicBezTo>
                      <a:pt x="382" y="1334"/>
                      <a:pt x="414" y="1366"/>
                      <a:pt x="453" y="1366"/>
                    </a:cubicBezTo>
                    <a:lnTo>
                      <a:pt x="1772" y="1366"/>
                    </a:lnTo>
                    <a:cubicBezTo>
                      <a:pt x="1813" y="1366"/>
                      <a:pt x="1847" y="1334"/>
                      <a:pt x="1847" y="1295"/>
                    </a:cubicBezTo>
                    <a:lnTo>
                      <a:pt x="1849" y="840"/>
                    </a:lnTo>
                    <a:lnTo>
                      <a:pt x="1895" y="844"/>
                    </a:lnTo>
                    <a:cubicBezTo>
                      <a:pt x="1911" y="844"/>
                      <a:pt x="1925" y="847"/>
                      <a:pt x="1939" y="854"/>
                    </a:cubicBezTo>
                    <a:cubicBezTo>
                      <a:pt x="1975" y="870"/>
                      <a:pt x="2016" y="877"/>
                      <a:pt x="2060" y="870"/>
                    </a:cubicBezTo>
                    <a:cubicBezTo>
                      <a:pt x="2147" y="856"/>
                      <a:pt x="2215" y="787"/>
                      <a:pt x="2225" y="704"/>
                    </a:cubicBezTo>
                    <a:cubicBezTo>
                      <a:pt x="2238" y="590"/>
                      <a:pt x="2144" y="493"/>
                      <a:pt x="2026" y="493"/>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69" name="Google Shape;2069;p47"/>
              <p:cNvSpPr/>
              <p:nvPr/>
            </p:nvSpPr>
            <p:spPr>
              <a:xfrm>
                <a:off x="5428469" y="1016177"/>
                <a:ext cx="2390848" cy="1468410"/>
              </a:xfrm>
              <a:custGeom>
                <a:rect b="b" l="l" r="r" t="t"/>
                <a:pathLst>
                  <a:path extrusionOk="0" h="1369" w="2229">
                    <a:moveTo>
                      <a:pt x="2028" y="494"/>
                    </a:moveTo>
                    <a:cubicBezTo>
                      <a:pt x="2028" y="494"/>
                      <a:pt x="2032" y="494"/>
                      <a:pt x="2041" y="495"/>
                    </a:cubicBezTo>
                    <a:cubicBezTo>
                      <a:pt x="2044" y="495"/>
                      <a:pt x="2046" y="495"/>
                      <a:pt x="2049" y="495"/>
                    </a:cubicBezTo>
                    <a:cubicBezTo>
                      <a:pt x="2052" y="495"/>
                      <a:pt x="2055" y="496"/>
                      <a:pt x="2058" y="496"/>
                    </a:cubicBezTo>
                    <a:lnTo>
                      <a:pt x="2069" y="498"/>
                    </a:lnTo>
                    <a:cubicBezTo>
                      <a:pt x="2073" y="499"/>
                      <a:pt x="2077" y="500"/>
                      <a:pt x="2081" y="501"/>
                    </a:cubicBezTo>
                    <a:cubicBezTo>
                      <a:pt x="2098" y="505"/>
                      <a:pt x="2119" y="513"/>
                      <a:pt x="2141" y="527"/>
                    </a:cubicBezTo>
                    <a:cubicBezTo>
                      <a:pt x="2163" y="541"/>
                      <a:pt x="2186" y="562"/>
                      <a:pt x="2203" y="591"/>
                    </a:cubicBezTo>
                    <a:cubicBezTo>
                      <a:pt x="2207" y="599"/>
                      <a:pt x="2212" y="606"/>
                      <a:pt x="2215" y="615"/>
                    </a:cubicBezTo>
                    <a:cubicBezTo>
                      <a:pt x="2219" y="623"/>
                      <a:pt x="2222" y="632"/>
                      <a:pt x="2224" y="641"/>
                    </a:cubicBezTo>
                    <a:cubicBezTo>
                      <a:pt x="2226" y="646"/>
                      <a:pt x="2225" y="651"/>
                      <a:pt x="2226" y="655"/>
                    </a:cubicBezTo>
                    <a:lnTo>
                      <a:pt x="2228" y="663"/>
                    </a:lnTo>
                    <a:cubicBezTo>
                      <a:pt x="2228" y="665"/>
                      <a:pt x="2228" y="667"/>
                      <a:pt x="2228" y="670"/>
                    </a:cubicBezTo>
                    <a:cubicBezTo>
                      <a:pt x="2228" y="675"/>
                      <a:pt x="2229" y="680"/>
                      <a:pt x="2229" y="685"/>
                    </a:cubicBezTo>
                    <a:lnTo>
                      <a:pt x="2228" y="701"/>
                    </a:lnTo>
                    <a:cubicBezTo>
                      <a:pt x="2226" y="721"/>
                      <a:pt x="2221" y="743"/>
                      <a:pt x="2211" y="763"/>
                    </a:cubicBezTo>
                    <a:cubicBezTo>
                      <a:pt x="2201" y="784"/>
                      <a:pt x="2187" y="803"/>
                      <a:pt x="2169" y="820"/>
                    </a:cubicBezTo>
                    <a:cubicBezTo>
                      <a:pt x="2133" y="854"/>
                      <a:pt x="2081" y="875"/>
                      <a:pt x="2024" y="875"/>
                    </a:cubicBezTo>
                    <a:cubicBezTo>
                      <a:pt x="1996" y="874"/>
                      <a:pt x="1967" y="868"/>
                      <a:pt x="1940" y="856"/>
                    </a:cubicBezTo>
                    <a:cubicBezTo>
                      <a:pt x="1927" y="849"/>
                      <a:pt x="1912" y="846"/>
                      <a:pt x="1897" y="846"/>
                    </a:cubicBezTo>
                    <a:cubicBezTo>
                      <a:pt x="1882" y="845"/>
                      <a:pt x="1867" y="844"/>
                      <a:pt x="1851" y="843"/>
                    </a:cubicBezTo>
                    <a:lnTo>
                      <a:pt x="1852" y="842"/>
                    </a:lnTo>
                    <a:cubicBezTo>
                      <a:pt x="1852" y="914"/>
                      <a:pt x="1852" y="991"/>
                      <a:pt x="1851" y="1072"/>
                    </a:cubicBezTo>
                    <a:cubicBezTo>
                      <a:pt x="1851" y="1113"/>
                      <a:pt x="1851" y="1154"/>
                      <a:pt x="1851" y="1197"/>
                    </a:cubicBezTo>
                    <a:cubicBezTo>
                      <a:pt x="1851" y="1218"/>
                      <a:pt x="1850" y="1240"/>
                      <a:pt x="1850" y="1262"/>
                    </a:cubicBezTo>
                    <a:cubicBezTo>
                      <a:pt x="1850" y="1273"/>
                      <a:pt x="1850" y="1284"/>
                      <a:pt x="1850" y="1295"/>
                    </a:cubicBezTo>
                    <a:cubicBezTo>
                      <a:pt x="1850" y="1306"/>
                      <a:pt x="1848" y="1318"/>
                      <a:pt x="1843" y="1328"/>
                    </a:cubicBezTo>
                    <a:cubicBezTo>
                      <a:pt x="1833" y="1348"/>
                      <a:pt x="1812" y="1363"/>
                      <a:pt x="1789" y="1367"/>
                    </a:cubicBezTo>
                    <a:cubicBezTo>
                      <a:pt x="1777" y="1369"/>
                      <a:pt x="1766" y="1368"/>
                      <a:pt x="1754" y="1368"/>
                    </a:cubicBezTo>
                    <a:cubicBezTo>
                      <a:pt x="1743" y="1368"/>
                      <a:pt x="1731" y="1368"/>
                      <a:pt x="1719" y="1368"/>
                    </a:cubicBezTo>
                    <a:cubicBezTo>
                      <a:pt x="1674" y="1368"/>
                      <a:pt x="1626" y="1368"/>
                      <a:pt x="1578" y="1368"/>
                    </a:cubicBezTo>
                    <a:cubicBezTo>
                      <a:pt x="1481" y="1368"/>
                      <a:pt x="1381" y="1368"/>
                      <a:pt x="1277" y="1368"/>
                    </a:cubicBezTo>
                    <a:cubicBezTo>
                      <a:pt x="1071" y="1368"/>
                      <a:pt x="851" y="1368"/>
                      <a:pt x="622" y="1368"/>
                    </a:cubicBezTo>
                    <a:cubicBezTo>
                      <a:pt x="593" y="1368"/>
                      <a:pt x="564" y="1368"/>
                      <a:pt x="535" y="1368"/>
                    </a:cubicBezTo>
                    <a:cubicBezTo>
                      <a:pt x="521" y="1368"/>
                      <a:pt x="506" y="1368"/>
                      <a:pt x="491" y="1368"/>
                    </a:cubicBezTo>
                    <a:lnTo>
                      <a:pt x="470" y="1368"/>
                    </a:lnTo>
                    <a:cubicBezTo>
                      <a:pt x="462" y="1368"/>
                      <a:pt x="455" y="1369"/>
                      <a:pt x="448" y="1368"/>
                    </a:cubicBezTo>
                    <a:cubicBezTo>
                      <a:pt x="433" y="1366"/>
                      <a:pt x="418" y="1360"/>
                      <a:pt x="407" y="1350"/>
                    </a:cubicBezTo>
                    <a:cubicBezTo>
                      <a:pt x="395" y="1341"/>
                      <a:pt x="387" y="1327"/>
                      <a:pt x="384" y="1312"/>
                    </a:cubicBezTo>
                    <a:cubicBezTo>
                      <a:pt x="382" y="1305"/>
                      <a:pt x="382" y="1297"/>
                      <a:pt x="382" y="1290"/>
                    </a:cubicBezTo>
                    <a:lnTo>
                      <a:pt x="382" y="1267"/>
                    </a:lnTo>
                    <a:cubicBezTo>
                      <a:pt x="382" y="1253"/>
                      <a:pt x="382" y="1238"/>
                      <a:pt x="382" y="1223"/>
                    </a:cubicBezTo>
                    <a:cubicBezTo>
                      <a:pt x="382" y="1104"/>
                      <a:pt x="382" y="982"/>
                      <a:pt x="382" y="859"/>
                    </a:cubicBezTo>
                    <a:lnTo>
                      <a:pt x="384" y="861"/>
                    </a:lnTo>
                    <a:lnTo>
                      <a:pt x="337" y="861"/>
                    </a:lnTo>
                    <a:cubicBezTo>
                      <a:pt x="330" y="861"/>
                      <a:pt x="322" y="863"/>
                      <a:pt x="315" y="865"/>
                    </a:cubicBezTo>
                    <a:cubicBezTo>
                      <a:pt x="308" y="868"/>
                      <a:pt x="300" y="871"/>
                      <a:pt x="293" y="874"/>
                    </a:cubicBezTo>
                    <a:cubicBezTo>
                      <a:pt x="277" y="879"/>
                      <a:pt x="261" y="883"/>
                      <a:pt x="245" y="885"/>
                    </a:cubicBezTo>
                    <a:cubicBezTo>
                      <a:pt x="237" y="885"/>
                      <a:pt x="229" y="886"/>
                      <a:pt x="220" y="885"/>
                    </a:cubicBezTo>
                    <a:cubicBezTo>
                      <a:pt x="212" y="885"/>
                      <a:pt x="204" y="885"/>
                      <a:pt x="196" y="883"/>
                    </a:cubicBezTo>
                    <a:cubicBezTo>
                      <a:pt x="125" y="874"/>
                      <a:pt x="61" y="830"/>
                      <a:pt x="28" y="768"/>
                    </a:cubicBezTo>
                    <a:cubicBezTo>
                      <a:pt x="11" y="738"/>
                      <a:pt x="2" y="703"/>
                      <a:pt x="1" y="669"/>
                    </a:cubicBezTo>
                    <a:cubicBezTo>
                      <a:pt x="-1" y="652"/>
                      <a:pt x="1" y="634"/>
                      <a:pt x="6" y="618"/>
                    </a:cubicBezTo>
                    <a:cubicBezTo>
                      <a:pt x="8" y="609"/>
                      <a:pt x="11" y="601"/>
                      <a:pt x="15" y="593"/>
                    </a:cubicBezTo>
                    <a:cubicBezTo>
                      <a:pt x="19" y="586"/>
                      <a:pt x="22" y="578"/>
                      <a:pt x="27" y="571"/>
                    </a:cubicBezTo>
                    <a:cubicBezTo>
                      <a:pt x="32" y="564"/>
                      <a:pt x="37" y="557"/>
                      <a:pt x="42" y="550"/>
                    </a:cubicBezTo>
                    <a:cubicBezTo>
                      <a:pt x="48" y="544"/>
                      <a:pt x="53" y="537"/>
                      <a:pt x="60" y="532"/>
                    </a:cubicBezTo>
                    <a:cubicBezTo>
                      <a:pt x="72" y="520"/>
                      <a:pt x="85" y="509"/>
                      <a:pt x="99" y="500"/>
                    </a:cubicBezTo>
                    <a:cubicBezTo>
                      <a:pt x="114" y="491"/>
                      <a:pt x="129" y="484"/>
                      <a:pt x="145" y="478"/>
                    </a:cubicBezTo>
                    <a:cubicBezTo>
                      <a:pt x="161" y="473"/>
                      <a:pt x="178" y="470"/>
                      <a:pt x="194" y="470"/>
                    </a:cubicBezTo>
                    <a:cubicBezTo>
                      <a:pt x="228" y="471"/>
                      <a:pt x="260" y="481"/>
                      <a:pt x="291" y="493"/>
                    </a:cubicBezTo>
                    <a:cubicBezTo>
                      <a:pt x="298" y="496"/>
                      <a:pt x="306" y="499"/>
                      <a:pt x="313" y="503"/>
                    </a:cubicBezTo>
                    <a:cubicBezTo>
                      <a:pt x="320" y="506"/>
                      <a:pt x="328" y="508"/>
                      <a:pt x="336" y="510"/>
                    </a:cubicBezTo>
                    <a:cubicBezTo>
                      <a:pt x="344" y="511"/>
                      <a:pt x="351" y="511"/>
                      <a:pt x="360" y="511"/>
                    </a:cubicBezTo>
                    <a:cubicBezTo>
                      <a:pt x="368" y="511"/>
                      <a:pt x="376" y="511"/>
                      <a:pt x="384" y="511"/>
                    </a:cubicBezTo>
                    <a:lnTo>
                      <a:pt x="382" y="513"/>
                    </a:lnTo>
                    <a:cubicBezTo>
                      <a:pt x="382" y="368"/>
                      <a:pt x="382" y="227"/>
                      <a:pt x="382" y="89"/>
                    </a:cubicBezTo>
                    <a:cubicBezTo>
                      <a:pt x="382" y="81"/>
                      <a:pt x="382" y="72"/>
                      <a:pt x="382" y="64"/>
                    </a:cubicBezTo>
                    <a:cubicBezTo>
                      <a:pt x="383" y="55"/>
                      <a:pt x="386" y="46"/>
                      <a:pt x="390" y="39"/>
                    </a:cubicBezTo>
                    <a:cubicBezTo>
                      <a:pt x="398" y="23"/>
                      <a:pt x="412" y="11"/>
                      <a:pt x="428" y="5"/>
                    </a:cubicBezTo>
                    <a:cubicBezTo>
                      <a:pt x="436" y="2"/>
                      <a:pt x="445" y="0"/>
                      <a:pt x="453" y="0"/>
                    </a:cubicBezTo>
                    <a:cubicBezTo>
                      <a:pt x="462" y="-1"/>
                      <a:pt x="470" y="0"/>
                      <a:pt x="478" y="0"/>
                    </a:cubicBezTo>
                    <a:lnTo>
                      <a:pt x="528" y="0"/>
                    </a:lnTo>
                    <a:cubicBezTo>
                      <a:pt x="595" y="0"/>
                      <a:pt x="660" y="0"/>
                      <a:pt x="724" y="0"/>
                    </a:cubicBezTo>
                    <a:cubicBezTo>
                      <a:pt x="979" y="0"/>
                      <a:pt x="1214" y="0"/>
                      <a:pt x="1424" y="0"/>
                    </a:cubicBezTo>
                    <a:cubicBezTo>
                      <a:pt x="1529" y="0"/>
                      <a:pt x="1628" y="0"/>
                      <a:pt x="1718" y="0"/>
                    </a:cubicBezTo>
                    <a:cubicBezTo>
                      <a:pt x="1730" y="0"/>
                      <a:pt x="1741" y="0"/>
                      <a:pt x="1752" y="0"/>
                    </a:cubicBezTo>
                    <a:lnTo>
                      <a:pt x="1769" y="0"/>
                    </a:lnTo>
                    <a:cubicBezTo>
                      <a:pt x="1775" y="0"/>
                      <a:pt x="1780" y="0"/>
                      <a:pt x="1786" y="1"/>
                    </a:cubicBezTo>
                    <a:cubicBezTo>
                      <a:pt x="1808" y="3"/>
                      <a:pt x="1829" y="15"/>
                      <a:pt x="1840" y="33"/>
                    </a:cubicBezTo>
                    <a:cubicBezTo>
                      <a:pt x="1846" y="42"/>
                      <a:pt x="1850" y="52"/>
                      <a:pt x="1852" y="63"/>
                    </a:cubicBezTo>
                    <a:cubicBezTo>
                      <a:pt x="1853" y="73"/>
                      <a:pt x="1852" y="83"/>
                      <a:pt x="1852" y="94"/>
                    </a:cubicBezTo>
                    <a:cubicBezTo>
                      <a:pt x="1852" y="114"/>
                      <a:pt x="1853" y="133"/>
                      <a:pt x="1853" y="153"/>
                    </a:cubicBezTo>
                    <a:cubicBezTo>
                      <a:pt x="1853" y="306"/>
                      <a:pt x="1854" y="429"/>
                      <a:pt x="1854" y="516"/>
                    </a:cubicBezTo>
                    <a:lnTo>
                      <a:pt x="1854" y="516"/>
                    </a:lnTo>
                    <a:cubicBezTo>
                      <a:pt x="1869" y="517"/>
                      <a:pt x="1883" y="517"/>
                      <a:pt x="1896" y="518"/>
                    </a:cubicBezTo>
                    <a:cubicBezTo>
                      <a:pt x="1909" y="520"/>
                      <a:pt x="1921" y="518"/>
                      <a:pt x="1932" y="516"/>
                    </a:cubicBezTo>
                    <a:cubicBezTo>
                      <a:pt x="1943" y="513"/>
                      <a:pt x="1952" y="508"/>
                      <a:pt x="1961" y="505"/>
                    </a:cubicBezTo>
                    <a:cubicBezTo>
                      <a:pt x="1970" y="502"/>
                      <a:pt x="1978" y="500"/>
                      <a:pt x="1985" y="499"/>
                    </a:cubicBezTo>
                    <a:cubicBezTo>
                      <a:pt x="1999" y="496"/>
                      <a:pt x="2010" y="495"/>
                      <a:pt x="2017" y="495"/>
                    </a:cubicBezTo>
                    <a:cubicBezTo>
                      <a:pt x="2024" y="495"/>
                      <a:pt x="2028" y="495"/>
                      <a:pt x="2028" y="495"/>
                    </a:cubicBezTo>
                    <a:cubicBezTo>
                      <a:pt x="2027" y="495"/>
                      <a:pt x="2024" y="495"/>
                      <a:pt x="2017" y="495"/>
                    </a:cubicBezTo>
                    <a:cubicBezTo>
                      <a:pt x="2010" y="496"/>
                      <a:pt x="1999" y="497"/>
                      <a:pt x="1985" y="500"/>
                    </a:cubicBezTo>
                    <a:cubicBezTo>
                      <a:pt x="1978" y="501"/>
                      <a:pt x="1970" y="503"/>
                      <a:pt x="1961" y="506"/>
                    </a:cubicBezTo>
                    <a:cubicBezTo>
                      <a:pt x="1952" y="509"/>
                      <a:pt x="1943" y="514"/>
                      <a:pt x="1932" y="516"/>
                    </a:cubicBezTo>
                    <a:cubicBezTo>
                      <a:pt x="1922" y="519"/>
                      <a:pt x="1909" y="521"/>
                      <a:pt x="1896" y="519"/>
                    </a:cubicBezTo>
                    <a:cubicBezTo>
                      <a:pt x="1883" y="518"/>
                      <a:pt x="1869" y="518"/>
                      <a:pt x="1854" y="517"/>
                    </a:cubicBezTo>
                    <a:lnTo>
                      <a:pt x="1853" y="517"/>
                    </a:lnTo>
                    <a:lnTo>
                      <a:pt x="1853" y="516"/>
                    </a:lnTo>
                    <a:cubicBezTo>
                      <a:pt x="1853" y="429"/>
                      <a:pt x="1852" y="306"/>
                      <a:pt x="1851" y="153"/>
                    </a:cubicBezTo>
                    <a:cubicBezTo>
                      <a:pt x="1851" y="133"/>
                      <a:pt x="1851" y="114"/>
                      <a:pt x="1850" y="94"/>
                    </a:cubicBezTo>
                    <a:cubicBezTo>
                      <a:pt x="1850" y="84"/>
                      <a:pt x="1851" y="73"/>
                      <a:pt x="1850" y="63"/>
                    </a:cubicBezTo>
                    <a:cubicBezTo>
                      <a:pt x="1848" y="53"/>
                      <a:pt x="1845" y="43"/>
                      <a:pt x="1839" y="35"/>
                    </a:cubicBezTo>
                    <a:cubicBezTo>
                      <a:pt x="1827" y="17"/>
                      <a:pt x="1807" y="6"/>
                      <a:pt x="1786" y="3"/>
                    </a:cubicBezTo>
                    <a:cubicBezTo>
                      <a:pt x="1780" y="3"/>
                      <a:pt x="1775" y="3"/>
                      <a:pt x="1769" y="3"/>
                    </a:cubicBezTo>
                    <a:cubicBezTo>
                      <a:pt x="1764" y="3"/>
                      <a:pt x="1758" y="3"/>
                      <a:pt x="1753" y="3"/>
                    </a:cubicBezTo>
                    <a:cubicBezTo>
                      <a:pt x="1741" y="3"/>
                      <a:pt x="1730" y="3"/>
                      <a:pt x="1719" y="3"/>
                    </a:cubicBezTo>
                    <a:cubicBezTo>
                      <a:pt x="1628" y="3"/>
                      <a:pt x="1529" y="3"/>
                      <a:pt x="1425" y="3"/>
                    </a:cubicBezTo>
                    <a:cubicBezTo>
                      <a:pt x="1215" y="3"/>
                      <a:pt x="979" y="3"/>
                      <a:pt x="724" y="3"/>
                    </a:cubicBezTo>
                    <a:cubicBezTo>
                      <a:pt x="660" y="3"/>
                      <a:pt x="595" y="3"/>
                      <a:pt x="529" y="3"/>
                    </a:cubicBezTo>
                    <a:cubicBezTo>
                      <a:pt x="512" y="3"/>
                      <a:pt x="495" y="3"/>
                      <a:pt x="479" y="3"/>
                    </a:cubicBezTo>
                    <a:cubicBezTo>
                      <a:pt x="462" y="4"/>
                      <a:pt x="445" y="2"/>
                      <a:pt x="430" y="8"/>
                    </a:cubicBezTo>
                    <a:cubicBezTo>
                      <a:pt x="414" y="14"/>
                      <a:pt x="401" y="26"/>
                      <a:pt x="393" y="41"/>
                    </a:cubicBezTo>
                    <a:cubicBezTo>
                      <a:pt x="390" y="48"/>
                      <a:pt x="387" y="56"/>
                      <a:pt x="386" y="64"/>
                    </a:cubicBezTo>
                    <a:cubicBezTo>
                      <a:pt x="385" y="72"/>
                      <a:pt x="386" y="81"/>
                      <a:pt x="386" y="90"/>
                    </a:cubicBezTo>
                    <a:cubicBezTo>
                      <a:pt x="386" y="227"/>
                      <a:pt x="386" y="368"/>
                      <a:pt x="386" y="513"/>
                    </a:cubicBezTo>
                    <a:lnTo>
                      <a:pt x="386" y="515"/>
                    </a:lnTo>
                    <a:lnTo>
                      <a:pt x="384" y="515"/>
                    </a:lnTo>
                    <a:cubicBezTo>
                      <a:pt x="376" y="515"/>
                      <a:pt x="368" y="515"/>
                      <a:pt x="360" y="515"/>
                    </a:cubicBezTo>
                    <a:cubicBezTo>
                      <a:pt x="352" y="515"/>
                      <a:pt x="343" y="516"/>
                      <a:pt x="335" y="514"/>
                    </a:cubicBezTo>
                    <a:cubicBezTo>
                      <a:pt x="327" y="513"/>
                      <a:pt x="319" y="510"/>
                      <a:pt x="312" y="506"/>
                    </a:cubicBezTo>
                    <a:cubicBezTo>
                      <a:pt x="304" y="503"/>
                      <a:pt x="297" y="499"/>
                      <a:pt x="289" y="497"/>
                    </a:cubicBezTo>
                    <a:cubicBezTo>
                      <a:pt x="259" y="485"/>
                      <a:pt x="227" y="475"/>
                      <a:pt x="194" y="474"/>
                    </a:cubicBezTo>
                    <a:cubicBezTo>
                      <a:pt x="178" y="474"/>
                      <a:pt x="162" y="477"/>
                      <a:pt x="146" y="482"/>
                    </a:cubicBezTo>
                    <a:cubicBezTo>
                      <a:pt x="131" y="488"/>
                      <a:pt x="115" y="495"/>
                      <a:pt x="102" y="504"/>
                    </a:cubicBezTo>
                    <a:cubicBezTo>
                      <a:pt x="88" y="512"/>
                      <a:pt x="74" y="523"/>
                      <a:pt x="62" y="535"/>
                    </a:cubicBezTo>
                    <a:cubicBezTo>
                      <a:pt x="56" y="540"/>
                      <a:pt x="51" y="547"/>
                      <a:pt x="45" y="553"/>
                    </a:cubicBezTo>
                    <a:cubicBezTo>
                      <a:pt x="40" y="560"/>
                      <a:pt x="35" y="566"/>
                      <a:pt x="31" y="573"/>
                    </a:cubicBezTo>
                    <a:cubicBezTo>
                      <a:pt x="26" y="580"/>
                      <a:pt x="22" y="588"/>
                      <a:pt x="18" y="595"/>
                    </a:cubicBezTo>
                    <a:cubicBezTo>
                      <a:pt x="15" y="603"/>
                      <a:pt x="12" y="611"/>
                      <a:pt x="10" y="619"/>
                    </a:cubicBezTo>
                    <a:cubicBezTo>
                      <a:pt x="5" y="635"/>
                      <a:pt x="3" y="652"/>
                      <a:pt x="5" y="669"/>
                    </a:cubicBezTo>
                    <a:cubicBezTo>
                      <a:pt x="6" y="703"/>
                      <a:pt x="15" y="737"/>
                      <a:pt x="31" y="767"/>
                    </a:cubicBezTo>
                    <a:cubicBezTo>
                      <a:pt x="63" y="828"/>
                      <a:pt x="127" y="871"/>
                      <a:pt x="196" y="880"/>
                    </a:cubicBezTo>
                    <a:cubicBezTo>
                      <a:pt x="204" y="881"/>
                      <a:pt x="212" y="881"/>
                      <a:pt x="220" y="882"/>
                    </a:cubicBezTo>
                    <a:cubicBezTo>
                      <a:pt x="228" y="882"/>
                      <a:pt x="237" y="882"/>
                      <a:pt x="245" y="881"/>
                    </a:cubicBezTo>
                    <a:cubicBezTo>
                      <a:pt x="261" y="879"/>
                      <a:pt x="276" y="876"/>
                      <a:pt x="291" y="871"/>
                    </a:cubicBezTo>
                    <a:cubicBezTo>
                      <a:pt x="299" y="868"/>
                      <a:pt x="306" y="865"/>
                      <a:pt x="314" y="862"/>
                    </a:cubicBezTo>
                    <a:cubicBezTo>
                      <a:pt x="321" y="859"/>
                      <a:pt x="329" y="857"/>
                      <a:pt x="337" y="857"/>
                    </a:cubicBezTo>
                    <a:lnTo>
                      <a:pt x="386" y="857"/>
                    </a:lnTo>
                    <a:lnTo>
                      <a:pt x="386" y="859"/>
                    </a:lnTo>
                    <a:cubicBezTo>
                      <a:pt x="386" y="982"/>
                      <a:pt x="386" y="1104"/>
                      <a:pt x="386" y="1223"/>
                    </a:cubicBezTo>
                    <a:lnTo>
                      <a:pt x="386" y="1290"/>
                    </a:lnTo>
                    <a:cubicBezTo>
                      <a:pt x="386" y="1297"/>
                      <a:pt x="386" y="1304"/>
                      <a:pt x="387" y="1312"/>
                    </a:cubicBezTo>
                    <a:cubicBezTo>
                      <a:pt x="391" y="1326"/>
                      <a:pt x="398" y="1338"/>
                      <a:pt x="409" y="1348"/>
                    </a:cubicBezTo>
                    <a:cubicBezTo>
                      <a:pt x="420" y="1357"/>
                      <a:pt x="434" y="1363"/>
                      <a:pt x="448" y="1365"/>
                    </a:cubicBezTo>
                    <a:cubicBezTo>
                      <a:pt x="455" y="1365"/>
                      <a:pt x="462" y="1365"/>
                      <a:pt x="470" y="1365"/>
                    </a:cubicBezTo>
                    <a:lnTo>
                      <a:pt x="492" y="1365"/>
                    </a:lnTo>
                    <a:cubicBezTo>
                      <a:pt x="506" y="1365"/>
                      <a:pt x="521" y="1365"/>
                      <a:pt x="535" y="1365"/>
                    </a:cubicBezTo>
                    <a:cubicBezTo>
                      <a:pt x="564" y="1365"/>
                      <a:pt x="593" y="1365"/>
                      <a:pt x="622" y="1365"/>
                    </a:cubicBezTo>
                    <a:cubicBezTo>
                      <a:pt x="851" y="1365"/>
                      <a:pt x="1071" y="1365"/>
                      <a:pt x="1278" y="1365"/>
                    </a:cubicBezTo>
                    <a:cubicBezTo>
                      <a:pt x="1381" y="1365"/>
                      <a:pt x="1481" y="1365"/>
                      <a:pt x="1578" y="1365"/>
                    </a:cubicBezTo>
                    <a:cubicBezTo>
                      <a:pt x="1627" y="1365"/>
                      <a:pt x="1674" y="1365"/>
                      <a:pt x="1720" y="1365"/>
                    </a:cubicBezTo>
                    <a:cubicBezTo>
                      <a:pt x="1731" y="1365"/>
                      <a:pt x="1743" y="1365"/>
                      <a:pt x="1754" y="1365"/>
                    </a:cubicBezTo>
                    <a:cubicBezTo>
                      <a:pt x="1766" y="1365"/>
                      <a:pt x="1777" y="1366"/>
                      <a:pt x="1788" y="1364"/>
                    </a:cubicBezTo>
                    <a:cubicBezTo>
                      <a:pt x="1810" y="1360"/>
                      <a:pt x="1830" y="1346"/>
                      <a:pt x="1840" y="1326"/>
                    </a:cubicBezTo>
                    <a:cubicBezTo>
                      <a:pt x="1845" y="1317"/>
                      <a:pt x="1848" y="1306"/>
                      <a:pt x="1847" y="1295"/>
                    </a:cubicBezTo>
                    <a:cubicBezTo>
                      <a:pt x="1847" y="1284"/>
                      <a:pt x="1847" y="1273"/>
                      <a:pt x="1848" y="1262"/>
                    </a:cubicBezTo>
                    <a:cubicBezTo>
                      <a:pt x="1848" y="1240"/>
                      <a:pt x="1848" y="1218"/>
                      <a:pt x="1848" y="1197"/>
                    </a:cubicBezTo>
                    <a:cubicBezTo>
                      <a:pt x="1848" y="1154"/>
                      <a:pt x="1848" y="1113"/>
                      <a:pt x="1849" y="1072"/>
                    </a:cubicBezTo>
                    <a:cubicBezTo>
                      <a:pt x="1849" y="991"/>
                      <a:pt x="1850" y="914"/>
                      <a:pt x="1850" y="842"/>
                    </a:cubicBezTo>
                    <a:lnTo>
                      <a:pt x="1850" y="840"/>
                    </a:lnTo>
                    <a:lnTo>
                      <a:pt x="1851" y="840"/>
                    </a:lnTo>
                    <a:cubicBezTo>
                      <a:pt x="1867" y="841"/>
                      <a:pt x="1882" y="843"/>
                      <a:pt x="1897" y="844"/>
                    </a:cubicBezTo>
                    <a:cubicBezTo>
                      <a:pt x="1913" y="844"/>
                      <a:pt x="1928" y="847"/>
                      <a:pt x="1941" y="854"/>
                    </a:cubicBezTo>
                    <a:cubicBezTo>
                      <a:pt x="1968" y="866"/>
                      <a:pt x="1997" y="872"/>
                      <a:pt x="2025" y="872"/>
                    </a:cubicBezTo>
                    <a:cubicBezTo>
                      <a:pt x="2080" y="873"/>
                      <a:pt x="2132" y="852"/>
                      <a:pt x="2167" y="819"/>
                    </a:cubicBezTo>
                    <a:cubicBezTo>
                      <a:pt x="2185" y="802"/>
                      <a:pt x="2200" y="783"/>
                      <a:pt x="2209" y="763"/>
                    </a:cubicBezTo>
                    <a:cubicBezTo>
                      <a:pt x="2219" y="742"/>
                      <a:pt x="2225" y="721"/>
                      <a:pt x="2227" y="700"/>
                    </a:cubicBezTo>
                    <a:cubicBezTo>
                      <a:pt x="2227" y="695"/>
                      <a:pt x="2227" y="690"/>
                      <a:pt x="2227" y="685"/>
                    </a:cubicBezTo>
                    <a:cubicBezTo>
                      <a:pt x="2227" y="680"/>
                      <a:pt x="2227" y="675"/>
                      <a:pt x="2227" y="670"/>
                    </a:cubicBezTo>
                    <a:cubicBezTo>
                      <a:pt x="2227" y="668"/>
                      <a:pt x="2227" y="665"/>
                      <a:pt x="2226" y="663"/>
                    </a:cubicBezTo>
                    <a:lnTo>
                      <a:pt x="2225" y="656"/>
                    </a:lnTo>
                    <a:cubicBezTo>
                      <a:pt x="2224" y="651"/>
                      <a:pt x="2224" y="646"/>
                      <a:pt x="2222" y="641"/>
                    </a:cubicBezTo>
                    <a:cubicBezTo>
                      <a:pt x="2220" y="632"/>
                      <a:pt x="2218" y="623"/>
                      <a:pt x="2214" y="615"/>
                    </a:cubicBezTo>
                    <a:cubicBezTo>
                      <a:pt x="2211" y="607"/>
                      <a:pt x="2206" y="599"/>
                      <a:pt x="2202" y="592"/>
                    </a:cubicBezTo>
                    <a:cubicBezTo>
                      <a:pt x="2185" y="563"/>
                      <a:pt x="2162" y="542"/>
                      <a:pt x="2140" y="528"/>
                    </a:cubicBezTo>
                    <a:cubicBezTo>
                      <a:pt x="2119" y="514"/>
                      <a:pt x="2098" y="506"/>
                      <a:pt x="2081" y="502"/>
                    </a:cubicBezTo>
                    <a:cubicBezTo>
                      <a:pt x="2077" y="501"/>
                      <a:pt x="2073" y="499"/>
                      <a:pt x="2069" y="499"/>
                    </a:cubicBezTo>
                    <a:cubicBezTo>
                      <a:pt x="2065" y="498"/>
                      <a:pt x="2061" y="498"/>
                      <a:pt x="2058" y="497"/>
                    </a:cubicBezTo>
                    <a:cubicBezTo>
                      <a:pt x="2055" y="497"/>
                      <a:pt x="2052" y="496"/>
                      <a:pt x="2049" y="496"/>
                    </a:cubicBezTo>
                    <a:lnTo>
                      <a:pt x="2042" y="495"/>
                    </a:lnTo>
                    <a:cubicBezTo>
                      <a:pt x="2033" y="495"/>
                      <a:pt x="2028" y="494"/>
                      <a:pt x="2028" y="494"/>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70" name="Google Shape;2070;p47"/>
              <p:cNvSpPr/>
              <p:nvPr/>
            </p:nvSpPr>
            <p:spPr>
              <a:xfrm>
                <a:off x="7124266" y="2193909"/>
                <a:ext cx="188779" cy="440845"/>
              </a:xfrm>
              <a:custGeom>
                <a:rect b="b" l="l" r="r" t="t"/>
                <a:pathLst>
                  <a:path extrusionOk="0" h="411" w="176">
                    <a:moveTo>
                      <a:pt x="165" y="144"/>
                    </a:moveTo>
                    <a:cubicBezTo>
                      <a:pt x="160" y="131"/>
                      <a:pt x="146" y="94"/>
                      <a:pt x="137" y="85"/>
                    </a:cubicBezTo>
                    <a:cubicBezTo>
                      <a:pt x="93" y="45"/>
                      <a:pt x="49" y="35"/>
                      <a:pt x="0" y="0"/>
                    </a:cubicBezTo>
                    <a:lnTo>
                      <a:pt x="10" y="395"/>
                    </a:lnTo>
                    <a:cubicBezTo>
                      <a:pt x="25" y="416"/>
                      <a:pt x="55" y="414"/>
                      <a:pt x="80" y="405"/>
                    </a:cubicBezTo>
                    <a:cubicBezTo>
                      <a:pt x="104" y="397"/>
                      <a:pt x="121" y="375"/>
                      <a:pt x="134" y="353"/>
                    </a:cubicBezTo>
                    <a:cubicBezTo>
                      <a:pt x="161" y="304"/>
                      <a:pt x="172" y="265"/>
                      <a:pt x="175" y="209"/>
                    </a:cubicBezTo>
                    <a:cubicBezTo>
                      <a:pt x="176" y="193"/>
                      <a:pt x="171" y="158"/>
                      <a:pt x="165" y="144"/>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71" name="Google Shape;2071;p47"/>
              <p:cNvSpPr/>
              <p:nvPr/>
            </p:nvSpPr>
            <p:spPr>
              <a:xfrm>
                <a:off x="5841424" y="1795969"/>
                <a:ext cx="1349343" cy="838785"/>
              </a:xfrm>
              <a:custGeom>
                <a:rect b="b" l="l" r="r" t="t"/>
                <a:pathLst>
                  <a:path extrusionOk="0" h="782" w="1258">
                    <a:moveTo>
                      <a:pt x="980" y="113"/>
                    </a:moveTo>
                    <a:cubicBezTo>
                      <a:pt x="933" y="85"/>
                      <a:pt x="780" y="57"/>
                      <a:pt x="745" y="54"/>
                    </a:cubicBezTo>
                    <a:lnTo>
                      <a:pt x="702" y="19"/>
                    </a:lnTo>
                    <a:lnTo>
                      <a:pt x="398" y="0"/>
                    </a:lnTo>
                    <a:lnTo>
                      <a:pt x="354" y="62"/>
                    </a:lnTo>
                    <a:lnTo>
                      <a:pt x="198" y="103"/>
                    </a:lnTo>
                    <a:cubicBezTo>
                      <a:pt x="157" y="114"/>
                      <a:pt x="121" y="137"/>
                      <a:pt x="93" y="169"/>
                    </a:cubicBezTo>
                    <a:lnTo>
                      <a:pt x="0" y="242"/>
                    </a:lnTo>
                    <a:lnTo>
                      <a:pt x="0" y="558"/>
                    </a:lnTo>
                    <a:cubicBezTo>
                      <a:pt x="1" y="606"/>
                      <a:pt x="25" y="639"/>
                      <a:pt x="74" y="639"/>
                    </a:cubicBezTo>
                    <a:lnTo>
                      <a:pt x="1007" y="636"/>
                    </a:lnTo>
                    <a:cubicBezTo>
                      <a:pt x="1064" y="737"/>
                      <a:pt x="1136" y="790"/>
                      <a:pt x="1258" y="781"/>
                    </a:cubicBezTo>
                    <a:lnTo>
                      <a:pt x="1240" y="374"/>
                    </a:lnTo>
                    <a:cubicBezTo>
                      <a:pt x="1240" y="374"/>
                      <a:pt x="1046" y="154"/>
                      <a:pt x="980" y="113"/>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72" name="Google Shape;2072;p47"/>
              <p:cNvSpPr/>
              <p:nvPr/>
            </p:nvSpPr>
            <p:spPr>
              <a:xfrm>
                <a:off x="6921542" y="2080212"/>
                <a:ext cx="9653" cy="397940"/>
              </a:xfrm>
              <a:custGeom>
                <a:rect b="b" l="l" r="r" t="t"/>
                <a:pathLst>
                  <a:path extrusionOk="0" h="371" w="9">
                    <a:moveTo>
                      <a:pt x="2" y="0"/>
                    </a:moveTo>
                    <a:cubicBezTo>
                      <a:pt x="2" y="0"/>
                      <a:pt x="2" y="1"/>
                      <a:pt x="3" y="4"/>
                    </a:cubicBezTo>
                    <a:cubicBezTo>
                      <a:pt x="3" y="7"/>
                      <a:pt x="3" y="10"/>
                      <a:pt x="4" y="14"/>
                    </a:cubicBezTo>
                    <a:cubicBezTo>
                      <a:pt x="5" y="24"/>
                      <a:pt x="6" y="37"/>
                      <a:pt x="7" y="54"/>
                    </a:cubicBezTo>
                    <a:cubicBezTo>
                      <a:pt x="9" y="88"/>
                      <a:pt x="10" y="134"/>
                      <a:pt x="9" y="186"/>
                    </a:cubicBezTo>
                    <a:cubicBezTo>
                      <a:pt x="9" y="237"/>
                      <a:pt x="6" y="283"/>
                      <a:pt x="4" y="317"/>
                    </a:cubicBezTo>
                    <a:cubicBezTo>
                      <a:pt x="3" y="333"/>
                      <a:pt x="2" y="347"/>
                      <a:pt x="1" y="357"/>
                    </a:cubicBezTo>
                    <a:lnTo>
                      <a:pt x="0" y="367"/>
                    </a:lnTo>
                    <a:cubicBezTo>
                      <a:pt x="0" y="370"/>
                      <a:pt x="0" y="371"/>
                      <a:pt x="0" y="371"/>
                    </a:cubicBezTo>
                    <a:cubicBezTo>
                      <a:pt x="0" y="371"/>
                      <a:pt x="0" y="370"/>
                      <a:pt x="0" y="367"/>
                    </a:cubicBezTo>
                    <a:cubicBezTo>
                      <a:pt x="0" y="364"/>
                      <a:pt x="0" y="361"/>
                      <a:pt x="0" y="357"/>
                    </a:cubicBezTo>
                    <a:cubicBezTo>
                      <a:pt x="0" y="347"/>
                      <a:pt x="1" y="333"/>
                      <a:pt x="1" y="317"/>
                    </a:cubicBezTo>
                    <a:cubicBezTo>
                      <a:pt x="3" y="283"/>
                      <a:pt x="5" y="237"/>
                      <a:pt x="6" y="185"/>
                    </a:cubicBezTo>
                    <a:cubicBezTo>
                      <a:pt x="6" y="134"/>
                      <a:pt x="5" y="88"/>
                      <a:pt x="4" y="54"/>
                    </a:cubicBezTo>
                    <a:cubicBezTo>
                      <a:pt x="3" y="38"/>
                      <a:pt x="3" y="25"/>
                      <a:pt x="2" y="14"/>
                    </a:cubicBezTo>
                    <a:cubicBezTo>
                      <a:pt x="2" y="10"/>
                      <a:pt x="2" y="7"/>
                      <a:pt x="2" y="4"/>
                    </a:cubicBezTo>
                    <a:cubicBezTo>
                      <a:pt x="2" y="1"/>
                      <a:pt x="2" y="0"/>
                      <a:pt x="2" y="0"/>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73" name="Google Shape;2073;p47"/>
              <p:cNvSpPr/>
              <p:nvPr/>
            </p:nvSpPr>
            <p:spPr>
              <a:xfrm>
                <a:off x="6002315" y="2050179"/>
                <a:ext cx="94390" cy="334656"/>
              </a:xfrm>
              <a:custGeom>
                <a:rect b="b" l="l" r="r" t="t"/>
                <a:pathLst>
                  <a:path extrusionOk="0" h="312" w="88">
                    <a:moveTo>
                      <a:pt x="88" y="312"/>
                    </a:moveTo>
                    <a:cubicBezTo>
                      <a:pt x="87" y="312"/>
                      <a:pt x="66" y="242"/>
                      <a:pt x="42" y="156"/>
                    </a:cubicBezTo>
                    <a:cubicBezTo>
                      <a:pt x="18" y="70"/>
                      <a:pt x="-1" y="0"/>
                      <a:pt x="0" y="0"/>
                    </a:cubicBezTo>
                    <a:cubicBezTo>
                      <a:pt x="1" y="0"/>
                      <a:pt x="22" y="69"/>
                      <a:pt x="46" y="155"/>
                    </a:cubicBezTo>
                    <a:cubicBezTo>
                      <a:pt x="70" y="241"/>
                      <a:pt x="89" y="311"/>
                      <a:pt x="88" y="312"/>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74" name="Google Shape;2074;p47"/>
              <p:cNvSpPr/>
              <p:nvPr/>
            </p:nvSpPr>
            <p:spPr>
              <a:xfrm>
                <a:off x="6221128" y="1857108"/>
                <a:ext cx="306766" cy="223104"/>
              </a:xfrm>
              <a:custGeom>
                <a:rect b="b" l="l" r="r" t="t"/>
                <a:pathLst>
                  <a:path extrusionOk="0" h="208" w="286">
                    <a:moveTo>
                      <a:pt x="286" y="183"/>
                    </a:moveTo>
                    <a:cubicBezTo>
                      <a:pt x="286" y="183"/>
                      <a:pt x="285" y="183"/>
                      <a:pt x="284" y="182"/>
                    </a:cubicBezTo>
                    <a:cubicBezTo>
                      <a:pt x="282" y="181"/>
                      <a:pt x="280" y="180"/>
                      <a:pt x="278" y="179"/>
                    </a:cubicBezTo>
                    <a:cubicBezTo>
                      <a:pt x="273" y="177"/>
                      <a:pt x="266" y="173"/>
                      <a:pt x="256" y="167"/>
                    </a:cubicBezTo>
                    <a:cubicBezTo>
                      <a:pt x="238" y="157"/>
                      <a:pt x="213" y="140"/>
                      <a:pt x="186" y="115"/>
                    </a:cubicBezTo>
                    <a:lnTo>
                      <a:pt x="189" y="114"/>
                    </a:lnTo>
                    <a:cubicBezTo>
                      <a:pt x="193" y="140"/>
                      <a:pt x="196" y="171"/>
                      <a:pt x="193" y="204"/>
                    </a:cubicBezTo>
                    <a:lnTo>
                      <a:pt x="193" y="208"/>
                    </a:lnTo>
                    <a:lnTo>
                      <a:pt x="190" y="206"/>
                    </a:lnTo>
                    <a:cubicBezTo>
                      <a:pt x="186" y="203"/>
                      <a:pt x="181" y="199"/>
                      <a:pt x="176" y="196"/>
                    </a:cubicBezTo>
                    <a:cubicBezTo>
                      <a:pt x="171" y="192"/>
                      <a:pt x="166" y="189"/>
                      <a:pt x="161" y="185"/>
                    </a:cubicBezTo>
                    <a:cubicBezTo>
                      <a:pt x="107" y="144"/>
                      <a:pt x="65" y="97"/>
                      <a:pt x="39" y="61"/>
                    </a:cubicBezTo>
                    <a:cubicBezTo>
                      <a:pt x="26" y="43"/>
                      <a:pt x="16" y="28"/>
                      <a:pt x="9" y="17"/>
                    </a:cubicBezTo>
                    <a:cubicBezTo>
                      <a:pt x="6" y="12"/>
                      <a:pt x="4" y="8"/>
                      <a:pt x="2" y="5"/>
                    </a:cubicBezTo>
                    <a:cubicBezTo>
                      <a:pt x="0" y="2"/>
                      <a:pt x="0" y="0"/>
                      <a:pt x="0" y="0"/>
                    </a:cubicBezTo>
                    <a:cubicBezTo>
                      <a:pt x="0" y="0"/>
                      <a:pt x="1" y="2"/>
                      <a:pt x="3" y="4"/>
                    </a:cubicBezTo>
                    <a:cubicBezTo>
                      <a:pt x="5" y="7"/>
                      <a:pt x="7" y="11"/>
                      <a:pt x="11" y="16"/>
                    </a:cubicBezTo>
                    <a:cubicBezTo>
                      <a:pt x="17" y="27"/>
                      <a:pt x="27" y="42"/>
                      <a:pt x="41" y="59"/>
                    </a:cubicBezTo>
                    <a:cubicBezTo>
                      <a:pt x="68" y="95"/>
                      <a:pt x="109" y="141"/>
                      <a:pt x="164" y="182"/>
                    </a:cubicBezTo>
                    <a:cubicBezTo>
                      <a:pt x="168" y="186"/>
                      <a:pt x="173" y="189"/>
                      <a:pt x="178" y="193"/>
                    </a:cubicBezTo>
                    <a:cubicBezTo>
                      <a:pt x="183" y="196"/>
                      <a:pt x="188" y="199"/>
                      <a:pt x="192" y="203"/>
                    </a:cubicBezTo>
                    <a:lnTo>
                      <a:pt x="189" y="204"/>
                    </a:lnTo>
                    <a:cubicBezTo>
                      <a:pt x="192" y="172"/>
                      <a:pt x="190" y="141"/>
                      <a:pt x="185" y="115"/>
                    </a:cubicBezTo>
                    <a:lnTo>
                      <a:pt x="185" y="110"/>
                    </a:lnTo>
                    <a:lnTo>
                      <a:pt x="188" y="113"/>
                    </a:lnTo>
                    <a:cubicBezTo>
                      <a:pt x="215" y="137"/>
                      <a:pt x="240" y="154"/>
                      <a:pt x="258" y="166"/>
                    </a:cubicBezTo>
                    <a:cubicBezTo>
                      <a:pt x="266" y="172"/>
                      <a:pt x="274" y="176"/>
                      <a:pt x="278" y="179"/>
                    </a:cubicBezTo>
                    <a:cubicBezTo>
                      <a:pt x="283" y="181"/>
                      <a:pt x="286" y="183"/>
                      <a:pt x="286" y="183"/>
                    </a:cubicBezTo>
                    <a:close/>
                  </a:path>
                </a:pathLst>
              </a:custGeom>
              <a:solidFill>
                <a:schemeClr val="lt1"/>
              </a:solidFill>
              <a:ln>
                <a:noFill/>
              </a:ln>
            </p:spPr>
            <p:txBody>
              <a:bodyPr anchorCtr="1" anchor="ctr" bIns="29875" lIns="90000" spcFirstLastPara="1" rIns="90000" wrap="square" tIns="2987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75" name="Google Shape;2075;p47"/>
              <p:cNvSpPr/>
              <p:nvPr/>
            </p:nvSpPr>
            <p:spPr>
              <a:xfrm>
                <a:off x="6551492" y="1853890"/>
                <a:ext cx="86881" cy="210233"/>
              </a:xfrm>
              <a:custGeom>
                <a:rect b="b" l="l" r="r" t="t"/>
                <a:pathLst>
                  <a:path extrusionOk="0" h="196" w="81">
                    <a:moveTo>
                      <a:pt x="79" y="0"/>
                    </a:moveTo>
                    <a:cubicBezTo>
                      <a:pt x="79" y="0"/>
                      <a:pt x="80" y="2"/>
                      <a:pt x="80" y="4"/>
                    </a:cubicBezTo>
                    <a:cubicBezTo>
                      <a:pt x="80" y="7"/>
                      <a:pt x="80" y="10"/>
                      <a:pt x="81" y="14"/>
                    </a:cubicBezTo>
                    <a:cubicBezTo>
                      <a:pt x="81" y="23"/>
                      <a:pt x="81" y="36"/>
                      <a:pt x="80" y="53"/>
                    </a:cubicBezTo>
                    <a:cubicBezTo>
                      <a:pt x="80" y="69"/>
                      <a:pt x="78" y="88"/>
                      <a:pt x="74" y="110"/>
                    </a:cubicBezTo>
                    <a:cubicBezTo>
                      <a:pt x="73" y="120"/>
                      <a:pt x="71" y="131"/>
                      <a:pt x="68" y="143"/>
                    </a:cubicBezTo>
                    <a:cubicBezTo>
                      <a:pt x="65" y="154"/>
                      <a:pt x="61" y="166"/>
                      <a:pt x="55" y="177"/>
                    </a:cubicBezTo>
                    <a:cubicBezTo>
                      <a:pt x="50" y="184"/>
                      <a:pt x="44" y="190"/>
                      <a:pt x="37" y="194"/>
                    </a:cubicBezTo>
                    <a:lnTo>
                      <a:pt x="34" y="196"/>
                    </a:lnTo>
                    <a:lnTo>
                      <a:pt x="34" y="192"/>
                    </a:lnTo>
                    <a:cubicBezTo>
                      <a:pt x="35" y="162"/>
                      <a:pt x="36" y="134"/>
                      <a:pt x="36" y="111"/>
                    </a:cubicBezTo>
                    <a:lnTo>
                      <a:pt x="39" y="112"/>
                    </a:lnTo>
                    <a:cubicBezTo>
                      <a:pt x="30" y="132"/>
                      <a:pt x="21" y="149"/>
                      <a:pt x="13" y="159"/>
                    </a:cubicBezTo>
                    <a:cubicBezTo>
                      <a:pt x="10" y="165"/>
                      <a:pt x="6" y="169"/>
                      <a:pt x="4" y="171"/>
                    </a:cubicBezTo>
                    <a:cubicBezTo>
                      <a:pt x="2" y="174"/>
                      <a:pt x="0" y="175"/>
                      <a:pt x="0" y="175"/>
                    </a:cubicBezTo>
                    <a:cubicBezTo>
                      <a:pt x="0" y="175"/>
                      <a:pt x="1" y="173"/>
                      <a:pt x="3" y="171"/>
                    </a:cubicBezTo>
                    <a:cubicBezTo>
                      <a:pt x="5" y="168"/>
                      <a:pt x="8" y="164"/>
                      <a:pt x="12" y="158"/>
                    </a:cubicBezTo>
                    <a:cubicBezTo>
                      <a:pt x="18" y="147"/>
                      <a:pt x="27" y="131"/>
                      <a:pt x="36" y="110"/>
                    </a:cubicBezTo>
                    <a:lnTo>
                      <a:pt x="40" y="103"/>
                    </a:lnTo>
                    <a:lnTo>
                      <a:pt x="40" y="111"/>
                    </a:lnTo>
                    <a:cubicBezTo>
                      <a:pt x="39" y="134"/>
                      <a:pt x="39" y="162"/>
                      <a:pt x="38" y="192"/>
                    </a:cubicBezTo>
                    <a:lnTo>
                      <a:pt x="35" y="191"/>
                    </a:lnTo>
                    <a:cubicBezTo>
                      <a:pt x="42" y="187"/>
                      <a:pt x="47" y="181"/>
                      <a:pt x="51" y="175"/>
                    </a:cubicBezTo>
                    <a:cubicBezTo>
                      <a:pt x="58" y="165"/>
                      <a:pt x="61" y="153"/>
                      <a:pt x="64" y="142"/>
                    </a:cubicBezTo>
                    <a:cubicBezTo>
                      <a:pt x="67" y="131"/>
                      <a:pt x="69" y="120"/>
                      <a:pt x="71" y="109"/>
                    </a:cubicBezTo>
                    <a:cubicBezTo>
                      <a:pt x="74" y="88"/>
                      <a:pt x="75" y="70"/>
                      <a:pt x="77" y="53"/>
                    </a:cubicBezTo>
                    <a:cubicBezTo>
                      <a:pt x="78" y="37"/>
                      <a:pt x="79" y="23"/>
                      <a:pt x="79" y="14"/>
                    </a:cubicBezTo>
                    <a:cubicBezTo>
                      <a:pt x="79" y="5"/>
                      <a:pt x="79" y="0"/>
                      <a:pt x="79" y="0"/>
                    </a:cubicBezTo>
                    <a:close/>
                  </a:path>
                </a:pathLst>
              </a:custGeom>
              <a:solidFill>
                <a:schemeClr val="lt1"/>
              </a:solidFill>
              <a:ln>
                <a:noFill/>
              </a:ln>
            </p:spPr>
            <p:txBody>
              <a:bodyPr anchorCtr="1" anchor="ctr" bIns="25550" lIns="90000" spcFirstLastPara="1" rIns="90000" wrap="square" tIns="2555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76" name="Google Shape;2076;p47"/>
              <p:cNvSpPr/>
              <p:nvPr/>
            </p:nvSpPr>
            <p:spPr>
              <a:xfrm>
                <a:off x="7003061" y="2377326"/>
                <a:ext cx="184489" cy="176981"/>
              </a:xfrm>
              <a:custGeom>
                <a:rect b="b" l="l" r="r" t="t"/>
                <a:pathLst>
                  <a:path extrusionOk="0" h="165" w="172">
                    <a:moveTo>
                      <a:pt x="172" y="156"/>
                    </a:moveTo>
                    <a:cubicBezTo>
                      <a:pt x="172" y="156"/>
                      <a:pt x="168" y="158"/>
                      <a:pt x="161" y="160"/>
                    </a:cubicBezTo>
                    <a:cubicBezTo>
                      <a:pt x="154" y="161"/>
                      <a:pt x="143" y="163"/>
                      <a:pt x="130" y="164"/>
                    </a:cubicBezTo>
                    <a:cubicBezTo>
                      <a:pt x="117" y="165"/>
                      <a:pt x="101" y="165"/>
                      <a:pt x="84" y="161"/>
                    </a:cubicBezTo>
                    <a:cubicBezTo>
                      <a:pt x="75" y="159"/>
                      <a:pt x="67" y="156"/>
                      <a:pt x="58" y="153"/>
                    </a:cubicBezTo>
                    <a:cubicBezTo>
                      <a:pt x="49" y="149"/>
                      <a:pt x="40" y="144"/>
                      <a:pt x="33" y="137"/>
                    </a:cubicBezTo>
                    <a:cubicBezTo>
                      <a:pt x="25" y="131"/>
                      <a:pt x="19" y="122"/>
                      <a:pt x="15" y="114"/>
                    </a:cubicBezTo>
                    <a:cubicBezTo>
                      <a:pt x="10" y="105"/>
                      <a:pt x="7" y="97"/>
                      <a:pt x="5" y="88"/>
                    </a:cubicBezTo>
                    <a:cubicBezTo>
                      <a:pt x="1" y="71"/>
                      <a:pt x="0" y="55"/>
                      <a:pt x="0" y="42"/>
                    </a:cubicBezTo>
                    <a:cubicBezTo>
                      <a:pt x="0" y="29"/>
                      <a:pt x="0" y="19"/>
                      <a:pt x="1" y="11"/>
                    </a:cubicBezTo>
                    <a:cubicBezTo>
                      <a:pt x="1" y="4"/>
                      <a:pt x="2" y="0"/>
                      <a:pt x="2" y="0"/>
                    </a:cubicBezTo>
                    <a:cubicBezTo>
                      <a:pt x="2" y="0"/>
                      <a:pt x="3" y="4"/>
                      <a:pt x="2" y="12"/>
                    </a:cubicBezTo>
                    <a:cubicBezTo>
                      <a:pt x="2" y="19"/>
                      <a:pt x="2" y="29"/>
                      <a:pt x="2" y="42"/>
                    </a:cubicBezTo>
                    <a:cubicBezTo>
                      <a:pt x="3" y="55"/>
                      <a:pt x="4" y="71"/>
                      <a:pt x="9" y="87"/>
                    </a:cubicBezTo>
                    <a:cubicBezTo>
                      <a:pt x="11" y="95"/>
                      <a:pt x="14" y="104"/>
                      <a:pt x="18" y="112"/>
                    </a:cubicBezTo>
                    <a:cubicBezTo>
                      <a:pt x="23" y="120"/>
                      <a:pt x="28" y="128"/>
                      <a:pt x="35" y="135"/>
                    </a:cubicBezTo>
                    <a:cubicBezTo>
                      <a:pt x="50" y="147"/>
                      <a:pt x="68" y="154"/>
                      <a:pt x="85" y="158"/>
                    </a:cubicBezTo>
                    <a:cubicBezTo>
                      <a:pt x="101" y="161"/>
                      <a:pt x="117" y="162"/>
                      <a:pt x="130" y="162"/>
                    </a:cubicBezTo>
                    <a:cubicBezTo>
                      <a:pt x="156" y="161"/>
                      <a:pt x="171" y="155"/>
                      <a:pt x="172" y="156"/>
                    </a:cubicBezTo>
                    <a:close/>
                  </a:path>
                </a:pathLst>
              </a:custGeom>
              <a:solidFill>
                <a:schemeClr val="lt1"/>
              </a:solidFill>
              <a:ln>
                <a:noFill/>
              </a:ln>
            </p:spPr>
            <p:txBody>
              <a:bodyPr anchorCtr="1" anchor="ctr" bIns="14400" lIns="90000" spcFirstLastPara="1" rIns="90000" wrap="square" tIns="144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77" name="Google Shape;2077;p47"/>
              <p:cNvSpPr/>
              <p:nvPr/>
            </p:nvSpPr>
            <p:spPr>
              <a:xfrm>
                <a:off x="6947285" y="2231451"/>
                <a:ext cx="100825" cy="196289"/>
              </a:xfrm>
              <a:custGeom>
                <a:rect b="b" l="l" r="r" t="t"/>
                <a:pathLst>
                  <a:path extrusionOk="0" h="183" w="94">
                    <a:moveTo>
                      <a:pt x="94" y="0"/>
                    </a:moveTo>
                    <a:cubicBezTo>
                      <a:pt x="94" y="1"/>
                      <a:pt x="84" y="7"/>
                      <a:pt x="70" y="20"/>
                    </a:cubicBezTo>
                    <a:cubicBezTo>
                      <a:pt x="63" y="27"/>
                      <a:pt x="55" y="35"/>
                      <a:pt x="48" y="45"/>
                    </a:cubicBezTo>
                    <a:cubicBezTo>
                      <a:pt x="40" y="55"/>
                      <a:pt x="32" y="67"/>
                      <a:pt x="25" y="80"/>
                    </a:cubicBezTo>
                    <a:cubicBezTo>
                      <a:pt x="19" y="93"/>
                      <a:pt x="14" y="107"/>
                      <a:pt x="10" y="119"/>
                    </a:cubicBezTo>
                    <a:cubicBezTo>
                      <a:pt x="7" y="131"/>
                      <a:pt x="4" y="142"/>
                      <a:pt x="3" y="152"/>
                    </a:cubicBezTo>
                    <a:cubicBezTo>
                      <a:pt x="1" y="171"/>
                      <a:pt x="2" y="183"/>
                      <a:pt x="1" y="183"/>
                    </a:cubicBezTo>
                    <a:cubicBezTo>
                      <a:pt x="1" y="183"/>
                      <a:pt x="0" y="180"/>
                      <a:pt x="0" y="175"/>
                    </a:cubicBezTo>
                    <a:cubicBezTo>
                      <a:pt x="0" y="172"/>
                      <a:pt x="0" y="169"/>
                      <a:pt x="0" y="165"/>
                    </a:cubicBezTo>
                    <a:cubicBezTo>
                      <a:pt x="0" y="161"/>
                      <a:pt x="0" y="156"/>
                      <a:pt x="1" y="152"/>
                    </a:cubicBezTo>
                    <a:cubicBezTo>
                      <a:pt x="1" y="142"/>
                      <a:pt x="3" y="130"/>
                      <a:pt x="7" y="118"/>
                    </a:cubicBezTo>
                    <a:cubicBezTo>
                      <a:pt x="10" y="105"/>
                      <a:pt x="15" y="92"/>
                      <a:pt x="22" y="79"/>
                    </a:cubicBezTo>
                    <a:cubicBezTo>
                      <a:pt x="29" y="65"/>
                      <a:pt x="37" y="54"/>
                      <a:pt x="45" y="43"/>
                    </a:cubicBezTo>
                    <a:cubicBezTo>
                      <a:pt x="53" y="33"/>
                      <a:pt x="61" y="25"/>
                      <a:pt x="68" y="18"/>
                    </a:cubicBezTo>
                    <a:cubicBezTo>
                      <a:pt x="72" y="15"/>
                      <a:pt x="76" y="12"/>
                      <a:pt x="79" y="10"/>
                    </a:cubicBezTo>
                    <a:cubicBezTo>
                      <a:pt x="82" y="8"/>
                      <a:pt x="84" y="6"/>
                      <a:pt x="87" y="4"/>
                    </a:cubicBezTo>
                    <a:cubicBezTo>
                      <a:pt x="91" y="1"/>
                      <a:pt x="94" y="0"/>
                      <a:pt x="94" y="0"/>
                    </a:cubicBezTo>
                    <a:close/>
                  </a:path>
                </a:pathLst>
              </a:custGeom>
              <a:solidFill>
                <a:schemeClr val="lt1"/>
              </a:solidFill>
              <a:ln>
                <a:noFill/>
              </a:ln>
            </p:spPr>
            <p:txBody>
              <a:bodyPr anchorCtr="1" anchor="ctr" bIns="20875" lIns="90000" spcFirstLastPara="1" rIns="90000" wrap="square" tIns="2087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78" name="Google Shape;2078;p47"/>
              <p:cNvSpPr/>
              <p:nvPr/>
            </p:nvSpPr>
            <p:spPr>
              <a:xfrm>
                <a:off x="7023440" y="1747701"/>
                <a:ext cx="257426" cy="752976"/>
              </a:xfrm>
              <a:custGeom>
                <a:rect b="b" l="l" r="r" t="t"/>
                <a:pathLst>
                  <a:path extrusionOk="0" h="702" w="240">
                    <a:moveTo>
                      <a:pt x="27" y="453"/>
                    </a:moveTo>
                    <a:lnTo>
                      <a:pt x="94" y="0"/>
                    </a:lnTo>
                    <a:lnTo>
                      <a:pt x="215" y="19"/>
                    </a:lnTo>
                    <a:cubicBezTo>
                      <a:pt x="215" y="19"/>
                      <a:pt x="244" y="399"/>
                      <a:pt x="239" y="515"/>
                    </a:cubicBezTo>
                    <a:cubicBezTo>
                      <a:pt x="237" y="552"/>
                      <a:pt x="240" y="612"/>
                      <a:pt x="215" y="652"/>
                    </a:cubicBezTo>
                    <a:cubicBezTo>
                      <a:pt x="174" y="719"/>
                      <a:pt x="51" y="719"/>
                      <a:pt x="13" y="650"/>
                    </a:cubicBezTo>
                    <a:lnTo>
                      <a:pt x="13" y="650"/>
                    </a:lnTo>
                    <a:cubicBezTo>
                      <a:pt x="-6" y="620"/>
                      <a:pt x="2" y="578"/>
                      <a:pt x="6" y="556"/>
                    </a:cubicBezTo>
                    <a:lnTo>
                      <a:pt x="27" y="453"/>
                    </a:lnTo>
                    <a:close/>
                  </a:path>
                </a:pathLst>
              </a:custGeom>
              <a:solidFill>
                <a:srgbClr val="AE746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79" name="Google Shape;2079;p47"/>
              <p:cNvSpPr/>
              <p:nvPr/>
            </p:nvSpPr>
            <p:spPr>
              <a:xfrm>
                <a:off x="7035239" y="1369067"/>
                <a:ext cx="270298" cy="625335"/>
              </a:xfrm>
              <a:custGeom>
                <a:rect b="b" l="l" r="r" t="t"/>
                <a:pathLst>
                  <a:path extrusionOk="0" h="583" w="252">
                    <a:moveTo>
                      <a:pt x="215" y="398"/>
                    </a:moveTo>
                    <a:lnTo>
                      <a:pt x="235" y="308"/>
                    </a:lnTo>
                    <a:lnTo>
                      <a:pt x="252" y="192"/>
                    </a:lnTo>
                    <a:lnTo>
                      <a:pt x="252" y="92"/>
                    </a:lnTo>
                    <a:cubicBezTo>
                      <a:pt x="252" y="92"/>
                      <a:pt x="251" y="83"/>
                      <a:pt x="236" y="87"/>
                    </a:cubicBezTo>
                    <a:cubicBezTo>
                      <a:pt x="222" y="92"/>
                      <a:pt x="223" y="146"/>
                      <a:pt x="223" y="146"/>
                    </a:cubicBezTo>
                    <a:lnTo>
                      <a:pt x="217" y="185"/>
                    </a:lnTo>
                    <a:cubicBezTo>
                      <a:pt x="217" y="185"/>
                      <a:pt x="204" y="214"/>
                      <a:pt x="202" y="211"/>
                    </a:cubicBezTo>
                    <a:cubicBezTo>
                      <a:pt x="200" y="208"/>
                      <a:pt x="203" y="154"/>
                      <a:pt x="203" y="154"/>
                    </a:cubicBezTo>
                    <a:lnTo>
                      <a:pt x="203" y="35"/>
                    </a:lnTo>
                    <a:cubicBezTo>
                      <a:pt x="203" y="35"/>
                      <a:pt x="201" y="22"/>
                      <a:pt x="187" y="24"/>
                    </a:cubicBezTo>
                    <a:cubicBezTo>
                      <a:pt x="178" y="25"/>
                      <a:pt x="171" y="35"/>
                      <a:pt x="169" y="52"/>
                    </a:cubicBezTo>
                    <a:cubicBezTo>
                      <a:pt x="166" y="69"/>
                      <a:pt x="168" y="99"/>
                      <a:pt x="167" y="109"/>
                    </a:cubicBezTo>
                    <a:cubicBezTo>
                      <a:pt x="166" y="119"/>
                      <a:pt x="161" y="175"/>
                      <a:pt x="161" y="175"/>
                    </a:cubicBezTo>
                    <a:lnTo>
                      <a:pt x="148" y="40"/>
                    </a:lnTo>
                    <a:cubicBezTo>
                      <a:pt x="148" y="40"/>
                      <a:pt x="149" y="-3"/>
                      <a:pt x="131" y="0"/>
                    </a:cubicBezTo>
                    <a:cubicBezTo>
                      <a:pt x="112" y="2"/>
                      <a:pt x="118" y="34"/>
                      <a:pt x="116" y="47"/>
                    </a:cubicBezTo>
                    <a:cubicBezTo>
                      <a:pt x="114" y="60"/>
                      <a:pt x="122" y="152"/>
                      <a:pt x="115" y="176"/>
                    </a:cubicBezTo>
                    <a:cubicBezTo>
                      <a:pt x="108" y="200"/>
                      <a:pt x="107" y="187"/>
                      <a:pt x="107" y="187"/>
                    </a:cubicBezTo>
                    <a:lnTo>
                      <a:pt x="103" y="112"/>
                    </a:lnTo>
                    <a:cubicBezTo>
                      <a:pt x="102" y="79"/>
                      <a:pt x="93" y="58"/>
                      <a:pt x="80" y="53"/>
                    </a:cubicBezTo>
                    <a:cubicBezTo>
                      <a:pt x="67" y="48"/>
                      <a:pt x="71" y="125"/>
                      <a:pt x="71" y="125"/>
                    </a:cubicBezTo>
                    <a:lnTo>
                      <a:pt x="74" y="231"/>
                    </a:lnTo>
                    <a:lnTo>
                      <a:pt x="62" y="263"/>
                    </a:lnTo>
                    <a:lnTo>
                      <a:pt x="45" y="229"/>
                    </a:lnTo>
                    <a:cubicBezTo>
                      <a:pt x="45" y="229"/>
                      <a:pt x="51" y="191"/>
                      <a:pt x="31" y="170"/>
                    </a:cubicBezTo>
                    <a:cubicBezTo>
                      <a:pt x="10" y="149"/>
                      <a:pt x="0" y="166"/>
                      <a:pt x="0" y="166"/>
                    </a:cubicBezTo>
                    <a:lnTo>
                      <a:pt x="15" y="323"/>
                    </a:lnTo>
                    <a:cubicBezTo>
                      <a:pt x="21" y="350"/>
                      <a:pt x="80" y="410"/>
                      <a:pt x="80" y="410"/>
                    </a:cubicBezTo>
                    <a:lnTo>
                      <a:pt x="63" y="561"/>
                    </a:lnTo>
                    <a:lnTo>
                      <a:pt x="218" y="583"/>
                    </a:lnTo>
                    <a:lnTo>
                      <a:pt x="215" y="398"/>
                    </a:lnTo>
                    <a:close/>
                  </a:path>
                </a:pathLst>
              </a:custGeom>
              <a:solidFill>
                <a:srgbClr val="AE746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80" name="Google Shape;2080;p47"/>
              <p:cNvSpPr/>
              <p:nvPr/>
            </p:nvSpPr>
            <p:spPr>
              <a:xfrm>
                <a:off x="7081361" y="1618987"/>
                <a:ext cx="138367" cy="112625"/>
              </a:xfrm>
              <a:custGeom>
                <a:rect b="b" l="l" r="r" t="t"/>
                <a:pathLst>
                  <a:path extrusionOk="0" h="105" w="129">
                    <a:moveTo>
                      <a:pt x="129" y="105"/>
                    </a:moveTo>
                    <a:cubicBezTo>
                      <a:pt x="128" y="105"/>
                      <a:pt x="122" y="97"/>
                      <a:pt x="112" y="84"/>
                    </a:cubicBezTo>
                    <a:cubicBezTo>
                      <a:pt x="102" y="71"/>
                      <a:pt x="85" y="54"/>
                      <a:pt x="61" y="50"/>
                    </a:cubicBezTo>
                    <a:cubicBezTo>
                      <a:pt x="50" y="48"/>
                      <a:pt x="40" y="50"/>
                      <a:pt x="32" y="54"/>
                    </a:cubicBezTo>
                    <a:lnTo>
                      <a:pt x="29" y="56"/>
                    </a:lnTo>
                    <a:lnTo>
                      <a:pt x="27" y="53"/>
                    </a:lnTo>
                    <a:cubicBezTo>
                      <a:pt x="20" y="38"/>
                      <a:pt x="12" y="25"/>
                      <a:pt x="7" y="15"/>
                    </a:cubicBezTo>
                    <a:cubicBezTo>
                      <a:pt x="2" y="6"/>
                      <a:pt x="0" y="0"/>
                      <a:pt x="0" y="0"/>
                    </a:cubicBezTo>
                    <a:cubicBezTo>
                      <a:pt x="1" y="-1"/>
                      <a:pt x="4" y="5"/>
                      <a:pt x="10" y="13"/>
                    </a:cubicBezTo>
                    <a:cubicBezTo>
                      <a:pt x="16" y="22"/>
                      <a:pt x="24" y="34"/>
                      <a:pt x="33" y="50"/>
                    </a:cubicBezTo>
                    <a:lnTo>
                      <a:pt x="28" y="49"/>
                    </a:lnTo>
                    <a:cubicBezTo>
                      <a:pt x="38" y="43"/>
                      <a:pt x="50" y="41"/>
                      <a:pt x="62" y="43"/>
                    </a:cubicBezTo>
                    <a:cubicBezTo>
                      <a:pt x="75" y="45"/>
                      <a:pt x="87" y="51"/>
                      <a:pt x="96" y="58"/>
                    </a:cubicBezTo>
                    <a:cubicBezTo>
                      <a:pt x="105" y="66"/>
                      <a:pt x="111" y="74"/>
                      <a:pt x="116" y="81"/>
                    </a:cubicBezTo>
                    <a:cubicBezTo>
                      <a:pt x="125" y="95"/>
                      <a:pt x="130" y="104"/>
                      <a:pt x="129" y="105"/>
                    </a:cubicBezTo>
                    <a:close/>
                  </a:path>
                </a:pathLst>
              </a:custGeom>
              <a:solidFill>
                <a:srgbClr val="6F4439"/>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81" name="Google Shape;2081;p47"/>
              <p:cNvSpPr/>
              <p:nvPr/>
            </p:nvSpPr>
            <p:spPr>
              <a:xfrm>
                <a:off x="5996952" y="2368746"/>
                <a:ext cx="276733" cy="252065"/>
              </a:xfrm>
              <a:custGeom>
                <a:rect b="b" l="l" r="r" t="t"/>
                <a:pathLst>
                  <a:path extrusionOk="0" h="235" w="258">
                    <a:moveTo>
                      <a:pt x="253" y="5"/>
                    </a:moveTo>
                    <a:cubicBezTo>
                      <a:pt x="231" y="-14"/>
                      <a:pt x="197" y="31"/>
                      <a:pt x="197" y="31"/>
                    </a:cubicBezTo>
                    <a:cubicBezTo>
                      <a:pt x="190" y="17"/>
                      <a:pt x="145" y="19"/>
                      <a:pt x="138" y="39"/>
                    </a:cubicBezTo>
                    <a:cubicBezTo>
                      <a:pt x="134" y="28"/>
                      <a:pt x="134" y="23"/>
                      <a:pt x="125" y="16"/>
                    </a:cubicBezTo>
                    <a:cubicBezTo>
                      <a:pt x="116" y="10"/>
                      <a:pt x="104" y="7"/>
                      <a:pt x="93" y="11"/>
                    </a:cubicBezTo>
                    <a:cubicBezTo>
                      <a:pt x="82" y="15"/>
                      <a:pt x="74" y="26"/>
                      <a:pt x="76" y="37"/>
                    </a:cubicBezTo>
                    <a:cubicBezTo>
                      <a:pt x="66" y="23"/>
                      <a:pt x="46" y="17"/>
                      <a:pt x="29" y="22"/>
                    </a:cubicBezTo>
                    <a:cubicBezTo>
                      <a:pt x="19" y="25"/>
                      <a:pt x="11" y="33"/>
                      <a:pt x="6" y="42"/>
                    </a:cubicBezTo>
                    <a:cubicBezTo>
                      <a:pt x="3" y="46"/>
                      <a:pt x="1" y="51"/>
                      <a:pt x="0" y="56"/>
                    </a:cubicBezTo>
                    <a:cubicBezTo>
                      <a:pt x="0" y="58"/>
                      <a:pt x="0" y="60"/>
                      <a:pt x="0" y="62"/>
                    </a:cubicBezTo>
                    <a:cubicBezTo>
                      <a:pt x="0" y="63"/>
                      <a:pt x="1" y="64"/>
                      <a:pt x="1" y="65"/>
                    </a:cubicBezTo>
                    <a:cubicBezTo>
                      <a:pt x="3" y="68"/>
                      <a:pt x="6" y="71"/>
                      <a:pt x="8" y="75"/>
                    </a:cubicBezTo>
                    <a:cubicBezTo>
                      <a:pt x="9" y="77"/>
                      <a:pt x="10" y="78"/>
                      <a:pt x="11" y="79"/>
                    </a:cubicBezTo>
                    <a:cubicBezTo>
                      <a:pt x="14" y="86"/>
                      <a:pt x="16" y="93"/>
                      <a:pt x="17" y="101"/>
                    </a:cubicBezTo>
                    <a:cubicBezTo>
                      <a:pt x="17" y="104"/>
                      <a:pt x="17" y="108"/>
                      <a:pt x="18" y="111"/>
                    </a:cubicBezTo>
                    <a:cubicBezTo>
                      <a:pt x="19" y="113"/>
                      <a:pt x="20" y="115"/>
                      <a:pt x="22" y="117"/>
                    </a:cubicBezTo>
                    <a:cubicBezTo>
                      <a:pt x="28" y="129"/>
                      <a:pt x="28" y="145"/>
                      <a:pt x="29" y="159"/>
                    </a:cubicBezTo>
                    <a:cubicBezTo>
                      <a:pt x="30" y="175"/>
                      <a:pt x="31" y="191"/>
                      <a:pt x="41" y="204"/>
                    </a:cubicBezTo>
                    <a:cubicBezTo>
                      <a:pt x="50" y="217"/>
                      <a:pt x="70" y="223"/>
                      <a:pt x="82" y="213"/>
                    </a:cubicBezTo>
                    <a:cubicBezTo>
                      <a:pt x="81" y="223"/>
                      <a:pt x="90" y="232"/>
                      <a:pt x="100" y="234"/>
                    </a:cubicBezTo>
                    <a:cubicBezTo>
                      <a:pt x="110" y="236"/>
                      <a:pt x="120" y="231"/>
                      <a:pt x="127" y="223"/>
                    </a:cubicBezTo>
                    <a:cubicBezTo>
                      <a:pt x="133" y="216"/>
                      <a:pt x="136" y="206"/>
                      <a:pt x="138" y="196"/>
                    </a:cubicBezTo>
                    <a:cubicBezTo>
                      <a:pt x="138" y="208"/>
                      <a:pt x="151" y="217"/>
                      <a:pt x="162" y="216"/>
                    </a:cubicBezTo>
                    <a:cubicBezTo>
                      <a:pt x="174" y="215"/>
                      <a:pt x="184" y="206"/>
                      <a:pt x="190" y="196"/>
                    </a:cubicBezTo>
                    <a:cubicBezTo>
                      <a:pt x="195" y="185"/>
                      <a:pt x="196" y="173"/>
                      <a:pt x="197" y="161"/>
                    </a:cubicBezTo>
                    <a:cubicBezTo>
                      <a:pt x="197" y="149"/>
                      <a:pt x="202" y="115"/>
                      <a:pt x="204" y="104"/>
                    </a:cubicBezTo>
                    <a:cubicBezTo>
                      <a:pt x="204" y="104"/>
                      <a:pt x="223" y="104"/>
                      <a:pt x="230" y="104"/>
                    </a:cubicBezTo>
                    <a:lnTo>
                      <a:pt x="235" y="91"/>
                    </a:lnTo>
                    <a:cubicBezTo>
                      <a:pt x="243" y="71"/>
                      <a:pt x="249" y="58"/>
                      <a:pt x="255" y="40"/>
                    </a:cubicBezTo>
                    <a:cubicBezTo>
                      <a:pt x="259" y="26"/>
                      <a:pt x="261" y="13"/>
                      <a:pt x="252" y="5"/>
                    </a:cubicBezTo>
                    <a:lnTo>
                      <a:pt x="253" y="5"/>
                    </a:lnTo>
                    <a:close/>
                  </a:path>
                </a:pathLst>
              </a:custGeom>
              <a:solidFill>
                <a:srgbClr val="AE7461"/>
              </a:solidFill>
              <a:ln>
                <a:noFill/>
              </a:ln>
            </p:spPr>
            <p:txBody>
              <a:bodyPr anchorCtr="1" anchor="ctr" bIns="39600" lIns="90000" spcFirstLastPara="1" rIns="90000" wrap="square" tIns="396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82" name="Google Shape;2082;p47"/>
              <p:cNvSpPr/>
              <p:nvPr/>
            </p:nvSpPr>
            <p:spPr>
              <a:xfrm>
                <a:off x="5917579" y="2423449"/>
                <a:ext cx="113697" cy="97608"/>
              </a:xfrm>
              <a:custGeom>
                <a:rect b="b" l="l" r="r" t="t"/>
                <a:pathLst>
                  <a:path extrusionOk="0" h="91" w="106">
                    <a:moveTo>
                      <a:pt x="33" y="0"/>
                    </a:moveTo>
                    <a:cubicBezTo>
                      <a:pt x="23" y="1"/>
                      <a:pt x="13" y="4"/>
                      <a:pt x="7" y="11"/>
                    </a:cubicBezTo>
                    <a:cubicBezTo>
                      <a:pt x="0" y="21"/>
                      <a:pt x="0" y="42"/>
                      <a:pt x="2" y="53"/>
                    </a:cubicBezTo>
                    <a:cubicBezTo>
                      <a:pt x="2" y="54"/>
                      <a:pt x="36" y="53"/>
                      <a:pt x="36" y="53"/>
                    </a:cubicBezTo>
                    <a:lnTo>
                      <a:pt x="44" y="53"/>
                    </a:lnTo>
                    <a:cubicBezTo>
                      <a:pt x="51" y="57"/>
                      <a:pt x="51" y="71"/>
                      <a:pt x="54" y="78"/>
                    </a:cubicBezTo>
                    <a:cubicBezTo>
                      <a:pt x="59" y="90"/>
                      <a:pt x="76" y="95"/>
                      <a:pt x="88" y="89"/>
                    </a:cubicBezTo>
                    <a:cubicBezTo>
                      <a:pt x="100" y="84"/>
                      <a:pt x="106" y="70"/>
                      <a:pt x="106" y="56"/>
                    </a:cubicBezTo>
                    <a:cubicBezTo>
                      <a:pt x="105" y="43"/>
                      <a:pt x="98" y="31"/>
                      <a:pt x="89" y="22"/>
                    </a:cubicBezTo>
                    <a:cubicBezTo>
                      <a:pt x="74" y="7"/>
                      <a:pt x="53" y="-1"/>
                      <a:pt x="33" y="0"/>
                    </a:cubicBezTo>
                    <a:close/>
                  </a:path>
                </a:pathLst>
              </a:custGeom>
              <a:solidFill>
                <a:srgbClr val="AE746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83" name="Google Shape;2083;p47"/>
              <p:cNvSpPr/>
              <p:nvPr/>
            </p:nvSpPr>
            <p:spPr>
              <a:xfrm>
                <a:off x="6075253" y="2404142"/>
                <a:ext cx="12871" cy="193071"/>
              </a:xfrm>
              <a:custGeom>
                <a:rect b="b" l="l" r="r" t="t"/>
                <a:pathLst>
                  <a:path extrusionOk="0" h="180" w="12">
                    <a:moveTo>
                      <a:pt x="3" y="0"/>
                    </a:moveTo>
                    <a:cubicBezTo>
                      <a:pt x="5" y="0"/>
                      <a:pt x="9" y="40"/>
                      <a:pt x="11" y="90"/>
                    </a:cubicBezTo>
                    <a:cubicBezTo>
                      <a:pt x="13" y="140"/>
                      <a:pt x="12" y="180"/>
                      <a:pt x="10" y="180"/>
                    </a:cubicBezTo>
                    <a:cubicBezTo>
                      <a:pt x="7" y="180"/>
                      <a:pt x="3" y="140"/>
                      <a:pt x="2" y="90"/>
                    </a:cubicBezTo>
                    <a:cubicBezTo>
                      <a:pt x="0" y="41"/>
                      <a:pt x="0" y="0"/>
                      <a:pt x="3" y="0"/>
                    </a:cubicBezTo>
                    <a:close/>
                  </a:path>
                </a:pathLst>
              </a:custGeom>
              <a:solidFill>
                <a:srgbClr val="6F4439"/>
              </a:solidFill>
              <a:ln>
                <a:noFill/>
              </a:ln>
            </p:spPr>
            <p:txBody>
              <a:bodyPr anchorCtr="1" anchor="ctr" bIns="19800" lIns="90000" spcFirstLastPara="1" rIns="90000" wrap="square" tIns="19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84" name="Google Shape;2084;p47"/>
              <p:cNvSpPr/>
              <p:nvPr/>
            </p:nvSpPr>
            <p:spPr>
              <a:xfrm>
                <a:off x="6143900" y="2407360"/>
                <a:ext cx="10726" cy="174836"/>
              </a:xfrm>
              <a:custGeom>
                <a:rect b="b" l="l" r="r" t="t"/>
                <a:pathLst>
                  <a:path extrusionOk="0" h="163" w="10">
                    <a:moveTo>
                      <a:pt x="1" y="0"/>
                    </a:moveTo>
                    <a:cubicBezTo>
                      <a:pt x="4" y="0"/>
                      <a:pt x="10" y="36"/>
                      <a:pt x="10" y="82"/>
                    </a:cubicBezTo>
                    <a:cubicBezTo>
                      <a:pt x="10" y="127"/>
                      <a:pt x="4" y="163"/>
                      <a:pt x="2" y="163"/>
                    </a:cubicBezTo>
                    <a:cubicBezTo>
                      <a:pt x="-1" y="163"/>
                      <a:pt x="1" y="126"/>
                      <a:pt x="1" y="82"/>
                    </a:cubicBezTo>
                    <a:cubicBezTo>
                      <a:pt x="1" y="37"/>
                      <a:pt x="-1" y="0"/>
                      <a:pt x="1" y="0"/>
                    </a:cubicBezTo>
                    <a:close/>
                  </a:path>
                </a:pathLst>
              </a:custGeom>
              <a:solidFill>
                <a:srgbClr val="6F4439"/>
              </a:solidFill>
              <a:ln>
                <a:noFill/>
              </a:ln>
            </p:spPr>
            <p:txBody>
              <a:bodyPr anchorCtr="1" anchor="ctr" bIns="13675" lIns="90000" spcFirstLastPara="1" rIns="90000" wrap="square" tIns="136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85" name="Google Shape;2085;p47"/>
              <p:cNvSpPr/>
              <p:nvPr/>
            </p:nvSpPr>
            <p:spPr>
              <a:xfrm>
                <a:off x="6205039" y="2410578"/>
                <a:ext cx="10726" cy="144803"/>
              </a:xfrm>
              <a:custGeom>
                <a:rect b="b" l="l" r="r" t="t"/>
                <a:pathLst>
                  <a:path extrusionOk="0" h="135" w="10">
                    <a:moveTo>
                      <a:pt x="5" y="0"/>
                    </a:moveTo>
                    <a:cubicBezTo>
                      <a:pt x="8" y="0"/>
                      <a:pt x="11" y="31"/>
                      <a:pt x="10" y="68"/>
                    </a:cubicBezTo>
                    <a:cubicBezTo>
                      <a:pt x="8" y="106"/>
                      <a:pt x="6" y="135"/>
                      <a:pt x="3" y="135"/>
                    </a:cubicBezTo>
                    <a:cubicBezTo>
                      <a:pt x="1" y="135"/>
                      <a:pt x="-1" y="104"/>
                      <a:pt x="1" y="67"/>
                    </a:cubicBezTo>
                    <a:cubicBezTo>
                      <a:pt x="2" y="30"/>
                      <a:pt x="3" y="0"/>
                      <a:pt x="5" y="0"/>
                    </a:cubicBezTo>
                    <a:close/>
                  </a:path>
                </a:pathLst>
              </a:custGeom>
              <a:solidFill>
                <a:srgbClr val="6F4439"/>
              </a:solidFill>
              <a:ln>
                <a:noFill/>
              </a:ln>
            </p:spPr>
            <p:txBody>
              <a:bodyPr anchorCtr="1" anchor="ctr" bIns="3600" lIns="90000" spcFirstLastPara="1" rIns="90000" wrap="square" tIns="36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86" name="Google Shape;2086;p47"/>
              <p:cNvSpPr/>
              <p:nvPr/>
            </p:nvSpPr>
            <p:spPr>
              <a:xfrm>
                <a:off x="5974428" y="2427739"/>
                <a:ext cx="55776" cy="83664"/>
              </a:xfrm>
              <a:custGeom>
                <a:rect b="b" l="l" r="r" t="t"/>
                <a:pathLst>
                  <a:path extrusionOk="0" h="78" w="52">
                    <a:moveTo>
                      <a:pt x="0" y="1"/>
                    </a:moveTo>
                    <a:cubicBezTo>
                      <a:pt x="0" y="0"/>
                      <a:pt x="6" y="-2"/>
                      <a:pt x="16" y="1"/>
                    </a:cubicBezTo>
                    <a:cubicBezTo>
                      <a:pt x="25" y="4"/>
                      <a:pt x="37" y="14"/>
                      <a:pt x="43" y="28"/>
                    </a:cubicBezTo>
                    <a:cubicBezTo>
                      <a:pt x="49" y="41"/>
                      <a:pt x="52" y="54"/>
                      <a:pt x="52" y="64"/>
                    </a:cubicBezTo>
                    <a:cubicBezTo>
                      <a:pt x="52" y="75"/>
                      <a:pt x="45" y="79"/>
                      <a:pt x="44" y="78"/>
                    </a:cubicBezTo>
                    <a:cubicBezTo>
                      <a:pt x="43" y="77"/>
                      <a:pt x="47" y="73"/>
                      <a:pt x="46" y="64"/>
                    </a:cubicBezTo>
                    <a:cubicBezTo>
                      <a:pt x="44" y="56"/>
                      <a:pt x="40" y="44"/>
                      <a:pt x="35" y="32"/>
                    </a:cubicBezTo>
                    <a:cubicBezTo>
                      <a:pt x="29" y="20"/>
                      <a:pt x="20" y="11"/>
                      <a:pt x="13" y="7"/>
                    </a:cubicBezTo>
                    <a:cubicBezTo>
                      <a:pt x="6" y="3"/>
                      <a:pt x="0" y="2"/>
                      <a:pt x="0" y="1"/>
                    </a:cubicBezTo>
                    <a:close/>
                  </a:path>
                </a:pathLst>
              </a:custGeom>
              <a:solidFill>
                <a:srgbClr val="6F4439"/>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87" name="Google Shape;2087;p47"/>
              <p:cNvSpPr/>
              <p:nvPr/>
            </p:nvSpPr>
            <p:spPr>
              <a:xfrm>
                <a:off x="6169643" y="775911"/>
                <a:ext cx="318565" cy="218813"/>
              </a:xfrm>
              <a:custGeom>
                <a:rect b="b" l="l" r="r" t="t"/>
                <a:pathLst>
                  <a:path extrusionOk="0" h="204" w="297">
                    <a:moveTo>
                      <a:pt x="297" y="90"/>
                    </a:moveTo>
                    <a:cubicBezTo>
                      <a:pt x="295" y="58"/>
                      <a:pt x="261" y="33"/>
                      <a:pt x="229" y="39"/>
                    </a:cubicBezTo>
                    <a:cubicBezTo>
                      <a:pt x="211" y="4"/>
                      <a:pt x="163" y="-11"/>
                      <a:pt x="128" y="8"/>
                    </a:cubicBezTo>
                    <a:cubicBezTo>
                      <a:pt x="112" y="17"/>
                      <a:pt x="100" y="32"/>
                      <a:pt x="84" y="42"/>
                    </a:cubicBezTo>
                    <a:cubicBezTo>
                      <a:pt x="68" y="51"/>
                      <a:pt x="50" y="55"/>
                      <a:pt x="34" y="63"/>
                    </a:cubicBezTo>
                    <a:cubicBezTo>
                      <a:pt x="17" y="71"/>
                      <a:pt x="3" y="84"/>
                      <a:pt x="1" y="102"/>
                    </a:cubicBezTo>
                    <a:cubicBezTo>
                      <a:pt x="-2" y="122"/>
                      <a:pt x="14" y="140"/>
                      <a:pt x="33" y="148"/>
                    </a:cubicBezTo>
                    <a:cubicBezTo>
                      <a:pt x="51" y="155"/>
                      <a:pt x="72" y="154"/>
                      <a:pt x="92" y="153"/>
                    </a:cubicBezTo>
                    <a:cubicBezTo>
                      <a:pt x="83" y="158"/>
                      <a:pt x="81" y="171"/>
                      <a:pt x="86" y="180"/>
                    </a:cubicBezTo>
                    <a:cubicBezTo>
                      <a:pt x="90" y="189"/>
                      <a:pt x="99" y="194"/>
                      <a:pt x="109" y="198"/>
                    </a:cubicBezTo>
                    <a:cubicBezTo>
                      <a:pt x="140" y="210"/>
                      <a:pt x="177" y="203"/>
                      <a:pt x="202" y="181"/>
                    </a:cubicBezTo>
                    <a:lnTo>
                      <a:pt x="239" y="152"/>
                    </a:lnTo>
                    <a:cubicBezTo>
                      <a:pt x="271" y="153"/>
                      <a:pt x="300" y="122"/>
                      <a:pt x="297" y="90"/>
                    </a:cubicBezTo>
                    <a:close/>
                  </a:path>
                </a:pathLst>
              </a:custGeom>
              <a:solidFill>
                <a:srgbClr val="263238"/>
              </a:solidFill>
              <a:ln>
                <a:noFill/>
              </a:ln>
            </p:spPr>
            <p:txBody>
              <a:bodyPr anchorCtr="1" anchor="ctr" bIns="28425" lIns="90000" spcFirstLastPara="1" rIns="90000" wrap="square" tIns="284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88" name="Google Shape;2088;p47"/>
              <p:cNvSpPr/>
              <p:nvPr/>
            </p:nvSpPr>
            <p:spPr>
              <a:xfrm>
                <a:off x="6351986" y="932512"/>
                <a:ext cx="123350" cy="79374"/>
              </a:xfrm>
              <a:custGeom>
                <a:rect b="b" l="l" r="r" t="t"/>
                <a:pathLst>
                  <a:path extrusionOk="0" h="74" w="115">
                    <a:moveTo>
                      <a:pt x="34" y="69"/>
                    </a:moveTo>
                    <a:cubicBezTo>
                      <a:pt x="27" y="75"/>
                      <a:pt x="15" y="75"/>
                      <a:pt x="8" y="68"/>
                    </a:cubicBezTo>
                    <a:cubicBezTo>
                      <a:pt x="1" y="62"/>
                      <a:pt x="-1" y="51"/>
                      <a:pt x="2" y="41"/>
                    </a:cubicBezTo>
                    <a:cubicBezTo>
                      <a:pt x="4" y="32"/>
                      <a:pt x="11" y="25"/>
                      <a:pt x="19" y="19"/>
                    </a:cubicBezTo>
                    <a:cubicBezTo>
                      <a:pt x="27" y="14"/>
                      <a:pt x="37" y="11"/>
                      <a:pt x="46" y="8"/>
                    </a:cubicBezTo>
                    <a:cubicBezTo>
                      <a:pt x="60" y="4"/>
                      <a:pt x="75" y="0"/>
                      <a:pt x="90" y="0"/>
                    </a:cubicBezTo>
                    <a:cubicBezTo>
                      <a:pt x="95" y="-1"/>
                      <a:pt x="101" y="0"/>
                      <a:pt x="106" y="1"/>
                    </a:cubicBezTo>
                    <a:cubicBezTo>
                      <a:pt x="111" y="4"/>
                      <a:pt x="115" y="8"/>
                      <a:pt x="115" y="13"/>
                    </a:cubicBezTo>
                    <a:cubicBezTo>
                      <a:pt x="116" y="21"/>
                      <a:pt x="109" y="27"/>
                      <a:pt x="103" y="31"/>
                    </a:cubicBezTo>
                    <a:cubicBezTo>
                      <a:pt x="81" y="47"/>
                      <a:pt x="57" y="62"/>
                      <a:pt x="32" y="74"/>
                    </a:cubicBezTo>
                    <a:lnTo>
                      <a:pt x="34" y="69"/>
                    </a:lnTo>
                    <a:close/>
                  </a:path>
                </a:pathLst>
              </a:custGeom>
              <a:solidFill>
                <a:srgbClr val="FF725E"/>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89" name="Google Shape;2089;p47"/>
              <p:cNvSpPr/>
              <p:nvPr/>
            </p:nvSpPr>
            <p:spPr>
              <a:xfrm>
                <a:off x="5866094" y="909988"/>
                <a:ext cx="1160564" cy="897779"/>
              </a:xfrm>
              <a:custGeom>
                <a:rect b="b" l="l" r="r" t="t"/>
                <a:pathLst>
                  <a:path extrusionOk="0" h="837" w="1082">
                    <a:moveTo>
                      <a:pt x="465" y="86"/>
                    </a:moveTo>
                    <a:cubicBezTo>
                      <a:pt x="430" y="46"/>
                      <a:pt x="342" y="52"/>
                      <a:pt x="321" y="77"/>
                    </a:cubicBezTo>
                    <a:cubicBezTo>
                      <a:pt x="291" y="61"/>
                      <a:pt x="248" y="75"/>
                      <a:pt x="233" y="106"/>
                    </a:cubicBezTo>
                    <a:cubicBezTo>
                      <a:pt x="202" y="112"/>
                      <a:pt x="171" y="119"/>
                      <a:pt x="140" y="126"/>
                    </a:cubicBezTo>
                    <a:cubicBezTo>
                      <a:pt x="124" y="129"/>
                      <a:pt x="107" y="133"/>
                      <a:pt x="95" y="143"/>
                    </a:cubicBezTo>
                    <a:cubicBezTo>
                      <a:pt x="82" y="154"/>
                      <a:pt x="76" y="174"/>
                      <a:pt x="86" y="187"/>
                    </a:cubicBezTo>
                    <a:cubicBezTo>
                      <a:pt x="53" y="195"/>
                      <a:pt x="40" y="244"/>
                      <a:pt x="64" y="268"/>
                    </a:cubicBezTo>
                    <a:cubicBezTo>
                      <a:pt x="51" y="282"/>
                      <a:pt x="53" y="308"/>
                      <a:pt x="69" y="319"/>
                    </a:cubicBezTo>
                    <a:cubicBezTo>
                      <a:pt x="43" y="350"/>
                      <a:pt x="23" y="386"/>
                      <a:pt x="8" y="423"/>
                    </a:cubicBezTo>
                    <a:cubicBezTo>
                      <a:pt x="2" y="439"/>
                      <a:pt x="-2" y="456"/>
                      <a:pt x="3" y="472"/>
                    </a:cubicBezTo>
                    <a:cubicBezTo>
                      <a:pt x="9" y="488"/>
                      <a:pt x="30" y="499"/>
                      <a:pt x="44" y="489"/>
                    </a:cubicBezTo>
                    <a:cubicBezTo>
                      <a:pt x="34" y="502"/>
                      <a:pt x="33" y="521"/>
                      <a:pt x="41" y="534"/>
                    </a:cubicBezTo>
                    <a:cubicBezTo>
                      <a:pt x="25" y="535"/>
                      <a:pt x="21" y="559"/>
                      <a:pt x="31" y="570"/>
                    </a:cubicBezTo>
                    <a:cubicBezTo>
                      <a:pt x="42" y="582"/>
                      <a:pt x="60" y="583"/>
                      <a:pt x="76" y="583"/>
                    </a:cubicBezTo>
                    <a:cubicBezTo>
                      <a:pt x="91" y="583"/>
                      <a:pt x="108" y="582"/>
                      <a:pt x="121" y="591"/>
                    </a:cubicBezTo>
                    <a:cubicBezTo>
                      <a:pt x="121" y="596"/>
                      <a:pt x="119" y="599"/>
                      <a:pt x="116" y="601"/>
                    </a:cubicBezTo>
                    <a:cubicBezTo>
                      <a:pt x="89" y="623"/>
                      <a:pt x="81" y="661"/>
                      <a:pt x="101" y="690"/>
                    </a:cubicBezTo>
                    <a:cubicBezTo>
                      <a:pt x="103" y="692"/>
                      <a:pt x="105" y="695"/>
                      <a:pt x="106" y="697"/>
                    </a:cubicBezTo>
                    <a:cubicBezTo>
                      <a:pt x="115" y="710"/>
                      <a:pt x="138" y="722"/>
                      <a:pt x="152" y="730"/>
                    </a:cubicBezTo>
                    <a:cubicBezTo>
                      <a:pt x="188" y="749"/>
                      <a:pt x="209" y="745"/>
                      <a:pt x="249" y="751"/>
                    </a:cubicBezTo>
                    <a:cubicBezTo>
                      <a:pt x="238" y="777"/>
                      <a:pt x="302" y="834"/>
                      <a:pt x="377" y="779"/>
                    </a:cubicBezTo>
                    <a:cubicBezTo>
                      <a:pt x="525" y="820"/>
                      <a:pt x="631" y="835"/>
                      <a:pt x="784" y="837"/>
                    </a:cubicBezTo>
                    <a:cubicBezTo>
                      <a:pt x="806" y="837"/>
                      <a:pt x="833" y="834"/>
                      <a:pt x="842" y="815"/>
                    </a:cubicBezTo>
                    <a:cubicBezTo>
                      <a:pt x="860" y="820"/>
                      <a:pt x="879" y="812"/>
                      <a:pt x="892" y="799"/>
                    </a:cubicBezTo>
                    <a:cubicBezTo>
                      <a:pt x="906" y="786"/>
                      <a:pt x="914" y="769"/>
                      <a:pt x="922" y="753"/>
                    </a:cubicBezTo>
                    <a:cubicBezTo>
                      <a:pt x="960" y="743"/>
                      <a:pt x="989" y="707"/>
                      <a:pt x="991" y="667"/>
                    </a:cubicBezTo>
                    <a:cubicBezTo>
                      <a:pt x="1017" y="648"/>
                      <a:pt x="1034" y="617"/>
                      <a:pt x="1036" y="584"/>
                    </a:cubicBezTo>
                    <a:cubicBezTo>
                      <a:pt x="1073" y="573"/>
                      <a:pt x="1094" y="525"/>
                      <a:pt x="1077" y="491"/>
                    </a:cubicBezTo>
                    <a:cubicBezTo>
                      <a:pt x="1069" y="446"/>
                      <a:pt x="1054" y="402"/>
                      <a:pt x="1032" y="362"/>
                    </a:cubicBezTo>
                    <a:cubicBezTo>
                      <a:pt x="1057" y="356"/>
                      <a:pt x="1067" y="323"/>
                      <a:pt x="1057" y="299"/>
                    </a:cubicBezTo>
                    <a:cubicBezTo>
                      <a:pt x="1046" y="276"/>
                      <a:pt x="1024" y="260"/>
                      <a:pt x="1002" y="246"/>
                    </a:cubicBezTo>
                    <a:cubicBezTo>
                      <a:pt x="1021" y="251"/>
                      <a:pt x="1037" y="228"/>
                      <a:pt x="1033" y="209"/>
                    </a:cubicBezTo>
                    <a:cubicBezTo>
                      <a:pt x="1029" y="190"/>
                      <a:pt x="1012" y="177"/>
                      <a:pt x="995" y="167"/>
                    </a:cubicBezTo>
                    <a:cubicBezTo>
                      <a:pt x="971" y="152"/>
                      <a:pt x="945" y="140"/>
                      <a:pt x="918" y="132"/>
                    </a:cubicBezTo>
                    <a:cubicBezTo>
                      <a:pt x="909" y="99"/>
                      <a:pt x="867" y="61"/>
                      <a:pt x="836" y="46"/>
                    </a:cubicBezTo>
                    <a:cubicBezTo>
                      <a:pt x="712" y="-14"/>
                      <a:pt x="625" y="-29"/>
                      <a:pt x="465" y="86"/>
                    </a:cubicBez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90" name="Google Shape;2090;p47"/>
              <p:cNvSpPr/>
              <p:nvPr/>
            </p:nvSpPr>
            <p:spPr>
              <a:xfrm>
                <a:off x="6260815" y="1069807"/>
                <a:ext cx="490183" cy="968571"/>
              </a:xfrm>
              <a:custGeom>
                <a:rect b="b" l="l" r="r" t="t"/>
                <a:pathLst>
                  <a:path extrusionOk="0" h="903" w="457">
                    <a:moveTo>
                      <a:pt x="1" y="137"/>
                    </a:moveTo>
                    <a:cubicBezTo>
                      <a:pt x="0" y="111"/>
                      <a:pt x="-5" y="85"/>
                      <a:pt x="21" y="81"/>
                    </a:cubicBezTo>
                    <a:lnTo>
                      <a:pt x="286" y="1"/>
                    </a:lnTo>
                    <a:cubicBezTo>
                      <a:pt x="372" y="-12"/>
                      <a:pt x="433" y="91"/>
                      <a:pt x="443" y="177"/>
                    </a:cubicBezTo>
                    <a:cubicBezTo>
                      <a:pt x="453" y="272"/>
                      <a:pt x="462" y="389"/>
                      <a:pt x="454" y="461"/>
                    </a:cubicBezTo>
                    <a:cubicBezTo>
                      <a:pt x="438" y="606"/>
                      <a:pt x="310" y="644"/>
                      <a:pt x="310" y="644"/>
                    </a:cubicBezTo>
                    <a:lnTo>
                      <a:pt x="313" y="732"/>
                    </a:lnTo>
                    <a:cubicBezTo>
                      <a:pt x="302" y="800"/>
                      <a:pt x="285" y="876"/>
                      <a:pt x="258" y="903"/>
                    </a:cubicBezTo>
                    <a:cubicBezTo>
                      <a:pt x="164" y="885"/>
                      <a:pt x="11" y="679"/>
                      <a:pt x="11" y="679"/>
                    </a:cubicBezTo>
                    <a:lnTo>
                      <a:pt x="1" y="137"/>
                    </a:lnTo>
                    <a:close/>
                  </a:path>
                </a:pathLst>
              </a:custGeom>
              <a:solidFill>
                <a:srgbClr val="AE746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91" name="Google Shape;2091;p47"/>
              <p:cNvSpPr/>
              <p:nvPr/>
            </p:nvSpPr>
            <p:spPr>
              <a:xfrm>
                <a:off x="6568654" y="1316509"/>
                <a:ext cx="70792" cy="178054"/>
              </a:xfrm>
              <a:custGeom>
                <a:rect b="b" l="l" r="r" t="t"/>
                <a:pathLst>
                  <a:path extrusionOk="0" h="166" w="66">
                    <a:moveTo>
                      <a:pt x="17" y="165"/>
                    </a:moveTo>
                    <a:cubicBezTo>
                      <a:pt x="17" y="164"/>
                      <a:pt x="29" y="161"/>
                      <a:pt x="49" y="158"/>
                    </a:cubicBezTo>
                    <a:cubicBezTo>
                      <a:pt x="54" y="157"/>
                      <a:pt x="59" y="156"/>
                      <a:pt x="59" y="152"/>
                    </a:cubicBezTo>
                    <a:cubicBezTo>
                      <a:pt x="60" y="149"/>
                      <a:pt x="58" y="143"/>
                      <a:pt x="55" y="137"/>
                    </a:cubicBezTo>
                    <a:cubicBezTo>
                      <a:pt x="50" y="125"/>
                      <a:pt x="45" y="113"/>
                      <a:pt x="39" y="100"/>
                    </a:cubicBezTo>
                    <a:cubicBezTo>
                      <a:pt x="15" y="46"/>
                      <a:pt x="-2" y="1"/>
                      <a:pt x="1" y="0"/>
                    </a:cubicBezTo>
                    <a:cubicBezTo>
                      <a:pt x="3" y="0"/>
                      <a:pt x="23" y="42"/>
                      <a:pt x="47" y="96"/>
                    </a:cubicBezTo>
                    <a:cubicBezTo>
                      <a:pt x="52" y="110"/>
                      <a:pt x="58" y="122"/>
                      <a:pt x="63" y="135"/>
                    </a:cubicBezTo>
                    <a:cubicBezTo>
                      <a:pt x="65" y="140"/>
                      <a:pt x="68" y="147"/>
                      <a:pt x="66" y="154"/>
                    </a:cubicBezTo>
                    <a:cubicBezTo>
                      <a:pt x="65" y="158"/>
                      <a:pt x="61" y="161"/>
                      <a:pt x="58" y="162"/>
                    </a:cubicBezTo>
                    <a:cubicBezTo>
                      <a:pt x="55" y="163"/>
                      <a:pt x="52" y="163"/>
                      <a:pt x="50" y="164"/>
                    </a:cubicBezTo>
                    <a:cubicBezTo>
                      <a:pt x="30" y="166"/>
                      <a:pt x="17" y="166"/>
                      <a:pt x="17" y="165"/>
                    </a:cubicBezTo>
                    <a:close/>
                  </a:path>
                </a:pathLst>
              </a:custGeom>
              <a:solidFill>
                <a:srgbClr val="263238"/>
              </a:solidFill>
              <a:ln>
                <a:noFill/>
              </a:ln>
            </p:spPr>
            <p:txBody>
              <a:bodyPr anchorCtr="1" anchor="ctr" bIns="14750" lIns="90000" spcFirstLastPara="1" rIns="90000" wrap="square" tIns="1475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92" name="Google Shape;2092;p47"/>
              <p:cNvSpPr/>
              <p:nvPr/>
            </p:nvSpPr>
            <p:spPr>
              <a:xfrm>
                <a:off x="6404544" y="1698360"/>
                <a:ext cx="189852" cy="109407"/>
              </a:xfrm>
              <a:custGeom>
                <a:rect b="b" l="l" r="r" t="t"/>
                <a:pathLst>
                  <a:path extrusionOk="0" h="102" w="177">
                    <a:moveTo>
                      <a:pt x="176" y="58"/>
                    </a:moveTo>
                    <a:cubicBezTo>
                      <a:pt x="176" y="58"/>
                      <a:pt x="98" y="53"/>
                      <a:pt x="0" y="0"/>
                    </a:cubicBezTo>
                    <a:cubicBezTo>
                      <a:pt x="0" y="0"/>
                      <a:pt x="33" y="91"/>
                      <a:pt x="177" y="102"/>
                    </a:cubicBezTo>
                    <a:lnTo>
                      <a:pt x="176" y="58"/>
                    </a:lnTo>
                    <a:close/>
                  </a:path>
                </a:pathLst>
              </a:custGeom>
              <a:solidFill>
                <a:srgbClr val="6F4439"/>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93" name="Google Shape;2093;p47"/>
              <p:cNvSpPr/>
              <p:nvPr/>
            </p:nvSpPr>
            <p:spPr>
              <a:xfrm>
                <a:off x="6399181" y="1242499"/>
                <a:ext cx="96535" cy="31106"/>
              </a:xfrm>
              <a:custGeom>
                <a:rect b="b" l="l" r="r" t="t"/>
                <a:pathLst>
                  <a:path extrusionOk="0" h="29" w="90">
                    <a:moveTo>
                      <a:pt x="90" y="13"/>
                    </a:moveTo>
                    <a:cubicBezTo>
                      <a:pt x="89" y="19"/>
                      <a:pt x="69" y="17"/>
                      <a:pt x="46" y="21"/>
                    </a:cubicBezTo>
                    <a:cubicBezTo>
                      <a:pt x="23" y="24"/>
                      <a:pt x="4" y="32"/>
                      <a:pt x="1" y="27"/>
                    </a:cubicBezTo>
                    <a:cubicBezTo>
                      <a:pt x="-1" y="25"/>
                      <a:pt x="2" y="20"/>
                      <a:pt x="10" y="14"/>
                    </a:cubicBezTo>
                    <a:cubicBezTo>
                      <a:pt x="17" y="9"/>
                      <a:pt x="29" y="3"/>
                      <a:pt x="43" y="1"/>
                    </a:cubicBezTo>
                    <a:cubicBezTo>
                      <a:pt x="56" y="-1"/>
                      <a:pt x="69" y="1"/>
                      <a:pt x="78" y="4"/>
                    </a:cubicBezTo>
                    <a:cubicBezTo>
                      <a:pt x="87" y="7"/>
                      <a:pt x="91" y="11"/>
                      <a:pt x="90" y="13"/>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94" name="Google Shape;2094;p47"/>
              <p:cNvSpPr/>
              <p:nvPr/>
            </p:nvSpPr>
            <p:spPr>
              <a:xfrm>
                <a:off x="6627647" y="1232845"/>
                <a:ext cx="72937" cy="23598"/>
              </a:xfrm>
              <a:custGeom>
                <a:rect b="b" l="l" r="r" t="t"/>
                <a:pathLst>
                  <a:path extrusionOk="0" h="22" w="68">
                    <a:moveTo>
                      <a:pt x="68" y="19"/>
                    </a:moveTo>
                    <a:cubicBezTo>
                      <a:pt x="65" y="24"/>
                      <a:pt x="51" y="20"/>
                      <a:pt x="34" y="20"/>
                    </a:cubicBezTo>
                    <a:cubicBezTo>
                      <a:pt x="18" y="20"/>
                      <a:pt x="4" y="25"/>
                      <a:pt x="1" y="20"/>
                    </a:cubicBezTo>
                    <a:cubicBezTo>
                      <a:pt x="-1" y="18"/>
                      <a:pt x="1" y="13"/>
                      <a:pt x="7" y="9"/>
                    </a:cubicBezTo>
                    <a:cubicBezTo>
                      <a:pt x="13" y="4"/>
                      <a:pt x="23" y="0"/>
                      <a:pt x="34" y="0"/>
                    </a:cubicBezTo>
                    <a:cubicBezTo>
                      <a:pt x="45" y="0"/>
                      <a:pt x="55" y="4"/>
                      <a:pt x="61" y="8"/>
                    </a:cubicBezTo>
                    <a:cubicBezTo>
                      <a:pt x="67" y="13"/>
                      <a:pt x="69" y="17"/>
                      <a:pt x="68" y="19"/>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95" name="Google Shape;2095;p47"/>
              <p:cNvSpPr/>
              <p:nvPr/>
            </p:nvSpPr>
            <p:spPr>
              <a:xfrm>
                <a:off x="6385237" y="1010813"/>
                <a:ext cx="419391" cy="394722"/>
              </a:xfrm>
              <a:custGeom>
                <a:rect b="b" l="l" r="r" t="t"/>
                <a:pathLst>
                  <a:path extrusionOk="0" h="368" w="391">
                    <a:moveTo>
                      <a:pt x="391" y="301"/>
                    </a:moveTo>
                    <a:cubicBezTo>
                      <a:pt x="390" y="278"/>
                      <a:pt x="383" y="255"/>
                      <a:pt x="367" y="239"/>
                    </a:cubicBezTo>
                    <a:cubicBezTo>
                      <a:pt x="359" y="230"/>
                      <a:pt x="348" y="223"/>
                      <a:pt x="341" y="213"/>
                    </a:cubicBezTo>
                    <a:cubicBezTo>
                      <a:pt x="325" y="192"/>
                      <a:pt x="327" y="163"/>
                      <a:pt x="320" y="137"/>
                    </a:cubicBezTo>
                    <a:cubicBezTo>
                      <a:pt x="311" y="103"/>
                      <a:pt x="285" y="75"/>
                      <a:pt x="253" y="64"/>
                    </a:cubicBezTo>
                    <a:cubicBezTo>
                      <a:pt x="226" y="54"/>
                      <a:pt x="195" y="56"/>
                      <a:pt x="170" y="42"/>
                    </a:cubicBezTo>
                    <a:cubicBezTo>
                      <a:pt x="151" y="32"/>
                      <a:pt x="137" y="15"/>
                      <a:pt x="118" y="6"/>
                    </a:cubicBezTo>
                    <a:cubicBezTo>
                      <a:pt x="80" y="-11"/>
                      <a:pt x="37" y="8"/>
                      <a:pt x="2" y="30"/>
                    </a:cubicBezTo>
                    <a:cubicBezTo>
                      <a:pt x="-5" y="58"/>
                      <a:pt x="12" y="82"/>
                      <a:pt x="30" y="105"/>
                    </a:cubicBezTo>
                    <a:cubicBezTo>
                      <a:pt x="47" y="129"/>
                      <a:pt x="75" y="144"/>
                      <a:pt x="103" y="146"/>
                    </a:cubicBezTo>
                    <a:cubicBezTo>
                      <a:pt x="126" y="147"/>
                      <a:pt x="152" y="142"/>
                      <a:pt x="168" y="158"/>
                    </a:cubicBezTo>
                    <a:cubicBezTo>
                      <a:pt x="184" y="175"/>
                      <a:pt x="178" y="204"/>
                      <a:pt x="192" y="224"/>
                    </a:cubicBezTo>
                    <a:cubicBezTo>
                      <a:pt x="211" y="251"/>
                      <a:pt x="256" y="241"/>
                      <a:pt x="285" y="258"/>
                    </a:cubicBezTo>
                    <a:cubicBezTo>
                      <a:pt x="307" y="271"/>
                      <a:pt x="317" y="298"/>
                      <a:pt x="328" y="321"/>
                    </a:cubicBezTo>
                    <a:cubicBezTo>
                      <a:pt x="339" y="345"/>
                      <a:pt x="359" y="369"/>
                      <a:pt x="385" y="368"/>
                    </a:cubicBezTo>
                    <a:cubicBezTo>
                      <a:pt x="389" y="346"/>
                      <a:pt x="393" y="323"/>
                      <a:pt x="391" y="301"/>
                    </a:cubicBez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96" name="Google Shape;2096;p47"/>
              <p:cNvSpPr/>
              <p:nvPr/>
            </p:nvSpPr>
            <p:spPr>
              <a:xfrm>
                <a:off x="6179296" y="1097695"/>
                <a:ext cx="268153" cy="350745"/>
              </a:xfrm>
              <a:custGeom>
                <a:rect b="b" l="l" r="r" t="t"/>
                <a:pathLst>
                  <a:path extrusionOk="0" h="327" w="250">
                    <a:moveTo>
                      <a:pt x="250" y="0"/>
                    </a:moveTo>
                    <a:cubicBezTo>
                      <a:pt x="184" y="-1"/>
                      <a:pt x="118" y="11"/>
                      <a:pt x="57" y="35"/>
                    </a:cubicBezTo>
                    <a:cubicBezTo>
                      <a:pt x="39" y="42"/>
                      <a:pt x="20" y="51"/>
                      <a:pt x="10" y="67"/>
                    </a:cubicBezTo>
                    <a:cubicBezTo>
                      <a:pt x="1" y="82"/>
                      <a:pt x="0" y="100"/>
                      <a:pt x="0" y="117"/>
                    </a:cubicBezTo>
                    <a:cubicBezTo>
                      <a:pt x="1" y="171"/>
                      <a:pt x="22" y="237"/>
                      <a:pt x="43" y="286"/>
                    </a:cubicBezTo>
                    <a:lnTo>
                      <a:pt x="110" y="327"/>
                    </a:lnTo>
                    <a:cubicBezTo>
                      <a:pt x="162" y="314"/>
                      <a:pt x="138" y="225"/>
                      <a:pt x="136" y="180"/>
                    </a:cubicBezTo>
                    <a:cubicBezTo>
                      <a:pt x="172" y="164"/>
                      <a:pt x="197" y="126"/>
                      <a:pt x="197" y="87"/>
                    </a:cubicBezTo>
                    <a:cubicBezTo>
                      <a:pt x="227" y="68"/>
                      <a:pt x="247" y="35"/>
                      <a:pt x="250" y="0"/>
                    </a:cubicBez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097" name="Google Shape;2097;p47"/>
              <p:cNvSpPr/>
              <p:nvPr/>
            </p:nvSpPr>
            <p:spPr>
              <a:xfrm>
                <a:off x="6198603" y="1395883"/>
                <a:ext cx="99753" cy="142658"/>
              </a:xfrm>
              <a:custGeom>
                <a:rect b="b" l="l" r="r" t="t"/>
                <a:pathLst>
                  <a:path extrusionOk="0" h="133" w="93">
                    <a:moveTo>
                      <a:pt x="91" y="29"/>
                    </a:moveTo>
                    <a:cubicBezTo>
                      <a:pt x="89" y="-1"/>
                      <a:pt x="51" y="-7"/>
                      <a:pt x="25" y="8"/>
                    </a:cubicBezTo>
                    <a:cubicBezTo>
                      <a:pt x="10" y="17"/>
                      <a:pt x="-1" y="34"/>
                      <a:pt x="1" y="67"/>
                    </a:cubicBezTo>
                    <a:cubicBezTo>
                      <a:pt x="6" y="154"/>
                      <a:pt x="93" y="131"/>
                      <a:pt x="93" y="129"/>
                    </a:cubicBezTo>
                    <a:cubicBezTo>
                      <a:pt x="93" y="127"/>
                      <a:pt x="94" y="65"/>
                      <a:pt x="91" y="29"/>
                    </a:cubicBezTo>
                    <a:close/>
                  </a:path>
                </a:pathLst>
              </a:custGeom>
              <a:solidFill>
                <a:srgbClr val="AE7461"/>
              </a:solidFill>
              <a:ln>
                <a:noFill/>
              </a:ln>
            </p:spPr>
            <p:txBody>
              <a:bodyPr anchorCtr="1" anchor="ctr" bIns="2875" lIns="90000" spcFirstLastPara="1" rIns="90000" wrap="square" tIns="28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98" name="Google Shape;2098;p47"/>
              <p:cNvSpPr/>
              <p:nvPr/>
            </p:nvSpPr>
            <p:spPr>
              <a:xfrm>
                <a:off x="6223273" y="1426989"/>
                <a:ext cx="43977" cy="81519"/>
              </a:xfrm>
              <a:custGeom>
                <a:rect b="b" l="l" r="r" t="t"/>
                <a:pathLst>
                  <a:path extrusionOk="0" h="76" w="41">
                    <a:moveTo>
                      <a:pt x="41" y="68"/>
                    </a:moveTo>
                    <a:cubicBezTo>
                      <a:pt x="41" y="68"/>
                      <a:pt x="40" y="69"/>
                      <a:pt x="37" y="71"/>
                    </a:cubicBezTo>
                    <a:cubicBezTo>
                      <a:pt x="35" y="72"/>
                      <a:pt x="31" y="73"/>
                      <a:pt x="26" y="71"/>
                    </a:cubicBezTo>
                    <a:cubicBezTo>
                      <a:pt x="17" y="69"/>
                      <a:pt x="8" y="54"/>
                      <a:pt x="7" y="39"/>
                    </a:cubicBezTo>
                    <a:cubicBezTo>
                      <a:pt x="6" y="31"/>
                      <a:pt x="7" y="23"/>
                      <a:pt x="10" y="17"/>
                    </a:cubicBezTo>
                    <a:cubicBezTo>
                      <a:pt x="12" y="10"/>
                      <a:pt x="16" y="6"/>
                      <a:pt x="20" y="4"/>
                    </a:cubicBezTo>
                    <a:cubicBezTo>
                      <a:pt x="25" y="3"/>
                      <a:pt x="28" y="6"/>
                      <a:pt x="30" y="8"/>
                    </a:cubicBezTo>
                    <a:cubicBezTo>
                      <a:pt x="31" y="10"/>
                      <a:pt x="30" y="12"/>
                      <a:pt x="31" y="12"/>
                    </a:cubicBezTo>
                    <a:cubicBezTo>
                      <a:pt x="31" y="13"/>
                      <a:pt x="33" y="11"/>
                      <a:pt x="32" y="7"/>
                    </a:cubicBezTo>
                    <a:cubicBezTo>
                      <a:pt x="31" y="5"/>
                      <a:pt x="30" y="3"/>
                      <a:pt x="28" y="2"/>
                    </a:cubicBezTo>
                    <a:cubicBezTo>
                      <a:pt x="26" y="0"/>
                      <a:pt x="23" y="0"/>
                      <a:pt x="19" y="0"/>
                    </a:cubicBezTo>
                    <a:cubicBezTo>
                      <a:pt x="13" y="1"/>
                      <a:pt x="7" y="8"/>
                      <a:pt x="4" y="15"/>
                    </a:cubicBezTo>
                    <a:cubicBezTo>
                      <a:pt x="1" y="22"/>
                      <a:pt x="0" y="30"/>
                      <a:pt x="1" y="39"/>
                    </a:cubicBezTo>
                    <a:cubicBezTo>
                      <a:pt x="2" y="57"/>
                      <a:pt x="12" y="73"/>
                      <a:pt x="25" y="75"/>
                    </a:cubicBezTo>
                    <a:cubicBezTo>
                      <a:pt x="31" y="77"/>
                      <a:pt x="36" y="75"/>
                      <a:pt x="39" y="72"/>
                    </a:cubicBezTo>
                    <a:cubicBezTo>
                      <a:pt x="41" y="70"/>
                      <a:pt x="42" y="68"/>
                      <a:pt x="41" y="68"/>
                    </a:cubicBezTo>
                    <a:close/>
                  </a:path>
                </a:pathLst>
              </a:custGeom>
              <a:solidFill>
                <a:srgbClr val="6F4439"/>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099" name="Google Shape;2099;p47"/>
              <p:cNvSpPr/>
              <p:nvPr/>
            </p:nvSpPr>
            <p:spPr>
              <a:xfrm>
                <a:off x="6074180" y="1090187"/>
                <a:ext cx="365760" cy="500911"/>
              </a:xfrm>
              <a:custGeom>
                <a:rect b="b" l="l" r="r" t="t"/>
                <a:pathLst>
                  <a:path extrusionOk="0" h="467" w="341">
                    <a:moveTo>
                      <a:pt x="171" y="419"/>
                    </a:moveTo>
                    <a:lnTo>
                      <a:pt x="170" y="420"/>
                    </a:lnTo>
                    <a:cubicBezTo>
                      <a:pt x="170" y="421"/>
                      <a:pt x="170" y="422"/>
                      <a:pt x="169" y="423"/>
                    </a:cubicBezTo>
                    <a:cubicBezTo>
                      <a:pt x="168" y="426"/>
                      <a:pt x="164" y="430"/>
                      <a:pt x="159" y="432"/>
                    </a:cubicBezTo>
                    <a:cubicBezTo>
                      <a:pt x="154" y="435"/>
                      <a:pt x="146" y="436"/>
                      <a:pt x="138" y="437"/>
                    </a:cubicBezTo>
                    <a:cubicBezTo>
                      <a:pt x="133" y="437"/>
                      <a:pt x="129" y="437"/>
                      <a:pt x="124" y="436"/>
                    </a:cubicBezTo>
                    <a:cubicBezTo>
                      <a:pt x="119" y="435"/>
                      <a:pt x="113" y="434"/>
                      <a:pt x="108" y="431"/>
                    </a:cubicBezTo>
                    <a:lnTo>
                      <a:pt x="109" y="431"/>
                    </a:lnTo>
                    <a:cubicBezTo>
                      <a:pt x="108" y="443"/>
                      <a:pt x="100" y="455"/>
                      <a:pt x="86" y="462"/>
                    </a:cubicBezTo>
                    <a:cubicBezTo>
                      <a:pt x="73" y="469"/>
                      <a:pt x="55" y="469"/>
                      <a:pt x="40" y="458"/>
                    </a:cubicBezTo>
                    <a:lnTo>
                      <a:pt x="42" y="458"/>
                    </a:lnTo>
                    <a:cubicBezTo>
                      <a:pt x="39" y="462"/>
                      <a:pt x="35" y="465"/>
                      <a:pt x="31" y="466"/>
                    </a:cubicBezTo>
                    <a:cubicBezTo>
                      <a:pt x="26" y="467"/>
                      <a:pt x="21" y="466"/>
                      <a:pt x="16" y="464"/>
                    </a:cubicBezTo>
                    <a:cubicBezTo>
                      <a:pt x="12" y="463"/>
                      <a:pt x="8" y="460"/>
                      <a:pt x="5" y="455"/>
                    </a:cubicBezTo>
                    <a:cubicBezTo>
                      <a:pt x="2" y="451"/>
                      <a:pt x="1" y="446"/>
                      <a:pt x="1" y="441"/>
                    </a:cubicBezTo>
                    <a:cubicBezTo>
                      <a:pt x="0" y="431"/>
                      <a:pt x="4" y="420"/>
                      <a:pt x="10" y="412"/>
                    </a:cubicBezTo>
                    <a:cubicBezTo>
                      <a:pt x="16" y="403"/>
                      <a:pt x="25" y="396"/>
                      <a:pt x="33" y="389"/>
                    </a:cubicBezTo>
                    <a:lnTo>
                      <a:pt x="33" y="391"/>
                    </a:lnTo>
                    <a:cubicBezTo>
                      <a:pt x="26" y="387"/>
                      <a:pt x="21" y="379"/>
                      <a:pt x="19" y="371"/>
                    </a:cubicBezTo>
                    <a:cubicBezTo>
                      <a:pt x="18" y="362"/>
                      <a:pt x="19" y="353"/>
                      <a:pt x="22" y="345"/>
                    </a:cubicBezTo>
                    <a:cubicBezTo>
                      <a:pt x="25" y="337"/>
                      <a:pt x="31" y="330"/>
                      <a:pt x="37" y="323"/>
                    </a:cubicBezTo>
                    <a:cubicBezTo>
                      <a:pt x="43" y="317"/>
                      <a:pt x="51" y="311"/>
                      <a:pt x="58" y="306"/>
                    </a:cubicBezTo>
                    <a:lnTo>
                      <a:pt x="58" y="308"/>
                    </a:lnTo>
                    <a:cubicBezTo>
                      <a:pt x="51" y="301"/>
                      <a:pt x="48" y="292"/>
                      <a:pt x="49" y="283"/>
                    </a:cubicBezTo>
                    <a:cubicBezTo>
                      <a:pt x="49" y="273"/>
                      <a:pt x="53" y="264"/>
                      <a:pt x="59" y="257"/>
                    </a:cubicBezTo>
                    <a:cubicBezTo>
                      <a:pt x="70" y="242"/>
                      <a:pt x="86" y="234"/>
                      <a:pt x="101" y="227"/>
                    </a:cubicBezTo>
                    <a:lnTo>
                      <a:pt x="101" y="228"/>
                    </a:lnTo>
                    <a:cubicBezTo>
                      <a:pt x="96" y="209"/>
                      <a:pt x="102" y="189"/>
                      <a:pt x="114" y="175"/>
                    </a:cubicBezTo>
                    <a:cubicBezTo>
                      <a:pt x="127" y="161"/>
                      <a:pt x="146" y="155"/>
                      <a:pt x="163" y="157"/>
                    </a:cubicBezTo>
                    <a:lnTo>
                      <a:pt x="162" y="158"/>
                    </a:lnTo>
                    <a:cubicBezTo>
                      <a:pt x="158" y="143"/>
                      <a:pt x="164" y="127"/>
                      <a:pt x="174" y="116"/>
                    </a:cubicBezTo>
                    <a:cubicBezTo>
                      <a:pt x="183" y="105"/>
                      <a:pt x="197" y="98"/>
                      <a:pt x="210" y="98"/>
                    </a:cubicBezTo>
                    <a:lnTo>
                      <a:pt x="209" y="99"/>
                    </a:lnTo>
                    <a:cubicBezTo>
                      <a:pt x="209" y="83"/>
                      <a:pt x="218" y="69"/>
                      <a:pt x="229" y="61"/>
                    </a:cubicBezTo>
                    <a:cubicBezTo>
                      <a:pt x="240" y="52"/>
                      <a:pt x="254" y="49"/>
                      <a:pt x="265" y="51"/>
                    </a:cubicBezTo>
                    <a:lnTo>
                      <a:pt x="264" y="52"/>
                    </a:lnTo>
                    <a:cubicBezTo>
                      <a:pt x="265" y="43"/>
                      <a:pt x="268" y="36"/>
                      <a:pt x="272" y="29"/>
                    </a:cubicBezTo>
                    <a:cubicBezTo>
                      <a:pt x="275" y="23"/>
                      <a:pt x="280" y="18"/>
                      <a:pt x="285" y="14"/>
                    </a:cubicBezTo>
                    <a:cubicBezTo>
                      <a:pt x="295" y="5"/>
                      <a:pt x="306" y="1"/>
                      <a:pt x="315" y="1"/>
                    </a:cubicBezTo>
                    <a:cubicBezTo>
                      <a:pt x="316" y="1"/>
                      <a:pt x="317" y="1"/>
                      <a:pt x="318" y="0"/>
                    </a:cubicBezTo>
                    <a:cubicBezTo>
                      <a:pt x="319" y="0"/>
                      <a:pt x="320" y="1"/>
                      <a:pt x="321" y="1"/>
                    </a:cubicBezTo>
                    <a:cubicBezTo>
                      <a:pt x="323" y="1"/>
                      <a:pt x="325" y="1"/>
                      <a:pt x="326" y="1"/>
                    </a:cubicBezTo>
                    <a:cubicBezTo>
                      <a:pt x="330" y="2"/>
                      <a:pt x="333" y="3"/>
                      <a:pt x="335" y="4"/>
                    </a:cubicBezTo>
                    <a:cubicBezTo>
                      <a:pt x="337" y="4"/>
                      <a:pt x="338" y="5"/>
                      <a:pt x="339" y="6"/>
                    </a:cubicBezTo>
                    <a:cubicBezTo>
                      <a:pt x="341" y="6"/>
                      <a:pt x="341" y="6"/>
                      <a:pt x="341" y="6"/>
                    </a:cubicBezTo>
                    <a:cubicBezTo>
                      <a:pt x="341" y="6"/>
                      <a:pt x="340" y="7"/>
                      <a:pt x="339" y="6"/>
                    </a:cubicBezTo>
                    <a:cubicBezTo>
                      <a:pt x="337" y="6"/>
                      <a:pt x="337" y="5"/>
                      <a:pt x="334" y="4"/>
                    </a:cubicBezTo>
                    <a:cubicBezTo>
                      <a:pt x="332" y="3"/>
                      <a:pt x="329" y="3"/>
                      <a:pt x="326" y="2"/>
                    </a:cubicBezTo>
                    <a:cubicBezTo>
                      <a:pt x="325" y="2"/>
                      <a:pt x="323" y="2"/>
                      <a:pt x="321" y="1"/>
                    </a:cubicBezTo>
                    <a:cubicBezTo>
                      <a:pt x="320" y="1"/>
                      <a:pt x="319" y="1"/>
                      <a:pt x="318" y="1"/>
                    </a:cubicBezTo>
                    <a:cubicBezTo>
                      <a:pt x="317" y="1"/>
                      <a:pt x="316" y="1"/>
                      <a:pt x="314" y="2"/>
                    </a:cubicBezTo>
                    <a:cubicBezTo>
                      <a:pt x="306" y="2"/>
                      <a:pt x="295" y="6"/>
                      <a:pt x="285" y="15"/>
                    </a:cubicBezTo>
                    <a:cubicBezTo>
                      <a:pt x="281" y="19"/>
                      <a:pt x="276" y="24"/>
                      <a:pt x="273" y="30"/>
                    </a:cubicBezTo>
                    <a:cubicBezTo>
                      <a:pt x="269" y="36"/>
                      <a:pt x="266" y="44"/>
                      <a:pt x="266" y="52"/>
                    </a:cubicBezTo>
                    <a:lnTo>
                      <a:pt x="266" y="53"/>
                    </a:lnTo>
                    <a:lnTo>
                      <a:pt x="265" y="53"/>
                    </a:lnTo>
                    <a:cubicBezTo>
                      <a:pt x="254" y="51"/>
                      <a:pt x="241" y="54"/>
                      <a:pt x="230" y="63"/>
                    </a:cubicBezTo>
                    <a:cubicBezTo>
                      <a:pt x="220" y="71"/>
                      <a:pt x="211" y="84"/>
                      <a:pt x="211" y="99"/>
                    </a:cubicBezTo>
                    <a:lnTo>
                      <a:pt x="211" y="100"/>
                    </a:lnTo>
                    <a:lnTo>
                      <a:pt x="210" y="100"/>
                    </a:lnTo>
                    <a:cubicBezTo>
                      <a:pt x="197" y="100"/>
                      <a:pt x="184" y="107"/>
                      <a:pt x="175" y="118"/>
                    </a:cubicBezTo>
                    <a:cubicBezTo>
                      <a:pt x="166" y="128"/>
                      <a:pt x="161" y="143"/>
                      <a:pt x="164" y="158"/>
                    </a:cubicBezTo>
                    <a:lnTo>
                      <a:pt x="164" y="160"/>
                    </a:lnTo>
                    <a:lnTo>
                      <a:pt x="163" y="159"/>
                    </a:lnTo>
                    <a:cubicBezTo>
                      <a:pt x="146" y="158"/>
                      <a:pt x="128" y="164"/>
                      <a:pt x="116" y="177"/>
                    </a:cubicBezTo>
                    <a:cubicBezTo>
                      <a:pt x="104" y="190"/>
                      <a:pt x="98" y="210"/>
                      <a:pt x="103" y="228"/>
                    </a:cubicBezTo>
                    <a:lnTo>
                      <a:pt x="103" y="229"/>
                    </a:lnTo>
                    <a:lnTo>
                      <a:pt x="102" y="229"/>
                    </a:lnTo>
                    <a:cubicBezTo>
                      <a:pt x="87" y="237"/>
                      <a:pt x="71" y="245"/>
                      <a:pt x="61" y="258"/>
                    </a:cubicBezTo>
                    <a:cubicBezTo>
                      <a:pt x="55" y="265"/>
                      <a:pt x="52" y="274"/>
                      <a:pt x="51" y="283"/>
                    </a:cubicBezTo>
                    <a:cubicBezTo>
                      <a:pt x="51" y="291"/>
                      <a:pt x="53" y="300"/>
                      <a:pt x="59" y="306"/>
                    </a:cubicBezTo>
                    <a:lnTo>
                      <a:pt x="60" y="307"/>
                    </a:lnTo>
                    <a:lnTo>
                      <a:pt x="59" y="308"/>
                    </a:lnTo>
                    <a:cubicBezTo>
                      <a:pt x="45" y="319"/>
                      <a:pt x="31" y="330"/>
                      <a:pt x="24" y="346"/>
                    </a:cubicBezTo>
                    <a:cubicBezTo>
                      <a:pt x="21" y="354"/>
                      <a:pt x="19" y="362"/>
                      <a:pt x="21" y="370"/>
                    </a:cubicBezTo>
                    <a:cubicBezTo>
                      <a:pt x="22" y="378"/>
                      <a:pt x="28" y="385"/>
                      <a:pt x="34" y="389"/>
                    </a:cubicBezTo>
                    <a:lnTo>
                      <a:pt x="36" y="390"/>
                    </a:lnTo>
                    <a:lnTo>
                      <a:pt x="34" y="391"/>
                    </a:lnTo>
                    <a:cubicBezTo>
                      <a:pt x="26" y="398"/>
                      <a:pt x="18" y="405"/>
                      <a:pt x="12" y="413"/>
                    </a:cubicBezTo>
                    <a:cubicBezTo>
                      <a:pt x="6" y="421"/>
                      <a:pt x="2" y="431"/>
                      <a:pt x="3" y="441"/>
                    </a:cubicBezTo>
                    <a:cubicBezTo>
                      <a:pt x="3" y="450"/>
                      <a:pt x="8" y="459"/>
                      <a:pt x="17" y="462"/>
                    </a:cubicBezTo>
                    <a:cubicBezTo>
                      <a:pt x="25" y="465"/>
                      <a:pt x="35" y="464"/>
                      <a:pt x="40" y="457"/>
                    </a:cubicBezTo>
                    <a:lnTo>
                      <a:pt x="41" y="456"/>
                    </a:lnTo>
                    <a:lnTo>
                      <a:pt x="41" y="456"/>
                    </a:lnTo>
                    <a:cubicBezTo>
                      <a:pt x="55" y="466"/>
                      <a:pt x="73" y="467"/>
                      <a:pt x="85" y="460"/>
                    </a:cubicBezTo>
                    <a:cubicBezTo>
                      <a:pt x="98" y="454"/>
                      <a:pt x="106" y="442"/>
                      <a:pt x="108" y="430"/>
                    </a:cubicBezTo>
                    <a:lnTo>
                      <a:pt x="108" y="429"/>
                    </a:lnTo>
                    <a:lnTo>
                      <a:pt x="109" y="430"/>
                    </a:lnTo>
                    <a:cubicBezTo>
                      <a:pt x="114" y="432"/>
                      <a:pt x="119" y="433"/>
                      <a:pt x="123" y="434"/>
                    </a:cubicBezTo>
                    <a:cubicBezTo>
                      <a:pt x="128" y="435"/>
                      <a:pt x="133" y="435"/>
                      <a:pt x="137" y="435"/>
                    </a:cubicBezTo>
                    <a:cubicBezTo>
                      <a:pt x="146" y="435"/>
                      <a:pt x="153" y="434"/>
                      <a:pt x="158" y="431"/>
                    </a:cubicBezTo>
                    <a:cubicBezTo>
                      <a:pt x="164" y="429"/>
                      <a:pt x="167" y="425"/>
                      <a:pt x="169" y="423"/>
                    </a:cubicBezTo>
                    <a:cubicBezTo>
                      <a:pt x="170" y="420"/>
                      <a:pt x="170" y="418"/>
                      <a:pt x="170" y="418"/>
                    </a:cubicBezTo>
                    <a:lnTo>
                      <a:pt x="171" y="419"/>
                    </a:lnTo>
                    <a:close/>
                  </a:path>
                </a:pathLst>
              </a:custGeom>
              <a:solidFill>
                <a:srgbClr val="455A64"/>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00" name="Google Shape;2100;p47"/>
              <p:cNvSpPr/>
              <p:nvPr/>
            </p:nvSpPr>
            <p:spPr>
              <a:xfrm>
                <a:off x="5891837" y="1039774"/>
                <a:ext cx="526652" cy="400085"/>
              </a:xfrm>
              <a:custGeom>
                <a:rect b="b" l="l" r="r" t="t"/>
                <a:pathLst>
                  <a:path extrusionOk="0" h="373" w="491">
                    <a:moveTo>
                      <a:pt x="9" y="373"/>
                    </a:moveTo>
                    <a:cubicBezTo>
                      <a:pt x="9" y="373"/>
                      <a:pt x="6" y="371"/>
                      <a:pt x="5" y="367"/>
                    </a:cubicBezTo>
                    <a:cubicBezTo>
                      <a:pt x="3" y="364"/>
                      <a:pt x="1" y="358"/>
                      <a:pt x="1" y="350"/>
                    </a:cubicBezTo>
                    <a:cubicBezTo>
                      <a:pt x="0" y="342"/>
                      <a:pt x="2" y="332"/>
                      <a:pt x="8" y="323"/>
                    </a:cubicBezTo>
                    <a:cubicBezTo>
                      <a:pt x="14" y="313"/>
                      <a:pt x="25" y="305"/>
                      <a:pt x="40" y="303"/>
                    </a:cubicBezTo>
                    <a:lnTo>
                      <a:pt x="39" y="304"/>
                    </a:lnTo>
                    <a:cubicBezTo>
                      <a:pt x="36" y="290"/>
                      <a:pt x="38" y="275"/>
                      <a:pt x="47" y="261"/>
                    </a:cubicBezTo>
                    <a:cubicBezTo>
                      <a:pt x="51" y="254"/>
                      <a:pt x="56" y="248"/>
                      <a:pt x="64" y="243"/>
                    </a:cubicBezTo>
                    <a:cubicBezTo>
                      <a:pt x="71" y="238"/>
                      <a:pt x="79" y="235"/>
                      <a:pt x="88" y="231"/>
                    </a:cubicBezTo>
                    <a:cubicBezTo>
                      <a:pt x="92" y="230"/>
                      <a:pt x="96" y="228"/>
                      <a:pt x="99" y="225"/>
                    </a:cubicBezTo>
                    <a:cubicBezTo>
                      <a:pt x="102" y="223"/>
                      <a:pt x="105" y="218"/>
                      <a:pt x="107" y="214"/>
                    </a:cubicBezTo>
                    <a:cubicBezTo>
                      <a:pt x="111" y="206"/>
                      <a:pt x="112" y="196"/>
                      <a:pt x="117" y="187"/>
                    </a:cubicBezTo>
                    <a:cubicBezTo>
                      <a:pt x="127" y="169"/>
                      <a:pt x="148" y="157"/>
                      <a:pt x="170" y="160"/>
                    </a:cubicBezTo>
                    <a:lnTo>
                      <a:pt x="168" y="162"/>
                    </a:lnTo>
                    <a:cubicBezTo>
                      <a:pt x="165" y="142"/>
                      <a:pt x="172" y="120"/>
                      <a:pt x="187" y="104"/>
                    </a:cubicBezTo>
                    <a:cubicBezTo>
                      <a:pt x="202" y="88"/>
                      <a:pt x="225" y="80"/>
                      <a:pt x="246" y="83"/>
                    </a:cubicBezTo>
                    <a:lnTo>
                      <a:pt x="244" y="84"/>
                    </a:lnTo>
                    <a:cubicBezTo>
                      <a:pt x="242" y="58"/>
                      <a:pt x="256" y="34"/>
                      <a:pt x="277" y="23"/>
                    </a:cubicBezTo>
                    <a:cubicBezTo>
                      <a:pt x="298" y="12"/>
                      <a:pt x="322" y="15"/>
                      <a:pt x="339" y="27"/>
                    </a:cubicBezTo>
                    <a:lnTo>
                      <a:pt x="338" y="27"/>
                    </a:lnTo>
                    <a:cubicBezTo>
                      <a:pt x="347" y="18"/>
                      <a:pt x="358" y="12"/>
                      <a:pt x="368" y="8"/>
                    </a:cubicBezTo>
                    <a:cubicBezTo>
                      <a:pt x="379" y="4"/>
                      <a:pt x="390" y="2"/>
                      <a:pt x="400" y="1"/>
                    </a:cubicBezTo>
                    <a:cubicBezTo>
                      <a:pt x="420" y="-1"/>
                      <a:pt x="437" y="1"/>
                      <a:pt x="451" y="4"/>
                    </a:cubicBezTo>
                    <a:cubicBezTo>
                      <a:pt x="465" y="8"/>
                      <a:pt x="475" y="13"/>
                      <a:pt x="482" y="17"/>
                    </a:cubicBezTo>
                    <a:cubicBezTo>
                      <a:pt x="485" y="19"/>
                      <a:pt x="487" y="21"/>
                      <a:pt x="489" y="22"/>
                    </a:cubicBezTo>
                    <a:cubicBezTo>
                      <a:pt x="491" y="23"/>
                      <a:pt x="491" y="24"/>
                      <a:pt x="491" y="24"/>
                    </a:cubicBezTo>
                    <a:cubicBezTo>
                      <a:pt x="491" y="24"/>
                      <a:pt x="488" y="22"/>
                      <a:pt x="482" y="18"/>
                    </a:cubicBezTo>
                    <a:cubicBezTo>
                      <a:pt x="475" y="14"/>
                      <a:pt x="465" y="9"/>
                      <a:pt x="451" y="6"/>
                    </a:cubicBezTo>
                    <a:cubicBezTo>
                      <a:pt x="437" y="3"/>
                      <a:pt x="420" y="0"/>
                      <a:pt x="400" y="3"/>
                    </a:cubicBezTo>
                    <a:cubicBezTo>
                      <a:pt x="390" y="4"/>
                      <a:pt x="380" y="6"/>
                      <a:pt x="369" y="10"/>
                    </a:cubicBezTo>
                    <a:cubicBezTo>
                      <a:pt x="359" y="14"/>
                      <a:pt x="348" y="20"/>
                      <a:pt x="340" y="28"/>
                    </a:cubicBezTo>
                    <a:lnTo>
                      <a:pt x="339" y="29"/>
                    </a:lnTo>
                    <a:lnTo>
                      <a:pt x="338" y="29"/>
                    </a:lnTo>
                    <a:cubicBezTo>
                      <a:pt x="322" y="17"/>
                      <a:pt x="298" y="15"/>
                      <a:pt x="278" y="25"/>
                    </a:cubicBezTo>
                    <a:cubicBezTo>
                      <a:pt x="258" y="36"/>
                      <a:pt x="244" y="59"/>
                      <a:pt x="247" y="84"/>
                    </a:cubicBezTo>
                    <a:lnTo>
                      <a:pt x="247" y="85"/>
                    </a:lnTo>
                    <a:lnTo>
                      <a:pt x="245" y="85"/>
                    </a:lnTo>
                    <a:cubicBezTo>
                      <a:pt x="225" y="83"/>
                      <a:pt x="203" y="90"/>
                      <a:pt x="189" y="106"/>
                    </a:cubicBezTo>
                    <a:cubicBezTo>
                      <a:pt x="174" y="121"/>
                      <a:pt x="168" y="142"/>
                      <a:pt x="171" y="161"/>
                    </a:cubicBezTo>
                    <a:lnTo>
                      <a:pt x="171" y="163"/>
                    </a:lnTo>
                    <a:lnTo>
                      <a:pt x="169" y="163"/>
                    </a:lnTo>
                    <a:cubicBezTo>
                      <a:pt x="149" y="160"/>
                      <a:pt x="128" y="171"/>
                      <a:pt x="119" y="188"/>
                    </a:cubicBezTo>
                    <a:cubicBezTo>
                      <a:pt x="114" y="196"/>
                      <a:pt x="113" y="206"/>
                      <a:pt x="109" y="215"/>
                    </a:cubicBezTo>
                    <a:cubicBezTo>
                      <a:pt x="107" y="219"/>
                      <a:pt x="104" y="223"/>
                      <a:pt x="100" y="226"/>
                    </a:cubicBezTo>
                    <a:cubicBezTo>
                      <a:pt x="97" y="229"/>
                      <a:pt x="93" y="232"/>
                      <a:pt x="88" y="233"/>
                    </a:cubicBezTo>
                    <a:cubicBezTo>
                      <a:pt x="80" y="237"/>
                      <a:pt x="72" y="239"/>
                      <a:pt x="65" y="244"/>
                    </a:cubicBezTo>
                    <a:cubicBezTo>
                      <a:pt x="58" y="249"/>
                      <a:pt x="52" y="255"/>
                      <a:pt x="48" y="262"/>
                    </a:cubicBezTo>
                    <a:cubicBezTo>
                      <a:pt x="40" y="275"/>
                      <a:pt x="38" y="290"/>
                      <a:pt x="41" y="303"/>
                    </a:cubicBezTo>
                    <a:lnTo>
                      <a:pt x="41" y="304"/>
                    </a:lnTo>
                    <a:lnTo>
                      <a:pt x="40" y="304"/>
                    </a:lnTo>
                    <a:cubicBezTo>
                      <a:pt x="26" y="306"/>
                      <a:pt x="15" y="314"/>
                      <a:pt x="9" y="323"/>
                    </a:cubicBezTo>
                    <a:cubicBezTo>
                      <a:pt x="3" y="332"/>
                      <a:pt x="2" y="342"/>
                      <a:pt x="2" y="350"/>
                    </a:cubicBezTo>
                    <a:cubicBezTo>
                      <a:pt x="2" y="358"/>
                      <a:pt x="4" y="363"/>
                      <a:pt x="6" y="367"/>
                    </a:cubicBezTo>
                    <a:cubicBezTo>
                      <a:pt x="8" y="371"/>
                      <a:pt x="9" y="372"/>
                      <a:pt x="9" y="372"/>
                    </a:cubicBezTo>
                    <a:lnTo>
                      <a:pt x="9" y="373"/>
                    </a:lnTo>
                    <a:close/>
                  </a:path>
                </a:pathLst>
              </a:custGeom>
              <a:solidFill>
                <a:srgbClr val="455A64"/>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01" name="Google Shape;2101;p47"/>
              <p:cNvSpPr/>
              <p:nvPr/>
            </p:nvSpPr>
            <p:spPr>
              <a:xfrm>
                <a:off x="6443158" y="1045137"/>
                <a:ext cx="410810" cy="419392"/>
              </a:xfrm>
              <a:custGeom>
                <a:rect b="b" l="l" r="r" t="t"/>
                <a:pathLst>
                  <a:path extrusionOk="0" h="391" w="383">
                    <a:moveTo>
                      <a:pt x="328" y="391"/>
                    </a:moveTo>
                    <a:cubicBezTo>
                      <a:pt x="328" y="391"/>
                      <a:pt x="326" y="389"/>
                      <a:pt x="327" y="384"/>
                    </a:cubicBezTo>
                    <a:cubicBezTo>
                      <a:pt x="328" y="382"/>
                      <a:pt x="330" y="379"/>
                      <a:pt x="333" y="377"/>
                    </a:cubicBezTo>
                    <a:cubicBezTo>
                      <a:pt x="335" y="374"/>
                      <a:pt x="338" y="373"/>
                      <a:pt x="343" y="371"/>
                    </a:cubicBezTo>
                    <a:cubicBezTo>
                      <a:pt x="347" y="370"/>
                      <a:pt x="352" y="369"/>
                      <a:pt x="357" y="366"/>
                    </a:cubicBezTo>
                    <a:cubicBezTo>
                      <a:pt x="361" y="363"/>
                      <a:pt x="365" y="358"/>
                      <a:pt x="367" y="352"/>
                    </a:cubicBezTo>
                    <a:cubicBezTo>
                      <a:pt x="369" y="346"/>
                      <a:pt x="369" y="339"/>
                      <a:pt x="369" y="332"/>
                    </a:cubicBezTo>
                    <a:cubicBezTo>
                      <a:pt x="369" y="325"/>
                      <a:pt x="367" y="317"/>
                      <a:pt x="367" y="309"/>
                    </a:cubicBezTo>
                    <a:cubicBezTo>
                      <a:pt x="367" y="292"/>
                      <a:pt x="374" y="275"/>
                      <a:pt x="379" y="257"/>
                    </a:cubicBezTo>
                    <a:cubicBezTo>
                      <a:pt x="381" y="248"/>
                      <a:pt x="381" y="238"/>
                      <a:pt x="380" y="229"/>
                    </a:cubicBezTo>
                    <a:cubicBezTo>
                      <a:pt x="378" y="219"/>
                      <a:pt x="373" y="209"/>
                      <a:pt x="364" y="204"/>
                    </a:cubicBezTo>
                    <a:cubicBezTo>
                      <a:pt x="355" y="199"/>
                      <a:pt x="344" y="197"/>
                      <a:pt x="333" y="194"/>
                    </a:cubicBezTo>
                    <a:cubicBezTo>
                      <a:pt x="328" y="192"/>
                      <a:pt x="323" y="190"/>
                      <a:pt x="318" y="187"/>
                    </a:cubicBezTo>
                    <a:cubicBezTo>
                      <a:pt x="313" y="183"/>
                      <a:pt x="309" y="178"/>
                      <a:pt x="307" y="173"/>
                    </a:cubicBezTo>
                    <a:cubicBezTo>
                      <a:pt x="302" y="162"/>
                      <a:pt x="300" y="150"/>
                      <a:pt x="298" y="139"/>
                    </a:cubicBezTo>
                    <a:cubicBezTo>
                      <a:pt x="296" y="133"/>
                      <a:pt x="294" y="127"/>
                      <a:pt x="291" y="122"/>
                    </a:cubicBezTo>
                    <a:cubicBezTo>
                      <a:pt x="289" y="117"/>
                      <a:pt x="284" y="113"/>
                      <a:pt x="279" y="111"/>
                    </a:cubicBezTo>
                    <a:cubicBezTo>
                      <a:pt x="271" y="108"/>
                      <a:pt x="263" y="108"/>
                      <a:pt x="255" y="107"/>
                    </a:cubicBezTo>
                    <a:cubicBezTo>
                      <a:pt x="250" y="107"/>
                      <a:pt x="246" y="106"/>
                      <a:pt x="242" y="104"/>
                    </a:cubicBezTo>
                    <a:cubicBezTo>
                      <a:pt x="239" y="103"/>
                      <a:pt x="235" y="100"/>
                      <a:pt x="233" y="96"/>
                    </a:cubicBezTo>
                    <a:cubicBezTo>
                      <a:pt x="228" y="89"/>
                      <a:pt x="226" y="81"/>
                      <a:pt x="224" y="74"/>
                    </a:cubicBezTo>
                    <a:cubicBezTo>
                      <a:pt x="221" y="67"/>
                      <a:pt x="218" y="60"/>
                      <a:pt x="213" y="54"/>
                    </a:cubicBezTo>
                    <a:cubicBezTo>
                      <a:pt x="203" y="43"/>
                      <a:pt x="189" y="36"/>
                      <a:pt x="175" y="36"/>
                    </a:cubicBezTo>
                    <a:cubicBezTo>
                      <a:pt x="161" y="36"/>
                      <a:pt x="147" y="41"/>
                      <a:pt x="138" y="50"/>
                    </a:cubicBezTo>
                    <a:lnTo>
                      <a:pt x="137" y="51"/>
                    </a:lnTo>
                    <a:lnTo>
                      <a:pt x="136" y="49"/>
                    </a:lnTo>
                    <a:cubicBezTo>
                      <a:pt x="125" y="25"/>
                      <a:pt x="104" y="10"/>
                      <a:pt x="84" y="4"/>
                    </a:cubicBezTo>
                    <a:cubicBezTo>
                      <a:pt x="74" y="2"/>
                      <a:pt x="64" y="1"/>
                      <a:pt x="55" y="2"/>
                    </a:cubicBezTo>
                    <a:cubicBezTo>
                      <a:pt x="46" y="3"/>
                      <a:pt x="38" y="5"/>
                      <a:pt x="31" y="9"/>
                    </a:cubicBezTo>
                    <a:cubicBezTo>
                      <a:pt x="18" y="15"/>
                      <a:pt x="10" y="25"/>
                      <a:pt x="6" y="32"/>
                    </a:cubicBezTo>
                    <a:cubicBezTo>
                      <a:pt x="4" y="35"/>
                      <a:pt x="2" y="38"/>
                      <a:pt x="1" y="40"/>
                    </a:cubicBezTo>
                    <a:cubicBezTo>
                      <a:pt x="1" y="41"/>
                      <a:pt x="1" y="42"/>
                      <a:pt x="1" y="42"/>
                    </a:cubicBezTo>
                    <a:cubicBezTo>
                      <a:pt x="0" y="43"/>
                      <a:pt x="0" y="43"/>
                      <a:pt x="0" y="43"/>
                    </a:cubicBezTo>
                    <a:lnTo>
                      <a:pt x="0" y="42"/>
                    </a:lnTo>
                    <a:lnTo>
                      <a:pt x="1" y="40"/>
                    </a:lnTo>
                    <a:cubicBezTo>
                      <a:pt x="2" y="38"/>
                      <a:pt x="3" y="35"/>
                      <a:pt x="5" y="32"/>
                    </a:cubicBezTo>
                    <a:cubicBezTo>
                      <a:pt x="9" y="25"/>
                      <a:pt x="17" y="15"/>
                      <a:pt x="31" y="7"/>
                    </a:cubicBezTo>
                    <a:cubicBezTo>
                      <a:pt x="38" y="4"/>
                      <a:pt x="46" y="1"/>
                      <a:pt x="55" y="0"/>
                    </a:cubicBezTo>
                    <a:cubicBezTo>
                      <a:pt x="64" y="-1"/>
                      <a:pt x="75" y="0"/>
                      <a:pt x="85" y="3"/>
                    </a:cubicBezTo>
                    <a:cubicBezTo>
                      <a:pt x="105" y="8"/>
                      <a:pt x="127" y="24"/>
                      <a:pt x="138" y="48"/>
                    </a:cubicBezTo>
                    <a:lnTo>
                      <a:pt x="136" y="48"/>
                    </a:lnTo>
                    <a:cubicBezTo>
                      <a:pt x="146" y="39"/>
                      <a:pt x="160" y="33"/>
                      <a:pt x="175" y="34"/>
                    </a:cubicBezTo>
                    <a:cubicBezTo>
                      <a:pt x="190" y="34"/>
                      <a:pt x="205" y="41"/>
                      <a:pt x="215" y="53"/>
                    </a:cubicBezTo>
                    <a:cubicBezTo>
                      <a:pt x="220" y="58"/>
                      <a:pt x="224" y="66"/>
                      <a:pt x="226" y="73"/>
                    </a:cubicBezTo>
                    <a:cubicBezTo>
                      <a:pt x="229" y="81"/>
                      <a:pt x="231" y="88"/>
                      <a:pt x="235" y="95"/>
                    </a:cubicBezTo>
                    <a:cubicBezTo>
                      <a:pt x="239" y="101"/>
                      <a:pt x="247" y="104"/>
                      <a:pt x="255" y="105"/>
                    </a:cubicBezTo>
                    <a:cubicBezTo>
                      <a:pt x="263" y="106"/>
                      <a:pt x="272" y="105"/>
                      <a:pt x="280" y="108"/>
                    </a:cubicBezTo>
                    <a:cubicBezTo>
                      <a:pt x="286" y="111"/>
                      <a:pt x="291" y="116"/>
                      <a:pt x="294" y="121"/>
                    </a:cubicBezTo>
                    <a:cubicBezTo>
                      <a:pt x="297" y="127"/>
                      <a:pt x="299" y="132"/>
                      <a:pt x="301" y="138"/>
                    </a:cubicBezTo>
                    <a:cubicBezTo>
                      <a:pt x="303" y="150"/>
                      <a:pt x="305" y="161"/>
                      <a:pt x="310" y="172"/>
                    </a:cubicBezTo>
                    <a:cubicBezTo>
                      <a:pt x="312" y="177"/>
                      <a:pt x="315" y="181"/>
                      <a:pt x="320" y="184"/>
                    </a:cubicBezTo>
                    <a:cubicBezTo>
                      <a:pt x="324" y="188"/>
                      <a:pt x="329" y="190"/>
                      <a:pt x="335" y="191"/>
                    </a:cubicBezTo>
                    <a:cubicBezTo>
                      <a:pt x="345" y="195"/>
                      <a:pt x="356" y="196"/>
                      <a:pt x="366" y="202"/>
                    </a:cubicBezTo>
                    <a:cubicBezTo>
                      <a:pt x="370" y="205"/>
                      <a:pt x="374" y="209"/>
                      <a:pt x="377" y="213"/>
                    </a:cubicBezTo>
                    <a:cubicBezTo>
                      <a:pt x="380" y="218"/>
                      <a:pt x="381" y="223"/>
                      <a:pt x="382" y="228"/>
                    </a:cubicBezTo>
                    <a:cubicBezTo>
                      <a:pt x="384" y="238"/>
                      <a:pt x="383" y="248"/>
                      <a:pt x="381" y="258"/>
                    </a:cubicBezTo>
                    <a:cubicBezTo>
                      <a:pt x="377" y="276"/>
                      <a:pt x="370" y="293"/>
                      <a:pt x="370" y="309"/>
                    </a:cubicBezTo>
                    <a:cubicBezTo>
                      <a:pt x="370" y="317"/>
                      <a:pt x="371" y="324"/>
                      <a:pt x="371" y="332"/>
                    </a:cubicBezTo>
                    <a:cubicBezTo>
                      <a:pt x="371" y="339"/>
                      <a:pt x="371" y="346"/>
                      <a:pt x="368" y="352"/>
                    </a:cubicBezTo>
                    <a:cubicBezTo>
                      <a:pt x="366" y="358"/>
                      <a:pt x="363" y="363"/>
                      <a:pt x="358" y="367"/>
                    </a:cubicBezTo>
                    <a:cubicBezTo>
                      <a:pt x="353" y="370"/>
                      <a:pt x="348" y="371"/>
                      <a:pt x="344" y="372"/>
                    </a:cubicBezTo>
                    <a:cubicBezTo>
                      <a:pt x="340" y="374"/>
                      <a:pt x="335" y="375"/>
                      <a:pt x="333" y="377"/>
                    </a:cubicBezTo>
                    <a:cubicBezTo>
                      <a:pt x="330" y="379"/>
                      <a:pt x="329" y="382"/>
                      <a:pt x="328" y="384"/>
                    </a:cubicBezTo>
                    <a:cubicBezTo>
                      <a:pt x="326" y="389"/>
                      <a:pt x="328" y="391"/>
                      <a:pt x="328" y="391"/>
                    </a:cubicBezTo>
                    <a:close/>
                  </a:path>
                </a:pathLst>
              </a:custGeom>
              <a:solidFill>
                <a:srgbClr val="455A64"/>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02" name="Google Shape;2102;p47"/>
              <p:cNvSpPr/>
              <p:nvPr/>
            </p:nvSpPr>
            <p:spPr>
              <a:xfrm>
                <a:off x="6424924" y="977562"/>
                <a:ext cx="551322" cy="342164"/>
              </a:xfrm>
              <a:custGeom>
                <a:rect b="b" l="l" r="r" t="t"/>
                <a:pathLst>
                  <a:path extrusionOk="0" h="319" w="514">
                    <a:moveTo>
                      <a:pt x="514" y="319"/>
                    </a:moveTo>
                    <a:lnTo>
                      <a:pt x="513" y="317"/>
                    </a:lnTo>
                    <a:cubicBezTo>
                      <a:pt x="512" y="316"/>
                      <a:pt x="512" y="315"/>
                      <a:pt x="511" y="313"/>
                    </a:cubicBezTo>
                    <a:cubicBezTo>
                      <a:pt x="509" y="308"/>
                      <a:pt x="505" y="302"/>
                      <a:pt x="502" y="294"/>
                    </a:cubicBezTo>
                    <a:cubicBezTo>
                      <a:pt x="498" y="285"/>
                      <a:pt x="493" y="275"/>
                      <a:pt x="487" y="264"/>
                    </a:cubicBezTo>
                    <a:cubicBezTo>
                      <a:pt x="481" y="253"/>
                      <a:pt x="472" y="241"/>
                      <a:pt x="458" y="233"/>
                    </a:cubicBezTo>
                    <a:cubicBezTo>
                      <a:pt x="451" y="229"/>
                      <a:pt x="443" y="226"/>
                      <a:pt x="434" y="223"/>
                    </a:cubicBezTo>
                    <a:cubicBezTo>
                      <a:pt x="430" y="221"/>
                      <a:pt x="426" y="219"/>
                      <a:pt x="423" y="216"/>
                    </a:cubicBezTo>
                    <a:cubicBezTo>
                      <a:pt x="419" y="213"/>
                      <a:pt x="416" y="209"/>
                      <a:pt x="414" y="204"/>
                    </a:cubicBezTo>
                    <a:cubicBezTo>
                      <a:pt x="409" y="195"/>
                      <a:pt x="409" y="185"/>
                      <a:pt x="406" y="176"/>
                    </a:cubicBezTo>
                    <a:cubicBezTo>
                      <a:pt x="404" y="171"/>
                      <a:pt x="402" y="167"/>
                      <a:pt x="398" y="164"/>
                    </a:cubicBezTo>
                    <a:cubicBezTo>
                      <a:pt x="394" y="161"/>
                      <a:pt x="389" y="159"/>
                      <a:pt x="384" y="157"/>
                    </a:cubicBezTo>
                    <a:cubicBezTo>
                      <a:pt x="379" y="156"/>
                      <a:pt x="373" y="154"/>
                      <a:pt x="368" y="152"/>
                    </a:cubicBezTo>
                    <a:cubicBezTo>
                      <a:pt x="363" y="149"/>
                      <a:pt x="359" y="144"/>
                      <a:pt x="356" y="139"/>
                    </a:cubicBezTo>
                    <a:cubicBezTo>
                      <a:pt x="351" y="129"/>
                      <a:pt x="351" y="117"/>
                      <a:pt x="349" y="105"/>
                    </a:cubicBezTo>
                    <a:cubicBezTo>
                      <a:pt x="348" y="100"/>
                      <a:pt x="346" y="94"/>
                      <a:pt x="343" y="89"/>
                    </a:cubicBezTo>
                    <a:cubicBezTo>
                      <a:pt x="340" y="85"/>
                      <a:pt x="335" y="82"/>
                      <a:pt x="329" y="80"/>
                    </a:cubicBezTo>
                    <a:cubicBezTo>
                      <a:pt x="318" y="78"/>
                      <a:pt x="306" y="82"/>
                      <a:pt x="293" y="80"/>
                    </a:cubicBezTo>
                    <a:cubicBezTo>
                      <a:pt x="287" y="79"/>
                      <a:pt x="281" y="76"/>
                      <a:pt x="276" y="71"/>
                    </a:cubicBezTo>
                    <a:cubicBezTo>
                      <a:pt x="272" y="67"/>
                      <a:pt x="268" y="61"/>
                      <a:pt x="265" y="56"/>
                    </a:cubicBezTo>
                    <a:cubicBezTo>
                      <a:pt x="262" y="51"/>
                      <a:pt x="259" y="46"/>
                      <a:pt x="256" y="41"/>
                    </a:cubicBezTo>
                    <a:cubicBezTo>
                      <a:pt x="252" y="36"/>
                      <a:pt x="248" y="33"/>
                      <a:pt x="243" y="30"/>
                    </a:cubicBezTo>
                    <a:cubicBezTo>
                      <a:pt x="233" y="25"/>
                      <a:pt x="221" y="28"/>
                      <a:pt x="210" y="31"/>
                    </a:cubicBezTo>
                    <a:cubicBezTo>
                      <a:pt x="199" y="33"/>
                      <a:pt x="188" y="36"/>
                      <a:pt x="177" y="33"/>
                    </a:cubicBezTo>
                    <a:cubicBezTo>
                      <a:pt x="166" y="31"/>
                      <a:pt x="157" y="26"/>
                      <a:pt x="148" y="20"/>
                    </a:cubicBezTo>
                    <a:cubicBezTo>
                      <a:pt x="139" y="15"/>
                      <a:pt x="131" y="9"/>
                      <a:pt x="122" y="6"/>
                    </a:cubicBezTo>
                    <a:cubicBezTo>
                      <a:pt x="105" y="0"/>
                      <a:pt x="86" y="1"/>
                      <a:pt x="71" y="4"/>
                    </a:cubicBezTo>
                    <a:cubicBezTo>
                      <a:pt x="55" y="8"/>
                      <a:pt x="42" y="16"/>
                      <a:pt x="32" y="24"/>
                    </a:cubicBezTo>
                    <a:cubicBezTo>
                      <a:pt x="23" y="32"/>
                      <a:pt x="16" y="42"/>
                      <a:pt x="11" y="49"/>
                    </a:cubicBezTo>
                    <a:cubicBezTo>
                      <a:pt x="7" y="57"/>
                      <a:pt x="4" y="63"/>
                      <a:pt x="2" y="68"/>
                    </a:cubicBezTo>
                    <a:cubicBezTo>
                      <a:pt x="1" y="70"/>
                      <a:pt x="1" y="72"/>
                      <a:pt x="0" y="73"/>
                    </a:cubicBezTo>
                    <a:cubicBezTo>
                      <a:pt x="0" y="74"/>
                      <a:pt x="0" y="75"/>
                      <a:pt x="0" y="75"/>
                    </a:cubicBezTo>
                    <a:cubicBezTo>
                      <a:pt x="0" y="75"/>
                      <a:pt x="0" y="74"/>
                      <a:pt x="0" y="73"/>
                    </a:cubicBezTo>
                    <a:cubicBezTo>
                      <a:pt x="1" y="72"/>
                      <a:pt x="1" y="70"/>
                      <a:pt x="2" y="68"/>
                    </a:cubicBezTo>
                    <a:cubicBezTo>
                      <a:pt x="3" y="63"/>
                      <a:pt x="6" y="57"/>
                      <a:pt x="11" y="49"/>
                    </a:cubicBezTo>
                    <a:cubicBezTo>
                      <a:pt x="15" y="41"/>
                      <a:pt x="22" y="32"/>
                      <a:pt x="32" y="23"/>
                    </a:cubicBezTo>
                    <a:cubicBezTo>
                      <a:pt x="41" y="15"/>
                      <a:pt x="54" y="7"/>
                      <a:pt x="70" y="3"/>
                    </a:cubicBezTo>
                    <a:cubicBezTo>
                      <a:pt x="86" y="-1"/>
                      <a:pt x="105" y="-2"/>
                      <a:pt x="123" y="4"/>
                    </a:cubicBezTo>
                    <a:cubicBezTo>
                      <a:pt x="132" y="7"/>
                      <a:pt x="140" y="13"/>
                      <a:pt x="149" y="18"/>
                    </a:cubicBezTo>
                    <a:cubicBezTo>
                      <a:pt x="157" y="24"/>
                      <a:pt x="167" y="29"/>
                      <a:pt x="177" y="31"/>
                    </a:cubicBezTo>
                    <a:cubicBezTo>
                      <a:pt x="188" y="33"/>
                      <a:pt x="199" y="31"/>
                      <a:pt x="209" y="28"/>
                    </a:cubicBezTo>
                    <a:cubicBezTo>
                      <a:pt x="215" y="27"/>
                      <a:pt x="220" y="26"/>
                      <a:pt x="226" y="25"/>
                    </a:cubicBezTo>
                    <a:cubicBezTo>
                      <a:pt x="232" y="25"/>
                      <a:pt x="238" y="26"/>
                      <a:pt x="244" y="28"/>
                    </a:cubicBezTo>
                    <a:cubicBezTo>
                      <a:pt x="250" y="31"/>
                      <a:pt x="254" y="35"/>
                      <a:pt x="258" y="40"/>
                    </a:cubicBezTo>
                    <a:cubicBezTo>
                      <a:pt x="261" y="44"/>
                      <a:pt x="264" y="50"/>
                      <a:pt x="267" y="55"/>
                    </a:cubicBezTo>
                    <a:cubicBezTo>
                      <a:pt x="271" y="60"/>
                      <a:pt x="274" y="65"/>
                      <a:pt x="278" y="69"/>
                    </a:cubicBezTo>
                    <a:cubicBezTo>
                      <a:pt x="282" y="74"/>
                      <a:pt x="288" y="76"/>
                      <a:pt x="293" y="77"/>
                    </a:cubicBezTo>
                    <a:cubicBezTo>
                      <a:pt x="305" y="79"/>
                      <a:pt x="317" y="75"/>
                      <a:pt x="330" y="78"/>
                    </a:cubicBezTo>
                    <a:cubicBezTo>
                      <a:pt x="336" y="79"/>
                      <a:pt x="342" y="83"/>
                      <a:pt x="345" y="88"/>
                    </a:cubicBezTo>
                    <a:cubicBezTo>
                      <a:pt x="349" y="93"/>
                      <a:pt x="350" y="99"/>
                      <a:pt x="352" y="105"/>
                    </a:cubicBezTo>
                    <a:cubicBezTo>
                      <a:pt x="354" y="117"/>
                      <a:pt x="354" y="128"/>
                      <a:pt x="359" y="138"/>
                    </a:cubicBezTo>
                    <a:cubicBezTo>
                      <a:pt x="361" y="143"/>
                      <a:pt x="365" y="147"/>
                      <a:pt x="369" y="149"/>
                    </a:cubicBezTo>
                    <a:cubicBezTo>
                      <a:pt x="374" y="152"/>
                      <a:pt x="379" y="153"/>
                      <a:pt x="384" y="155"/>
                    </a:cubicBezTo>
                    <a:cubicBezTo>
                      <a:pt x="390" y="157"/>
                      <a:pt x="395" y="159"/>
                      <a:pt x="399" y="162"/>
                    </a:cubicBezTo>
                    <a:cubicBezTo>
                      <a:pt x="404" y="165"/>
                      <a:pt x="407" y="170"/>
                      <a:pt x="408" y="175"/>
                    </a:cubicBezTo>
                    <a:cubicBezTo>
                      <a:pt x="412" y="185"/>
                      <a:pt x="412" y="195"/>
                      <a:pt x="416" y="204"/>
                    </a:cubicBezTo>
                    <a:cubicBezTo>
                      <a:pt x="419" y="212"/>
                      <a:pt x="427" y="217"/>
                      <a:pt x="435" y="221"/>
                    </a:cubicBezTo>
                    <a:cubicBezTo>
                      <a:pt x="443" y="225"/>
                      <a:pt x="451" y="227"/>
                      <a:pt x="459" y="231"/>
                    </a:cubicBezTo>
                    <a:cubicBezTo>
                      <a:pt x="473" y="239"/>
                      <a:pt x="482" y="252"/>
                      <a:pt x="488" y="263"/>
                    </a:cubicBezTo>
                    <a:cubicBezTo>
                      <a:pt x="495" y="275"/>
                      <a:pt x="499" y="285"/>
                      <a:pt x="503" y="293"/>
                    </a:cubicBezTo>
                    <a:cubicBezTo>
                      <a:pt x="506" y="301"/>
                      <a:pt x="509" y="308"/>
                      <a:pt x="511" y="312"/>
                    </a:cubicBezTo>
                    <a:cubicBezTo>
                      <a:pt x="512" y="314"/>
                      <a:pt x="513" y="316"/>
                      <a:pt x="513" y="317"/>
                    </a:cubicBezTo>
                    <a:cubicBezTo>
                      <a:pt x="514" y="318"/>
                      <a:pt x="514" y="319"/>
                      <a:pt x="514" y="319"/>
                    </a:cubicBezTo>
                    <a:close/>
                  </a:path>
                </a:pathLst>
              </a:custGeom>
              <a:solidFill>
                <a:srgbClr val="455A64"/>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03" name="Google Shape;2103;p47"/>
              <p:cNvSpPr/>
              <p:nvPr/>
            </p:nvSpPr>
            <p:spPr>
              <a:xfrm>
                <a:off x="6686641" y="1222119"/>
                <a:ext cx="228466" cy="512710"/>
              </a:xfrm>
              <a:custGeom>
                <a:rect b="b" l="l" r="r" t="t"/>
                <a:pathLst>
                  <a:path extrusionOk="0" h="478" w="213">
                    <a:moveTo>
                      <a:pt x="177" y="0"/>
                    </a:moveTo>
                    <a:cubicBezTo>
                      <a:pt x="177" y="0"/>
                      <a:pt x="178" y="0"/>
                      <a:pt x="179" y="0"/>
                    </a:cubicBezTo>
                    <a:cubicBezTo>
                      <a:pt x="180" y="0"/>
                      <a:pt x="182" y="0"/>
                      <a:pt x="183" y="1"/>
                    </a:cubicBezTo>
                    <a:cubicBezTo>
                      <a:pt x="187" y="3"/>
                      <a:pt x="192" y="8"/>
                      <a:pt x="192" y="16"/>
                    </a:cubicBezTo>
                    <a:cubicBezTo>
                      <a:pt x="192" y="20"/>
                      <a:pt x="191" y="25"/>
                      <a:pt x="190" y="29"/>
                    </a:cubicBezTo>
                    <a:cubicBezTo>
                      <a:pt x="189" y="34"/>
                      <a:pt x="188" y="39"/>
                      <a:pt x="188" y="44"/>
                    </a:cubicBezTo>
                    <a:cubicBezTo>
                      <a:pt x="188" y="50"/>
                      <a:pt x="191" y="55"/>
                      <a:pt x="194" y="60"/>
                    </a:cubicBezTo>
                    <a:cubicBezTo>
                      <a:pt x="197" y="66"/>
                      <a:pt x="202" y="71"/>
                      <a:pt x="205" y="77"/>
                    </a:cubicBezTo>
                    <a:cubicBezTo>
                      <a:pt x="209" y="83"/>
                      <a:pt x="211" y="91"/>
                      <a:pt x="207" y="99"/>
                    </a:cubicBezTo>
                    <a:cubicBezTo>
                      <a:pt x="205" y="106"/>
                      <a:pt x="199" y="113"/>
                      <a:pt x="197" y="120"/>
                    </a:cubicBezTo>
                    <a:cubicBezTo>
                      <a:pt x="194" y="128"/>
                      <a:pt x="195" y="136"/>
                      <a:pt x="199" y="144"/>
                    </a:cubicBezTo>
                    <a:cubicBezTo>
                      <a:pt x="202" y="152"/>
                      <a:pt x="207" y="160"/>
                      <a:pt x="211" y="169"/>
                    </a:cubicBezTo>
                    <a:cubicBezTo>
                      <a:pt x="212" y="173"/>
                      <a:pt x="213" y="178"/>
                      <a:pt x="213" y="183"/>
                    </a:cubicBezTo>
                    <a:cubicBezTo>
                      <a:pt x="213" y="188"/>
                      <a:pt x="212" y="192"/>
                      <a:pt x="210" y="197"/>
                    </a:cubicBezTo>
                    <a:cubicBezTo>
                      <a:pt x="206" y="206"/>
                      <a:pt x="199" y="214"/>
                      <a:pt x="194" y="222"/>
                    </a:cubicBezTo>
                    <a:cubicBezTo>
                      <a:pt x="188" y="230"/>
                      <a:pt x="183" y="239"/>
                      <a:pt x="184" y="249"/>
                    </a:cubicBezTo>
                    <a:cubicBezTo>
                      <a:pt x="185" y="259"/>
                      <a:pt x="191" y="269"/>
                      <a:pt x="195" y="279"/>
                    </a:cubicBezTo>
                    <a:cubicBezTo>
                      <a:pt x="197" y="284"/>
                      <a:pt x="198" y="290"/>
                      <a:pt x="198" y="295"/>
                    </a:cubicBezTo>
                    <a:cubicBezTo>
                      <a:pt x="198" y="301"/>
                      <a:pt x="197" y="306"/>
                      <a:pt x="194" y="310"/>
                    </a:cubicBezTo>
                    <a:cubicBezTo>
                      <a:pt x="189" y="320"/>
                      <a:pt x="182" y="327"/>
                      <a:pt x="175" y="335"/>
                    </a:cubicBezTo>
                    <a:cubicBezTo>
                      <a:pt x="169" y="343"/>
                      <a:pt x="163" y="351"/>
                      <a:pt x="160" y="360"/>
                    </a:cubicBezTo>
                    <a:cubicBezTo>
                      <a:pt x="157" y="369"/>
                      <a:pt x="155" y="378"/>
                      <a:pt x="151" y="387"/>
                    </a:cubicBezTo>
                    <a:cubicBezTo>
                      <a:pt x="149" y="391"/>
                      <a:pt x="146" y="395"/>
                      <a:pt x="142" y="398"/>
                    </a:cubicBezTo>
                    <a:cubicBezTo>
                      <a:pt x="138" y="401"/>
                      <a:pt x="134" y="402"/>
                      <a:pt x="130" y="404"/>
                    </a:cubicBezTo>
                    <a:cubicBezTo>
                      <a:pt x="126" y="405"/>
                      <a:pt x="122" y="406"/>
                      <a:pt x="118" y="408"/>
                    </a:cubicBezTo>
                    <a:cubicBezTo>
                      <a:pt x="114" y="410"/>
                      <a:pt x="111" y="412"/>
                      <a:pt x="108" y="415"/>
                    </a:cubicBezTo>
                    <a:cubicBezTo>
                      <a:pt x="102" y="421"/>
                      <a:pt x="98" y="427"/>
                      <a:pt x="93" y="434"/>
                    </a:cubicBezTo>
                    <a:cubicBezTo>
                      <a:pt x="89" y="440"/>
                      <a:pt x="86" y="447"/>
                      <a:pt x="82" y="452"/>
                    </a:cubicBezTo>
                    <a:cubicBezTo>
                      <a:pt x="73" y="464"/>
                      <a:pt x="62" y="471"/>
                      <a:pt x="51" y="475"/>
                    </a:cubicBezTo>
                    <a:cubicBezTo>
                      <a:pt x="40" y="478"/>
                      <a:pt x="30" y="478"/>
                      <a:pt x="23" y="477"/>
                    </a:cubicBezTo>
                    <a:cubicBezTo>
                      <a:pt x="15" y="476"/>
                      <a:pt x="9" y="474"/>
                      <a:pt x="5" y="472"/>
                    </a:cubicBezTo>
                    <a:cubicBezTo>
                      <a:pt x="2" y="470"/>
                      <a:pt x="0" y="469"/>
                      <a:pt x="0" y="469"/>
                    </a:cubicBezTo>
                    <a:cubicBezTo>
                      <a:pt x="0" y="468"/>
                      <a:pt x="7" y="474"/>
                      <a:pt x="23" y="476"/>
                    </a:cubicBezTo>
                    <a:cubicBezTo>
                      <a:pt x="30" y="477"/>
                      <a:pt x="40" y="477"/>
                      <a:pt x="51" y="473"/>
                    </a:cubicBezTo>
                    <a:cubicBezTo>
                      <a:pt x="61" y="470"/>
                      <a:pt x="72" y="463"/>
                      <a:pt x="80" y="451"/>
                    </a:cubicBezTo>
                    <a:cubicBezTo>
                      <a:pt x="84" y="445"/>
                      <a:pt x="88" y="439"/>
                      <a:pt x="92" y="433"/>
                    </a:cubicBezTo>
                    <a:cubicBezTo>
                      <a:pt x="96" y="426"/>
                      <a:pt x="100" y="419"/>
                      <a:pt x="106" y="413"/>
                    </a:cubicBezTo>
                    <a:cubicBezTo>
                      <a:pt x="109" y="411"/>
                      <a:pt x="113" y="408"/>
                      <a:pt x="117" y="406"/>
                    </a:cubicBezTo>
                    <a:cubicBezTo>
                      <a:pt x="121" y="404"/>
                      <a:pt x="125" y="404"/>
                      <a:pt x="129" y="402"/>
                    </a:cubicBezTo>
                    <a:cubicBezTo>
                      <a:pt x="133" y="401"/>
                      <a:pt x="137" y="399"/>
                      <a:pt x="141" y="396"/>
                    </a:cubicBezTo>
                    <a:cubicBezTo>
                      <a:pt x="144" y="393"/>
                      <a:pt x="147" y="390"/>
                      <a:pt x="149" y="386"/>
                    </a:cubicBezTo>
                    <a:cubicBezTo>
                      <a:pt x="153" y="378"/>
                      <a:pt x="155" y="368"/>
                      <a:pt x="158" y="359"/>
                    </a:cubicBezTo>
                    <a:cubicBezTo>
                      <a:pt x="161" y="349"/>
                      <a:pt x="167" y="341"/>
                      <a:pt x="173" y="333"/>
                    </a:cubicBezTo>
                    <a:cubicBezTo>
                      <a:pt x="180" y="326"/>
                      <a:pt x="187" y="318"/>
                      <a:pt x="192" y="309"/>
                    </a:cubicBezTo>
                    <a:cubicBezTo>
                      <a:pt x="194" y="305"/>
                      <a:pt x="195" y="300"/>
                      <a:pt x="196" y="295"/>
                    </a:cubicBezTo>
                    <a:cubicBezTo>
                      <a:pt x="196" y="290"/>
                      <a:pt x="194" y="285"/>
                      <a:pt x="192" y="280"/>
                    </a:cubicBezTo>
                    <a:cubicBezTo>
                      <a:pt x="189" y="270"/>
                      <a:pt x="183" y="260"/>
                      <a:pt x="182" y="250"/>
                    </a:cubicBezTo>
                    <a:cubicBezTo>
                      <a:pt x="181" y="244"/>
                      <a:pt x="182" y="239"/>
                      <a:pt x="184" y="234"/>
                    </a:cubicBezTo>
                    <a:cubicBezTo>
                      <a:pt x="186" y="229"/>
                      <a:pt x="189" y="224"/>
                      <a:pt x="192" y="220"/>
                    </a:cubicBezTo>
                    <a:cubicBezTo>
                      <a:pt x="197" y="212"/>
                      <a:pt x="204" y="204"/>
                      <a:pt x="208" y="196"/>
                    </a:cubicBezTo>
                    <a:cubicBezTo>
                      <a:pt x="210" y="191"/>
                      <a:pt x="211" y="187"/>
                      <a:pt x="211" y="182"/>
                    </a:cubicBezTo>
                    <a:cubicBezTo>
                      <a:pt x="211" y="178"/>
                      <a:pt x="210" y="173"/>
                      <a:pt x="208" y="169"/>
                    </a:cubicBezTo>
                    <a:cubicBezTo>
                      <a:pt x="205" y="161"/>
                      <a:pt x="200" y="153"/>
                      <a:pt x="197" y="145"/>
                    </a:cubicBezTo>
                    <a:cubicBezTo>
                      <a:pt x="193" y="137"/>
                      <a:pt x="192" y="127"/>
                      <a:pt x="195" y="119"/>
                    </a:cubicBezTo>
                    <a:cubicBezTo>
                      <a:pt x="198" y="111"/>
                      <a:pt x="203" y="105"/>
                      <a:pt x="206" y="98"/>
                    </a:cubicBezTo>
                    <a:cubicBezTo>
                      <a:pt x="208" y="91"/>
                      <a:pt x="207" y="83"/>
                      <a:pt x="204" y="77"/>
                    </a:cubicBezTo>
                    <a:cubicBezTo>
                      <a:pt x="200" y="71"/>
                      <a:pt x="196" y="67"/>
                      <a:pt x="193" y="61"/>
                    </a:cubicBezTo>
                    <a:cubicBezTo>
                      <a:pt x="189" y="56"/>
                      <a:pt x="187" y="50"/>
                      <a:pt x="186" y="44"/>
                    </a:cubicBezTo>
                    <a:cubicBezTo>
                      <a:pt x="186" y="38"/>
                      <a:pt x="188" y="33"/>
                      <a:pt x="189" y="28"/>
                    </a:cubicBezTo>
                    <a:cubicBezTo>
                      <a:pt x="190" y="24"/>
                      <a:pt x="191" y="20"/>
                      <a:pt x="191" y="16"/>
                    </a:cubicBezTo>
                    <a:cubicBezTo>
                      <a:pt x="191" y="8"/>
                      <a:pt x="187" y="3"/>
                      <a:pt x="183" y="1"/>
                    </a:cubicBezTo>
                    <a:cubicBezTo>
                      <a:pt x="179" y="-1"/>
                      <a:pt x="177" y="0"/>
                      <a:pt x="177" y="0"/>
                    </a:cubicBezTo>
                    <a:close/>
                  </a:path>
                </a:pathLst>
              </a:custGeom>
              <a:solidFill>
                <a:srgbClr val="455A64"/>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04" name="Google Shape;2104;p47"/>
              <p:cNvSpPr/>
              <p:nvPr/>
            </p:nvSpPr>
            <p:spPr>
              <a:xfrm>
                <a:off x="6510733" y="1518161"/>
                <a:ext cx="90099" cy="76156"/>
              </a:xfrm>
              <a:custGeom>
                <a:rect b="b" l="l" r="r" t="t"/>
                <a:pathLst>
                  <a:path extrusionOk="0" h="71" w="84">
                    <a:moveTo>
                      <a:pt x="9" y="6"/>
                    </a:moveTo>
                    <a:cubicBezTo>
                      <a:pt x="11" y="1"/>
                      <a:pt x="18" y="-2"/>
                      <a:pt x="24" y="0"/>
                    </a:cubicBezTo>
                    <a:cubicBezTo>
                      <a:pt x="42" y="7"/>
                      <a:pt x="60" y="13"/>
                      <a:pt x="78" y="20"/>
                    </a:cubicBezTo>
                    <a:lnTo>
                      <a:pt x="84" y="22"/>
                    </a:lnTo>
                    <a:cubicBezTo>
                      <a:pt x="82" y="32"/>
                      <a:pt x="77" y="46"/>
                      <a:pt x="72" y="54"/>
                    </a:cubicBezTo>
                    <a:cubicBezTo>
                      <a:pt x="67" y="62"/>
                      <a:pt x="58" y="70"/>
                      <a:pt x="49" y="71"/>
                    </a:cubicBezTo>
                    <a:cubicBezTo>
                      <a:pt x="41" y="72"/>
                      <a:pt x="32" y="69"/>
                      <a:pt x="26" y="65"/>
                    </a:cubicBezTo>
                    <a:cubicBezTo>
                      <a:pt x="14" y="58"/>
                      <a:pt x="4" y="50"/>
                      <a:pt x="1" y="37"/>
                    </a:cubicBezTo>
                    <a:cubicBezTo>
                      <a:pt x="0" y="28"/>
                      <a:pt x="5" y="15"/>
                      <a:pt x="9" y="6"/>
                    </a:cubicBezTo>
                    <a:close/>
                  </a:path>
                </a:pathLst>
              </a:custGeom>
              <a:solidFill>
                <a:srgbClr val="6F4439"/>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05" name="Google Shape;2105;p47"/>
              <p:cNvSpPr/>
              <p:nvPr/>
            </p:nvSpPr>
            <p:spPr>
              <a:xfrm>
                <a:off x="6163207" y="1516016"/>
                <a:ext cx="146948" cy="139440"/>
              </a:xfrm>
              <a:custGeom>
                <a:rect b="b" l="l" r="r" t="t"/>
                <a:pathLst>
                  <a:path extrusionOk="0" h="130" w="137">
                    <a:moveTo>
                      <a:pt x="36" y="7"/>
                    </a:moveTo>
                    <a:cubicBezTo>
                      <a:pt x="36" y="7"/>
                      <a:pt x="31" y="9"/>
                      <a:pt x="23" y="15"/>
                    </a:cubicBezTo>
                    <a:cubicBezTo>
                      <a:pt x="16" y="21"/>
                      <a:pt x="5" y="32"/>
                      <a:pt x="2" y="50"/>
                    </a:cubicBezTo>
                    <a:cubicBezTo>
                      <a:pt x="0" y="58"/>
                      <a:pt x="0" y="68"/>
                      <a:pt x="3" y="78"/>
                    </a:cubicBezTo>
                    <a:cubicBezTo>
                      <a:pt x="5" y="88"/>
                      <a:pt x="11" y="98"/>
                      <a:pt x="19" y="107"/>
                    </a:cubicBezTo>
                    <a:cubicBezTo>
                      <a:pt x="26" y="116"/>
                      <a:pt x="37" y="123"/>
                      <a:pt x="49" y="127"/>
                    </a:cubicBezTo>
                    <a:cubicBezTo>
                      <a:pt x="61" y="131"/>
                      <a:pt x="75" y="131"/>
                      <a:pt x="88" y="128"/>
                    </a:cubicBezTo>
                    <a:cubicBezTo>
                      <a:pt x="101" y="124"/>
                      <a:pt x="112" y="117"/>
                      <a:pt x="121" y="107"/>
                    </a:cubicBezTo>
                    <a:cubicBezTo>
                      <a:pt x="130" y="98"/>
                      <a:pt x="135" y="86"/>
                      <a:pt x="137" y="75"/>
                    </a:cubicBezTo>
                    <a:cubicBezTo>
                      <a:pt x="140" y="52"/>
                      <a:pt x="132" y="30"/>
                      <a:pt x="120" y="18"/>
                    </a:cubicBezTo>
                    <a:cubicBezTo>
                      <a:pt x="113" y="11"/>
                      <a:pt x="106" y="8"/>
                      <a:pt x="100" y="5"/>
                    </a:cubicBezTo>
                    <a:cubicBezTo>
                      <a:pt x="93" y="2"/>
                      <a:pt x="87" y="1"/>
                      <a:pt x="83" y="0"/>
                    </a:cubicBezTo>
                    <a:cubicBezTo>
                      <a:pt x="78" y="0"/>
                      <a:pt x="73" y="1"/>
                      <a:pt x="71" y="1"/>
                    </a:cubicBezTo>
                    <a:cubicBezTo>
                      <a:pt x="68" y="2"/>
                      <a:pt x="68" y="2"/>
                      <a:pt x="68" y="2"/>
                    </a:cubicBezTo>
                    <a:cubicBezTo>
                      <a:pt x="68" y="2"/>
                      <a:pt x="73" y="0"/>
                      <a:pt x="82" y="2"/>
                    </a:cubicBezTo>
                    <a:cubicBezTo>
                      <a:pt x="87" y="2"/>
                      <a:pt x="93" y="4"/>
                      <a:pt x="99" y="7"/>
                    </a:cubicBezTo>
                    <a:cubicBezTo>
                      <a:pt x="105" y="9"/>
                      <a:pt x="112" y="13"/>
                      <a:pt x="118" y="19"/>
                    </a:cubicBezTo>
                    <a:cubicBezTo>
                      <a:pt x="129" y="31"/>
                      <a:pt x="137" y="52"/>
                      <a:pt x="134" y="74"/>
                    </a:cubicBezTo>
                    <a:cubicBezTo>
                      <a:pt x="132" y="85"/>
                      <a:pt x="127" y="96"/>
                      <a:pt x="119" y="105"/>
                    </a:cubicBezTo>
                    <a:cubicBezTo>
                      <a:pt x="110" y="114"/>
                      <a:pt x="99" y="122"/>
                      <a:pt x="87" y="125"/>
                    </a:cubicBezTo>
                    <a:cubicBezTo>
                      <a:pt x="74" y="129"/>
                      <a:pt x="61" y="128"/>
                      <a:pt x="50" y="124"/>
                    </a:cubicBezTo>
                    <a:cubicBezTo>
                      <a:pt x="38" y="120"/>
                      <a:pt x="28" y="113"/>
                      <a:pt x="21" y="105"/>
                    </a:cubicBezTo>
                    <a:cubicBezTo>
                      <a:pt x="13" y="97"/>
                      <a:pt x="8" y="87"/>
                      <a:pt x="5" y="78"/>
                    </a:cubicBezTo>
                    <a:cubicBezTo>
                      <a:pt x="3" y="68"/>
                      <a:pt x="3" y="58"/>
                      <a:pt x="4" y="50"/>
                    </a:cubicBezTo>
                    <a:cubicBezTo>
                      <a:pt x="7" y="33"/>
                      <a:pt x="17" y="22"/>
                      <a:pt x="24" y="16"/>
                    </a:cubicBezTo>
                    <a:cubicBezTo>
                      <a:pt x="31" y="10"/>
                      <a:pt x="36" y="8"/>
                      <a:pt x="36" y="7"/>
                    </a:cubicBezTo>
                    <a:close/>
                  </a:path>
                </a:pathLst>
              </a:custGeom>
              <a:solidFill>
                <a:srgbClr val="E0E0E0"/>
              </a:solidFill>
              <a:ln>
                <a:noFill/>
              </a:ln>
            </p:spPr>
            <p:txBody>
              <a:bodyPr anchorCtr="1" anchor="ctr" bIns="1800" lIns="90000" spcFirstLastPara="1" rIns="90000" wrap="square" tIns="1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06" name="Google Shape;2106;p47"/>
              <p:cNvSpPr/>
              <p:nvPr/>
            </p:nvSpPr>
            <p:spPr>
              <a:xfrm>
                <a:off x="6454957" y="1386229"/>
                <a:ext cx="40759" cy="38614"/>
              </a:xfrm>
              <a:custGeom>
                <a:rect b="b" l="l" r="r" t="t"/>
                <a:pathLst>
                  <a:path extrusionOk="0" h="36" w="38">
                    <a:moveTo>
                      <a:pt x="38" y="16"/>
                    </a:moveTo>
                    <a:cubicBezTo>
                      <a:pt x="39" y="26"/>
                      <a:pt x="31" y="35"/>
                      <a:pt x="21" y="36"/>
                    </a:cubicBezTo>
                    <a:cubicBezTo>
                      <a:pt x="11" y="37"/>
                      <a:pt x="2" y="30"/>
                      <a:pt x="1" y="20"/>
                    </a:cubicBezTo>
                    <a:cubicBezTo>
                      <a:pt x="0" y="10"/>
                      <a:pt x="8" y="1"/>
                      <a:pt x="18" y="0"/>
                    </a:cubicBezTo>
                    <a:cubicBezTo>
                      <a:pt x="29" y="-1"/>
                      <a:pt x="38" y="6"/>
                      <a:pt x="38" y="16"/>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07" name="Google Shape;2107;p47"/>
              <p:cNvSpPr/>
              <p:nvPr/>
            </p:nvSpPr>
            <p:spPr>
              <a:xfrm>
                <a:off x="6644809" y="1386229"/>
                <a:ext cx="39687" cy="38614"/>
              </a:xfrm>
              <a:custGeom>
                <a:rect b="b" l="l" r="r" t="t"/>
                <a:pathLst>
                  <a:path extrusionOk="0" h="36" w="37">
                    <a:moveTo>
                      <a:pt x="37" y="16"/>
                    </a:moveTo>
                    <a:cubicBezTo>
                      <a:pt x="38" y="26"/>
                      <a:pt x="30" y="35"/>
                      <a:pt x="20" y="36"/>
                    </a:cubicBezTo>
                    <a:cubicBezTo>
                      <a:pt x="9" y="37"/>
                      <a:pt x="0" y="30"/>
                      <a:pt x="0" y="20"/>
                    </a:cubicBezTo>
                    <a:cubicBezTo>
                      <a:pt x="-1" y="10"/>
                      <a:pt x="7" y="1"/>
                      <a:pt x="17" y="0"/>
                    </a:cubicBezTo>
                    <a:cubicBezTo>
                      <a:pt x="27" y="-1"/>
                      <a:pt x="36" y="6"/>
                      <a:pt x="37" y="16"/>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08" name="Google Shape;2108;p47"/>
              <p:cNvSpPr/>
              <p:nvPr/>
            </p:nvSpPr>
            <p:spPr>
              <a:xfrm>
                <a:off x="6624429" y="1304710"/>
                <a:ext cx="74010" cy="26815"/>
              </a:xfrm>
              <a:custGeom>
                <a:rect b="b" l="l" r="r" t="t"/>
                <a:pathLst>
                  <a:path extrusionOk="0" h="25" w="69">
                    <a:moveTo>
                      <a:pt x="69" y="18"/>
                    </a:moveTo>
                    <a:cubicBezTo>
                      <a:pt x="67" y="21"/>
                      <a:pt x="53" y="11"/>
                      <a:pt x="34" y="13"/>
                    </a:cubicBezTo>
                    <a:cubicBezTo>
                      <a:pt x="16" y="15"/>
                      <a:pt x="3" y="27"/>
                      <a:pt x="1" y="25"/>
                    </a:cubicBezTo>
                    <a:cubicBezTo>
                      <a:pt x="0" y="24"/>
                      <a:pt x="1" y="19"/>
                      <a:pt x="7" y="13"/>
                    </a:cubicBezTo>
                    <a:cubicBezTo>
                      <a:pt x="12" y="7"/>
                      <a:pt x="21" y="2"/>
                      <a:pt x="33" y="0"/>
                    </a:cubicBezTo>
                    <a:cubicBezTo>
                      <a:pt x="45" y="-1"/>
                      <a:pt x="55" y="3"/>
                      <a:pt x="61" y="8"/>
                    </a:cubicBezTo>
                    <a:cubicBezTo>
                      <a:pt x="67" y="12"/>
                      <a:pt x="70" y="17"/>
                      <a:pt x="69" y="18"/>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09" name="Google Shape;2109;p47"/>
              <p:cNvSpPr/>
              <p:nvPr/>
            </p:nvSpPr>
            <p:spPr>
              <a:xfrm>
                <a:off x="6419561" y="1315436"/>
                <a:ext cx="89027" cy="25743"/>
              </a:xfrm>
              <a:custGeom>
                <a:rect b="b" l="l" r="r" t="t"/>
                <a:pathLst>
                  <a:path extrusionOk="0" h="24" w="83">
                    <a:moveTo>
                      <a:pt x="83" y="23"/>
                    </a:moveTo>
                    <a:cubicBezTo>
                      <a:pt x="80" y="26"/>
                      <a:pt x="64" y="14"/>
                      <a:pt x="42" y="14"/>
                    </a:cubicBezTo>
                    <a:cubicBezTo>
                      <a:pt x="20" y="14"/>
                      <a:pt x="3" y="26"/>
                      <a:pt x="1" y="23"/>
                    </a:cubicBezTo>
                    <a:cubicBezTo>
                      <a:pt x="0" y="22"/>
                      <a:pt x="2" y="17"/>
                      <a:pt x="9" y="11"/>
                    </a:cubicBezTo>
                    <a:cubicBezTo>
                      <a:pt x="16" y="6"/>
                      <a:pt x="28" y="0"/>
                      <a:pt x="42" y="0"/>
                    </a:cubicBezTo>
                    <a:cubicBezTo>
                      <a:pt x="56" y="0"/>
                      <a:pt x="68" y="6"/>
                      <a:pt x="75" y="11"/>
                    </a:cubicBezTo>
                    <a:cubicBezTo>
                      <a:pt x="81" y="17"/>
                      <a:pt x="84" y="22"/>
                      <a:pt x="83" y="23"/>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10" name="Google Shape;2110;p47"/>
              <p:cNvSpPr/>
              <p:nvPr/>
            </p:nvSpPr>
            <p:spPr>
              <a:xfrm>
                <a:off x="6507515" y="1512798"/>
                <a:ext cx="84736" cy="81519"/>
              </a:xfrm>
              <a:custGeom>
                <a:rect b="b" l="l" r="r" t="t"/>
                <a:pathLst>
                  <a:path extrusionOk="0" h="76" w="79">
                    <a:moveTo>
                      <a:pt x="64" y="69"/>
                    </a:moveTo>
                    <a:cubicBezTo>
                      <a:pt x="64" y="69"/>
                      <a:pt x="62" y="71"/>
                      <a:pt x="58" y="73"/>
                    </a:cubicBezTo>
                    <a:cubicBezTo>
                      <a:pt x="54" y="75"/>
                      <a:pt x="46" y="77"/>
                      <a:pt x="38" y="75"/>
                    </a:cubicBezTo>
                    <a:cubicBezTo>
                      <a:pt x="29" y="73"/>
                      <a:pt x="19" y="69"/>
                      <a:pt x="11" y="61"/>
                    </a:cubicBezTo>
                    <a:cubicBezTo>
                      <a:pt x="7" y="57"/>
                      <a:pt x="3" y="51"/>
                      <a:pt x="2" y="45"/>
                    </a:cubicBezTo>
                    <a:cubicBezTo>
                      <a:pt x="0" y="38"/>
                      <a:pt x="0" y="31"/>
                      <a:pt x="2" y="25"/>
                    </a:cubicBezTo>
                    <a:cubicBezTo>
                      <a:pt x="3" y="19"/>
                      <a:pt x="7" y="13"/>
                      <a:pt x="9" y="7"/>
                    </a:cubicBezTo>
                    <a:cubicBezTo>
                      <a:pt x="11" y="4"/>
                      <a:pt x="13" y="1"/>
                      <a:pt x="17" y="0"/>
                    </a:cubicBezTo>
                    <a:cubicBezTo>
                      <a:pt x="22" y="-1"/>
                      <a:pt x="25" y="0"/>
                      <a:pt x="27" y="1"/>
                    </a:cubicBezTo>
                    <a:cubicBezTo>
                      <a:pt x="37" y="5"/>
                      <a:pt x="46" y="9"/>
                      <a:pt x="54" y="12"/>
                    </a:cubicBezTo>
                    <a:cubicBezTo>
                      <a:pt x="70" y="19"/>
                      <a:pt x="79" y="24"/>
                      <a:pt x="79" y="24"/>
                    </a:cubicBezTo>
                    <a:cubicBezTo>
                      <a:pt x="78" y="25"/>
                      <a:pt x="68" y="21"/>
                      <a:pt x="53" y="16"/>
                    </a:cubicBezTo>
                    <a:cubicBezTo>
                      <a:pt x="44" y="13"/>
                      <a:pt x="35" y="10"/>
                      <a:pt x="25" y="6"/>
                    </a:cubicBezTo>
                    <a:cubicBezTo>
                      <a:pt x="20" y="4"/>
                      <a:pt x="17" y="4"/>
                      <a:pt x="14" y="10"/>
                    </a:cubicBezTo>
                    <a:cubicBezTo>
                      <a:pt x="12" y="15"/>
                      <a:pt x="9" y="21"/>
                      <a:pt x="8" y="26"/>
                    </a:cubicBezTo>
                    <a:cubicBezTo>
                      <a:pt x="5" y="38"/>
                      <a:pt x="8" y="50"/>
                      <a:pt x="15" y="57"/>
                    </a:cubicBezTo>
                    <a:cubicBezTo>
                      <a:pt x="22" y="64"/>
                      <a:pt x="31" y="69"/>
                      <a:pt x="39" y="71"/>
                    </a:cubicBezTo>
                    <a:cubicBezTo>
                      <a:pt x="46" y="73"/>
                      <a:pt x="53" y="72"/>
                      <a:pt x="57" y="71"/>
                    </a:cubicBezTo>
                    <a:cubicBezTo>
                      <a:pt x="62" y="70"/>
                      <a:pt x="64" y="68"/>
                      <a:pt x="64" y="69"/>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11" name="Google Shape;2111;p47"/>
              <p:cNvSpPr/>
              <p:nvPr/>
            </p:nvSpPr>
            <p:spPr>
              <a:xfrm>
                <a:off x="6378802" y="844558"/>
                <a:ext cx="587790" cy="158747"/>
              </a:xfrm>
              <a:custGeom>
                <a:rect b="b" l="l" r="r" t="t"/>
                <a:pathLst>
                  <a:path extrusionOk="0" h="148" w="548">
                    <a:moveTo>
                      <a:pt x="548" y="84"/>
                    </a:moveTo>
                    <a:cubicBezTo>
                      <a:pt x="547" y="84"/>
                      <a:pt x="540" y="76"/>
                      <a:pt x="524" y="70"/>
                    </a:cubicBezTo>
                    <a:cubicBezTo>
                      <a:pt x="516" y="67"/>
                      <a:pt x="505" y="64"/>
                      <a:pt x="493" y="64"/>
                    </a:cubicBezTo>
                    <a:cubicBezTo>
                      <a:pt x="480" y="64"/>
                      <a:pt x="466" y="68"/>
                      <a:pt x="453" y="76"/>
                    </a:cubicBezTo>
                    <a:lnTo>
                      <a:pt x="451" y="77"/>
                    </a:lnTo>
                    <a:lnTo>
                      <a:pt x="450" y="75"/>
                    </a:lnTo>
                    <a:cubicBezTo>
                      <a:pt x="441" y="60"/>
                      <a:pt x="426" y="48"/>
                      <a:pt x="406" y="43"/>
                    </a:cubicBezTo>
                    <a:cubicBezTo>
                      <a:pt x="387" y="38"/>
                      <a:pt x="363" y="39"/>
                      <a:pt x="345" y="53"/>
                    </a:cubicBezTo>
                    <a:lnTo>
                      <a:pt x="343" y="54"/>
                    </a:lnTo>
                    <a:lnTo>
                      <a:pt x="341" y="52"/>
                    </a:lnTo>
                    <a:cubicBezTo>
                      <a:pt x="325" y="30"/>
                      <a:pt x="297" y="12"/>
                      <a:pt x="267" y="7"/>
                    </a:cubicBezTo>
                    <a:cubicBezTo>
                      <a:pt x="243" y="3"/>
                      <a:pt x="219" y="7"/>
                      <a:pt x="199" y="17"/>
                    </a:cubicBezTo>
                    <a:cubicBezTo>
                      <a:pt x="179" y="27"/>
                      <a:pt x="162" y="42"/>
                      <a:pt x="151" y="59"/>
                    </a:cubicBezTo>
                    <a:lnTo>
                      <a:pt x="151" y="60"/>
                    </a:lnTo>
                    <a:lnTo>
                      <a:pt x="149" y="60"/>
                    </a:lnTo>
                    <a:cubicBezTo>
                      <a:pt x="123" y="61"/>
                      <a:pt x="99" y="68"/>
                      <a:pt x="79" y="78"/>
                    </a:cubicBezTo>
                    <a:cubicBezTo>
                      <a:pt x="59" y="87"/>
                      <a:pt x="44" y="99"/>
                      <a:pt x="32" y="110"/>
                    </a:cubicBezTo>
                    <a:cubicBezTo>
                      <a:pt x="9" y="132"/>
                      <a:pt x="1" y="149"/>
                      <a:pt x="0" y="148"/>
                    </a:cubicBezTo>
                    <a:cubicBezTo>
                      <a:pt x="0" y="148"/>
                      <a:pt x="0" y="147"/>
                      <a:pt x="2" y="145"/>
                    </a:cubicBezTo>
                    <a:cubicBezTo>
                      <a:pt x="3" y="143"/>
                      <a:pt x="4" y="140"/>
                      <a:pt x="7" y="136"/>
                    </a:cubicBezTo>
                    <a:cubicBezTo>
                      <a:pt x="11" y="129"/>
                      <a:pt x="19" y="119"/>
                      <a:pt x="30" y="107"/>
                    </a:cubicBezTo>
                    <a:cubicBezTo>
                      <a:pt x="41" y="96"/>
                      <a:pt x="57" y="83"/>
                      <a:pt x="77" y="74"/>
                    </a:cubicBezTo>
                    <a:cubicBezTo>
                      <a:pt x="97" y="63"/>
                      <a:pt x="122" y="56"/>
                      <a:pt x="149" y="55"/>
                    </a:cubicBezTo>
                    <a:lnTo>
                      <a:pt x="147" y="56"/>
                    </a:lnTo>
                    <a:cubicBezTo>
                      <a:pt x="158" y="38"/>
                      <a:pt x="175" y="22"/>
                      <a:pt x="196" y="12"/>
                    </a:cubicBezTo>
                    <a:cubicBezTo>
                      <a:pt x="217" y="1"/>
                      <a:pt x="243" y="-3"/>
                      <a:pt x="268" y="1"/>
                    </a:cubicBezTo>
                    <a:cubicBezTo>
                      <a:pt x="300" y="6"/>
                      <a:pt x="328" y="25"/>
                      <a:pt x="346" y="49"/>
                    </a:cubicBezTo>
                    <a:lnTo>
                      <a:pt x="342" y="48"/>
                    </a:lnTo>
                    <a:cubicBezTo>
                      <a:pt x="362" y="34"/>
                      <a:pt x="387" y="32"/>
                      <a:pt x="408" y="38"/>
                    </a:cubicBezTo>
                    <a:cubicBezTo>
                      <a:pt x="428" y="44"/>
                      <a:pt x="445" y="57"/>
                      <a:pt x="454" y="73"/>
                    </a:cubicBezTo>
                    <a:lnTo>
                      <a:pt x="451" y="72"/>
                    </a:lnTo>
                    <a:cubicBezTo>
                      <a:pt x="465" y="63"/>
                      <a:pt x="480" y="61"/>
                      <a:pt x="493" y="61"/>
                    </a:cubicBezTo>
                    <a:cubicBezTo>
                      <a:pt x="506" y="61"/>
                      <a:pt x="517" y="64"/>
                      <a:pt x="525" y="68"/>
                    </a:cubicBezTo>
                    <a:cubicBezTo>
                      <a:pt x="533" y="71"/>
                      <a:pt x="539" y="75"/>
                      <a:pt x="543" y="78"/>
                    </a:cubicBezTo>
                    <a:cubicBezTo>
                      <a:pt x="546" y="82"/>
                      <a:pt x="548" y="83"/>
                      <a:pt x="548" y="83"/>
                    </a:cubicBezTo>
                    <a:lnTo>
                      <a:pt x="548" y="84"/>
                    </a:lnTo>
                    <a:close/>
                  </a:path>
                </a:pathLst>
              </a:custGeom>
              <a:solidFill>
                <a:srgbClr val="263238"/>
              </a:solidFill>
              <a:ln>
                <a:noFill/>
              </a:ln>
            </p:spPr>
            <p:txBody>
              <a:bodyPr anchorCtr="1" anchor="ctr" bIns="8275" lIns="90000" spcFirstLastPara="1" rIns="90000" wrap="square" tIns="827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12" name="Google Shape;2112;p47"/>
              <p:cNvSpPr/>
              <p:nvPr/>
            </p:nvSpPr>
            <p:spPr>
              <a:xfrm>
                <a:off x="6223273" y="729788"/>
                <a:ext cx="285314" cy="204869"/>
              </a:xfrm>
              <a:custGeom>
                <a:rect b="b" l="l" r="r" t="t"/>
                <a:pathLst>
                  <a:path extrusionOk="0" h="191" w="266">
                    <a:moveTo>
                      <a:pt x="102" y="160"/>
                    </a:moveTo>
                    <a:cubicBezTo>
                      <a:pt x="102" y="160"/>
                      <a:pt x="95" y="164"/>
                      <a:pt x="81" y="165"/>
                    </a:cubicBezTo>
                    <a:cubicBezTo>
                      <a:pt x="66" y="166"/>
                      <a:pt x="43" y="163"/>
                      <a:pt x="23" y="145"/>
                    </a:cubicBezTo>
                    <a:cubicBezTo>
                      <a:pt x="14" y="136"/>
                      <a:pt x="5" y="123"/>
                      <a:pt x="2" y="107"/>
                    </a:cubicBezTo>
                    <a:cubicBezTo>
                      <a:pt x="-1" y="92"/>
                      <a:pt x="0" y="74"/>
                      <a:pt x="7" y="58"/>
                    </a:cubicBezTo>
                    <a:cubicBezTo>
                      <a:pt x="14" y="41"/>
                      <a:pt x="29" y="27"/>
                      <a:pt x="47" y="19"/>
                    </a:cubicBezTo>
                    <a:cubicBezTo>
                      <a:pt x="65" y="12"/>
                      <a:pt x="87" y="11"/>
                      <a:pt x="107" y="19"/>
                    </a:cubicBezTo>
                    <a:lnTo>
                      <a:pt x="104" y="20"/>
                    </a:lnTo>
                    <a:cubicBezTo>
                      <a:pt x="111" y="10"/>
                      <a:pt x="123" y="3"/>
                      <a:pt x="136" y="1"/>
                    </a:cubicBezTo>
                    <a:cubicBezTo>
                      <a:pt x="147" y="-1"/>
                      <a:pt x="158" y="0"/>
                      <a:pt x="168" y="4"/>
                    </a:cubicBezTo>
                    <a:cubicBezTo>
                      <a:pt x="178" y="8"/>
                      <a:pt x="186" y="15"/>
                      <a:pt x="192" y="23"/>
                    </a:cubicBezTo>
                    <a:cubicBezTo>
                      <a:pt x="204" y="40"/>
                      <a:pt x="206" y="63"/>
                      <a:pt x="197" y="80"/>
                    </a:cubicBezTo>
                    <a:lnTo>
                      <a:pt x="193" y="76"/>
                    </a:lnTo>
                    <a:cubicBezTo>
                      <a:pt x="207" y="68"/>
                      <a:pt x="225" y="69"/>
                      <a:pt x="238" y="75"/>
                    </a:cubicBezTo>
                    <a:cubicBezTo>
                      <a:pt x="251" y="82"/>
                      <a:pt x="261" y="94"/>
                      <a:pt x="264" y="107"/>
                    </a:cubicBezTo>
                    <a:cubicBezTo>
                      <a:pt x="272" y="133"/>
                      <a:pt x="261" y="157"/>
                      <a:pt x="247" y="169"/>
                    </a:cubicBezTo>
                    <a:cubicBezTo>
                      <a:pt x="233" y="182"/>
                      <a:pt x="218" y="187"/>
                      <a:pt x="209" y="189"/>
                    </a:cubicBezTo>
                    <a:cubicBezTo>
                      <a:pt x="204" y="190"/>
                      <a:pt x="200" y="191"/>
                      <a:pt x="197" y="191"/>
                    </a:cubicBezTo>
                    <a:cubicBezTo>
                      <a:pt x="194" y="191"/>
                      <a:pt x="193" y="191"/>
                      <a:pt x="193" y="191"/>
                    </a:cubicBezTo>
                    <a:cubicBezTo>
                      <a:pt x="193" y="190"/>
                      <a:pt x="199" y="190"/>
                      <a:pt x="208" y="187"/>
                    </a:cubicBezTo>
                    <a:cubicBezTo>
                      <a:pt x="218" y="185"/>
                      <a:pt x="232" y="180"/>
                      <a:pt x="245" y="167"/>
                    </a:cubicBezTo>
                    <a:cubicBezTo>
                      <a:pt x="257" y="155"/>
                      <a:pt x="267" y="132"/>
                      <a:pt x="260" y="108"/>
                    </a:cubicBezTo>
                    <a:cubicBezTo>
                      <a:pt x="257" y="96"/>
                      <a:pt x="248" y="86"/>
                      <a:pt x="236" y="80"/>
                    </a:cubicBezTo>
                    <a:cubicBezTo>
                      <a:pt x="224" y="74"/>
                      <a:pt x="208" y="74"/>
                      <a:pt x="196" y="81"/>
                    </a:cubicBezTo>
                    <a:lnTo>
                      <a:pt x="188" y="86"/>
                    </a:lnTo>
                    <a:lnTo>
                      <a:pt x="192" y="77"/>
                    </a:lnTo>
                    <a:cubicBezTo>
                      <a:pt x="199" y="62"/>
                      <a:pt x="198" y="42"/>
                      <a:pt x="187" y="27"/>
                    </a:cubicBezTo>
                    <a:cubicBezTo>
                      <a:pt x="182" y="19"/>
                      <a:pt x="174" y="13"/>
                      <a:pt x="166" y="9"/>
                    </a:cubicBezTo>
                    <a:cubicBezTo>
                      <a:pt x="157" y="6"/>
                      <a:pt x="147" y="5"/>
                      <a:pt x="137" y="7"/>
                    </a:cubicBezTo>
                    <a:cubicBezTo>
                      <a:pt x="125" y="9"/>
                      <a:pt x="115" y="15"/>
                      <a:pt x="108" y="23"/>
                    </a:cubicBezTo>
                    <a:lnTo>
                      <a:pt x="106" y="25"/>
                    </a:lnTo>
                    <a:lnTo>
                      <a:pt x="104" y="24"/>
                    </a:lnTo>
                    <a:cubicBezTo>
                      <a:pt x="86" y="17"/>
                      <a:pt x="66" y="18"/>
                      <a:pt x="49" y="24"/>
                    </a:cubicBezTo>
                    <a:cubicBezTo>
                      <a:pt x="32" y="31"/>
                      <a:pt x="18" y="44"/>
                      <a:pt x="11" y="60"/>
                    </a:cubicBezTo>
                    <a:cubicBezTo>
                      <a:pt x="4" y="75"/>
                      <a:pt x="3" y="92"/>
                      <a:pt x="6" y="106"/>
                    </a:cubicBezTo>
                    <a:cubicBezTo>
                      <a:pt x="9" y="121"/>
                      <a:pt x="17" y="133"/>
                      <a:pt x="26" y="142"/>
                    </a:cubicBezTo>
                    <a:cubicBezTo>
                      <a:pt x="44" y="160"/>
                      <a:pt x="67" y="163"/>
                      <a:pt x="80" y="163"/>
                    </a:cubicBezTo>
                    <a:cubicBezTo>
                      <a:pt x="95" y="163"/>
                      <a:pt x="102" y="159"/>
                      <a:pt x="102" y="160"/>
                    </a:cubicBezTo>
                    <a:close/>
                  </a:path>
                </a:pathLst>
              </a:custGeom>
              <a:solidFill>
                <a:srgbClr val="263238"/>
              </a:solidFill>
              <a:ln>
                <a:noFill/>
              </a:ln>
            </p:spPr>
            <p:txBody>
              <a:bodyPr anchorCtr="1" anchor="ctr" bIns="23750" lIns="90000" spcFirstLastPara="1" rIns="90000" wrap="square" tIns="2375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13" name="Google Shape;2113;p47"/>
              <p:cNvSpPr/>
              <p:nvPr/>
            </p:nvSpPr>
            <p:spPr>
              <a:xfrm>
                <a:off x="5880038" y="940021"/>
                <a:ext cx="448351" cy="204869"/>
              </a:xfrm>
              <a:custGeom>
                <a:rect b="b" l="l" r="r" t="t"/>
                <a:pathLst>
                  <a:path extrusionOk="0" h="191" w="418">
                    <a:moveTo>
                      <a:pt x="8" y="191"/>
                    </a:moveTo>
                    <a:cubicBezTo>
                      <a:pt x="8" y="191"/>
                      <a:pt x="8" y="190"/>
                      <a:pt x="7" y="187"/>
                    </a:cubicBezTo>
                    <a:cubicBezTo>
                      <a:pt x="6" y="185"/>
                      <a:pt x="4" y="182"/>
                      <a:pt x="3" y="177"/>
                    </a:cubicBezTo>
                    <a:cubicBezTo>
                      <a:pt x="1" y="168"/>
                      <a:pt x="-1" y="154"/>
                      <a:pt x="2" y="137"/>
                    </a:cubicBezTo>
                    <a:cubicBezTo>
                      <a:pt x="5" y="120"/>
                      <a:pt x="14" y="100"/>
                      <a:pt x="33" y="85"/>
                    </a:cubicBezTo>
                    <a:cubicBezTo>
                      <a:pt x="51" y="69"/>
                      <a:pt x="77" y="59"/>
                      <a:pt x="106" y="62"/>
                    </a:cubicBezTo>
                    <a:lnTo>
                      <a:pt x="103" y="64"/>
                    </a:lnTo>
                    <a:cubicBezTo>
                      <a:pt x="114" y="41"/>
                      <a:pt x="135" y="20"/>
                      <a:pt x="162" y="8"/>
                    </a:cubicBezTo>
                    <a:cubicBezTo>
                      <a:pt x="182" y="0"/>
                      <a:pt x="203" y="-2"/>
                      <a:pt x="223" y="1"/>
                    </a:cubicBezTo>
                    <a:cubicBezTo>
                      <a:pt x="243" y="5"/>
                      <a:pt x="261" y="13"/>
                      <a:pt x="275" y="24"/>
                    </a:cubicBezTo>
                    <a:lnTo>
                      <a:pt x="272" y="23"/>
                    </a:lnTo>
                    <a:cubicBezTo>
                      <a:pt x="293" y="12"/>
                      <a:pt x="315" y="8"/>
                      <a:pt x="334" y="9"/>
                    </a:cubicBezTo>
                    <a:cubicBezTo>
                      <a:pt x="353" y="9"/>
                      <a:pt x="370" y="13"/>
                      <a:pt x="382" y="19"/>
                    </a:cubicBezTo>
                    <a:cubicBezTo>
                      <a:pt x="395" y="24"/>
                      <a:pt x="404" y="30"/>
                      <a:pt x="410" y="35"/>
                    </a:cubicBezTo>
                    <a:cubicBezTo>
                      <a:pt x="416" y="39"/>
                      <a:pt x="419" y="42"/>
                      <a:pt x="418" y="42"/>
                    </a:cubicBezTo>
                    <a:cubicBezTo>
                      <a:pt x="418" y="43"/>
                      <a:pt x="406" y="31"/>
                      <a:pt x="381" y="21"/>
                    </a:cubicBezTo>
                    <a:cubicBezTo>
                      <a:pt x="369" y="17"/>
                      <a:pt x="352" y="13"/>
                      <a:pt x="334" y="13"/>
                    </a:cubicBezTo>
                    <a:cubicBezTo>
                      <a:pt x="315" y="13"/>
                      <a:pt x="294" y="17"/>
                      <a:pt x="274" y="28"/>
                    </a:cubicBezTo>
                    <a:lnTo>
                      <a:pt x="273" y="29"/>
                    </a:lnTo>
                    <a:lnTo>
                      <a:pt x="271" y="28"/>
                    </a:lnTo>
                    <a:cubicBezTo>
                      <a:pt x="258" y="18"/>
                      <a:pt x="241" y="10"/>
                      <a:pt x="222" y="7"/>
                    </a:cubicBezTo>
                    <a:cubicBezTo>
                      <a:pt x="203" y="4"/>
                      <a:pt x="183" y="6"/>
                      <a:pt x="164" y="14"/>
                    </a:cubicBezTo>
                    <a:cubicBezTo>
                      <a:pt x="139" y="24"/>
                      <a:pt x="119" y="44"/>
                      <a:pt x="108" y="66"/>
                    </a:cubicBezTo>
                    <a:lnTo>
                      <a:pt x="107" y="68"/>
                    </a:lnTo>
                    <a:lnTo>
                      <a:pt x="105" y="68"/>
                    </a:lnTo>
                    <a:cubicBezTo>
                      <a:pt x="78" y="64"/>
                      <a:pt x="53" y="74"/>
                      <a:pt x="36" y="88"/>
                    </a:cubicBezTo>
                    <a:cubicBezTo>
                      <a:pt x="18" y="103"/>
                      <a:pt x="9" y="122"/>
                      <a:pt x="6" y="138"/>
                    </a:cubicBezTo>
                    <a:cubicBezTo>
                      <a:pt x="2" y="154"/>
                      <a:pt x="3" y="168"/>
                      <a:pt x="5" y="177"/>
                    </a:cubicBezTo>
                    <a:cubicBezTo>
                      <a:pt x="7" y="186"/>
                      <a:pt x="9" y="190"/>
                      <a:pt x="8" y="191"/>
                    </a:cubicBezTo>
                    <a:close/>
                  </a:path>
                </a:pathLst>
              </a:custGeom>
              <a:solidFill>
                <a:srgbClr val="263238"/>
              </a:solidFill>
              <a:ln>
                <a:noFill/>
              </a:ln>
            </p:spPr>
            <p:txBody>
              <a:bodyPr anchorCtr="1" anchor="ctr" bIns="23750" lIns="90000" spcFirstLastPara="1" rIns="90000" wrap="square" tIns="2375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2114" name="Google Shape;2114;p47"/>
            <p:cNvGrpSpPr/>
            <p:nvPr/>
          </p:nvGrpSpPr>
          <p:grpSpPr>
            <a:xfrm>
              <a:off x="7532930" y="2380544"/>
              <a:ext cx="718649" cy="691837"/>
              <a:chOff x="7532930" y="2380544"/>
              <a:chExt cx="718649" cy="691837"/>
            </a:xfrm>
          </p:grpSpPr>
          <p:sp>
            <p:nvSpPr>
              <p:cNvPr id="2115" name="Google Shape;2115;p47"/>
              <p:cNvSpPr/>
              <p:nvPr/>
            </p:nvSpPr>
            <p:spPr>
              <a:xfrm>
                <a:off x="7532930" y="2381617"/>
                <a:ext cx="716503" cy="690764"/>
              </a:xfrm>
              <a:custGeom>
                <a:rect b="b" l="l" r="r" t="t"/>
                <a:pathLst>
                  <a:path extrusionOk="0" h="644" w="668">
                    <a:moveTo>
                      <a:pt x="0" y="517"/>
                    </a:moveTo>
                    <a:lnTo>
                      <a:pt x="106" y="535"/>
                    </a:lnTo>
                    <a:cubicBezTo>
                      <a:pt x="144" y="578"/>
                      <a:pt x="195" y="612"/>
                      <a:pt x="254" y="630"/>
                    </a:cubicBezTo>
                    <a:cubicBezTo>
                      <a:pt x="423" y="681"/>
                      <a:pt x="603" y="585"/>
                      <a:pt x="654" y="415"/>
                    </a:cubicBezTo>
                    <a:cubicBezTo>
                      <a:pt x="705" y="245"/>
                      <a:pt x="610" y="65"/>
                      <a:pt x="440" y="14"/>
                    </a:cubicBezTo>
                    <a:cubicBezTo>
                      <a:pt x="271" y="-37"/>
                      <a:pt x="91" y="59"/>
                      <a:pt x="39" y="229"/>
                    </a:cubicBezTo>
                    <a:cubicBezTo>
                      <a:pt x="18" y="300"/>
                      <a:pt x="22" y="373"/>
                      <a:pt x="47" y="437"/>
                    </a:cubicBezTo>
                    <a:lnTo>
                      <a:pt x="47" y="437"/>
                    </a:lnTo>
                    <a:lnTo>
                      <a:pt x="0" y="517"/>
                    </a:ln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16" name="Google Shape;2116;p47"/>
              <p:cNvSpPr/>
              <p:nvPr/>
            </p:nvSpPr>
            <p:spPr>
              <a:xfrm>
                <a:off x="7532930" y="2380544"/>
                <a:ext cx="718649" cy="691837"/>
              </a:xfrm>
              <a:custGeom>
                <a:rect b="b" l="l" r="r" t="t"/>
                <a:pathLst>
                  <a:path extrusionOk="0" h="645" w="670">
                    <a:moveTo>
                      <a:pt x="0" y="518"/>
                    </a:moveTo>
                    <a:cubicBezTo>
                      <a:pt x="0" y="518"/>
                      <a:pt x="1" y="516"/>
                      <a:pt x="3" y="512"/>
                    </a:cubicBezTo>
                    <a:cubicBezTo>
                      <a:pt x="5" y="509"/>
                      <a:pt x="8" y="504"/>
                      <a:pt x="12" y="497"/>
                    </a:cubicBezTo>
                    <a:cubicBezTo>
                      <a:pt x="20" y="483"/>
                      <a:pt x="31" y="463"/>
                      <a:pt x="46" y="437"/>
                    </a:cubicBezTo>
                    <a:lnTo>
                      <a:pt x="47" y="437"/>
                    </a:lnTo>
                    <a:lnTo>
                      <a:pt x="47" y="437"/>
                    </a:lnTo>
                    <a:lnTo>
                      <a:pt x="47" y="437"/>
                    </a:lnTo>
                    <a:lnTo>
                      <a:pt x="46" y="438"/>
                    </a:lnTo>
                    <a:cubicBezTo>
                      <a:pt x="31" y="400"/>
                      <a:pt x="19" y="346"/>
                      <a:pt x="27" y="282"/>
                    </a:cubicBezTo>
                    <a:cubicBezTo>
                      <a:pt x="29" y="266"/>
                      <a:pt x="32" y="250"/>
                      <a:pt x="37" y="233"/>
                    </a:cubicBezTo>
                    <a:cubicBezTo>
                      <a:pt x="39" y="225"/>
                      <a:pt x="43" y="216"/>
                      <a:pt x="46" y="208"/>
                    </a:cubicBezTo>
                    <a:cubicBezTo>
                      <a:pt x="48" y="199"/>
                      <a:pt x="52" y="191"/>
                      <a:pt x="56" y="183"/>
                    </a:cubicBezTo>
                    <a:cubicBezTo>
                      <a:pt x="72" y="149"/>
                      <a:pt x="95" y="116"/>
                      <a:pt x="126" y="88"/>
                    </a:cubicBezTo>
                    <a:cubicBezTo>
                      <a:pt x="156" y="59"/>
                      <a:pt x="194" y="35"/>
                      <a:pt x="236" y="19"/>
                    </a:cubicBezTo>
                    <a:cubicBezTo>
                      <a:pt x="279" y="4"/>
                      <a:pt x="327" y="-3"/>
                      <a:pt x="376" y="1"/>
                    </a:cubicBezTo>
                    <a:cubicBezTo>
                      <a:pt x="425" y="5"/>
                      <a:pt x="474" y="21"/>
                      <a:pt x="518" y="49"/>
                    </a:cubicBezTo>
                    <a:cubicBezTo>
                      <a:pt x="529" y="55"/>
                      <a:pt x="539" y="64"/>
                      <a:pt x="549" y="71"/>
                    </a:cubicBezTo>
                    <a:cubicBezTo>
                      <a:pt x="555" y="75"/>
                      <a:pt x="559" y="80"/>
                      <a:pt x="564" y="84"/>
                    </a:cubicBezTo>
                    <a:cubicBezTo>
                      <a:pt x="569" y="89"/>
                      <a:pt x="574" y="93"/>
                      <a:pt x="578" y="98"/>
                    </a:cubicBezTo>
                    <a:cubicBezTo>
                      <a:pt x="587" y="108"/>
                      <a:pt x="597" y="117"/>
                      <a:pt x="604" y="128"/>
                    </a:cubicBezTo>
                    <a:cubicBezTo>
                      <a:pt x="608" y="133"/>
                      <a:pt x="612" y="139"/>
                      <a:pt x="616" y="144"/>
                    </a:cubicBezTo>
                    <a:cubicBezTo>
                      <a:pt x="619" y="150"/>
                      <a:pt x="623" y="156"/>
                      <a:pt x="626" y="161"/>
                    </a:cubicBezTo>
                    <a:cubicBezTo>
                      <a:pt x="653" y="207"/>
                      <a:pt x="667" y="258"/>
                      <a:pt x="669" y="308"/>
                    </a:cubicBezTo>
                    <a:cubicBezTo>
                      <a:pt x="671" y="358"/>
                      <a:pt x="662" y="408"/>
                      <a:pt x="642" y="452"/>
                    </a:cubicBezTo>
                    <a:cubicBezTo>
                      <a:pt x="623" y="496"/>
                      <a:pt x="595" y="533"/>
                      <a:pt x="562" y="563"/>
                    </a:cubicBezTo>
                    <a:cubicBezTo>
                      <a:pt x="529" y="593"/>
                      <a:pt x="490" y="614"/>
                      <a:pt x="452" y="628"/>
                    </a:cubicBezTo>
                    <a:cubicBezTo>
                      <a:pt x="413" y="641"/>
                      <a:pt x="374" y="646"/>
                      <a:pt x="337" y="645"/>
                    </a:cubicBezTo>
                    <a:cubicBezTo>
                      <a:pt x="319" y="645"/>
                      <a:pt x="301" y="642"/>
                      <a:pt x="284" y="640"/>
                    </a:cubicBezTo>
                    <a:cubicBezTo>
                      <a:pt x="268" y="635"/>
                      <a:pt x="251" y="632"/>
                      <a:pt x="236" y="626"/>
                    </a:cubicBezTo>
                    <a:cubicBezTo>
                      <a:pt x="176" y="604"/>
                      <a:pt x="133" y="568"/>
                      <a:pt x="106" y="537"/>
                    </a:cubicBezTo>
                    <a:lnTo>
                      <a:pt x="106" y="537"/>
                    </a:lnTo>
                    <a:cubicBezTo>
                      <a:pt x="72" y="531"/>
                      <a:pt x="45" y="526"/>
                      <a:pt x="27" y="522"/>
                    </a:cubicBezTo>
                    <a:cubicBezTo>
                      <a:pt x="18" y="521"/>
                      <a:pt x="11" y="519"/>
                      <a:pt x="7" y="519"/>
                    </a:cubicBezTo>
                    <a:cubicBezTo>
                      <a:pt x="2" y="518"/>
                      <a:pt x="0" y="517"/>
                      <a:pt x="0" y="517"/>
                    </a:cubicBezTo>
                    <a:cubicBezTo>
                      <a:pt x="0" y="517"/>
                      <a:pt x="3" y="518"/>
                      <a:pt x="7" y="518"/>
                    </a:cubicBezTo>
                    <a:cubicBezTo>
                      <a:pt x="12" y="519"/>
                      <a:pt x="19" y="520"/>
                      <a:pt x="28" y="522"/>
                    </a:cubicBezTo>
                    <a:cubicBezTo>
                      <a:pt x="46" y="525"/>
                      <a:pt x="72" y="529"/>
                      <a:pt x="106" y="535"/>
                    </a:cubicBezTo>
                    <a:cubicBezTo>
                      <a:pt x="107" y="535"/>
                      <a:pt x="107" y="535"/>
                      <a:pt x="107" y="536"/>
                    </a:cubicBezTo>
                    <a:cubicBezTo>
                      <a:pt x="134" y="566"/>
                      <a:pt x="177" y="602"/>
                      <a:pt x="237" y="623"/>
                    </a:cubicBezTo>
                    <a:cubicBezTo>
                      <a:pt x="252" y="629"/>
                      <a:pt x="268" y="632"/>
                      <a:pt x="285" y="637"/>
                    </a:cubicBezTo>
                    <a:cubicBezTo>
                      <a:pt x="301" y="639"/>
                      <a:pt x="319" y="642"/>
                      <a:pt x="337" y="642"/>
                    </a:cubicBezTo>
                    <a:cubicBezTo>
                      <a:pt x="373" y="643"/>
                      <a:pt x="412" y="638"/>
                      <a:pt x="451" y="624"/>
                    </a:cubicBezTo>
                    <a:cubicBezTo>
                      <a:pt x="489" y="611"/>
                      <a:pt x="526" y="590"/>
                      <a:pt x="559" y="560"/>
                    </a:cubicBezTo>
                    <a:cubicBezTo>
                      <a:pt x="592" y="531"/>
                      <a:pt x="620" y="493"/>
                      <a:pt x="639" y="450"/>
                    </a:cubicBezTo>
                    <a:cubicBezTo>
                      <a:pt x="658" y="407"/>
                      <a:pt x="667" y="358"/>
                      <a:pt x="665" y="308"/>
                    </a:cubicBezTo>
                    <a:cubicBezTo>
                      <a:pt x="663" y="259"/>
                      <a:pt x="649" y="208"/>
                      <a:pt x="623" y="163"/>
                    </a:cubicBezTo>
                    <a:cubicBezTo>
                      <a:pt x="619" y="158"/>
                      <a:pt x="616" y="152"/>
                      <a:pt x="613" y="146"/>
                    </a:cubicBezTo>
                    <a:cubicBezTo>
                      <a:pt x="609" y="141"/>
                      <a:pt x="605" y="135"/>
                      <a:pt x="601" y="130"/>
                    </a:cubicBezTo>
                    <a:cubicBezTo>
                      <a:pt x="594" y="119"/>
                      <a:pt x="584" y="110"/>
                      <a:pt x="576" y="100"/>
                    </a:cubicBezTo>
                    <a:cubicBezTo>
                      <a:pt x="571" y="95"/>
                      <a:pt x="566" y="91"/>
                      <a:pt x="561" y="87"/>
                    </a:cubicBezTo>
                    <a:cubicBezTo>
                      <a:pt x="556" y="82"/>
                      <a:pt x="552" y="78"/>
                      <a:pt x="547" y="74"/>
                    </a:cubicBezTo>
                    <a:cubicBezTo>
                      <a:pt x="536" y="66"/>
                      <a:pt x="527" y="58"/>
                      <a:pt x="515" y="52"/>
                    </a:cubicBezTo>
                    <a:cubicBezTo>
                      <a:pt x="472" y="25"/>
                      <a:pt x="424" y="9"/>
                      <a:pt x="375" y="4"/>
                    </a:cubicBezTo>
                    <a:cubicBezTo>
                      <a:pt x="327" y="0"/>
                      <a:pt x="280" y="7"/>
                      <a:pt x="238" y="22"/>
                    </a:cubicBezTo>
                    <a:cubicBezTo>
                      <a:pt x="195" y="38"/>
                      <a:pt x="158" y="62"/>
                      <a:pt x="128" y="90"/>
                    </a:cubicBezTo>
                    <a:cubicBezTo>
                      <a:pt x="98" y="118"/>
                      <a:pt x="75" y="151"/>
                      <a:pt x="59" y="184"/>
                    </a:cubicBezTo>
                    <a:cubicBezTo>
                      <a:pt x="55" y="192"/>
                      <a:pt x="51" y="200"/>
                      <a:pt x="48" y="209"/>
                    </a:cubicBezTo>
                    <a:cubicBezTo>
                      <a:pt x="45" y="217"/>
                      <a:pt x="42" y="225"/>
                      <a:pt x="39" y="234"/>
                    </a:cubicBezTo>
                    <a:cubicBezTo>
                      <a:pt x="35" y="250"/>
                      <a:pt x="31" y="266"/>
                      <a:pt x="29" y="282"/>
                    </a:cubicBezTo>
                    <a:cubicBezTo>
                      <a:pt x="21" y="346"/>
                      <a:pt x="33" y="399"/>
                      <a:pt x="47" y="437"/>
                    </a:cubicBezTo>
                    <a:cubicBezTo>
                      <a:pt x="47" y="438"/>
                      <a:pt x="47" y="438"/>
                      <a:pt x="47" y="438"/>
                    </a:cubicBezTo>
                    <a:cubicBezTo>
                      <a:pt x="46" y="438"/>
                      <a:pt x="46" y="438"/>
                      <a:pt x="46" y="438"/>
                    </a:cubicBezTo>
                    <a:lnTo>
                      <a:pt x="46" y="438"/>
                    </a:lnTo>
                    <a:lnTo>
                      <a:pt x="47" y="438"/>
                    </a:lnTo>
                    <a:cubicBezTo>
                      <a:pt x="32" y="463"/>
                      <a:pt x="20" y="483"/>
                      <a:pt x="12" y="497"/>
                    </a:cubicBezTo>
                    <a:cubicBezTo>
                      <a:pt x="9" y="503"/>
                      <a:pt x="5" y="508"/>
                      <a:pt x="3" y="512"/>
                    </a:cubicBezTo>
                    <a:cubicBezTo>
                      <a:pt x="1" y="515"/>
                      <a:pt x="0" y="517"/>
                      <a:pt x="0" y="517"/>
                    </a:cubicBezTo>
                    <a:lnTo>
                      <a:pt x="0" y="518"/>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17" name="Google Shape;2117;p47"/>
              <p:cNvSpPr/>
              <p:nvPr/>
            </p:nvSpPr>
            <p:spPr>
              <a:xfrm>
                <a:off x="8010241" y="2701257"/>
                <a:ext cx="70792" cy="70793"/>
              </a:xfrm>
              <a:custGeom>
                <a:rect b="b" l="l" r="r" t="t"/>
                <a:pathLst>
                  <a:path extrusionOk="0" h="66" w="66">
                    <a:moveTo>
                      <a:pt x="0" y="33"/>
                    </a:moveTo>
                    <a:cubicBezTo>
                      <a:pt x="0" y="15"/>
                      <a:pt x="15" y="0"/>
                      <a:pt x="33" y="0"/>
                    </a:cubicBezTo>
                    <a:cubicBezTo>
                      <a:pt x="51" y="0"/>
                      <a:pt x="66" y="15"/>
                      <a:pt x="66" y="33"/>
                    </a:cubicBezTo>
                    <a:cubicBezTo>
                      <a:pt x="66" y="51"/>
                      <a:pt x="51" y="66"/>
                      <a:pt x="33" y="66"/>
                    </a:cubicBezTo>
                    <a:cubicBezTo>
                      <a:pt x="15" y="66"/>
                      <a:pt x="0" y="51"/>
                      <a:pt x="0" y="33"/>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18" name="Google Shape;2118;p47"/>
              <p:cNvSpPr/>
              <p:nvPr/>
            </p:nvSpPr>
            <p:spPr>
              <a:xfrm>
                <a:off x="7870802" y="2701257"/>
                <a:ext cx="69720" cy="70793"/>
              </a:xfrm>
              <a:custGeom>
                <a:rect b="b" l="l" r="r" t="t"/>
                <a:pathLst>
                  <a:path extrusionOk="0" h="66" w="65">
                    <a:moveTo>
                      <a:pt x="0" y="33"/>
                    </a:moveTo>
                    <a:cubicBezTo>
                      <a:pt x="0" y="15"/>
                      <a:pt x="14" y="0"/>
                      <a:pt x="32" y="0"/>
                    </a:cubicBezTo>
                    <a:cubicBezTo>
                      <a:pt x="50" y="0"/>
                      <a:pt x="65" y="15"/>
                      <a:pt x="65" y="33"/>
                    </a:cubicBezTo>
                    <a:cubicBezTo>
                      <a:pt x="65" y="51"/>
                      <a:pt x="50" y="66"/>
                      <a:pt x="32" y="66"/>
                    </a:cubicBezTo>
                    <a:cubicBezTo>
                      <a:pt x="14" y="66"/>
                      <a:pt x="0" y="51"/>
                      <a:pt x="0" y="33"/>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19" name="Google Shape;2119;p47"/>
              <p:cNvSpPr/>
              <p:nvPr/>
            </p:nvSpPr>
            <p:spPr>
              <a:xfrm>
                <a:off x="7726000" y="2702329"/>
                <a:ext cx="70792" cy="69720"/>
              </a:xfrm>
              <a:custGeom>
                <a:rect b="b" l="l" r="r" t="t"/>
                <a:pathLst>
                  <a:path extrusionOk="0" h="65" w="66">
                    <a:moveTo>
                      <a:pt x="4" y="48"/>
                    </a:moveTo>
                    <a:cubicBezTo>
                      <a:pt x="-5" y="33"/>
                      <a:pt x="0" y="13"/>
                      <a:pt x="16" y="4"/>
                    </a:cubicBezTo>
                    <a:cubicBezTo>
                      <a:pt x="32" y="-5"/>
                      <a:pt x="52" y="0"/>
                      <a:pt x="61" y="16"/>
                    </a:cubicBezTo>
                    <a:cubicBezTo>
                      <a:pt x="70" y="31"/>
                      <a:pt x="64" y="51"/>
                      <a:pt x="49" y="60"/>
                    </a:cubicBezTo>
                    <a:cubicBezTo>
                      <a:pt x="33" y="69"/>
                      <a:pt x="13" y="64"/>
                      <a:pt x="4" y="48"/>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2120" name="Google Shape;2120;p47"/>
            <p:cNvGrpSpPr/>
            <p:nvPr/>
          </p:nvGrpSpPr>
          <p:grpSpPr>
            <a:xfrm>
              <a:off x="5188205" y="269636"/>
              <a:ext cx="718649" cy="691837"/>
              <a:chOff x="5188205" y="269636"/>
              <a:chExt cx="718649" cy="691837"/>
            </a:xfrm>
          </p:grpSpPr>
          <p:sp>
            <p:nvSpPr>
              <p:cNvPr id="2121" name="Google Shape;2121;p47"/>
              <p:cNvSpPr/>
              <p:nvPr/>
            </p:nvSpPr>
            <p:spPr>
              <a:xfrm>
                <a:off x="5188205" y="269636"/>
                <a:ext cx="718649" cy="691837"/>
              </a:xfrm>
              <a:custGeom>
                <a:rect b="b" l="l" r="r" t="t"/>
                <a:pathLst>
                  <a:path extrusionOk="0" h="645" w="670">
                    <a:moveTo>
                      <a:pt x="670" y="517"/>
                    </a:moveTo>
                    <a:cubicBezTo>
                      <a:pt x="670" y="517"/>
                      <a:pt x="669" y="515"/>
                      <a:pt x="667" y="512"/>
                    </a:cubicBezTo>
                    <a:cubicBezTo>
                      <a:pt x="665" y="509"/>
                      <a:pt x="662" y="503"/>
                      <a:pt x="658" y="497"/>
                    </a:cubicBezTo>
                    <a:cubicBezTo>
                      <a:pt x="650" y="483"/>
                      <a:pt x="638" y="463"/>
                      <a:pt x="623" y="438"/>
                    </a:cubicBezTo>
                    <a:lnTo>
                      <a:pt x="624" y="438"/>
                    </a:lnTo>
                    <a:lnTo>
                      <a:pt x="624" y="438"/>
                    </a:lnTo>
                    <a:lnTo>
                      <a:pt x="623" y="438"/>
                    </a:lnTo>
                    <a:lnTo>
                      <a:pt x="623" y="437"/>
                    </a:lnTo>
                    <a:cubicBezTo>
                      <a:pt x="637" y="400"/>
                      <a:pt x="649" y="346"/>
                      <a:pt x="641" y="282"/>
                    </a:cubicBezTo>
                    <a:cubicBezTo>
                      <a:pt x="639" y="266"/>
                      <a:pt x="636" y="250"/>
                      <a:pt x="631" y="234"/>
                    </a:cubicBezTo>
                    <a:cubicBezTo>
                      <a:pt x="628" y="225"/>
                      <a:pt x="625" y="217"/>
                      <a:pt x="622" y="209"/>
                    </a:cubicBezTo>
                    <a:cubicBezTo>
                      <a:pt x="619" y="200"/>
                      <a:pt x="615" y="192"/>
                      <a:pt x="611" y="184"/>
                    </a:cubicBezTo>
                    <a:cubicBezTo>
                      <a:pt x="595" y="151"/>
                      <a:pt x="572" y="118"/>
                      <a:pt x="542" y="90"/>
                    </a:cubicBezTo>
                    <a:cubicBezTo>
                      <a:pt x="512" y="62"/>
                      <a:pt x="475" y="38"/>
                      <a:pt x="433" y="23"/>
                    </a:cubicBezTo>
                    <a:cubicBezTo>
                      <a:pt x="390" y="7"/>
                      <a:pt x="343" y="0"/>
                      <a:pt x="295" y="4"/>
                    </a:cubicBezTo>
                    <a:cubicBezTo>
                      <a:pt x="246" y="9"/>
                      <a:pt x="198" y="25"/>
                      <a:pt x="155" y="52"/>
                    </a:cubicBezTo>
                    <a:cubicBezTo>
                      <a:pt x="143" y="58"/>
                      <a:pt x="134" y="66"/>
                      <a:pt x="123" y="74"/>
                    </a:cubicBezTo>
                    <a:cubicBezTo>
                      <a:pt x="118" y="78"/>
                      <a:pt x="114" y="83"/>
                      <a:pt x="109" y="87"/>
                    </a:cubicBezTo>
                    <a:cubicBezTo>
                      <a:pt x="104" y="91"/>
                      <a:pt x="99" y="95"/>
                      <a:pt x="95" y="100"/>
                    </a:cubicBezTo>
                    <a:cubicBezTo>
                      <a:pt x="86" y="110"/>
                      <a:pt x="77" y="119"/>
                      <a:pt x="69" y="130"/>
                    </a:cubicBezTo>
                    <a:cubicBezTo>
                      <a:pt x="65" y="136"/>
                      <a:pt x="61" y="141"/>
                      <a:pt x="58" y="146"/>
                    </a:cubicBezTo>
                    <a:cubicBezTo>
                      <a:pt x="54" y="152"/>
                      <a:pt x="51" y="158"/>
                      <a:pt x="47" y="163"/>
                    </a:cubicBezTo>
                    <a:cubicBezTo>
                      <a:pt x="21" y="208"/>
                      <a:pt x="8" y="259"/>
                      <a:pt x="5" y="308"/>
                    </a:cubicBezTo>
                    <a:cubicBezTo>
                      <a:pt x="3" y="358"/>
                      <a:pt x="12" y="407"/>
                      <a:pt x="31" y="450"/>
                    </a:cubicBezTo>
                    <a:cubicBezTo>
                      <a:pt x="50" y="493"/>
                      <a:pt x="78" y="531"/>
                      <a:pt x="111" y="560"/>
                    </a:cubicBezTo>
                    <a:cubicBezTo>
                      <a:pt x="144" y="590"/>
                      <a:pt x="181" y="611"/>
                      <a:pt x="219" y="625"/>
                    </a:cubicBezTo>
                    <a:cubicBezTo>
                      <a:pt x="258" y="638"/>
                      <a:pt x="297" y="643"/>
                      <a:pt x="333" y="642"/>
                    </a:cubicBezTo>
                    <a:cubicBezTo>
                      <a:pt x="351" y="642"/>
                      <a:pt x="369" y="639"/>
                      <a:pt x="386" y="637"/>
                    </a:cubicBezTo>
                    <a:cubicBezTo>
                      <a:pt x="402" y="632"/>
                      <a:pt x="418" y="629"/>
                      <a:pt x="433" y="624"/>
                    </a:cubicBezTo>
                    <a:cubicBezTo>
                      <a:pt x="493" y="602"/>
                      <a:pt x="536" y="566"/>
                      <a:pt x="563" y="536"/>
                    </a:cubicBezTo>
                    <a:lnTo>
                      <a:pt x="564" y="535"/>
                    </a:lnTo>
                    <a:cubicBezTo>
                      <a:pt x="598" y="530"/>
                      <a:pt x="624" y="525"/>
                      <a:pt x="642" y="522"/>
                    </a:cubicBezTo>
                    <a:cubicBezTo>
                      <a:pt x="651" y="520"/>
                      <a:pt x="658" y="519"/>
                      <a:pt x="663" y="519"/>
                    </a:cubicBezTo>
                    <a:cubicBezTo>
                      <a:pt x="667" y="518"/>
                      <a:pt x="670" y="517"/>
                      <a:pt x="670" y="517"/>
                    </a:cubicBezTo>
                    <a:cubicBezTo>
                      <a:pt x="670" y="517"/>
                      <a:pt x="668" y="518"/>
                      <a:pt x="663" y="519"/>
                    </a:cubicBezTo>
                    <a:cubicBezTo>
                      <a:pt x="659" y="520"/>
                      <a:pt x="652" y="521"/>
                      <a:pt x="643" y="523"/>
                    </a:cubicBezTo>
                    <a:cubicBezTo>
                      <a:pt x="625" y="526"/>
                      <a:pt x="598" y="531"/>
                      <a:pt x="564" y="537"/>
                    </a:cubicBezTo>
                    <a:lnTo>
                      <a:pt x="564" y="537"/>
                    </a:lnTo>
                    <a:cubicBezTo>
                      <a:pt x="537" y="568"/>
                      <a:pt x="494" y="604"/>
                      <a:pt x="434" y="626"/>
                    </a:cubicBezTo>
                    <a:cubicBezTo>
                      <a:pt x="419" y="632"/>
                      <a:pt x="403" y="635"/>
                      <a:pt x="386" y="640"/>
                    </a:cubicBezTo>
                    <a:cubicBezTo>
                      <a:pt x="369" y="642"/>
                      <a:pt x="351" y="645"/>
                      <a:pt x="333" y="645"/>
                    </a:cubicBezTo>
                    <a:cubicBezTo>
                      <a:pt x="296" y="646"/>
                      <a:pt x="257" y="641"/>
                      <a:pt x="218" y="628"/>
                    </a:cubicBezTo>
                    <a:cubicBezTo>
                      <a:pt x="180" y="615"/>
                      <a:pt x="142" y="593"/>
                      <a:pt x="108" y="563"/>
                    </a:cubicBezTo>
                    <a:cubicBezTo>
                      <a:pt x="75" y="533"/>
                      <a:pt x="47" y="496"/>
                      <a:pt x="28" y="452"/>
                    </a:cubicBezTo>
                    <a:cubicBezTo>
                      <a:pt x="8" y="408"/>
                      <a:pt x="-1" y="359"/>
                      <a:pt x="1" y="308"/>
                    </a:cubicBezTo>
                    <a:cubicBezTo>
                      <a:pt x="4" y="258"/>
                      <a:pt x="17" y="207"/>
                      <a:pt x="44" y="162"/>
                    </a:cubicBezTo>
                    <a:cubicBezTo>
                      <a:pt x="47" y="156"/>
                      <a:pt x="51" y="150"/>
                      <a:pt x="54" y="144"/>
                    </a:cubicBezTo>
                    <a:cubicBezTo>
                      <a:pt x="58" y="139"/>
                      <a:pt x="62" y="133"/>
                      <a:pt x="66" y="128"/>
                    </a:cubicBezTo>
                    <a:cubicBezTo>
                      <a:pt x="73" y="117"/>
                      <a:pt x="83" y="108"/>
                      <a:pt x="92" y="98"/>
                    </a:cubicBezTo>
                    <a:cubicBezTo>
                      <a:pt x="96" y="93"/>
                      <a:pt x="101" y="89"/>
                      <a:pt x="106" y="84"/>
                    </a:cubicBezTo>
                    <a:cubicBezTo>
                      <a:pt x="111" y="80"/>
                      <a:pt x="115" y="75"/>
                      <a:pt x="121" y="71"/>
                    </a:cubicBezTo>
                    <a:cubicBezTo>
                      <a:pt x="131" y="64"/>
                      <a:pt x="141" y="55"/>
                      <a:pt x="152" y="49"/>
                    </a:cubicBezTo>
                    <a:cubicBezTo>
                      <a:pt x="196" y="22"/>
                      <a:pt x="246" y="6"/>
                      <a:pt x="294" y="1"/>
                    </a:cubicBezTo>
                    <a:cubicBezTo>
                      <a:pt x="343" y="-3"/>
                      <a:pt x="391" y="4"/>
                      <a:pt x="434" y="20"/>
                    </a:cubicBezTo>
                    <a:cubicBezTo>
                      <a:pt x="476" y="35"/>
                      <a:pt x="514" y="59"/>
                      <a:pt x="544" y="88"/>
                    </a:cubicBezTo>
                    <a:cubicBezTo>
                      <a:pt x="575" y="116"/>
                      <a:pt x="598" y="149"/>
                      <a:pt x="614" y="183"/>
                    </a:cubicBezTo>
                    <a:cubicBezTo>
                      <a:pt x="618" y="191"/>
                      <a:pt x="622" y="199"/>
                      <a:pt x="624" y="208"/>
                    </a:cubicBezTo>
                    <a:cubicBezTo>
                      <a:pt x="627" y="217"/>
                      <a:pt x="631" y="225"/>
                      <a:pt x="633" y="233"/>
                    </a:cubicBezTo>
                    <a:cubicBezTo>
                      <a:pt x="638" y="250"/>
                      <a:pt x="641" y="266"/>
                      <a:pt x="643" y="282"/>
                    </a:cubicBezTo>
                    <a:cubicBezTo>
                      <a:pt x="651" y="346"/>
                      <a:pt x="639" y="400"/>
                      <a:pt x="624" y="438"/>
                    </a:cubicBezTo>
                    <a:lnTo>
                      <a:pt x="623" y="437"/>
                    </a:lnTo>
                    <a:lnTo>
                      <a:pt x="623" y="437"/>
                    </a:lnTo>
                    <a:lnTo>
                      <a:pt x="624" y="437"/>
                    </a:lnTo>
                    <a:lnTo>
                      <a:pt x="624" y="437"/>
                    </a:lnTo>
                    <a:cubicBezTo>
                      <a:pt x="639" y="463"/>
                      <a:pt x="650" y="483"/>
                      <a:pt x="658" y="497"/>
                    </a:cubicBezTo>
                    <a:cubicBezTo>
                      <a:pt x="662" y="504"/>
                      <a:pt x="665" y="509"/>
                      <a:pt x="667" y="512"/>
                    </a:cubicBezTo>
                    <a:cubicBezTo>
                      <a:pt x="669" y="516"/>
                      <a:pt x="670" y="517"/>
                      <a:pt x="670" y="517"/>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22" name="Google Shape;2122;p47"/>
              <p:cNvSpPr/>
              <p:nvPr/>
            </p:nvSpPr>
            <p:spPr>
              <a:xfrm>
                <a:off x="5359822" y="590348"/>
                <a:ext cx="69720" cy="70793"/>
              </a:xfrm>
              <a:custGeom>
                <a:rect b="b" l="l" r="r" t="t"/>
                <a:pathLst>
                  <a:path extrusionOk="0" h="66" w="65">
                    <a:moveTo>
                      <a:pt x="65" y="33"/>
                    </a:moveTo>
                    <a:cubicBezTo>
                      <a:pt x="65" y="15"/>
                      <a:pt x="51" y="0"/>
                      <a:pt x="33" y="0"/>
                    </a:cubicBezTo>
                    <a:cubicBezTo>
                      <a:pt x="14" y="0"/>
                      <a:pt x="0" y="15"/>
                      <a:pt x="0" y="33"/>
                    </a:cubicBezTo>
                    <a:cubicBezTo>
                      <a:pt x="0" y="51"/>
                      <a:pt x="14" y="66"/>
                      <a:pt x="33" y="66"/>
                    </a:cubicBezTo>
                    <a:cubicBezTo>
                      <a:pt x="51" y="66"/>
                      <a:pt x="65" y="51"/>
                      <a:pt x="65" y="33"/>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23" name="Google Shape;2123;p47"/>
              <p:cNvSpPr/>
              <p:nvPr/>
            </p:nvSpPr>
            <p:spPr>
              <a:xfrm>
                <a:off x="5500334" y="590348"/>
                <a:ext cx="69720" cy="70793"/>
              </a:xfrm>
              <a:custGeom>
                <a:rect b="b" l="l" r="r" t="t"/>
                <a:pathLst>
                  <a:path extrusionOk="0" h="66" w="65">
                    <a:moveTo>
                      <a:pt x="65" y="33"/>
                    </a:moveTo>
                    <a:cubicBezTo>
                      <a:pt x="65" y="15"/>
                      <a:pt x="50" y="0"/>
                      <a:pt x="32" y="0"/>
                    </a:cubicBezTo>
                    <a:cubicBezTo>
                      <a:pt x="14" y="0"/>
                      <a:pt x="0" y="15"/>
                      <a:pt x="0" y="33"/>
                    </a:cubicBezTo>
                    <a:cubicBezTo>
                      <a:pt x="0" y="51"/>
                      <a:pt x="14" y="66"/>
                      <a:pt x="32" y="66"/>
                    </a:cubicBezTo>
                    <a:cubicBezTo>
                      <a:pt x="50" y="66"/>
                      <a:pt x="65" y="51"/>
                      <a:pt x="65" y="33"/>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24" name="Google Shape;2124;p47"/>
              <p:cNvSpPr/>
              <p:nvPr/>
            </p:nvSpPr>
            <p:spPr>
              <a:xfrm>
                <a:off x="5644064" y="591421"/>
                <a:ext cx="69720" cy="69720"/>
              </a:xfrm>
              <a:custGeom>
                <a:rect b="b" l="l" r="r" t="t"/>
                <a:pathLst>
                  <a:path extrusionOk="0" h="65" w="65">
                    <a:moveTo>
                      <a:pt x="61" y="48"/>
                    </a:moveTo>
                    <a:cubicBezTo>
                      <a:pt x="70" y="33"/>
                      <a:pt x="65" y="13"/>
                      <a:pt x="49" y="4"/>
                    </a:cubicBezTo>
                    <a:cubicBezTo>
                      <a:pt x="34" y="-5"/>
                      <a:pt x="14" y="0"/>
                      <a:pt x="5" y="15"/>
                    </a:cubicBezTo>
                    <a:cubicBezTo>
                      <a:pt x="-4" y="31"/>
                      <a:pt x="1" y="51"/>
                      <a:pt x="17" y="60"/>
                    </a:cubicBezTo>
                    <a:cubicBezTo>
                      <a:pt x="32" y="69"/>
                      <a:pt x="52" y="64"/>
                      <a:pt x="61" y="48"/>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sp>
        <p:nvSpPr>
          <p:cNvPr id="2125" name="Google Shape;2125;p4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26" name="Google Shape;2126;p47"/>
          <p:cNvSpPr/>
          <p:nvPr/>
        </p:nvSpPr>
        <p:spPr>
          <a:xfrm>
            <a:off x="783375" y="3319050"/>
            <a:ext cx="4448100" cy="1175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0" name="Shape 2130"/>
        <p:cNvGrpSpPr/>
        <p:nvPr/>
      </p:nvGrpSpPr>
      <p:grpSpPr>
        <a:xfrm>
          <a:off x="0" y="0"/>
          <a:ext cx="0" cy="0"/>
          <a:chOff x="0" y="0"/>
          <a:chExt cx="0" cy="0"/>
        </a:xfrm>
      </p:grpSpPr>
      <p:grpSp>
        <p:nvGrpSpPr>
          <p:cNvPr id="2131" name="Google Shape;2131;p48"/>
          <p:cNvGrpSpPr/>
          <p:nvPr/>
        </p:nvGrpSpPr>
        <p:grpSpPr>
          <a:xfrm>
            <a:off x="5239780" y="515548"/>
            <a:ext cx="3468821" cy="4112410"/>
            <a:chOff x="5188205" y="269636"/>
            <a:chExt cx="3468821" cy="4112410"/>
          </a:xfrm>
        </p:grpSpPr>
        <p:grpSp>
          <p:nvGrpSpPr>
            <p:cNvPr id="2132" name="Google Shape;2132;p48"/>
            <p:cNvGrpSpPr/>
            <p:nvPr/>
          </p:nvGrpSpPr>
          <p:grpSpPr>
            <a:xfrm>
              <a:off x="5442413" y="2249685"/>
              <a:ext cx="3106278" cy="1720475"/>
              <a:chOff x="5442413" y="2249685"/>
              <a:chExt cx="3106278" cy="1720475"/>
            </a:xfrm>
          </p:grpSpPr>
          <p:sp>
            <p:nvSpPr>
              <p:cNvPr id="2133" name="Google Shape;2133;p48"/>
              <p:cNvSpPr/>
              <p:nvPr/>
            </p:nvSpPr>
            <p:spPr>
              <a:xfrm>
                <a:off x="5442413" y="2249685"/>
                <a:ext cx="849507" cy="848438"/>
              </a:xfrm>
              <a:custGeom>
                <a:rect b="b" l="l" r="r" t="t"/>
                <a:pathLst>
                  <a:path extrusionOk="0" h="791" w="792">
                    <a:moveTo>
                      <a:pt x="227" y="115"/>
                    </a:moveTo>
                    <a:cubicBezTo>
                      <a:pt x="252" y="100"/>
                      <a:pt x="279" y="89"/>
                      <a:pt x="306" y="81"/>
                    </a:cubicBezTo>
                    <a:lnTo>
                      <a:pt x="322" y="2"/>
                    </a:lnTo>
                    <a:lnTo>
                      <a:pt x="455" y="0"/>
                    </a:lnTo>
                    <a:lnTo>
                      <a:pt x="474" y="78"/>
                    </a:lnTo>
                    <a:cubicBezTo>
                      <a:pt x="502" y="85"/>
                      <a:pt x="529" y="95"/>
                      <a:pt x="555" y="109"/>
                    </a:cubicBezTo>
                    <a:lnTo>
                      <a:pt x="622" y="65"/>
                    </a:lnTo>
                    <a:lnTo>
                      <a:pt x="718" y="158"/>
                    </a:lnTo>
                    <a:lnTo>
                      <a:pt x="676" y="226"/>
                    </a:lnTo>
                    <a:cubicBezTo>
                      <a:pt x="691" y="251"/>
                      <a:pt x="703" y="278"/>
                      <a:pt x="711" y="306"/>
                    </a:cubicBezTo>
                    <a:lnTo>
                      <a:pt x="789" y="322"/>
                    </a:lnTo>
                    <a:lnTo>
                      <a:pt x="792" y="455"/>
                    </a:lnTo>
                    <a:lnTo>
                      <a:pt x="714" y="474"/>
                    </a:lnTo>
                    <a:cubicBezTo>
                      <a:pt x="707" y="502"/>
                      <a:pt x="696" y="529"/>
                      <a:pt x="682" y="555"/>
                    </a:cubicBezTo>
                    <a:lnTo>
                      <a:pt x="726" y="622"/>
                    </a:lnTo>
                    <a:lnTo>
                      <a:pt x="634" y="717"/>
                    </a:lnTo>
                    <a:lnTo>
                      <a:pt x="565" y="676"/>
                    </a:lnTo>
                    <a:cubicBezTo>
                      <a:pt x="540" y="691"/>
                      <a:pt x="513" y="702"/>
                      <a:pt x="486" y="710"/>
                    </a:cubicBezTo>
                    <a:lnTo>
                      <a:pt x="469" y="789"/>
                    </a:lnTo>
                    <a:lnTo>
                      <a:pt x="336" y="791"/>
                    </a:lnTo>
                    <a:lnTo>
                      <a:pt x="317" y="713"/>
                    </a:lnTo>
                    <a:cubicBezTo>
                      <a:pt x="289" y="706"/>
                      <a:pt x="262" y="696"/>
                      <a:pt x="237" y="681"/>
                    </a:cubicBezTo>
                    <a:lnTo>
                      <a:pt x="170" y="725"/>
                    </a:lnTo>
                    <a:lnTo>
                      <a:pt x="74" y="633"/>
                    </a:lnTo>
                    <a:lnTo>
                      <a:pt x="116" y="564"/>
                    </a:lnTo>
                    <a:cubicBezTo>
                      <a:pt x="100" y="539"/>
                      <a:pt x="89" y="513"/>
                      <a:pt x="81" y="485"/>
                    </a:cubicBezTo>
                    <a:lnTo>
                      <a:pt x="2" y="469"/>
                    </a:lnTo>
                    <a:lnTo>
                      <a:pt x="0" y="336"/>
                    </a:lnTo>
                    <a:lnTo>
                      <a:pt x="78" y="317"/>
                    </a:lnTo>
                    <a:cubicBezTo>
                      <a:pt x="85" y="289"/>
                      <a:pt x="95" y="262"/>
                      <a:pt x="110" y="236"/>
                    </a:cubicBezTo>
                    <a:lnTo>
                      <a:pt x="66" y="169"/>
                    </a:lnTo>
                    <a:lnTo>
                      <a:pt x="158" y="73"/>
                    </a:lnTo>
                    <a:lnTo>
                      <a:pt x="227" y="115"/>
                    </a:lnTo>
                    <a:moveTo>
                      <a:pt x="297" y="292"/>
                    </a:moveTo>
                    <a:cubicBezTo>
                      <a:pt x="243" y="349"/>
                      <a:pt x="244" y="439"/>
                      <a:pt x="301" y="494"/>
                    </a:cubicBezTo>
                    <a:cubicBezTo>
                      <a:pt x="358" y="548"/>
                      <a:pt x="448" y="547"/>
                      <a:pt x="502" y="490"/>
                    </a:cubicBezTo>
                    <a:cubicBezTo>
                      <a:pt x="557" y="433"/>
                      <a:pt x="555" y="343"/>
                      <a:pt x="499" y="289"/>
                    </a:cubicBezTo>
                    <a:cubicBezTo>
                      <a:pt x="442" y="234"/>
                      <a:pt x="352" y="236"/>
                      <a:pt x="297" y="292"/>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34" name="Google Shape;2134;p48"/>
              <p:cNvSpPr/>
              <p:nvPr/>
            </p:nvSpPr>
            <p:spPr>
              <a:xfrm>
                <a:off x="7612303" y="3033768"/>
                <a:ext cx="936389" cy="936393"/>
              </a:xfrm>
              <a:custGeom>
                <a:rect b="b" l="l" r="r" t="t"/>
                <a:pathLst>
                  <a:path extrusionOk="0" h="873" w="873">
                    <a:moveTo>
                      <a:pt x="250" y="127"/>
                    </a:moveTo>
                    <a:cubicBezTo>
                      <a:pt x="278" y="111"/>
                      <a:pt x="307" y="98"/>
                      <a:pt x="338" y="89"/>
                    </a:cubicBezTo>
                    <a:lnTo>
                      <a:pt x="356" y="3"/>
                    </a:lnTo>
                    <a:lnTo>
                      <a:pt x="502" y="0"/>
                    </a:lnTo>
                    <a:lnTo>
                      <a:pt x="523" y="86"/>
                    </a:lnTo>
                    <a:cubicBezTo>
                      <a:pt x="554" y="94"/>
                      <a:pt x="584" y="105"/>
                      <a:pt x="612" y="121"/>
                    </a:cubicBezTo>
                    <a:lnTo>
                      <a:pt x="686" y="72"/>
                    </a:lnTo>
                    <a:lnTo>
                      <a:pt x="791" y="174"/>
                    </a:lnTo>
                    <a:lnTo>
                      <a:pt x="745" y="250"/>
                    </a:lnTo>
                    <a:cubicBezTo>
                      <a:pt x="762" y="278"/>
                      <a:pt x="775" y="307"/>
                      <a:pt x="784" y="338"/>
                    </a:cubicBezTo>
                    <a:lnTo>
                      <a:pt x="870" y="356"/>
                    </a:lnTo>
                    <a:lnTo>
                      <a:pt x="873" y="502"/>
                    </a:lnTo>
                    <a:lnTo>
                      <a:pt x="787" y="523"/>
                    </a:lnTo>
                    <a:cubicBezTo>
                      <a:pt x="779" y="554"/>
                      <a:pt x="768" y="584"/>
                      <a:pt x="752" y="612"/>
                    </a:cubicBezTo>
                    <a:lnTo>
                      <a:pt x="800" y="686"/>
                    </a:lnTo>
                    <a:lnTo>
                      <a:pt x="699" y="791"/>
                    </a:lnTo>
                    <a:lnTo>
                      <a:pt x="623" y="746"/>
                    </a:lnTo>
                    <a:cubicBezTo>
                      <a:pt x="595" y="762"/>
                      <a:pt x="566" y="775"/>
                      <a:pt x="535" y="784"/>
                    </a:cubicBezTo>
                    <a:lnTo>
                      <a:pt x="517" y="870"/>
                    </a:lnTo>
                    <a:lnTo>
                      <a:pt x="371" y="873"/>
                    </a:lnTo>
                    <a:lnTo>
                      <a:pt x="350" y="787"/>
                    </a:lnTo>
                    <a:cubicBezTo>
                      <a:pt x="319" y="779"/>
                      <a:pt x="289" y="768"/>
                      <a:pt x="261" y="752"/>
                    </a:cubicBezTo>
                    <a:lnTo>
                      <a:pt x="187" y="800"/>
                    </a:lnTo>
                    <a:lnTo>
                      <a:pt x="82" y="699"/>
                    </a:lnTo>
                    <a:lnTo>
                      <a:pt x="127" y="623"/>
                    </a:lnTo>
                    <a:cubicBezTo>
                      <a:pt x="111" y="595"/>
                      <a:pt x="98" y="566"/>
                      <a:pt x="89" y="535"/>
                    </a:cubicBezTo>
                    <a:lnTo>
                      <a:pt x="3" y="517"/>
                    </a:lnTo>
                    <a:lnTo>
                      <a:pt x="0" y="371"/>
                    </a:lnTo>
                    <a:lnTo>
                      <a:pt x="86" y="350"/>
                    </a:lnTo>
                    <a:cubicBezTo>
                      <a:pt x="94" y="319"/>
                      <a:pt x="105" y="289"/>
                      <a:pt x="121" y="261"/>
                    </a:cubicBezTo>
                    <a:lnTo>
                      <a:pt x="73" y="187"/>
                    </a:lnTo>
                    <a:lnTo>
                      <a:pt x="174" y="82"/>
                    </a:lnTo>
                    <a:lnTo>
                      <a:pt x="250" y="127"/>
                    </a:lnTo>
                    <a:moveTo>
                      <a:pt x="328" y="322"/>
                    </a:moveTo>
                    <a:cubicBezTo>
                      <a:pt x="268" y="385"/>
                      <a:pt x="269" y="485"/>
                      <a:pt x="332" y="545"/>
                    </a:cubicBezTo>
                    <a:cubicBezTo>
                      <a:pt x="394" y="605"/>
                      <a:pt x="494" y="603"/>
                      <a:pt x="554" y="541"/>
                    </a:cubicBezTo>
                    <a:cubicBezTo>
                      <a:pt x="615" y="478"/>
                      <a:pt x="613" y="379"/>
                      <a:pt x="550" y="319"/>
                    </a:cubicBezTo>
                    <a:cubicBezTo>
                      <a:pt x="488" y="258"/>
                      <a:pt x="388" y="260"/>
                      <a:pt x="328" y="322"/>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2135" name="Google Shape;2135;p48"/>
            <p:cNvGrpSpPr/>
            <p:nvPr/>
          </p:nvGrpSpPr>
          <p:grpSpPr>
            <a:xfrm>
              <a:off x="8109994" y="1455949"/>
              <a:ext cx="547031" cy="551324"/>
              <a:chOff x="8109994" y="1455949"/>
              <a:chExt cx="547031" cy="551324"/>
            </a:xfrm>
          </p:grpSpPr>
          <p:sp>
            <p:nvSpPr>
              <p:cNvPr id="2136" name="Google Shape;2136;p48"/>
              <p:cNvSpPr/>
              <p:nvPr/>
            </p:nvSpPr>
            <p:spPr>
              <a:xfrm>
                <a:off x="8109994" y="1455949"/>
                <a:ext cx="465513" cy="551324"/>
              </a:xfrm>
              <a:custGeom>
                <a:rect b="b" l="l" r="r" t="t"/>
                <a:pathLst>
                  <a:path extrusionOk="0" h="514" w="434">
                    <a:moveTo>
                      <a:pt x="215" y="235"/>
                    </a:moveTo>
                    <a:cubicBezTo>
                      <a:pt x="255" y="207"/>
                      <a:pt x="276" y="155"/>
                      <a:pt x="265" y="102"/>
                    </a:cubicBezTo>
                    <a:cubicBezTo>
                      <a:pt x="250" y="33"/>
                      <a:pt x="186" y="-12"/>
                      <a:pt x="121" y="2"/>
                    </a:cubicBezTo>
                    <a:cubicBezTo>
                      <a:pt x="56" y="16"/>
                      <a:pt x="15" y="83"/>
                      <a:pt x="30" y="152"/>
                    </a:cubicBezTo>
                    <a:cubicBezTo>
                      <a:pt x="41" y="206"/>
                      <a:pt x="82" y="244"/>
                      <a:pt x="130" y="253"/>
                    </a:cubicBezTo>
                    <a:cubicBezTo>
                      <a:pt x="-45" y="319"/>
                      <a:pt x="6" y="514"/>
                      <a:pt x="6" y="514"/>
                    </a:cubicBezTo>
                    <a:lnTo>
                      <a:pt x="434" y="424"/>
                    </a:lnTo>
                    <a:cubicBezTo>
                      <a:pt x="434" y="424"/>
                      <a:pt x="401" y="223"/>
                      <a:pt x="215" y="235"/>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37" name="Google Shape;2137;p48"/>
              <p:cNvSpPr/>
              <p:nvPr/>
            </p:nvSpPr>
            <p:spPr>
              <a:xfrm>
                <a:off x="8383510" y="1718740"/>
                <a:ext cx="273516" cy="273517"/>
              </a:xfrm>
              <a:custGeom>
                <a:rect b="b" l="l" r="r" t="t"/>
                <a:pathLst>
                  <a:path extrusionOk="0" h="255" w="255">
                    <a:moveTo>
                      <a:pt x="240" y="65"/>
                    </a:moveTo>
                    <a:lnTo>
                      <a:pt x="156" y="84"/>
                    </a:lnTo>
                    <a:lnTo>
                      <a:pt x="138" y="0"/>
                    </a:lnTo>
                    <a:lnTo>
                      <a:pt x="66" y="15"/>
                    </a:lnTo>
                    <a:lnTo>
                      <a:pt x="84" y="99"/>
                    </a:lnTo>
                    <a:lnTo>
                      <a:pt x="0" y="117"/>
                    </a:lnTo>
                    <a:lnTo>
                      <a:pt x="16" y="189"/>
                    </a:lnTo>
                    <a:lnTo>
                      <a:pt x="100" y="171"/>
                    </a:lnTo>
                    <a:lnTo>
                      <a:pt x="118" y="255"/>
                    </a:lnTo>
                    <a:lnTo>
                      <a:pt x="190" y="239"/>
                    </a:lnTo>
                    <a:lnTo>
                      <a:pt x="171" y="155"/>
                    </a:lnTo>
                    <a:lnTo>
                      <a:pt x="255" y="137"/>
                    </a:lnTo>
                    <a:lnTo>
                      <a:pt x="240" y="65"/>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2138" name="Google Shape;2138;p48"/>
            <p:cNvGrpSpPr/>
            <p:nvPr/>
          </p:nvGrpSpPr>
          <p:grpSpPr>
            <a:xfrm>
              <a:off x="5927233" y="2666933"/>
              <a:ext cx="2197778" cy="1715113"/>
              <a:chOff x="5927233" y="2666933"/>
              <a:chExt cx="2197778" cy="1715113"/>
            </a:xfrm>
          </p:grpSpPr>
          <p:sp>
            <p:nvSpPr>
              <p:cNvPr id="2139" name="Google Shape;2139;p48"/>
              <p:cNvSpPr/>
              <p:nvPr/>
            </p:nvSpPr>
            <p:spPr>
              <a:xfrm>
                <a:off x="5928305" y="2668005"/>
                <a:ext cx="1966094" cy="1574599"/>
              </a:xfrm>
              <a:custGeom>
                <a:rect b="b" l="l" r="r" t="t"/>
                <a:pathLst>
                  <a:path extrusionOk="0" h="1468" w="1833">
                    <a:moveTo>
                      <a:pt x="1772" y="0"/>
                    </a:moveTo>
                    <a:lnTo>
                      <a:pt x="446" y="0"/>
                    </a:lnTo>
                    <a:cubicBezTo>
                      <a:pt x="404" y="0"/>
                      <a:pt x="370" y="34"/>
                      <a:pt x="370" y="76"/>
                    </a:cubicBezTo>
                    <a:lnTo>
                      <a:pt x="370" y="565"/>
                    </a:lnTo>
                    <a:lnTo>
                      <a:pt x="337" y="565"/>
                    </a:lnTo>
                    <a:cubicBezTo>
                      <a:pt x="322" y="565"/>
                      <a:pt x="307" y="561"/>
                      <a:pt x="293" y="555"/>
                    </a:cubicBezTo>
                    <a:cubicBezTo>
                      <a:pt x="256" y="537"/>
                      <a:pt x="214" y="530"/>
                      <a:pt x="170" y="537"/>
                    </a:cubicBezTo>
                    <a:cubicBezTo>
                      <a:pt x="81" y="552"/>
                      <a:pt x="12" y="626"/>
                      <a:pt x="2" y="715"/>
                    </a:cubicBezTo>
                    <a:cubicBezTo>
                      <a:pt x="-11" y="838"/>
                      <a:pt x="85" y="942"/>
                      <a:pt x="205" y="942"/>
                    </a:cubicBezTo>
                    <a:cubicBezTo>
                      <a:pt x="234" y="942"/>
                      <a:pt x="262" y="936"/>
                      <a:pt x="287" y="925"/>
                    </a:cubicBezTo>
                    <a:cubicBezTo>
                      <a:pt x="300" y="919"/>
                      <a:pt x="314" y="915"/>
                      <a:pt x="328" y="915"/>
                    </a:cubicBezTo>
                    <a:lnTo>
                      <a:pt x="370" y="915"/>
                    </a:lnTo>
                    <a:lnTo>
                      <a:pt x="370" y="1393"/>
                    </a:lnTo>
                    <a:cubicBezTo>
                      <a:pt x="370" y="1434"/>
                      <a:pt x="404" y="1468"/>
                      <a:pt x="446" y="1468"/>
                    </a:cubicBezTo>
                    <a:lnTo>
                      <a:pt x="1772" y="1468"/>
                    </a:lnTo>
                    <a:cubicBezTo>
                      <a:pt x="1806" y="1468"/>
                      <a:pt x="1833" y="1441"/>
                      <a:pt x="1833" y="1407"/>
                    </a:cubicBezTo>
                    <a:lnTo>
                      <a:pt x="1833" y="62"/>
                    </a:lnTo>
                    <a:cubicBezTo>
                      <a:pt x="1833" y="28"/>
                      <a:pt x="1806" y="1"/>
                      <a:pt x="1772" y="1"/>
                    </a:cubicBezTo>
                    <a:lnTo>
                      <a:pt x="1772" y="0"/>
                    </a:ln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40" name="Google Shape;2140;p48"/>
              <p:cNvSpPr/>
              <p:nvPr/>
            </p:nvSpPr>
            <p:spPr>
              <a:xfrm>
                <a:off x="5927233" y="2666933"/>
                <a:ext cx="1969312" cy="1577817"/>
              </a:xfrm>
              <a:custGeom>
                <a:rect b="b" l="l" r="r" t="t"/>
                <a:pathLst>
                  <a:path extrusionOk="0" h="1471" w="1836">
                    <a:moveTo>
                      <a:pt x="1773" y="1"/>
                    </a:moveTo>
                    <a:cubicBezTo>
                      <a:pt x="1773" y="1"/>
                      <a:pt x="1774" y="1"/>
                      <a:pt x="1777" y="1"/>
                    </a:cubicBezTo>
                    <a:cubicBezTo>
                      <a:pt x="1778" y="1"/>
                      <a:pt x="1780" y="2"/>
                      <a:pt x="1782" y="2"/>
                    </a:cubicBezTo>
                    <a:cubicBezTo>
                      <a:pt x="1784" y="2"/>
                      <a:pt x="1787" y="3"/>
                      <a:pt x="1789" y="3"/>
                    </a:cubicBezTo>
                    <a:cubicBezTo>
                      <a:pt x="1799" y="6"/>
                      <a:pt x="1816" y="14"/>
                      <a:pt x="1827" y="32"/>
                    </a:cubicBezTo>
                    <a:cubicBezTo>
                      <a:pt x="1832" y="42"/>
                      <a:pt x="1835" y="54"/>
                      <a:pt x="1835" y="67"/>
                    </a:cubicBezTo>
                    <a:cubicBezTo>
                      <a:pt x="1835" y="80"/>
                      <a:pt x="1835" y="94"/>
                      <a:pt x="1835" y="110"/>
                    </a:cubicBezTo>
                    <a:cubicBezTo>
                      <a:pt x="1835" y="141"/>
                      <a:pt x="1835" y="177"/>
                      <a:pt x="1835" y="217"/>
                    </a:cubicBezTo>
                    <a:cubicBezTo>
                      <a:pt x="1835" y="378"/>
                      <a:pt x="1835" y="612"/>
                      <a:pt x="1836" y="900"/>
                    </a:cubicBezTo>
                    <a:cubicBezTo>
                      <a:pt x="1836" y="1044"/>
                      <a:pt x="1836" y="1202"/>
                      <a:pt x="1836" y="1372"/>
                    </a:cubicBezTo>
                    <a:cubicBezTo>
                      <a:pt x="1836" y="1382"/>
                      <a:pt x="1836" y="1393"/>
                      <a:pt x="1836" y="1404"/>
                    </a:cubicBezTo>
                    <a:cubicBezTo>
                      <a:pt x="1836" y="1409"/>
                      <a:pt x="1836" y="1415"/>
                      <a:pt x="1835" y="1420"/>
                    </a:cubicBezTo>
                    <a:cubicBezTo>
                      <a:pt x="1833" y="1425"/>
                      <a:pt x="1832" y="1431"/>
                      <a:pt x="1829" y="1436"/>
                    </a:cubicBezTo>
                    <a:cubicBezTo>
                      <a:pt x="1820" y="1456"/>
                      <a:pt x="1799" y="1470"/>
                      <a:pt x="1776" y="1470"/>
                    </a:cubicBezTo>
                    <a:cubicBezTo>
                      <a:pt x="1732" y="1470"/>
                      <a:pt x="1688" y="1471"/>
                      <a:pt x="1642" y="1471"/>
                    </a:cubicBezTo>
                    <a:cubicBezTo>
                      <a:pt x="1552" y="1471"/>
                      <a:pt x="1459" y="1471"/>
                      <a:pt x="1364" y="1471"/>
                    </a:cubicBezTo>
                    <a:cubicBezTo>
                      <a:pt x="1174" y="1471"/>
                      <a:pt x="974" y="1471"/>
                      <a:pt x="766" y="1471"/>
                    </a:cubicBezTo>
                    <a:cubicBezTo>
                      <a:pt x="663" y="1471"/>
                      <a:pt x="557" y="1471"/>
                      <a:pt x="450" y="1471"/>
                    </a:cubicBezTo>
                    <a:cubicBezTo>
                      <a:pt x="436" y="1471"/>
                      <a:pt x="422" y="1468"/>
                      <a:pt x="410" y="1462"/>
                    </a:cubicBezTo>
                    <a:cubicBezTo>
                      <a:pt x="398" y="1455"/>
                      <a:pt x="388" y="1446"/>
                      <a:pt x="381" y="1434"/>
                    </a:cubicBezTo>
                    <a:cubicBezTo>
                      <a:pt x="373" y="1422"/>
                      <a:pt x="370" y="1408"/>
                      <a:pt x="369" y="1394"/>
                    </a:cubicBezTo>
                    <a:lnTo>
                      <a:pt x="369" y="1190"/>
                    </a:lnTo>
                    <a:cubicBezTo>
                      <a:pt x="369" y="1097"/>
                      <a:pt x="369" y="1006"/>
                      <a:pt x="369" y="916"/>
                    </a:cubicBezTo>
                    <a:lnTo>
                      <a:pt x="371" y="918"/>
                    </a:lnTo>
                    <a:lnTo>
                      <a:pt x="339" y="918"/>
                    </a:lnTo>
                    <a:cubicBezTo>
                      <a:pt x="334" y="918"/>
                      <a:pt x="328" y="918"/>
                      <a:pt x="323" y="919"/>
                    </a:cubicBezTo>
                    <a:cubicBezTo>
                      <a:pt x="318" y="919"/>
                      <a:pt x="313" y="920"/>
                      <a:pt x="307" y="921"/>
                    </a:cubicBezTo>
                    <a:cubicBezTo>
                      <a:pt x="302" y="922"/>
                      <a:pt x="297" y="924"/>
                      <a:pt x="292" y="926"/>
                    </a:cubicBezTo>
                    <a:cubicBezTo>
                      <a:pt x="287" y="928"/>
                      <a:pt x="282" y="930"/>
                      <a:pt x="277" y="932"/>
                    </a:cubicBezTo>
                    <a:cubicBezTo>
                      <a:pt x="267" y="936"/>
                      <a:pt x="257" y="939"/>
                      <a:pt x="246" y="941"/>
                    </a:cubicBezTo>
                    <a:cubicBezTo>
                      <a:pt x="236" y="943"/>
                      <a:pt x="225" y="944"/>
                      <a:pt x="214" y="944"/>
                    </a:cubicBezTo>
                    <a:cubicBezTo>
                      <a:pt x="209" y="945"/>
                      <a:pt x="204" y="945"/>
                      <a:pt x="198" y="944"/>
                    </a:cubicBezTo>
                    <a:cubicBezTo>
                      <a:pt x="193" y="944"/>
                      <a:pt x="188" y="944"/>
                      <a:pt x="182" y="943"/>
                    </a:cubicBezTo>
                    <a:cubicBezTo>
                      <a:pt x="161" y="941"/>
                      <a:pt x="140" y="935"/>
                      <a:pt x="121" y="926"/>
                    </a:cubicBezTo>
                    <a:cubicBezTo>
                      <a:pt x="102" y="917"/>
                      <a:pt x="84" y="905"/>
                      <a:pt x="68" y="892"/>
                    </a:cubicBezTo>
                    <a:cubicBezTo>
                      <a:pt x="52" y="877"/>
                      <a:pt x="39" y="861"/>
                      <a:pt x="28" y="843"/>
                    </a:cubicBezTo>
                    <a:cubicBezTo>
                      <a:pt x="18" y="824"/>
                      <a:pt x="10" y="805"/>
                      <a:pt x="5" y="785"/>
                    </a:cubicBezTo>
                    <a:cubicBezTo>
                      <a:pt x="4" y="780"/>
                      <a:pt x="4" y="774"/>
                      <a:pt x="3" y="769"/>
                    </a:cubicBezTo>
                    <a:lnTo>
                      <a:pt x="1" y="762"/>
                    </a:lnTo>
                    <a:cubicBezTo>
                      <a:pt x="1" y="759"/>
                      <a:pt x="1" y="757"/>
                      <a:pt x="1" y="754"/>
                    </a:cubicBezTo>
                    <a:lnTo>
                      <a:pt x="0" y="739"/>
                    </a:lnTo>
                    <a:lnTo>
                      <a:pt x="1" y="723"/>
                    </a:lnTo>
                    <a:cubicBezTo>
                      <a:pt x="4" y="682"/>
                      <a:pt x="20" y="642"/>
                      <a:pt x="45" y="610"/>
                    </a:cubicBezTo>
                    <a:cubicBezTo>
                      <a:pt x="71" y="579"/>
                      <a:pt x="105" y="555"/>
                      <a:pt x="144" y="543"/>
                    </a:cubicBezTo>
                    <a:cubicBezTo>
                      <a:pt x="182" y="531"/>
                      <a:pt x="223" y="530"/>
                      <a:pt x="260" y="541"/>
                    </a:cubicBezTo>
                    <a:cubicBezTo>
                      <a:pt x="270" y="544"/>
                      <a:pt x="279" y="547"/>
                      <a:pt x="288" y="551"/>
                    </a:cubicBezTo>
                    <a:cubicBezTo>
                      <a:pt x="297" y="555"/>
                      <a:pt x="305" y="559"/>
                      <a:pt x="315" y="561"/>
                    </a:cubicBezTo>
                    <a:cubicBezTo>
                      <a:pt x="324" y="564"/>
                      <a:pt x="333" y="564"/>
                      <a:pt x="343" y="564"/>
                    </a:cubicBezTo>
                    <a:lnTo>
                      <a:pt x="371" y="564"/>
                    </a:lnTo>
                    <a:lnTo>
                      <a:pt x="370" y="566"/>
                    </a:lnTo>
                    <a:cubicBezTo>
                      <a:pt x="370" y="424"/>
                      <a:pt x="370" y="287"/>
                      <a:pt x="370" y="156"/>
                    </a:cubicBezTo>
                    <a:lnTo>
                      <a:pt x="370" y="107"/>
                    </a:lnTo>
                    <a:cubicBezTo>
                      <a:pt x="370" y="99"/>
                      <a:pt x="370" y="91"/>
                      <a:pt x="370" y="83"/>
                    </a:cubicBezTo>
                    <a:cubicBezTo>
                      <a:pt x="369" y="75"/>
                      <a:pt x="370" y="67"/>
                      <a:pt x="372" y="59"/>
                    </a:cubicBezTo>
                    <a:cubicBezTo>
                      <a:pt x="375" y="43"/>
                      <a:pt x="385" y="29"/>
                      <a:pt x="397" y="18"/>
                    </a:cubicBezTo>
                    <a:cubicBezTo>
                      <a:pt x="403" y="13"/>
                      <a:pt x="410" y="9"/>
                      <a:pt x="417" y="6"/>
                    </a:cubicBezTo>
                    <a:cubicBezTo>
                      <a:pt x="424" y="3"/>
                      <a:pt x="432" y="1"/>
                      <a:pt x="440" y="0"/>
                    </a:cubicBezTo>
                    <a:cubicBezTo>
                      <a:pt x="502" y="-1"/>
                      <a:pt x="563" y="0"/>
                      <a:pt x="622" y="0"/>
                    </a:cubicBezTo>
                    <a:cubicBezTo>
                      <a:pt x="856" y="0"/>
                      <a:pt x="1063" y="0"/>
                      <a:pt x="1232" y="0"/>
                    </a:cubicBezTo>
                    <a:cubicBezTo>
                      <a:pt x="1403" y="0"/>
                      <a:pt x="1538" y="1"/>
                      <a:pt x="1631" y="1"/>
                    </a:cubicBezTo>
                    <a:cubicBezTo>
                      <a:pt x="1677" y="1"/>
                      <a:pt x="1712" y="1"/>
                      <a:pt x="1736" y="1"/>
                    </a:cubicBezTo>
                    <a:cubicBezTo>
                      <a:pt x="1748" y="1"/>
                      <a:pt x="1757" y="1"/>
                      <a:pt x="1764" y="1"/>
                    </a:cubicBezTo>
                    <a:cubicBezTo>
                      <a:pt x="1770" y="1"/>
                      <a:pt x="1773" y="1"/>
                      <a:pt x="1773" y="1"/>
                    </a:cubicBezTo>
                    <a:cubicBezTo>
                      <a:pt x="1773" y="1"/>
                      <a:pt x="1770" y="1"/>
                      <a:pt x="1764" y="1"/>
                    </a:cubicBezTo>
                    <a:cubicBezTo>
                      <a:pt x="1757" y="1"/>
                      <a:pt x="1748" y="1"/>
                      <a:pt x="1736" y="1"/>
                    </a:cubicBezTo>
                    <a:cubicBezTo>
                      <a:pt x="1712" y="1"/>
                      <a:pt x="1677" y="2"/>
                      <a:pt x="1631" y="2"/>
                    </a:cubicBezTo>
                    <a:cubicBezTo>
                      <a:pt x="1538" y="2"/>
                      <a:pt x="1403" y="2"/>
                      <a:pt x="1232" y="2"/>
                    </a:cubicBezTo>
                    <a:cubicBezTo>
                      <a:pt x="1062" y="2"/>
                      <a:pt x="856" y="3"/>
                      <a:pt x="622" y="3"/>
                    </a:cubicBezTo>
                    <a:cubicBezTo>
                      <a:pt x="563" y="3"/>
                      <a:pt x="502" y="3"/>
                      <a:pt x="440" y="3"/>
                    </a:cubicBezTo>
                    <a:cubicBezTo>
                      <a:pt x="433" y="4"/>
                      <a:pt x="425" y="6"/>
                      <a:pt x="418" y="9"/>
                    </a:cubicBezTo>
                    <a:cubicBezTo>
                      <a:pt x="411" y="12"/>
                      <a:pt x="405" y="16"/>
                      <a:pt x="399" y="21"/>
                    </a:cubicBezTo>
                    <a:cubicBezTo>
                      <a:pt x="387" y="31"/>
                      <a:pt x="378" y="45"/>
                      <a:pt x="375" y="60"/>
                    </a:cubicBezTo>
                    <a:cubicBezTo>
                      <a:pt x="373" y="68"/>
                      <a:pt x="373" y="75"/>
                      <a:pt x="373" y="83"/>
                    </a:cubicBezTo>
                    <a:cubicBezTo>
                      <a:pt x="373" y="91"/>
                      <a:pt x="373" y="99"/>
                      <a:pt x="373" y="108"/>
                    </a:cubicBezTo>
                    <a:cubicBezTo>
                      <a:pt x="373" y="124"/>
                      <a:pt x="373" y="140"/>
                      <a:pt x="373" y="156"/>
                    </a:cubicBezTo>
                    <a:cubicBezTo>
                      <a:pt x="373" y="287"/>
                      <a:pt x="373" y="424"/>
                      <a:pt x="373" y="566"/>
                    </a:cubicBezTo>
                    <a:lnTo>
                      <a:pt x="373" y="568"/>
                    </a:lnTo>
                    <a:lnTo>
                      <a:pt x="371" y="568"/>
                    </a:lnTo>
                    <a:cubicBezTo>
                      <a:pt x="362" y="568"/>
                      <a:pt x="352" y="568"/>
                      <a:pt x="343" y="568"/>
                    </a:cubicBezTo>
                    <a:cubicBezTo>
                      <a:pt x="333" y="568"/>
                      <a:pt x="323" y="567"/>
                      <a:pt x="314" y="565"/>
                    </a:cubicBezTo>
                    <a:cubicBezTo>
                      <a:pt x="304" y="563"/>
                      <a:pt x="295" y="558"/>
                      <a:pt x="287" y="554"/>
                    </a:cubicBezTo>
                    <a:cubicBezTo>
                      <a:pt x="278" y="550"/>
                      <a:pt x="269" y="547"/>
                      <a:pt x="259" y="545"/>
                    </a:cubicBezTo>
                    <a:cubicBezTo>
                      <a:pt x="222" y="534"/>
                      <a:pt x="182" y="535"/>
                      <a:pt x="145" y="547"/>
                    </a:cubicBezTo>
                    <a:cubicBezTo>
                      <a:pt x="107" y="559"/>
                      <a:pt x="73" y="582"/>
                      <a:pt x="48" y="613"/>
                    </a:cubicBezTo>
                    <a:cubicBezTo>
                      <a:pt x="23" y="644"/>
                      <a:pt x="7" y="683"/>
                      <a:pt x="5" y="723"/>
                    </a:cubicBezTo>
                    <a:lnTo>
                      <a:pt x="4" y="739"/>
                    </a:lnTo>
                    <a:lnTo>
                      <a:pt x="5" y="754"/>
                    </a:lnTo>
                    <a:cubicBezTo>
                      <a:pt x="5" y="756"/>
                      <a:pt x="5" y="759"/>
                      <a:pt x="5" y="761"/>
                    </a:cubicBezTo>
                    <a:lnTo>
                      <a:pt x="6" y="769"/>
                    </a:lnTo>
                    <a:cubicBezTo>
                      <a:pt x="7" y="774"/>
                      <a:pt x="8" y="779"/>
                      <a:pt x="9" y="784"/>
                    </a:cubicBezTo>
                    <a:cubicBezTo>
                      <a:pt x="14" y="804"/>
                      <a:pt x="21" y="823"/>
                      <a:pt x="31" y="841"/>
                    </a:cubicBezTo>
                    <a:cubicBezTo>
                      <a:pt x="42" y="859"/>
                      <a:pt x="55" y="875"/>
                      <a:pt x="70" y="889"/>
                    </a:cubicBezTo>
                    <a:cubicBezTo>
                      <a:pt x="86" y="903"/>
                      <a:pt x="103" y="914"/>
                      <a:pt x="122" y="923"/>
                    </a:cubicBezTo>
                    <a:cubicBezTo>
                      <a:pt x="141" y="931"/>
                      <a:pt x="162" y="937"/>
                      <a:pt x="183" y="940"/>
                    </a:cubicBezTo>
                    <a:cubicBezTo>
                      <a:pt x="188" y="940"/>
                      <a:pt x="192" y="941"/>
                      <a:pt x="198" y="941"/>
                    </a:cubicBezTo>
                    <a:cubicBezTo>
                      <a:pt x="203" y="942"/>
                      <a:pt x="209" y="941"/>
                      <a:pt x="214" y="941"/>
                    </a:cubicBezTo>
                    <a:cubicBezTo>
                      <a:pt x="225" y="940"/>
                      <a:pt x="235" y="939"/>
                      <a:pt x="245" y="937"/>
                    </a:cubicBezTo>
                    <a:cubicBezTo>
                      <a:pt x="256" y="935"/>
                      <a:pt x="266" y="932"/>
                      <a:pt x="276" y="928"/>
                    </a:cubicBezTo>
                    <a:cubicBezTo>
                      <a:pt x="281" y="926"/>
                      <a:pt x="286" y="924"/>
                      <a:pt x="291" y="922"/>
                    </a:cubicBezTo>
                    <a:cubicBezTo>
                      <a:pt x="296" y="920"/>
                      <a:pt x="301" y="918"/>
                      <a:pt x="306" y="917"/>
                    </a:cubicBezTo>
                    <a:cubicBezTo>
                      <a:pt x="312" y="916"/>
                      <a:pt x="317" y="915"/>
                      <a:pt x="323" y="915"/>
                    </a:cubicBezTo>
                    <a:cubicBezTo>
                      <a:pt x="328" y="915"/>
                      <a:pt x="333" y="915"/>
                      <a:pt x="339" y="915"/>
                    </a:cubicBezTo>
                    <a:cubicBezTo>
                      <a:pt x="350" y="915"/>
                      <a:pt x="360" y="915"/>
                      <a:pt x="371" y="915"/>
                    </a:cubicBezTo>
                    <a:lnTo>
                      <a:pt x="373" y="915"/>
                    </a:lnTo>
                    <a:lnTo>
                      <a:pt x="373" y="917"/>
                    </a:lnTo>
                    <a:cubicBezTo>
                      <a:pt x="373" y="1006"/>
                      <a:pt x="373" y="1098"/>
                      <a:pt x="373" y="1190"/>
                    </a:cubicBezTo>
                    <a:cubicBezTo>
                      <a:pt x="373" y="1245"/>
                      <a:pt x="373" y="1299"/>
                      <a:pt x="373" y="1354"/>
                    </a:cubicBezTo>
                    <a:cubicBezTo>
                      <a:pt x="373" y="1367"/>
                      <a:pt x="373" y="1381"/>
                      <a:pt x="373" y="1394"/>
                    </a:cubicBezTo>
                    <a:cubicBezTo>
                      <a:pt x="373" y="1408"/>
                      <a:pt x="377" y="1421"/>
                      <a:pt x="384" y="1432"/>
                    </a:cubicBezTo>
                    <a:cubicBezTo>
                      <a:pt x="391" y="1443"/>
                      <a:pt x="401" y="1452"/>
                      <a:pt x="412" y="1459"/>
                    </a:cubicBezTo>
                    <a:cubicBezTo>
                      <a:pt x="424" y="1465"/>
                      <a:pt x="437" y="1468"/>
                      <a:pt x="450" y="1467"/>
                    </a:cubicBezTo>
                    <a:cubicBezTo>
                      <a:pt x="557" y="1467"/>
                      <a:pt x="663" y="1467"/>
                      <a:pt x="766" y="1467"/>
                    </a:cubicBezTo>
                    <a:cubicBezTo>
                      <a:pt x="974" y="1467"/>
                      <a:pt x="1174" y="1467"/>
                      <a:pt x="1364" y="1467"/>
                    </a:cubicBezTo>
                    <a:cubicBezTo>
                      <a:pt x="1459" y="1467"/>
                      <a:pt x="1552" y="1467"/>
                      <a:pt x="1642" y="1467"/>
                    </a:cubicBezTo>
                    <a:cubicBezTo>
                      <a:pt x="1688" y="1467"/>
                      <a:pt x="1732" y="1467"/>
                      <a:pt x="1776" y="1467"/>
                    </a:cubicBezTo>
                    <a:cubicBezTo>
                      <a:pt x="1797" y="1467"/>
                      <a:pt x="1817" y="1453"/>
                      <a:pt x="1826" y="1434"/>
                    </a:cubicBezTo>
                    <a:cubicBezTo>
                      <a:pt x="1829" y="1430"/>
                      <a:pt x="1830" y="1425"/>
                      <a:pt x="1831" y="1420"/>
                    </a:cubicBezTo>
                    <a:cubicBezTo>
                      <a:pt x="1832" y="1415"/>
                      <a:pt x="1833" y="1409"/>
                      <a:pt x="1833" y="1404"/>
                    </a:cubicBezTo>
                    <a:cubicBezTo>
                      <a:pt x="1833" y="1393"/>
                      <a:pt x="1833" y="1383"/>
                      <a:pt x="1833" y="1372"/>
                    </a:cubicBezTo>
                    <a:cubicBezTo>
                      <a:pt x="1833" y="1203"/>
                      <a:pt x="1833" y="1045"/>
                      <a:pt x="1833" y="900"/>
                    </a:cubicBezTo>
                    <a:cubicBezTo>
                      <a:pt x="1833" y="612"/>
                      <a:pt x="1833" y="379"/>
                      <a:pt x="1834" y="217"/>
                    </a:cubicBezTo>
                    <a:cubicBezTo>
                      <a:pt x="1834" y="177"/>
                      <a:pt x="1834" y="141"/>
                      <a:pt x="1834" y="110"/>
                    </a:cubicBezTo>
                    <a:cubicBezTo>
                      <a:pt x="1834" y="95"/>
                      <a:pt x="1834" y="80"/>
                      <a:pt x="1834" y="67"/>
                    </a:cubicBezTo>
                    <a:cubicBezTo>
                      <a:pt x="1834" y="54"/>
                      <a:pt x="1831" y="42"/>
                      <a:pt x="1826" y="33"/>
                    </a:cubicBezTo>
                    <a:cubicBezTo>
                      <a:pt x="1815" y="14"/>
                      <a:pt x="1799" y="7"/>
                      <a:pt x="1789" y="4"/>
                    </a:cubicBezTo>
                    <a:cubicBezTo>
                      <a:pt x="1786" y="3"/>
                      <a:pt x="1784" y="3"/>
                      <a:pt x="1782" y="3"/>
                    </a:cubicBezTo>
                    <a:cubicBezTo>
                      <a:pt x="1780" y="2"/>
                      <a:pt x="1778" y="2"/>
                      <a:pt x="1777" y="2"/>
                    </a:cubicBezTo>
                    <a:cubicBezTo>
                      <a:pt x="1774" y="2"/>
                      <a:pt x="1773" y="2"/>
                      <a:pt x="1773" y="2"/>
                    </a:cubicBezTo>
                    <a:lnTo>
                      <a:pt x="1773" y="1"/>
                    </a:lnTo>
                    <a:close/>
                  </a:path>
                </a:pathLst>
              </a:custGeom>
              <a:solidFill>
                <a:schemeClr val="dk1"/>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41" name="Google Shape;2141;p48"/>
              <p:cNvSpPr/>
              <p:nvPr/>
            </p:nvSpPr>
            <p:spPr>
              <a:xfrm>
                <a:off x="6729545" y="2990863"/>
                <a:ext cx="765844" cy="946046"/>
              </a:xfrm>
              <a:custGeom>
                <a:rect b="b" l="l" r="r" t="t"/>
                <a:pathLst>
                  <a:path extrusionOk="0" h="882" w="714">
                    <a:moveTo>
                      <a:pt x="701" y="516"/>
                    </a:moveTo>
                    <a:cubicBezTo>
                      <a:pt x="698" y="426"/>
                      <a:pt x="695" y="335"/>
                      <a:pt x="677" y="247"/>
                    </a:cubicBezTo>
                    <a:cubicBezTo>
                      <a:pt x="660" y="158"/>
                      <a:pt x="638" y="71"/>
                      <a:pt x="582" y="0"/>
                    </a:cubicBezTo>
                    <a:lnTo>
                      <a:pt x="60" y="28"/>
                    </a:lnTo>
                    <a:cubicBezTo>
                      <a:pt x="40" y="108"/>
                      <a:pt x="20" y="190"/>
                      <a:pt x="28" y="272"/>
                    </a:cubicBezTo>
                    <a:cubicBezTo>
                      <a:pt x="36" y="352"/>
                      <a:pt x="71" y="429"/>
                      <a:pt x="66" y="509"/>
                    </a:cubicBezTo>
                    <a:cubicBezTo>
                      <a:pt x="62" y="565"/>
                      <a:pt x="38" y="618"/>
                      <a:pt x="20" y="672"/>
                    </a:cubicBezTo>
                    <a:cubicBezTo>
                      <a:pt x="2" y="726"/>
                      <a:pt x="-9" y="786"/>
                      <a:pt x="12" y="838"/>
                    </a:cubicBezTo>
                    <a:cubicBezTo>
                      <a:pt x="17" y="851"/>
                      <a:pt x="25" y="864"/>
                      <a:pt x="37" y="872"/>
                    </a:cubicBezTo>
                    <a:cubicBezTo>
                      <a:pt x="52" y="882"/>
                      <a:pt x="71" y="882"/>
                      <a:pt x="88" y="882"/>
                    </a:cubicBezTo>
                    <a:cubicBezTo>
                      <a:pt x="297" y="882"/>
                      <a:pt x="505" y="878"/>
                      <a:pt x="714" y="868"/>
                    </a:cubicBezTo>
                    <a:cubicBezTo>
                      <a:pt x="710" y="751"/>
                      <a:pt x="706" y="634"/>
                      <a:pt x="701" y="517"/>
                    </a:cubicBezTo>
                    <a:lnTo>
                      <a:pt x="701" y="516"/>
                    </a:ln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42" name="Google Shape;2142;p48"/>
              <p:cNvSpPr/>
              <p:nvPr/>
            </p:nvSpPr>
            <p:spPr>
              <a:xfrm>
                <a:off x="7200421" y="3231129"/>
                <a:ext cx="197360" cy="320712"/>
              </a:xfrm>
              <a:custGeom>
                <a:rect b="b" l="l" r="r" t="t"/>
                <a:pathLst>
                  <a:path extrusionOk="0" h="299" w="184">
                    <a:moveTo>
                      <a:pt x="183" y="0"/>
                    </a:moveTo>
                    <a:cubicBezTo>
                      <a:pt x="186" y="112"/>
                      <a:pt x="138" y="223"/>
                      <a:pt x="56" y="299"/>
                    </a:cubicBezTo>
                    <a:cubicBezTo>
                      <a:pt x="37" y="244"/>
                      <a:pt x="19" y="190"/>
                      <a:pt x="0" y="135"/>
                    </a:cubicBezTo>
                    <a:lnTo>
                      <a:pt x="183" y="0"/>
                    </a:ln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43" name="Google Shape;2143;p48"/>
              <p:cNvSpPr/>
              <p:nvPr/>
            </p:nvSpPr>
            <p:spPr>
              <a:xfrm>
                <a:off x="6841096" y="2856786"/>
                <a:ext cx="593153" cy="616754"/>
              </a:xfrm>
              <a:custGeom>
                <a:rect b="b" l="l" r="r" t="t"/>
                <a:pathLst>
                  <a:path extrusionOk="0" h="575" w="553">
                    <a:moveTo>
                      <a:pt x="91" y="25"/>
                    </a:moveTo>
                    <a:cubicBezTo>
                      <a:pt x="140" y="-2"/>
                      <a:pt x="199" y="-5"/>
                      <a:pt x="253" y="5"/>
                    </a:cubicBezTo>
                    <a:cubicBezTo>
                      <a:pt x="307" y="16"/>
                      <a:pt x="358" y="41"/>
                      <a:pt x="405" y="68"/>
                    </a:cubicBezTo>
                    <a:cubicBezTo>
                      <a:pt x="432" y="84"/>
                      <a:pt x="459" y="101"/>
                      <a:pt x="478" y="125"/>
                    </a:cubicBezTo>
                    <a:cubicBezTo>
                      <a:pt x="514" y="169"/>
                      <a:pt x="549" y="242"/>
                      <a:pt x="552" y="298"/>
                    </a:cubicBezTo>
                    <a:cubicBezTo>
                      <a:pt x="555" y="344"/>
                      <a:pt x="537" y="458"/>
                      <a:pt x="518" y="499"/>
                    </a:cubicBezTo>
                    <a:cubicBezTo>
                      <a:pt x="500" y="537"/>
                      <a:pt x="417" y="566"/>
                      <a:pt x="376" y="575"/>
                    </a:cubicBezTo>
                    <a:lnTo>
                      <a:pt x="0" y="140"/>
                    </a:lnTo>
                    <a:cubicBezTo>
                      <a:pt x="13" y="91"/>
                      <a:pt x="47" y="49"/>
                      <a:pt x="91" y="25"/>
                    </a:cubicBez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44" name="Google Shape;2144;p48"/>
              <p:cNvSpPr/>
              <p:nvPr/>
            </p:nvSpPr>
            <p:spPr>
              <a:xfrm>
                <a:off x="6753142" y="2929724"/>
                <a:ext cx="213449" cy="543816"/>
              </a:xfrm>
              <a:custGeom>
                <a:rect b="b" l="l" r="r" t="t"/>
                <a:pathLst>
                  <a:path extrusionOk="0" h="507" w="199">
                    <a:moveTo>
                      <a:pt x="108" y="16"/>
                    </a:moveTo>
                    <a:lnTo>
                      <a:pt x="199" y="0"/>
                    </a:lnTo>
                    <a:cubicBezTo>
                      <a:pt x="149" y="116"/>
                      <a:pt x="136" y="384"/>
                      <a:pt x="108" y="507"/>
                    </a:cubicBezTo>
                    <a:cubicBezTo>
                      <a:pt x="74" y="459"/>
                      <a:pt x="-3" y="313"/>
                      <a:pt x="1" y="255"/>
                    </a:cubicBezTo>
                    <a:cubicBezTo>
                      <a:pt x="5" y="197"/>
                      <a:pt x="1" y="6"/>
                      <a:pt x="108" y="16"/>
                    </a:cubicBez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45" name="Google Shape;2145;p48"/>
              <p:cNvSpPr/>
              <p:nvPr/>
            </p:nvSpPr>
            <p:spPr>
              <a:xfrm>
                <a:off x="6806773" y="2945813"/>
                <a:ext cx="521288" cy="879544"/>
              </a:xfrm>
              <a:custGeom>
                <a:rect b="b" l="l" r="r" t="t"/>
                <a:pathLst>
                  <a:path extrusionOk="0" h="820" w="486">
                    <a:moveTo>
                      <a:pt x="486" y="195"/>
                    </a:moveTo>
                    <a:cubicBezTo>
                      <a:pt x="482" y="128"/>
                      <a:pt x="436" y="71"/>
                      <a:pt x="371" y="54"/>
                    </a:cubicBezTo>
                    <a:lnTo>
                      <a:pt x="163" y="1"/>
                    </a:lnTo>
                    <a:cubicBezTo>
                      <a:pt x="73" y="-9"/>
                      <a:pt x="13" y="101"/>
                      <a:pt x="7" y="191"/>
                    </a:cubicBezTo>
                    <a:cubicBezTo>
                      <a:pt x="0" y="291"/>
                      <a:pt x="-4" y="396"/>
                      <a:pt x="8" y="470"/>
                    </a:cubicBezTo>
                    <a:cubicBezTo>
                      <a:pt x="31" y="620"/>
                      <a:pt x="147" y="639"/>
                      <a:pt x="147" y="639"/>
                    </a:cubicBezTo>
                    <a:cubicBezTo>
                      <a:pt x="147" y="639"/>
                      <a:pt x="147" y="673"/>
                      <a:pt x="147" y="717"/>
                    </a:cubicBezTo>
                    <a:lnTo>
                      <a:pt x="149" y="722"/>
                    </a:lnTo>
                    <a:cubicBezTo>
                      <a:pt x="202" y="848"/>
                      <a:pt x="379" y="854"/>
                      <a:pt x="440" y="732"/>
                    </a:cubicBezTo>
                    <a:lnTo>
                      <a:pt x="440" y="732"/>
                    </a:lnTo>
                    <a:lnTo>
                      <a:pt x="486" y="197"/>
                    </a:lnTo>
                    <a:cubicBezTo>
                      <a:pt x="486" y="194"/>
                      <a:pt x="486" y="199"/>
                      <a:pt x="485" y="194"/>
                    </a:cubicBezTo>
                    <a:lnTo>
                      <a:pt x="486" y="195"/>
                    </a:lnTo>
                    <a:close/>
                  </a:path>
                </a:pathLst>
              </a:custGeom>
              <a:solidFill>
                <a:srgbClr val="FFBE9D"/>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46" name="Google Shape;2146;p48"/>
              <p:cNvSpPr/>
              <p:nvPr/>
            </p:nvSpPr>
            <p:spPr>
              <a:xfrm>
                <a:off x="6844314" y="3252581"/>
                <a:ext cx="41832" cy="39687"/>
              </a:xfrm>
              <a:custGeom>
                <a:rect b="b" l="l" r="r" t="t"/>
                <a:pathLst>
                  <a:path extrusionOk="0" h="37" w="39">
                    <a:moveTo>
                      <a:pt x="1" y="17"/>
                    </a:moveTo>
                    <a:cubicBezTo>
                      <a:pt x="0" y="27"/>
                      <a:pt x="8" y="37"/>
                      <a:pt x="19" y="37"/>
                    </a:cubicBezTo>
                    <a:cubicBezTo>
                      <a:pt x="29" y="38"/>
                      <a:pt x="39" y="30"/>
                      <a:pt x="39" y="19"/>
                    </a:cubicBezTo>
                    <a:cubicBezTo>
                      <a:pt x="39" y="9"/>
                      <a:pt x="31" y="1"/>
                      <a:pt x="21" y="0"/>
                    </a:cubicBezTo>
                    <a:cubicBezTo>
                      <a:pt x="10" y="-1"/>
                      <a:pt x="1" y="7"/>
                      <a:pt x="1" y="17"/>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47" name="Google Shape;2147;p48"/>
              <p:cNvSpPr/>
              <p:nvPr/>
            </p:nvSpPr>
            <p:spPr>
              <a:xfrm>
                <a:off x="6836806" y="3192515"/>
                <a:ext cx="82591" cy="21452"/>
              </a:xfrm>
              <a:custGeom>
                <a:rect b="b" l="l" r="r" t="t"/>
                <a:pathLst>
                  <a:path extrusionOk="0" h="20" w="77">
                    <a:moveTo>
                      <a:pt x="1" y="20"/>
                    </a:moveTo>
                    <a:cubicBezTo>
                      <a:pt x="4" y="22"/>
                      <a:pt x="18" y="12"/>
                      <a:pt x="39" y="12"/>
                    </a:cubicBezTo>
                    <a:cubicBezTo>
                      <a:pt x="60" y="11"/>
                      <a:pt x="75" y="22"/>
                      <a:pt x="77" y="20"/>
                    </a:cubicBezTo>
                    <a:cubicBezTo>
                      <a:pt x="78" y="19"/>
                      <a:pt x="76" y="14"/>
                      <a:pt x="69" y="9"/>
                    </a:cubicBezTo>
                    <a:cubicBezTo>
                      <a:pt x="63" y="4"/>
                      <a:pt x="52" y="0"/>
                      <a:pt x="39" y="0"/>
                    </a:cubicBezTo>
                    <a:cubicBezTo>
                      <a:pt x="26" y="0"/>
                      <a:pt x="15" y="4"/>
                      <a:pt x="9" y="9"/>
                    </a:cubicBezTo>
                    <a:cubicBezTo>
                      <a:pt x="2" y="14"/>
                      <a:pt x="0" y="19"/>
                      <a:pt x="1" y="20"/>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48" name="Google Shape;2148;p48"/>
              <p:cNvSpPr/>
              <p:nvPr/>
            </p:nvSpPr>
            <p:spPr>
              <a:xfrm>
                <a:off x="7047038" y="3249363"/>
                <a:ext cx="41832" cy="39687"/>
              </a:xfrm>
              <a:custGeom>
                <a:rect b="b" l="l" r="r" t="t"/>
                <a:pathLst>
                  <a:path extrusionOk="0" h="37" w="39">
                    <a:moveTo>
                      <a:pt x="1" y="18"/>
                    </a:moveTo>
                    <a:cubicBezTo>
                      <a:pt x="0" y="28"/>
                      <a:pt x="8" y="36"/>
                      <a:pt x="19" y="37"/>
                    </a:cubicBezTo>
                    <a:cubicBezTo>
                      <a:pt x="29" y="38"/>
                      <a:pt x="39" y="30"/>
                      <a:pt x="39" y="20"/>
                    </a:cubicBezTo>
                    <a:cubicBezTo>
                      <a:pt x="39" y="10"/>
                      <a:pt x="30" y="1"/>
                      <a:pt x="20" y="0"/>
                    </a:cubicBezTo>
                    <a:cubicBezTo>
                      <a:pt x="9" y="0"/>
                      <a:pt x="1" y="7"/>
                      <a:pt x="1" y="18"/>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49" name="Google Shape;2149;p48"/>
              <p:cNvSpPr/>
              <p:nvPr/>
            </p:nvSpPr>
            <p:spPr>
              <a:xfrm>
                <a:off x="7048110" y="3192515"/>
                <a:ext cx="83664" cy="21452"/>
              </a:xfrm>
              <a:custGeom>
                <a:rect b="b" l="l" r="r" t="t"/>
                <a:pathLst>
                  <a:path extrusionOk="0" h="20" w="78">
                    <a:moveTo>
                      <a:pt x="2" y="20"/>
                    </a:moveTo>
                    <a:cubicBezTo>
                      <a:pt x="4" y="22"/>
                      <a:pt x="19" y="12"/>
                      <a:pt x="39" y="12"/>
                    </a:cubicBezTo>
                    <a:cubicBezTo>
                      <a:pt x="60" y="11"/>
                      <a:pt x="75" y="22"/>
                      <a:pt x="78" y="20"/>
                    </a:cubicBezTo>
                    <a:cubicBezTo>
                      <a:pt x="79" y="19"/>
                      <a:pt x="76" y="14"/>
                      <a:pt x="70" y="9"/>
                    </a:cubicBezTo>
                    <a:cubicBezTo>
                      <a:pt x="63" y="4"/>
                      <a:pt x="52" y="0"/>
                      <a:pt x="39" y="0"/>
                    </a:cubicBezTo>
                    <a:cubicBezTo>
                      <a:pt x="26" y="0"/>
                      <a:pt x="15" y="4"/>
                      <a:pt x="9" y="9"/>
                    </a:cubicBezTo>
                    <a:cubicBezTo>
                      <a:pt x="3" y="14"/>
                      <a:pt x="0" y="19"/>
                      <a:pt x="1" y="20"/>
                    </a:cubicBezTo>
                    <a:lnTo>
                      <a:pt x="2" y="20"/>
                    </a:ln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50" name="Google Shape;2150;p48"/>
              <p:cNvSpPr/>
              <p:nvPr/>
            </p:nvSpPr>
            <p:spPr>
              <a:xfrm>
                <a:off x="6922615" y="3203241"/>
                <a:ext cx="68647" cy="185562"/>
              </a:xfrm>
              <a:custGeom>
                <a:rect b="b" l="l" r="r" t="t"/>
                <a:pathLst>
                  <a:path extrusionOk="0" h="173" w="64">
                    <a:moveTo>
                      <a:pt x="54" y="172"/>
                    </a:moveTo>
                    <a:cubicBezTo>
                      <a:pt x="54" y="171"/>
                      <a:pt x="41" y="168"/>
                      <a:pt x="20" y="166"/>
                    </a:cubicBezTo>
                    <a:cubicBezTo>
                      <a:pt x="15" y="165"/>
                      <a:pt x="10" y="164"/>
                      <a:pt x="9" y="160"/>
                    </a:cubicBezTo>
                    <a:cubicBezTo>
                      <a:pt x="8" y="157"/>
                      <a:pt x="10" y="151"/>
                      <a:pt x="12" y="145"/>
                    </a:cubicBezTo>
                    <a:cubicBezTo>
                      <a:pt x="17" y="132"/>
                      <a:pt x="23" y="119"/>
                      <a:pt x="28" y="105"/>
                    </a:cubicBezTo>
                    <a:cubicBezTo>
                      <a:pt x="50" y="48"/>
                      <a:pt x="66" y="1"/>
                      <a:pt x="64" y="0"/>
                    </a:cubicBezTo>
                    <a:cubicBezTo>
                      <a:pt x="61" y="-1"/>
                      <a:pt x="42" y="44"/>
                      <a:pt x="20" y="102"/>
                    </a:cubicBezTo>
                    <a:cubicBezTo>
                      <a:pt x="14" y="116"/>
                      <a:pt x="9" y="129"/>
                      <a:pt x="5" y="142"/>
                    </a:cubicBezTo>
                    <a:cubicBezTo>
                      <a:pt x="3" y="148"/>
                      <a:pt x="-1" y="155"/>
                      <a:pt x="2" y="163"/>
                    </a:cubicBezTo>
                    <a:cubicBezTo>
                      <a:pt x="3" y="166"/>
                      <a:pt x="7" y="169"/>
                      <a:pt x="11" y="170"/>
                    </a:cubicBezTo>
                    <a:cubicBezTo>
                      <a:pt x="14" y="171"/>
                      <a:pt x="17" y="171"/>
                      <a:pt x="19" y="172"/>
                    </a:cubicBezTo>
                    <a:cubicBezTo>
                      <a:pt x="40" y="173"/>
                      <a:pt x="54" y="173"/>
                      <a:pt x="54" y="172"/>
                    </a:cubicBezTo>
                    <a:close/>
                  </a:path>
                </a:pathLst>
              </a:custGeom>
              <a:solidFill>
                <a:srgbClr val="263238"/>
              </a:solidFill>
              <a:ln>
                <a:noFill/>
              </a:ln>
            </p:spPr>
            <p:txBody>
              <a:bodyPr anchorCtr="1" anchor="ctr" bIns="17275" lIns="90000" spcFirstLastPara="1" rIns="90000" wrap="square" tIns="1727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51" name="Google Shape;2151;p48"/>
              <p:cNvSpPr/>
              <p:nvPr/>
            </p:nvSpPr>
            <p:spPr>
              <a:xfrm>
                <a:off x="6964447" y="3574366"/>
                <a:ext cx="213449" cy="96535"/>
              </a:xfrm>
              <a:custGeom>
                <a:rect b="b" l="l" r="r" t="t"/>
                <a:pathLst>
                  <a:path extrusionOk="0" h="90" w="199">
                    <a:moveTo>
                      <a:pt x="199" y="0"/>
                    </a:moveTo>
                    <a:cubicBezTo>
                      <a:pt x="199" y="0"/>
                      <a:pt x="150" y="103"/>
                      <a:pt x="0" y="88"/>
                    </a:cubicBezTo>
                    <a:lnTo>
                      <a:pt x="0" y="53"/>
                    </a:lnTo>
                    <a:cubicBezTo>
                      <a:pt x="0" y="53"/>
                      <a:pt x="99" y="59"/>
                      <a:pt x="199" y="0"/>
                    </a:cubicBezTo>
                    <a:close/>
                  </a:path>
                </a:pathLst>
              </a:custGeom>
              <a:solidFill>
                <a:srgbClr val="EB996E"/>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52" name="Google Shape;2152;p48"/>
              <p:cNvSpPr/>
              <p:nvPr/>
            </p:nvSpPr>
            <p:spPr>
              <a:xfrm>
                <a:off x="7055618" y="3117432"/>
                <a:ext cx="101898" cy="30033"/>
              </a:xfrm>
              <a:custGeom>
                <a:rect b="b" l="l" r="r" t="t"/>
                <a:pathLst>
                  <a:path extrusionOk="0" h="28" w="95">
                    <a:moveTo>
                      <a:pt x="1" y="15"/>
                    </a:moveTo>
                    <a:cubicBezTo>
                      <a:pt x="3" y="21"/>
                      <a:pt x="24" y="18"/>
                      <a:pt x="48" y="21"/>
                    </a:cubicBezTo>
                    <a:cubicBezTo>
                      <a:pt x="72" y="24"/>
                      <a:pt x="92" y="31"/>
                      <a:pt x="95" y="26"/>
                    </a:cubicBezTo>
                    <a:cubicBezTo>
                      <a:pt x="97" y="23"/>
                      <a:pt x="92" y="19"/>
                      <a:pt x="85" y="13"/>
                    </a:cubicBezTo>
                    <a:cubicBezTo>
                      <a:pt x="77" y="8"/>
                      <a:pt x="65" y="2"/>
                      <a:pt x="50" y="0"/>
                    </a:cubicBezTo>
                    <a:cubicBezTo>
                      <a:pt x="36" y="-1"/>
                      <a:pt x="23" y="1"/>
                      <a:pt x="14" y="5"/>
                    </a:cubicBezTo>
                    <a:cubicBezTo>
                      <a:pt x="5" y="8"/>
                      <a:pt x="0" y="13"/>
                      <a:pt x="1" y="15"/>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53" name="Google Shape;2153;p48"/>
              <p:cNvSpPr/>
              <p:nvPr/>
            </p:nvSpPr>
            <p:spPr>
              <a:xfrm>
                <a:off x="6844314" y="3122795"/>
                <a:ext cx="76155" cy="25743"/>
              </a:xfrm>
              <a:custGeom>
                <a:rect b="b" l="l" r="r" t="t"/>
                <a:pathLst>
                  <a:path extrusionOk="0" h="24" w="71">
                    <a:moveTo>
                      <a:pt x="1" y="22"/>
                    </a:moveTo>
                    <a:cubicBezTo>
                      <a:pt x="5" y="26"/>
                      <a:pt x="19" y="22"/>
                      <a:pt x="36" y="21"/>
                    </a:cubicBezTo>
                    <a:cubicBezTo>
                      <a:pt x="53" y="21"/>
                      <a:pt x="68" y="24"/>
                      <a:pt x="71" y="20"/>
                    </a:cubicBezTo>
                    <a:cubicBezTo>
                      <a:pt x="73" y="17"/>
                      <a:pt x="71" y="13"/>
                      <a:pt x="64" y="8"/>
                    </a:cubicBezTo>
                    <a:cubicBezTo>
                      <a:pt x="58" y="4"/>
                      <a:pt x="47" y="0"/>
                      <a:pt x="36" y="0"/>
                    </a:cubicBezTo>
                    <a:cubicBezTo>
                      <a:pt x="24" y="1"/>
                      <a:pt x="13" y="5"/>
                      <a:pt x="7" y="10"/>
                    </a:cubicBezTo>
                    <a:cubicBezTo>
                      <a:pt x="1" y="15"/>
                      <a:pt x="-1" y="19"/>
                      <a:pt x="1" y="22"/>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54" name="Google Shape;2154;p48"/>
              <p:cNvSpPr/>
              <p:nvPr/>
            </p:nvSpPr>
            <p:spPr>
              <a:xfrm>
                <a:off x="6855040" y="2884674"/>
                <a:ext cx="513780" cy="439772"/>
              </a:xfrm>
              <a:custGeom>
                <a:rect b="b" l="l" r="r" t="t"/>
                <a:pathLst>
                  <a:path extrusionOk="0" h="410" w="479">
                    <a:moveTo>
                      <a:pt x="3" y="112"/>
                    </a:moveTo>
                    <a:cubicBezTo>
                      <a:pt x="12" y="89"/>
                      <a:pt x="37" y="76"/>
                      <a:pt x="61" y="74"/>
                    </a:cubicBezTo>
                    <a:cubicBezTo>
                      <a:pt x="86" y="73"/>
                      <a:pt x="109" y="82"/>
                      <a:pt x="131" y="94"/>
                    </a:cubicBezTo>
                    <a:cubicBezTo>
                      <a:pt x="220" y="146"/>
                      <a:pt x="266" y="270"/>
                      <a:pt x="355" y="323"/>
                    </a:cubicBezTo>
                    <a:cubicBezTo>
                      <a:pt x="375" y="337"/>
                      <a:pt x="404" y="325"/>
                      <a:pt x="422" y="342"/>
                    </a:cubicBezTo>
                    <a:cubicBezTo>
                      <a:pt x="441" y="359"/>
                      <a:pt x="453" y="387"/>
                      <a:pt x="443" y="410"/>
                    </a:cubicBezTo>
                    <a:cubicBezTo>
                      <a:pt x="455" y="394"/>
                      <a:pt x="467" y="377"/>
                      <a:pt x="473" y="359"/>
                    </a:cubicBezTo>
                    <a:cubicBezTo>
                      <a:pt x="480" y="340"/>
                      <a:pt x="481" y="318"/>
                      <a:pt x="471" y="300"/>
                    </a:cubicBezTo>
                    <a:cubicBezTo>
                      <a:pt x="463" y="287"/>
                      <a:pt x="450" y="277"/>
                      <a:pt x="446" y="262"/>
                    </a:cubicBezTo>
                    <a:cubicBezTo>
                      <a:pt x="443" y="249"/>
                      <a:pt x="448" y="236"/>
                      <a:pt x="447" y="222"/>
                    </a:cubicBezTo>
                    <a:cubicBezTo>
                      <a:pt x="447" y="209"/>
                      <a:pt x="440" y="196"/>
                      <a:pt x="433" y="184"/>
                    </a:cubicBezTo>
                    <a:cubicBezTo>
                      <a:pt x="399" y="123"/>
                      <a:pt x="352" y="68"/>
                      <a:pt x="291" y="34"/>
                    </a:cubicBezTo>
                    <a:cubicBezTo>
                      <a:pt x="251" y="11"/>
                      <a:pt x="205" y="-2"/>
                      <a:pt x="159" y="0"/>
                    </a:cubicBezTo>
                    <a:cubicBezTo>
                      <a:pt x="113" y="1"/>
                      <a:pt x="67" y="18"/>
                      <a:pt x="33" y="49"/>
                    </a:cubicBezTo>
                    <a:cubicBezTo>
                      <a:pt x="13" y="68"/>
                      <a:pt x="-7" y="87"/>
                      <a:pt x="3" y="112"/>
                    </a:cubicBez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55" name="Google Shape;2155;p48"/>
              <p:cNvSpPr/>
              <p:nvPr/>
            </p:nvSpPr>
            <p:spPr>
              <a:xfrm>
                <a:off x="7305537" y="3262235"/>
                <a:ext cx="86881" cy="133004"/>
              </a:xfrm>
              <a:custGeom>
                <a:rect b="b" l="l" r="r" t="t"/>
                <a:pathLst>
                  <a:path extrusionOk="0" h="124" w="81">
                    <a:moveTo>
                      <a:pt x="0" y="8"/>
                    </a:moveTo>
                    <a:cubicBezTo>
                      <a:pt x="2" y="4"/>
                      <a:pt x="80" y="-24"/>
                      <a:pt x="81" y="59"/>
                    </a:cubicBezTo>
                    <a:cubicBezTo>
                      <a:pt x="82" y="140"/>
                      <a:pt x="0" y="124"/>
                      <a:pt x="0" y="121"/>
                    </a:cubicBezTo>
                    <a:cubicBezTo>
                      <a:pt x="0" y="119"/>
                      <a:pt x="0" y="9"/>
                      <a:pt x="0" y="9"/>
                    </a:cubicBezTo>
                    <a:lnTo>
                      <a:pt x="0" y="8"/>
                    </a:lnTo>
                    <a:close/>
                  </a:path>
                </a:pathLst>
              </a:custGeom>
              <a:solidFill>
                <a:srgbClr val="FFBE9D"/>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56" name="Google Shape;2156;p48"/>
              <p:cNvSpPr/>
              <p:nvPr/>
            </p:nvSpPr>
            <p:spPr>
              <a:xfrm>
                <a:off x="7332352" y="3291195"/>
                <a:ext cx="38614" cy="75083"/>
              </a:xfrm>
              <a:custGeom>
                <a:rect b="b" l="l" r="r" t="t"/>
                <a:pathLst>
                  <a:path extrusionOk="0" h="70" w="36">
                    <a:moveTo>
                      <a:pt x="0" y="64"/>
                    </a:moveTo>
                    <a:cubicBezTo>
                      <a:pt x="0" y="64"/>
                      <a:pt x="1" y="65"/>
                      <a:pt x="4" y="66"/>
                    </a:cubicBezTo>
                    <a:cubicBezTo>
                      <a:pt x="6" y="67"/>
                      <a:pt x="10" y="67"/>
                      <a:pt x="14" y="66"/>
                    </a:cubicBezTo>
                    <a:cubicBezTo>
                      <a:pt x="23" y="63"/>
                      <a:pt x="30" y="49"/>
                      <a:pt x="30" y="35"/>
                    </a:cubicBezTo>
                    <a:cubicBezTo>
                      <a:pt x="30" y="27"/>
                      <a:pt x="29" y="20"/>
                      <a:pt x="26" y="15"/>
                    </a:cubicBezTo>
                    <a:cubicBezTo>
                      <a:pt x="23" y="9"/>
                      <a:pt x="20" y="5"/>
                      <a:pt x="15" y="4"/>
                    </a:cubicBezTo>
                    <a:cubicBezTo>
                      <a:pt x="11" y="3"/>
                      <a:pt x="8" y="5"/>
                      <a:pt x="7" y="8"/>
                    </a:cubicBezTo>
                    <a:cubicBezTo>
                      <a:pt x="6" y="10"/>
                      <a:pt x="6" y="12"/>
                      <a:pt x="6" y="12"/>
                    </a:cubicBezTo>
                    <a:cubicBezTo>
                      <a:pt x="6" y="12"/>
                      <a:pt x="4" y="10"/>
                      <a:pt x="5" y="7"/>
                    </a:cubicBezTo>
                    <a:cubicBezTo>
                      <a:pt x="5" y="5"/>
                      <a:pt x="6" y="4"/>
                      <a:pt x="8" y="2"/>
                    </a:cubicBezTo>
                    <a:cubicBezTo>
                      <a:pt x="10" y="0"/>
                      <a:pt x="13" y="0"/>
                      <a:pt x="16" y="0"/>
                    </a:cubicBezTo>
                    <a:cubicBezTo>
                      <a:pt x="22" y="0"/>
                      <a:pt x="28" y="6"/>
                      <a:pt x="31" y="12"/>
                    </a:cubicBezTo>
                    <a:cubicBezTo>
                      <a:pt x="34" y="19"/>
                      <a:pt x="36" y="27"/>
                      <a:pt x="36" y="35"/>
                    </a:cubicBezTo>
                    <a:cubicBezTo>
                      <a:pt x="35" y="51"/>
                      <a:pt x="27" y="66"/>
                      <a:pt x="16" y="70"/>
                    </a:cubicBezTo>
                    <a:cubicBezTo>
                      <a:pt x="10" y="71"/>
                      <a:pt x="5" y="70"/>
                      <a:pt x="3" y="68"/>
                    </a:cubicBezTo>
                    <a:cubicBezTo>
                      <a:pt x="0" y="66"/>
                      <a:pt x="0" y="64"/>
                      <a:pt x="0" y="64"/>
                    </a:cubicBezTo>
                    <a:close/>
                  </a:path>
                </a:pathLst>
              </a:custGeom>
              <a:solidFill>
                <a:srgbClr val="EB996E"/>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57" name="Google Shape;2157;p48"/>
              <p:cNvSpPr/>
              <p:nvPr/>
            </p:nvSpPr>
            <p:spPr>
              <a:xfrm>
                <a:off x="6873275" y="2935087"/>
                <a:ext cx="466585" cy="291751"/>
              </a:xfrm>
              <a:custGeom>
                <a:rect b="b" l="l" r="r" t="t"/>
                <a:pathLst>
                  <a:path extrusionOk="0" h="272" w="435">
                    <a:moveTo>
                      <a:pt x="435" y="272"/>
                    </a:moveTo>
                    <a:cubicBezTo>
                      <a:pt x="435" y="272"/>
                      <a:pt x="434" y="271"/>
                      <a:pt x="430" y="269"/>
                    </a:cubicBezTo>
                    <a:cubicBezTo>
                      <a:pt x="427" y="267"/>
                      <a:pt x="422" y="265"/>
                      <a:pt x="417" y="261"/>
                    </a:cubicBezTo>
                    <a:cubicBezTo>
                      <a:pt x="405" y="253"/>
                      <a:pt x="390" y="240"/>
                      <a:pt x="373" y="221"/>
                    </a:cubicBezTo>
                    <a:cubicBezTo>
                      <a:pt x="356" y="203"/>
                      <a:pt x="339" y="179"/>
                      <a:pt x="321" y="152"/>
                    </a:cubicBezTo>
                    <a:cubicBezTo>
                      <a:pt x="301" y="125"/>
                      <a:pt x="281" y="96"/>
                      <a:pt x="254" y="69"/>
                    </a:cubicBezTo>
                    <a:cubicBezTo>
                      <a:pt x="240" y="56"/>
                      <a:pt x="226" y="45"/>
                      <a:pt x="211" y="35"/>
                    </a:cubicBezTo>
                    <a:cubicBezTo>
                      <a:pt x="195" y="26"/>
                      <a:pt x="180" y="19"/>
                      <a:pt x="164" y="14"/>
                    </a:cubicBezTo>
                    <a:cubicBezTo>
                      <a:pt x="133" y="4"/>
                      <a:pt x="103" y="2"/>
                      <a:pt x="78" y="4"/>
                    </a:cubicBezTo>
                    <a:cubicBezTo>
                      <a:pt x="53" y="5"/>
                      <a:pt x="34" y="11"/>
                      <a:pt x="21" y="15"/>
                    </a:cubicBezTo>
                    <a:cubicBezTo>
                      <a:pt x="14" y="17"/>
                      <a:pt x="9" y="19"/>
                      <a:pt x="6" y="21"/>
                    </a:cubicBezTo>
                    <a:cubicBezTo>
                      <a:pt x="2" y="22"/>
                      <a:pt x="0" y="23"/>
                      <a:pt x="0" y="22"/>
                    </a:cubicBezTo>
                    <a:cubicBezTo>
                      <a:pt x="0" y="22"/>
                      <a:pt x="2" y="22"/>
                      <a:pt x="5" y="20"/>
                    </a:cubicBezTo>
                    <a:cubicBezTo>
                      <a:pt x="9" y="18"/>
                      <a:pt x="14" y="16"/>
                      <a:pt x="20" y="14"/>
                    </a:cubicBezTo>
                    <a:cubicBezTo>
                      <a:pt x="33" y="9"/>
                      <a:pt x="53" y="3"/>
                      <a:pt x="78" y="1"/>
                    </a:cubicBezTo>
                    <a:cubicBezTo>
                      <a:pt x="103" y="-1"/>
                      <a:pt x="133" y="1"/>
                      <a:pt x="165" y="11"/>
                    </a:cubicBezTo>
                    <a:cubicBezTo>
                      <a:pt x="181" y="16"/>
                      <a:pt x="197" y="23"/>
                      <a:pt x="213" y="32"/>
                    </a:cubicBezTo>
                    <a:cubicBezTo>
                      <a:pt x="228" y="42"/>
                      <a:pt x="243" y="54"/>
                      <a:pt x="256" y="67"/>
                    </a:cubicBezTo>
                    <a:cubicBezTo>
                      <a:pt x="284" y="94"/>
                      <a:pt x="304" y="123"/>
                      <a:pt x="323" y="150"/>
                    </a:cubicBezTo>
                    <a:cubicBezTo>
                      <a:pt x="341" y="177"/>
                      <a:pt x="359" y="201"/>
                      <a:pt x="375" y="219"/>
                    </a:cubicBezTo>
                    <a:cubicBezTo>
                      <a:pt x="392" y="238"/>
                      <a:pt x="407" y="251"/>
                      <a:pt x="418" y="259"/>
                    </a:cubicBezTo>
                    <a:cubicBezTo>
                      <a:pt x="423" y="264"/>
                      <a:pt x="428" y="266"/>
                      <a:pt x="431" y="269"/>
                    </a:cubicBezTo>
                    <a:cubicBezTo>
                      <a:pt x="434" y="271"/>
                      <a:pt x="435" y="272"/>
                      <a:pt x="435" y="272"/>
                    </a:cubicBezTo>
                    <a:close/>
                  </a:path>
                </a:pathLst>
              </a:custGeom>
              <a:solidFill>
                <a:srgbClr val="455A64"/>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58" name="Google Shape;2158;p48"/>
              <p:cNvSpPr/>
              <p:nvPr/>
            </p:nvSpPr>
            <p:spPr>
              <a:xfrm>
                <a:off x="7205784" y="3128158"/>
                <a:ext cx="113697" cy="219886"/>
              </a:xfrm>
              <a:custGeom>
                <a:rect b="b" l="l" r="r" t="t"/>
                <a:pathLst>
                  <a:path extrusionOk="0" h="205" w="106">
                    <a:moveTo>
                      <a:pt x="105" y="115"/>
                    </a:moveTo>
                    <a:cubicBezTo>
                      <a:pt x="106" y="137"/>
                      <a:pt x="107" y="160"/>
                      <a:pt x="97" y="180"/>
                    </a:cubicBezTo>
                    <a:cubicBezTo>
                      <a:pt x="87" y="199"/>
                      <a:pt x="61" y="212"/>
                      <a:pt x="42" y="201"/>
                    </a:cubicBezTo>
                    <a:cubicBezTo>
                      <a:pt x="27" y="193"/>
                      <a:pt x="22" y="173"/>
                      <a:pt x="20" y="155"/>
                    </a:cubicBezTo>
                    <a:cubicBezTo>
                      <a:pt x="12" y="104"/>
                      <a:pt x="8" y="52"/>
                      <a:pt x="0" y="0"/>
                    </a:cubicBezTo>
                    <a:lnTo>
                      <a:pt x="105" y="115"/>
                    </a:lnTo>
                    <a:close/>
                  </a:path>
                </a:pathLst>
              </a:custGeom>
              <a:solidFill>
                <a:srgbClr val="263238"/>
              </a:solidFill>
              <a:ln>
                <a:noFill/>
              </a:ln>
            </p:spPr>
            <p:txBody>
              <a:bodyPr anchorCtr="1" anchor="ctr" bIns="28800" lIns="90000" spcFirstLastPara="1" rIns="90000" wrap="square" tIns="288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59" name="Google Shape;2159;p48"/>
              <p:cNvSpPr/>
              <p:nvPr/>
            </p:nvSpPr>
            <p:spPr>
              <a:xfrm>
                <a:off x="6878638" y="2959757"/>
                <a:ext cx="437625" cy="304623"/>
              </a:xfrm>
              <a:custGeom>
                <a:rect b="b" l="l" r="r" t="t"/>
                <a:pathLst>
                  <a:path extrusionOk="0" h="284" w="408">
                    <a:moveTo>
                      <a:pt x="1" y="3"/>
                    </a:moveTo>
                    <a:cubicBezTo>
                      <a:pt x="1" y="3"/>
                      <a:pt x="8" y="2"/>
                      <a:pt x="21" y="2"/>
                    </a:cubicBezTo>
                    <a:cubicBezTo>
                      <a:pt x="34" y="1"/>
                      <a:pt x="53" y="3"/>
                      <a:pt x="74" y="11"/>
                    </a:cubicBezTo>
                    <a:cubicBezTo>
                      <a:pt x="85" y="15"/>
                      <a:pt x="96" y="21"/>
                      <a:pt x="108" y="28"/>
                    </a:cubicBezTo>
                    <a:cubicBezTo>
                      <a:pt x="119" y="36"/>
                      <a:pt x="131" y="45"/>
                      <a:pt x="142" y="55"/>
                    </a:cubicBezTo>
                    <a:cubicBezTo>
                      <a:pt x="166" y="75"/>
                      <a:pt x="190" y="99"/>
                      <a:pt x="210" y="127"/>
                    </a:cubicBezTo>
                    <a:cubicBezTo>
                      <a:pt x="221" y="142"/>
                      <a:pt x="230" y="157"/>
                      <a:pt x="240" y="170"/>
                    </a:cubicBezTo>
                    <a:cubicBezTo>
                      <a:pt x="249" y="184"/>
                      <a:pt x="260" y="196"/>
                      <a:pt x="272" y="207"/>
                    </a:cubicBezTo>
                    <a:cubicBezTo>
                      <a:pt x="296" y="227"/>
                      <a:pt x="320" y="241"/>
                      <a:pt x="340" y="252"/>
                    </a:cubicBezTo>
                    <a:cubicBezTo>
                      <a:pt x="360" y="263"/>
                      <a:pt x="378" y="271"/>
                      <a:pt x="390" y="276"/>
                    </a:cubicBezTo>
                    <a:cubicBezTo>
                      <a:pt x="395" y="278"/>
                      <a:pt x="400" y="280"/>
                      <a:pt x="403" y="282"/>
                    </a:cubicBezTo>
                    <a:cubicBezTo>
                      <a:pt x="407" y="283"/>
                      <a:pt x="408" y="284"/>
                      <a:pt x="408" y="284"/>
                    </a:cubicBezTo>
                    <a:cubicBezTo>
                      <a:pt x="408" y="283"/>
                      <a:pt x="407" y="283"/>
                      <a:pt x="404" y="281"/>
                    </a:cubicBezTo>
                    <a:cubicBezTo>
                      <a:pt x="400" y="279"/>
                      <a:pt x="396" y="277"/>
                      <a:pt x="390" y="274"/>
                    </a:cubicBezTo>
                    <a:cubicBezTo>
                      <a:pt x="379" y="269"/>
                      <a:pt x="362" y="261"/>
                      <a:pt x="341" y="249"/>
                    </a:cubicBezTo>
                    <a:cubicBezTo>
                      <a:pt x="322" y="238"/>
                      <a:pt x="298" y="224"/>
                      <a:pt x="275" y="203"/>
                    </a:cubicBezTo>
                    <a:cubicBezTo>
                      <a:pt x="263" y="193"/>
                      <a:pt x="253" y="181"/>
                      <a:pt x="243" y="168"/>
                    </a:cubicBezTo>
                    <a:cubicBezTo>
                      <a:pt x="234" y="154"/>
                      <a:pt x="224" y="139"/>
                      <a:pt x="214" y="125"/>
                    </a:cubicBezTo>
                    <a:cubicBezTo>
                      <a:pt x="193" y="96"/>
                      <a:pt x="169" y="72"/>
                      <a:pt x="145" y="52"/>
                    </a:cubicBezTo>
                    <a:cubicBezTo>
                      <a:pt x="133" y="42"/>
                      <a:pt x="122" y="33"/>
                      <a:pt x="110" y="25"/>
                    </a:cubicBezTo>
                    <a:cubicBezTo>
                      <a:pt x="98" y="18"/>
                      <a:pt x="86" y="12"/>
                      <a:pt x="75" y="8"/>
                    </a:cubicBezTo>
                    <a:cubicBezTo>
                      <a:pt x="53" y="0"/>
                      <a:pt x="34" y="-1"/>
                      <a:pt x="21" y="0"/>
                    </a:cubicBezTo>
                    <a:cubicBezTo>
                      <a:pt x="14" y="0"/>
                      <a:pt x="9" y="1"/>
                      <a:pt x="6" y="2"/>
                    </a:cubicBezTo>
                    <a:cubicBezTo>
                      <a:pt x="2" y="3"/>
                      <a:pt x="0" y="3"/>
                      <a:pt x="1" y="3"/>
                    </a:cubicBezTo>
                    <a:close/>
                  </a:path>
                </a:pathLst>
              </a:custGeom>
              <a:solidFill>
                <a:srgbClr val="455A64"/>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60" name="Google Shape;2160;p48"/>
              <p:cNvSpPr/>
              <p:nvPr/>
            </p:nvSpPr>
            <p:spPr>
              <a:xfrm>
                <a:off x="7571544" y="3912240"/>
                <a:ext cx="553467" cy="469805"/>
              </a:xfrm>
              <a:custGeom>
                <a:rect b="b" l="l" r="r" t="t"/>
                <a:pathLst>
                  <a:path extrusionOk="0" h="438" w="516">
                    <a:moveTo>
                      <a:pt x="0" y="81"/>
                    </a:moveTo>
                    <a:lnTo>
                      <a:pt x="241" y="338"/>
                    </a:lnTo>
                    <a:cubicBezTo>
                      <a:pt x="281" y="380"/>
                      <a:pt x="309" y="418"/>
                      <a:pt x="366" y="433"/>
                    </a:cubicBezTo>
                    <a:cubicBezTo>
                      <a:pt x="405" y="444"/>
                      <a:pt x="467" y="438"/>
                      <a:pt x="487" y="412"/>
                    </a:cubicBezTo>
                    <a:cubicBezTo>
                      <a:pt x="515" y="377"/>
                      <a:pt x="529" y="304"/>
                      <a:pt x="498" y="257"/>
                    </a:cubicBezTo>
                    <a:cubicBezTo>
                      <a:pt x="467" y="209"/>
                      <a:pt x="252" y="0"/>
                      <a:pt x="252" y="0"/>
                    </a:cubicBezTo>
                    <a:lnTo>
                      <a:pt x="0" y="82"/>
                    </a:lnTo>
                    <a:lnTo>
                      <a:pt x="0" y="81"/>
                    </a:lnTo>
                    <a:close/>
                  </a:path>
                </a:pathLst>
              </a:custGeom>
              <a:solidFill>
                <a:srgbClr val="FFBE9D"/>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61" name="Google Shape;2161;p48"/>
              <p:cNvSpPr/>
              <p:nvPr/>
            </p:nvSpPr>
            <p:spPr>
              <a:xfrm>
                <a:off x="7492171" y="3658030"/>
                <a:ext cx="436552" cy="523436"/>
              </a:xfrm>
              <a:custGeom>
                <a:rect b="b" l="l" r="r" t="t"/>
                <a:pathLst>
                  <a:path extrusionOk="0" h="488" w="407">
                    <a:moveTo>
                      <a:pt x="407" y="296"/>
                    </a:moveTo>
                    <a:cubicBezTo>
                      <a:pt x="407" y="296"/>
                      <a:pt x="158" y="0"/>
                      <a:pt x="63" y="0"/>
                    </a:cubicBezTo>
                    <a:cubicBezTo>
                      <a:pt x="63" y="0"/>
                      <a:pt x="3" y="105"/>
                      <a:pt x="0" y="162"/>
                    </a:cubicBezTo>
                    <a:cubicBezTo>
                      <a:pt x="-1" y="220"/>
                      <a:pt x="193" y="488"/>
                      <a:pt x="193" y="488"/>
                    </a:cubicBezTo>
                    <a:lnTo>
                      <a:pt x="407" y="296"/>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62" name="Google Shape;2162;p48"/>
              <p:cNvSpPr/>
              <p:nvPr/>
            </p:nvSpPr>
            <p:spPr>
              <a:xfrm>
                <a:off x="6670552" y="3654812"/>
                <a:ext cx="975002" cy="588866"/>
              </a:xfrm>
              <a:custGeom>
                <a:rect b="b" l="l" r="r" t="t"/>
                <a:pathLst>
                  <a:path extrusionOk="0" h="549" w="909">
                    <a:moveTo>
                      <a:pt x="907" y="396"/>
                    </a:moveTo>
                    <a:lnTo>
                      <a:pt x="828" y="2"/>
                    </a:lnTo>
                    <a:lnTo>
                      <a:pt x="571" y="0"/>
                    </a:lnTo>
                    <a:cubicBezTo>
                      <a:pt x="477" y="107"/>
                      <a:pt x="381" y="183"/>
                      <a:pt x="271" y="60"/>
                    </a:cubicBezTo>
                    <a:lnTo>
                      <a:pt x="0" y="166"/>
                    </a:lnTo>
                    <a:lnTo>
                      <a:pt x="70" y="549"/>
                    </a:lnTo>
                    <a:lnTo>
                      <a:pt x="885" y="548"/>
                    </a:lnTo>
                    <a:cubicBezTo>
                      <a:pt x="917" y="443"/>
                      <a:pt x="907" y="396"/>
                      <a:pt x="907" y="396"/>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63" name="Google Shape;2163;p48"/>
              <p:cNvSpPr/>
              <p:nvPr/>
            </p:nvSpPr>
            <p:spPr>
              <a:xfrm>
                <a:off x="6475336" y="3832867"/>
                <a:ext cx="292823" cy="409739"/>
              </a:xfrm>
              <a:custGeom>
                <a:rect b="b" l="l" r="r" t="t"/>
                <a:pathLst>
                  <a:path extrusionOk="0" h="382" w="273">
                    <a:moveTo>
                      <a:pt x="0" y="382"/>
                    </a:moveTo>
                    <a:cubicBezTo>
                      <a:pt x="0" y="366"/>
                      <a:pt x="91" y="38"/>
                      <a:pt x="182" y="0"/>
                    </a:cubicBezTo>
                    <a:lnTo>
                      <a:pt x="253" y="109"/>
                    </a:lnTo>
                    <a:lnTo>
                      <a:pt x="273" y="382"/>
                    </a:lnTo>
                    <a:lnTo>
                      <a:pt x="0" y="382"/>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64" name="Google Shape;2164;p48"/>
              <p:cNvSpPr/>
              <p:nvPr/>
            </p:nvSpPr>
            <p:spPr>
              <a:xfrm>
                <a:off x="7531857" y="3968016"/>
                <a:ext cx="167327" cy="213450"/>
              </a:xfrm>
              <a:custGeom>
                <a:rect b="b" l="l" r="r" t="t"/>
                <a:pathLst>
                  <a:path extrusionOk="0" h="199" w="156">
                    <a:moveTo>
                      <a:pt x="156" y="199"/>
                    </a:moveTo>
                    <a:cubicBezTo>
                      <a:pt x="156" y="199"/>
                      <a:pt x="153" y="196"/>
                      <a:pt x="149" y="191"/>
                    </a:cubicBezTo>
                    <a:cubicBezTo>
                      <a:pt x="145" y="187"/>
                      <a:pt x="139" y="179"/>
                      <a:pt x="132" y="170"/>
                    </a:cubicBezTo>
                    <a:cubicBezTo>
                      <a:pt x="118" y="152"/>
                      <a:pt x="99" y="127"/>
                      <a:pt x="78" y="99"/>
                    </a:cubicBezTo>
                    <a:cubicBezTo>
                      <a:pt x="57" y="71"/>
                      <a:pt x="38" y="46"/>
                      <a:pt x="24" y="28"/>
                    </a:cubicBezTo>
                    <a:cubicBezTo>
                      <a:pt x="16" y="20"/>
                      <a:pt x="10" y="12"/>
                      <a:pt x="6" y="8"/>
                    </a:cubicBezTo>
                    <a:cubicBezTo>
                      <a:pt x="2" y="3"/>
                      <a:pt x="0" y="0"/>
                      <a:pt x="0" y="0"/>
                    </a:cubicBezTo>
                    <a:cubicBezTo>
                      <a:pt x="0" y="0"/>
                      <a:pt x="3" y="3"/>
                      <a:pt x="7" y="7"/>
                    </a:cubicBezTo>
                    <a:cubicBezTo>
                      <a:pt x="12" y="12"/>
                      <a:pt x="18" y="18"/>
                      <a:pt x="26" y="27"/>
                    </a:cubicBezTo>
                    <a:cubicBezTo>
                      <a:pt x="41" y="44"/>
                      <a:pt x="61" y="69"/>
                      <a:pt x="82" y="97"/>
                    </a:cubicBezTo>
                    <a:cubicBezTo>
                      <a:pt x="102" y="125"/>
                      <a:pt x="121" y="150"/>
                      <a:pt x="134" y="169"/>
                    </a:cubicBezTo>
                    <a:cubicBezTo>
                      <a:pt x="141" y="177"/>
                      <a:pt x="146" y="185"/>
                      <a:pt x="150" y="191"/>
                    </a:cubicBezTo>
                    <a:cubicBezTo>
                      <a:pt x="154" y="196"/>
                      <a:pt x="156" y="199"/>
                      <a:pt x="156" y="199"/>
                    </a:cubicBezTo>
                    <a:close/>
                  </a:path>
                </a:pathLst>
              </a:custGeom>
              <a:solidFill>
                <a:schemeClr val="lt1"/>
              </a:solidFill>
              <a:ln>
                <a:noFill/>
              </a:ln>
            </p:spPr>
            <p:txBody>
              <a:bodyPr anchorCtr="1" anchor="ctr" bIns="26625" lIns="90000" spcFirstLastPara="1" rIns="90000" wrap="square" tIns="266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65" name="Google Shape;2165;p48"/>
              <p:cNvSpPr/>
              <p:nvPr/>
            </p:nvSpPr>
            <p:spPr>
              <a:xfrm>
                <a:off x="6689858" y="3979815"/>
                <a:ext cx="20380" cy="267081"/>
              </a:xfrm>
              <a:custGeom>
                <a:rect b="b" l="l" r="r" t="t"/>
                <a:pathLst>
                  <a:path extrusionOk="0" h="249" w="19">
                    <a:moveTo>
                      <a:pt x="19" y="249"/>
                    </a:moveTo>
                    <a:cubicBezTo>
                      <a:pt x="19" y="249"/>
                      <a:pt x="17" y="247"/>
                      <a:pt x="16" y="240"/>
                    </a:cubicBezTo>
                    <a:cubicBezTo>
                      <a:pt x="14" y="234"/>
                      <a:pt x="13" y="225"/>
                      <a:pt x="11" y="213"/>
                    </a:cubicBezTo>
                    <a:cubicBezTo>
                      <a:pt x="6" y="191"/>
                      <a:pt x="2" y="160"/>
                      <a:pt x="1" y="125"/>
                    </a:cubicBezTo>
                    <a:cubicBezTo>
                      <a:pt x="0" y="90"/>
                      <a:pt x="3" y="59"/>
                      <a:pt x="6" y="36"/>
                    </a:cubicBezTo>
                    <a:cubicBezTo>
                      <a:pt x="8" y="25"/>
                      <a:pt x="9" y="16"/>
                      <a:pt x="11" y="9"/>
                    </a:cubicBezTo>
                    <a:cubicBezTo>
                      <a:pt x="12" y="3"/>
                      <a:pt x="13" y="0"/>
                      <a:pt x="13" y="0"/>
                    </a:cubicBezTo>
                    <a:cubicBezTo>
                      <a:pt x="14" y="0"/>
                      <a:pt x="13" y="3"/>
                      <a:pt x="12" y="10"/>
                    </a:cubicBezTo>
                    <a:cubicBezTo>
                      <a:pt x="11" y="16"/>
                      <a:pt x="10" y="25"/>
                      <a:pt x="9" y="36"/>
                    </a:cubicBezTo>
                    <a:cubicBezTo>
                      <a:pt x="6" y="59"/>
                      <a:pt x="4" y="90"/>
                      <a:pt x="5" y="125"/>
                    </a:cubicBezTo>
                    <a:cubicBezTo>
                      <a:pt x="6" y="159"/>
                      <a:pt x="10" y="190"/>
                      <a:pt x="13" y="213"/>
                    </a:cubicBezTo>
                    <a:cubicBezTo>
                      <a:pt x="15" y="224"/>
                      <a:pt x="17" y="233"/>
                      <a:pt x="18" y="239"/>
                    </a:cubicBezTo>
                    <a:cubicBezTo>
                      <a:pt x="19" y="246"/>
                      <a:pt x="20" y="249"/>
                      <a:pt x="19" y="249"/>
                    </a:cubicBezTo>
                    <a:close/>
                  </a:path>
                </a:pathLst>
              </a:custGeom>
              <a:solidFill>
                <a:schemeClr val="lt1"/>
              </a:solidFill>
              <a:ln>
                <a:noFill/>
              </a:ln>
            </p:spPr>
            <p:txBody>
              <a:bodyPr anchorCtr="1" anchor="ctr" bIns="44625" lIns="90000" spcFirstLastPara="1" rIns="90000" wrap="square" tIns="446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66" name="Google Shape;2166;p48"/>
              <p:cNvSpPr/>
              <p:nvPr/>
            </p:nvSpPr>
            <p:spPr>
              <a:xfrm>
                <a:off x="6701657" y="2997299"/>
                <a:ext cx="100825" cy="737959"/>
              </a:xfrm>
              <a:custGeom>
                <a:rect b="b" l="l" r="r" t="t"/>
                <a:pathLst>
                  <a:path extrusionOk="0" h="688" w="94">
                    <a:moveTo>
                      <a:pt x="1" y="687"/>
                    </a:moveTo>
                    <a:cubicBezTo>
                      <a:pt x="1" y="688"/>
                      <a:pt x="4" y="688"/>
                      <a:pt x="9" y="688"/>
                    </a:cubicBezTo>
                    <a:cubicBezTo>
                      <a:pt x="14" y="688"/>
                      <a:pt x="22" y="687"/>
                      <a:pt x="31" y="683"/>
                    </a:cubicBezTo>
                    <a:cubicBezTo>
                      <a:pt x="40" y="678"/>
                      <a:pt x="50" y="671"/>
                      <a:pt x="60" y="661"/>
                    </a:cubicBezTo>
                    <a:cubicBezTo>
                      <a:pt x="70" y="651"/>
                      <a:pt x="78" y="636"/>
                      <a:pt x="84" y="620"/>
                    </a:cubicBezTo>
                    <a:cubicBezTo>
                      <a:pt x="90" y="603"/>
                      <a:pt x="93" y="584"/>
                      <a:pt x="94" y="564"/>
                    </a:cubicBezTo>
                    <a:cubicBezTo>
                      <a:pt x="95" y="543"/>
                      <a:pt x="95" y="523"/>
                      <a:pt x="94" y="500"/>
                    </a:cubicBezTo>
                    <a:cubicBezTo>
                      <a:pt x="93" y="456"/>
                      <a:pt x="87" y="408"/>
                      <a:pt x="82" y="358"/>
                    </a:cubicBezTo>
                    <a:cubicBezTo>
                      <a:pt x="76" y="308"/>
                      <a:pt x="70" y="261"/>
                      <a:pt x="68" y="218"/>
                    </a:cubicBezTo>
                    <a:cubicBezTo>
                      <a:pt x="66" y="175"/>
                      <a:pt x="67" y="137"/>
                      <a:pt x="70" y="105"/>
                    </a:cubicBezTo>
                    <a:cubicBezTo>
                      <a:pt x="75" y="40"/>
                      <a:pt x="89" y="1"/>
                      <a:pt x="84" y="0"/>
                    </a:cubicBezTo>
                    <a:cubicBezTo>
                      <a:pt x="83" y="-1"/>
                      <a:pt x="82" y="1"/>
                      <a:pt x="79" y="6"/>
                    </a:cubicBezTo>
                    <a:cubicBezTo>
                      <a:pt x="78" y="8"/>
                      <a:pt x="76" y="10"/>
                      <a:pt x="74" y="14"/>
                    </a:cubicBezTo>
                    <a:cubicBezTo>
                      <a:pt x="73" y="17"/>
                      <a:pt x="71" y="21"/>
                      <a:pt x="69" y="25"/>
                    </a:cubicBezTo>
                    <a:cubicBezTo>
                      <a:pt x="62" y="42"/>
                      <a:pt x="54" y="68"/>
                      <a:pt x="48" y="102"/>
                    </a:cubicBezTo>
                    <a:cubicBezTo>
                      <a:pt x="42" y="135"/>
                      <a:pt x="39" y="175"/>
                      <a:pt x="40" y="219"/>
                    </a:cubicBezTo>
                    <a:cubicBezTo>
                      <a:pt x="41" y="263"/>
                      <a:pt x="45" y="312"/>
                      <a:pt x="51" y="362"/>
                    </a:cubicBezTo>
                    <a:cubicBezTo>
                      <a:pt x="57" y="412"/>
                      <a:pt x="63" y="459"/>
                      <a:pt x="66" y="502"/>
                    </a:cubicBezTo>
                    <a:cubicBezTo>
                      <a:pt x="68" y="523"/>
                      <a:pt x="69" y="545"/>
                      <a:pt x="69" y="563"/>
                    </a:cubicBezTo>
                    <a:cubicBezTo>
                      <a:pt x="69" y="582"/>
                      <a:pt x="67" y="598"/>
                      <a:pt x="63" y="613"/>
                    </a:cubicBezTo>
                    <a:cubicBezTo>
                      <a:pt x="56" y="643"/>
                      <a:pt x="39" y="662"/>
                      <a:pt x="25" y="672"/>
                    </a:cubicBezTo>
                    <a:cubicBezTo>
                      <a:pt x="11" y="682"/>
                      <a:pt x="0" y="684"/>
                      <a:pt x="1" y="687"/>
                    </a:cubicBez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67" name="Google Shape;2167;p48"/>
              <p:cNvSpPr/>
              <p:nvPr/>
            </p:nvSpPr>
            <p:spPr>
              <a:xfrm>
                <a:off x="6990189" y="3413474"/>
                <a:ext cx="68647" cy="48268"/>
              </a:xfrm>
              <a:custGeom>
                <a:rect b="b" l="l" r="r" t="t"/>
                <a:pathLst>
                  <a:path extrusionOk="0" h="45" w="64">
                    <a:moveTo>
                      <a:pt x="3" y="15"/>
                    </a:moveTo>
                    <a:cubicBezTo>
                      <a:pt x="10" y="5"/>
                      <a:pt x="23" y="-1"/>
                      <a:pt x="36" y="0"/>
                    </a:cubicBezTo>
                    <a:cubicBezTo>
                      <a:pt x="44" y="1"/>
                      <a:pt x="54" y="5"/>
                      <a:pt x="59" y="12"/>
                    </a:cubicBezTo>
                    <a:cubicBezTo>
                      <a:pt x="65" y="19"/>
                      <a:pt x="67" y="29"/>
                      <a:pt x="62" y="36"/>
                    </a:cubicBezTo>
                    <a:cubicBezTo>
                      <a:pt x="57" y="44"/>
                      <a:pt x="45" y="47"/>
                      <a:pt x="35" y="44"/>
                    </a:cubicBezTo>
                    <a:cubicBezTo>
                      <a:pt x="25" y="42"/>
                      <a:pt x="17" y="36"/>
                      <a:pt x="8" y="29"/>
                    </a:cubicBezTo>
                    <a:cubicBezTo>
                      <a:pt x="6" y="28"/>
                      <a:pt x="4" y="26"/>
                      <a:pt x="2" y="24"/>
                    </a:cubicBezTo>
                    <a:cubicBezTo>
                      <a:pt x="1" y="21"/>
                      <a:pt x="0" y="18"/>
                      <a:pt x="2" y="16"/>
                    </a:cubicBezTo>
                    <a:lnTo>
                      <a:pt x="3" y="15"/>
                    </a:lnTo>
                    <a:close/>
                  </a:path>
                </a:pathLst>
              </a:custGeom>
              <a:solidFill>
                <a:schemeClr val="dk2"/>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68" name="Google Shape;2168;p48"/>
              <p:cNvSpPr/>
              <p:nvPr/>
            </p:nvSpPr>
            <p:spPr>
              <a:xfrm>
                <a:off x="6979463" y="3389876"/>
                <a:ext cx="71865" cy="65430"/>
              </a:xfrm>
              <a:custGeom>
                <a:rect b="b" l="l" r="r" t="t"/>
                <a:pathLst>
                  <a:path extrusionOk="0" h="61" w="67">
                    <a:moveTo>
                      <a:pt x="63" y="0"/>
                    </a:moveTo>
                    <a:cubicBezTo>
                      <a:pt x="60" y="0"/>
                      <a:pt x="61" y="22"/>
                      <a:pt x="42" y="39"/>
                    </a:cubicBezTo>
                    <a:cubicBezTo>
                      <a:pt x="24" y="55"/>
                      <a:pt x="0" y="54"/>
                      <a:pt x="0" y="57"/>
                    </a:cubicBezTo>
                    <a:cubicBezTo>
                      <a:pt x="0" y="58"/>
                      <a:pt x="5" y="61"/>
                      <a:pt x="15" y="61"/>
                    </a:cubicBezTo>
                    <a:cubicBezTo>
                      <a:pt x="25" y="61"/>
                      <a:pt x="39" y="57"/>
                      <a:pt x="51" y="47"/>
                    </a:cubicBezTo>
                    <a:cubicBezTo>
                      <a:pt x="62" y="37"/>
                      <a:pt x="67" y="24"/>
                      <a:pt x="67" y="15"/>
                    </a:cubicBezTo>
                    <a:cubicBezTo>
                      <a:pt x="67" y="5"/>
                      <a:pt x="65" y="0"/>
                      <a:pt x="63" y="0"/>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69" name="Google Shape;2169;p48"/>
              <p:cNvSpPr/>
              <p:nvPr/>
            </p:nvSpPr>
            <p:spPr>
              <a:xfrm>
                <a:off x="7236890" y="3291195"/>
                <a:ext cx="296040" cy="711144"/>
              </a:xfrm>
              <a:custGeom>
                <a:rect b="b" l="l" r="r" t="t"/>
                <a:pathLst>
                  <a:path extrusionOk="0" h="663" w="276">
                    <a:moveTo>
                      <a:pt x="210" y="0"/>
                    </a:moveTo>
                    <a:cubicBezTo>
                      <a:pt x="238" y="103"/>
                      <a:pt x="214" y="240"/>
                      <a:pt x="243" y="323"/>
                    </a:cubicBezTo>
                    <a:cubicBezTo>
                      <a:pt x="271" y="405"/>
                      <a:pt x="291" y="497"/>
                      <a:pt x="259" y="578"/>
                    </a:cubicBezTo>
                    <a:cubicBezTo>
                      <a:pt x="245" y="546"/>
                      <a:pt x="230" y="514"/>
                      <a:pt x="216" y="482"/>
                    </a:cubicBezTo>
                    <a:cubicBezTo>
                      <a:pt x="233" y="520"/>
                      <a:pt x="230" y="567"/>
                      <a:pt x="206" y="601"/>
                    </a:cubicBezTo>
                    <a:cubicBezTo>
                      <a:pt x="183" y="636"/>
                      <a:pt x="65" y="665"/>
                      <a:pt x="24" y="663"/>
                    </a:cubicBezTo>
                    <a:cubicBezTo>
                      <a:pt x="-18" y="440"/>
                      <a:pt x="-6" y="269"/>
                      <a:pt x="66" y="97"/>
                    </a:cubicBezTo>
                    <a:lnTo>
                      <a:pt x="122" y="159"/>
                    </a:lnTo>
                    <a:lnTo>
                      <a:pt x="173" y="137"/>
                    </a:lnTo>
                    <a:lnTo>
                      <a:pt x="210" y="0"/>
                    </a:ln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70" name="Google Shape;2170;p48"/>
              <p:cNvSpPr/>
              <p:nvPr/>
            </p:nvSpPr>
            <p:spPr>
              <a:xfrm>
                <a:off x="6985899" y="3158191"/>
                <a:ext cx="210232" cy="209160"/>
              </a:xfrm>
              <a:custGeom>
                <a:rect b="b" l="l" r="r" t="t"/>
                <a:pathLst>
                  <a:path extrusionOk="0" h="195" w="196">
                    <a:moveTo>
                      <a:pt x="1" y="97"/>
                    </a:moveTo>
                    <a:cubicBezTo>
                      <a:pt x="1" y="97"/>
                      <a:pt x="0" y="89"/>
                      <a:pt x="4" y="74"/>
                    </a:cubicBezTo>
                    <a:cubicBezTo>
                      <a:pt x="6" y="67"/>
                      <a:pt x="9" y="59"/>
                      <a:pt x="15" y="49"/>
                    </a:cubicBezTo>
                    <a:cubicBezTo>
                      <a:pt x="21" y="40"/>
                      <a:pt x="29" y="30"/>
                      <a:pt x="39" y="22"/>
                    </a:cubicBezTo>
                    <a:cubicBezTo>
                      <a:pt x="50" y="14"/>
                      <a:pt x="64" y="7"/>
                      <a:pt x="80" y="4"/>
                    </a:cubicBezTo>
                    <a:cubicBezTo>
                      <a:pt x="95" y="1"/>
                      <a:pt x="113" y="2"/>
                      <a:pt x="130" y="8"/>
                    </a:cubicBezTo>
                    <a:cubicBezTo>
                      <a:pt x="138" y="11"/>
                      <a:pt x="147" y="16"/>
                      <a:pt x="154" y="21"/>
                    </a:cubicBezTo>
                    <a:cubicBezTo>
                      <a:pt x="158" y="24"/>
                      <a:pt x="161" y="27"/>
                      <a:pt x="165" y="30"/>
                    </a:cubicBezTo>
                    <a:cubicBezTo>
                      <a:pt x="168" y="34"/>
                      <a:pt x="171" y="37"/>
                      <a:pt x="174" y="41"/>
                    </a:cubicBezTo>
                    <a:cubicBezTo>
                      <a:pt x="186" y="57"/>
                      <a:pt x="193" y="77"/>
                      <a:pt x="193" y="97"/>
                    </a:cubicBezTo>
                    <a:cubicBezTo>
                      <a:pt x="193" y="118"/>
                      <a:pt x="186" y="138"/>
                      <a:pt x="174" y="153"/>
                    </a:cubicBezTo>
                    <a:cubicBezTo>
                      <a:pt x="172" y="158"/>
                      <a:pt x="168" y="161"/>
                      <a:pt x="165" y="165"/>
                    </a:cubicBezTo>
                    <a:cubicBezTo>
                      <a:pt x="161" y="168"/>
                      <a:pt x="158" y="171"/>
                      <a:pt x="154" y="174"/>
                    </a:cubicBezTo>
                    <a:cubicBezTo>
                      <a:pt x="147" y="179"/>
                      <a:pt x="138" y="184"/>
                      <a:pt x="130" y="187"/>
                    </a:cubicBezTo>
                    <a:cubicBezTo>
                      <a:pt x="113" y="193"/>
                      <a:pt x="95" y="193"/>
                      <a:pt x="80" y="191"/>
                    </a:cubicBezTo>
                    <a:cubicBezTo>
                      <a:pt x="64" y="188"/>
                      <a:pt x="50" y="181"/>
                      <a:pt x="39" y="173"/>
                    </a:cubicBezTo>
                    <a:cubicBezTo>
                      <a:pt x="28" y="165"/>
                      <a:pt x="21" y="155"/>
                      <a:pt x="15" y="146"/>
                    </a:cubicBezTo>
                    <a:cubicBezTo>
                      <a:pt x="9" y="137"/>
                      <a:pt x="6" y="128"/>
                      <a:pt x="4" y="121"/>
                    </a:cubicBezTo>
                    <a:cubicBezTo>
                      <a:pt x="0" y="106"/>
                      <a:pt x="1" y="97"/>
                      <a:pt x="1" y="97"/>
                    </a:cubicBezTo>
                    <a:cubicBezTo>
                      <a:pt x="1" y="97"/>
                      <a:pt x="1" y="98"/>
                      <a:pt x="1" y="99"/>
                    </a:cubicBezTo>
                    <a:lnTo>
                      <a:pt x="1" y="104"/>
                    </a:lnTo>
                    <a:cubicBezTo>
                      <a:pt x="1" y="106"/>
                      <a:pt x="0" y="108"/>
                      <a:pt x="1" y="111"/>
                    </a:cubicBezTo>
                    <a:cubicBezTo>
                      <a:pt x="1" y="114"/>
                      <a:pt x="2" y="117"/>
                      <a:pt x="3" y="121"/>
                    </a:cubicBezTo>
                    <a:cubicBezTo>
                      <a:pt x="5" y="129"/>
                      <a:pt x="8" y="138"/>
                      <a:pt x="14" y="147"/>
                    </a:cubicBezTo>
                    <a:cubicBezTo>
                      <a:pt x="19" y="157"/>
                      <a:pt x="27" y="166"/>
                      <a:pt x="38" y="175"/>
                    </a:cubicBezTo>
                    <a:cubicBezTo>
                      <a:pt x="49" y="183"/>
                      <a:pt x="63" y="190"/>
                      <a:pt x="79" y="193"/>
                    </a:cubicBezTo>
                    <a:cubicBezTo>
                      <a:pt x="95" y="196"/>
                      <a:pt x="114" y="196"/>
                      <a:pt x="131" y="189"/>
                    </a:cubicBezTo>
                    <a:cubicBezTo>
                      <a:pt x="140" y="186"/>
                      <a:pt x="148" y="182"/>
                      <a:pt x="156" y="176"/>
                    </a:cubicBezTo>
                    <a:cubicBezTo>
                      <a:pt x="160" y="173"/>
                      <a:pt x="164" y="170"/>
                      <a:pt x="167" y="167"/>
                    </a:cubicBezTo>
                    <a:cubicBezTo>
                      <a:pt x="170" y="163"/>
                      <a:pt x="174" y="159"/>
                      <a:pt x="177" y="155"/>
                    </a:cubicBezTo>
                    <a:cubicBezTo>
                      <a:pt x="189" y="139"/>
                      <a:pt x="196" y="119"/>
                      <a:pt x="196" y="97"/>
                    </a:cubicBezTo>
                    <a:cubicBezTo>
                      <a:pt x="196" y="76"/>
                      <a:pt x="189" y="56"/>
                      <a:pt x="177" y="40"/>
                    </a:cubicBezTo>
                    <a:cubicBezTo>
                      <a:pt x="174" y="35"/>
                      <a:pt x="170" y="32"/>
                      <a:pt x="167" y="28"/>
                    </a:cubicBezTo>
                    <a:cubicBezTo>
                      <a:pt x="163" y="25"/>
                      <a:pt x="160" y="22"/>
                      <a:pt x="156" y="19"/>
                    </a:cubicBezTo>
                    <a:cubicBezTo>
                      <a:pt x="148" y="13"/>
                      <a:pt x="140" y="9"/>
                      <a:pt x="131" y="6"/>
                    </a:cubicBezTo>
                    <a:cubicBezTo>
                      <a:pt x="114" y="-1"/>
                      <a:pt x="96" y="-1"/>
                      <a:pt x="80" y="2"/>
                    </a:cubicBezTo>
                    <a:cubicBezTo>
                      <a:pt x="63" y="4"/>
                      <a:pt x="49" y="12"/>
                      <a:pt x="38" y="20"/>
                    </a:cubicBezTo>
                    <a:cubicBezTo>
                      <a:pt x="27" y="28"/>
                      <a:pt x="19" y="38"/>
                      <a:pt x="14" y="48"/>
                    </a:cubicBezTo>
                    <a:cubicBezTo>
                      <a:pt x="8" y="57"/>
                      <a:pt x="5" y="66"/>
                      <a:pt x="3" y="74"/>
                    </a:cubicBezTo>
                    <a:cubicBezTo>
                      <a:pt x="2" y="78"/>
                      <a:pt x="2" y="81"/>
                      <a:pt x="1" y="84"/>
                    </a:cubicBezTo>
                    <a:cubicBezTo>
                      <a:pt x="1" y="87"/>
                      <a:pt x="1" y="89"/>
                      <a:pt x="1" y="91"/>
                    </a:cubicBezTo>
                    <a:lnTo>
                      <a:pt x="1" y="96"/>
                    </a:lnTo>
                    <a:cubicBezTo>
                      <a:pt x="1" y="97"/>
                      <a:pt x="1" y="97"/>
                      <a:pt x="1" y="97"/>
                    </a:cubicBezTo>
                    <a:close/>
                  </a:path>
                </a:pathLst>
              </a:custGeom>
              <a:solidFill>
                <a:srgbClr val="455A64"/>
              </a:solidFill>
              <a:ln>
                <a:noFill/>
              </a:ln>
            </p:spPr>
            <p:txBody>
              <a:bodyPr anchorCtr="1" anchor="ctr" bIns="25200" lIns="90000" spcFirstLastPara="1" rIns="90000" wrap="square" tIns="252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71" name="Google Shape;2171;p48"/>
              <p:cNvSpPr/>
              <p:nvPr/>
            </p:nvSpPr>
            <p:spPr>
              <a:xfrm>
                <a:off x="6753142" y="3153901"/>
                <a:ext cx="209159" cy="209160"/>
              </a:xfrm>
              <a:custGeom>
                <a:rect b="b" l="l" r="r" t="t"/>
                <a:pathLst>
                  <a:path extrusionOk="0" h="195" w="195">
                    <a:moveTo>
                      <a:pt x="0" y="97"/>
                    </a:moveTo>
                    <a:cubicBezTo>
                      <a:pt x="0" y="97"/>
                      <a:pt x="0" y="89"/>
                      <a:pt x="3" y="74"/>
                    </a:cubicBezTo>
                    <a:cubicBezTo>
                      <a:pt x="5" y="66"/>
                      <a:pt x="8" y="58"/>
                      <a:pt x="14" y="48"/>
                    </a:cubicBezTo>
                    <a:cubicBezTo>
                      <a:pt x="19" y="39"/>
                      <a:pt x="28" y="30"/>
                      <a:pt x="39" y="21"/>
                    </a:cubicBezTo>
                    <a:cubicBezTo>
                      <a:pt x="50" y="13"/>
                      <a:pt x="63" y="7"/>
                      <a:pt x="79" y="4"/>
                    </a:cubicBezTo>
                    <a:cubicBezTo>
                      <a:pt x="95" y="1"/>
                      <a:pt x="112" y="2"/>
                      <a:pt x="129" y="8"/>
                    </a:cubicBezTo>
                    <a:cubicBezTo>
                      <a:pt x="138" y="11"/>
                      <a:pt x="146" y="15"/>
                      <a:pt x="153" y="21"/>
                    </a:cubicBezTo>
                    <a:cubicBezTo>
                      <a:pt x="157" y="24"/>
                      <a:pt x="161" y="27"/>
                      <a:pt x="164" y="30"/>
                    </a:cubicBezTo>
                    <a:cubicBezTo>
                      <a:pt x="167" y="34"/>
                      <a:pt x="171" y="37"/>
                      <a:pt x="174" y="41"/>
                    </a:cubicBezTo>
                    <a:cubicBezTo>
                      <a:pt x="185" y="57"/>
                      <a:pt x="192" y="77"/>
                      <a:pt x="192" y="97"/>
                    </a:cubicBezTo>
                    <a:cubicBezTo>
                      <a:pt x="192" y="118"/>
                      <a:pt x="185" y="138"/>
                      <a:pt x="174" y="153"/>
                    </a:cubicBezTo>
                    <a:cubicBezTo>
                      <a:pt x="171" y="157"/>
                      <a:pt x="168" y="161"/>
                      <a:pt x="164" y="164"/>
                    </a:cubicBezTo>
                    <a:cubicBezTo>
                      <a:pt x="161" y="168"/>
                      <a:pt x="157" y="171"/>
                      <a:pt x="153" y="174"/>
                    </a:cubicBezTo>
                    <a:cubicBezTo>
                      <a:pt x="146" y="179"/>
                      <a:pt x="138" y="184"/>
                      <a:pt x="129" y="186"/>
                    </a:cubicBezTo>
                    <a:cubicBezTo>
                      <a:pt x="112" y="193"/>
                      <a:pt x="95" y="193"/>
                      <a:pt x="79" y="191"/>
                    </a:cubicBezTo>
                    <a:cubicBezTo>
                      <a:pt x="63" y="188"/>
                      <a:pt x="50" y="181"/>
                      <a:pt x="39" y="173"/>
                    </a:cubicBezTo>
                    <a:cubicBezTo>
                      <a:pt x="28" y="165"/>
                      <a:pt x="20" y="155"/>
                      <a:pt x="14" y="146"/>
                    </a:cubicBezTo>
                    <a:cubicBezTo>
                      <a:pt x="9" y="137"/>
                      <a:pt x="5" y="128"/>
                      <a:pt x="3" y="121"/>
                    </a:cubicBezTo>
                    <a:cubicBezTo>
                      <a:pt x="0" y="106"/>
                      <a:pt x="0" y="97"/>
                      <a:pt x="0" y="97"/>
                    </a:cubicBezTo>
                    <a:cubicBezTo>
                      <a:pt x="0" y="97"/>
                      <a:pt x="0" y="98"/>
                      <a:pt x="0" y="99"/>
                    </a:cubicBezTo>
                    <a:lnTo>
                      <a:pt x="0" y="103"/>
                    </a:lnTo>
                    <a:cubicBezTo>
                      <a:pt x="0" y="105"/>
                      <a:pt x="0" y="108"/>
                      <a:pt x="1" y="111"/>
                    </a:cubicBezTo>
                    <a:cubicBezTo>
                      <a:pt x="1" y="114"/>
                      <a:pt x="1" y="117"/>
                      <a:pt x="2" y="121"/>
                    </a:cubicBezTo>
                    <a:cubicBezTo>
                      <a:pt x="4" y="128"/>
                      <a:pt x="7" y="137"/>
                      <a:pt x="13" y="147"/>
                    </a:cubicBezTo>
                    <a:cubicBezTo>
                      <a:pt x="18" y="156"/>
                      <a:pt x="26" y="166"/>
                      <a:pt x="38" y="175"/>
                    </a:cubicBezTo>
                    <a:cubicBezTo>
                      <a:pt x="49" y="183"/>
                      <a:pt x="63" y="190"/>
                      <a:pt x="79" y="193"/>
                    </a:cubicBezTo>
                    <a:cubicBezTo>
                      <a:pt x="95" y="196"/>
                      <a:pt x="113" y="196"/>
                      <a:pt x="130" y="189"/>
                    </a:cubicBezTo>
                    <a:cubicBezTo>
                      <a:pt x="139" y="186"/>
                      <a:pt x="148" y="182"/>
                      <a:pt x="155" y="176"/>
                    </a:cubicBezTo>
                    <a:cubicBezTo>
                      <a:pt x="159" y="173"/>
                      <a:pt x="163" y="170"/>
                      <a:pt x="166" y="166"/>
                    </a:cubicBezTo>
                    <a:cubicBezTo>
                      <a:pt x="170" y="163"/>
                      <a:pt x="173" y="159"/>
                      <a:pt x="176" y="155"/>
                    </a:cubicBezTo>
                    <a:cubicBezTo>
                      <a:pt x="188" y="139"/>
                      <a:pt x="195" y="118"/>
                      <a:pt x="195" y="97"/>
                    </a:cubicBezTo>
                    <a:cubicBezTo>
                      <a:pt x="195" y="76"/>
                      <a:pt x="188" y="55"/>
                      <a:pt x="176" y="39"/>
                    </a:cubicBezTo>
                    <a:cubicBezTo>
                      <a:pt x="173" y="35"/>
                      <a:pt x="170" y="32"/>
                      <a:pt x="166" y="28"/>
                    </a:cubicBezTo>
                    <a:cubicBezTo>
                      <a:pt x="163" y="25"/>
                      <a:pt x="159" y="21"/>
                      <a:pt x="155" y="19"/>
                    </a:cubicBezTo>
                    <a:cubicBezTo>
                      <a:pt x="148" y="13"/>
                      <a:pt x="139" y="8"/>
                      <a:pt x="130" y="5"/>
                    </a:cubicBezTo>
                    <a:cubicBezTo>
                      <a:pt x="113" y="-1"/>
                      <a:pt x="95" y="-1"/>
                      <a:pt x="79" y="1"/>
                    </a:cubicBezTo>
                    <a:cubicBezTo>
                      <a:pt x="63" y="4"/>
                      <a:pt x="49" y="12"/>
                      <a:pt x="38" y="20"/>
                    </a:cubicBezTo>
                    <a:cubicBezTo>
                      <a:pt x="27" y="29"/>
                      <a:pt x="18" y="38"/>
                      <a:pt x="13" y="48"/>
                    </a:cubicBezTo>
                    <a:cubicBezTo>
                      <a:pt x="7" y="57"/>
                      <a:pt x="4" y="66"/>
                      <a:pt x="2" y="74"/>
                    </a:cubicBezTo>
                    <a:cubicBezTo>
                      <a:pt x="1" y="77"/>
                      <a:pt x="1" y="81"/>
                      <a:pt x="1" y="84"/>
                    </a:cubicBezTo>
                    <a:cubicBezTo>
                      <a:pt x="0" y="87"/>
                      <a:pt x="0" y="89"/>
                      <a:pt x="0" y="91"/>
                    </a:cubicBezTo>
                    <a:lnTo>
                      <a:pt x="0" y="96"/>
                    </a:lnTo>
                    <a:cubicBezTo>
                      <a:pt x="0" y="97"/>
                      <a:pt x="0" y="97"/>
                      <a:pt x="0" y="97"/>
                    </a:cubicBezTo>
                    <a:close/>
                  </a:path>
                </a:pathLst>
              </a:custGeom>
              <a:solidFill>
                <a:srgbClr val="455A64"/>
              </a:solidFill>
              <a:ln>
                <a:noFill/>
              </a:ln>
            </p:spPr>
            <p:txBody>
              <a:bodyPr anchorCtr="1" anchor="ctr" bIns="25200" lIns="90000" spcFirstLastPara="1" rIns="90000" wrap="square" tIns="252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72" name="Google Shape;2172;p48"/>
              <p:cNvSpPr/>
              <p:nvPr/>
            </p:nvSpPr>
            <p:spPr>
              <a:xfrm>
                <a:off x="6959084" y="3234347"/>
                <a:ext cx="30033" cy="10726"/>
              </a:xfrm>
              <a:custGeom>
                <a:rect b="b" l="l" r="r" t="t"/>
                <a:pathLst>
                  <a:path extrusionOk="0" h="10" w="28">
                    <a:moveTo>
                      <a:pt x="0" y="10"/>
                    </a:moveTo>
                    <a:cubicBezTo>
                      <a:pt x="0" y="10"/>
                      <a:pt x="2" y="9"/>
                      <a:pt x="4" y="7"/>
                    </a:cubicBezTo>
                    <a:cubicBezTo>
                      <a:pt x="6" y="6"/>
                      <a:pt x="9" y="4"/>
                      <a:pt x="14" y="3"/>
                    </a:cubicBezTo>
                    <a:cubicBezTo>
                      <a:pt x="18" y="3"/>
                      <a:pt x="22" y="4"/>
                      <a:pt x="24" y="6"/>
                    </a:cubicBezTo>
                    <a:cubicBezTo>
                      <a:pt x="27" y="7"/>
                      <a:pt x="28" y="8"/>
                      <a:pt x="28" y="8"/>
                    </a:cubicBezTo>
                    <a:cubicBezTo>
                      <a:pt x="29" y="8"/>
                      <a:pt x="28" y="6"/>
                      <a:pt x="25" y="4"/>
                    </a:cubicBezTo>
                    <a:cubicBezTo>
                      <a:pt x="23" y="2"/>
                      <a:pt x="19" y="0"/>
                      <a:pt x="13" y="0"/>
                    </a:cubicBezTo>
                    <a:cubicBezTo>
                      <a:pt x="8" y="1"/>
                      <a:pt x="4" y="3"/>
                      <a:pt x="2" y="6"/>
                    </a:cubicBezTo>
                    <a:cubicBezTo>
                      <a:pt x="0" y="8"/>
                      <a:pt x="0" y="10"/>
                      <a:pt x="0" y="10"/>
                    </a:cubicBezTo>
                    <a:close/>
                  </a:path>
                </a:pathLst>
              </a:custGeom>
              <a:solidFill>
                <a:srgbClr val="455A6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73" name="Google Shape;2173;p48"/>
              <p:cNvSpPr/>
              <p:nvPr/>
            </p:nvSpPr>
            <p:spPr>
              <a:xfrm>
                <a:off x="7190767" y="3236492"/>
                <a:ext cx="126568" cy="26815"/>
              </a:xfrm>
              <a:custGeom>
                <a:rect b="b" l="l" r="r" t="t"/>
                <a:pathLst>
                  <a:path extrusionOk="0" h="25" w="118">
                    <a:moveTo>
                      <a:pt x="0" y="0"/>
                    </a:moveTo>
                    <a:cubicBezTo>
                      <a:pt x="0" y="1"/>
                      <a:pt x="26" y="7"/>
                      <a:pt x="58" y="14"/>
                    </a:cubicBezTo>
                    <a:cubicBezTo>
                      <a:pt x="91" y="21"/>
                      <a:pt x="117" y="25"/>
                      <a:pt x="117" y="25"/>
                    </a:cubicBezTo>
                    <a:cubicBezTo>
                      <a:pt x="118" y="24"/>
                      <a:pt x="91" y="18"/>
                      <a:pt x="59" y="11"/>
                    </a:cubicBezTo>
                    <a:cubicBezTo>
                      <a:pt x="27" y="4"/>
                      <a:pt x="0" y="-1"/>
                      <a:pt x="0" y="0"/>
                    </a:cubicBezTo>
                    <a:close/>
                  </a:path>
                </a:pathLst>
              </a:custGeom>
              <a:solidFill>
                <a:srgbClr val="455A6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74" name="Google Shape;2174;p48"/>
              <p:cNvSpPr/>
              <p:nvPr/>
            </p:nvSpPr>
            <p:spPr>
              <a:xfrm>
                <a:off x="7143573" y="3188224"/>
                <a:ext cx="39687" cy="146948"/>
              </a:xfrm>
              <a:custGeom>
                <a:rect b="b" l="l" r="r" t="t"/>
                <a:pathLst>
                  <a:path extrusionOk="0" h="137" w="37">
                    <a:moveTo>
                      <a:pt x="0" y="137"/>
                    </a:moveTo>
                    <a:cubicBezTo>
                      <a:pt x="0" y="137"/>
                      <a:pt x="2" y="137"/>
                      <a:pt x="5" y="135"/>
                    </a:cubicBezTo>
                    <a:cubicBezTo>
                      <a:pt x="9" y="132"/>
                      <a:pt x="13" y="129"/>
                      <a:pt x="18" y="123"/>
                    </a:cubicBezTo>
                    <a:cubicBezTo>
                      <a:pt x="22" y="117"/>
                      <a:pt x="28" y="110"/>
                      <a:pt x="31" y="101"/>
                    </a:cubicBezTo>
                    <a:cubicBezTo>
                      <a:pt x="34" y="92"/>
                      <a:pt x="37" y="82"/>
                      <a:pt x="37" y="70"/>
                    </a:cubicBezTo>
                    <a:cubicBezTo>
                      <a:pt x="37" y="48"/>
                      <a:pt x="28" y="29"/>
                      <a:pt x="20" y="17"/>
                    </a:cubicBezTo>
                    <a:cubicBezTo>
                      <a:pt x="16" y="11"/>
                      <a:pt x="12" y="7"/>
                      <a:pt x="9" y="4"/>
                    </a:cubicBezTo>
                    <a:cubicBezTo>
                      <a:pt x="6" y="2"/>
                      <a:pt x="4" y="0"/>
                      <a:pt x="4" y="0"/>
                    </a:cubicBezTo>
                    <a:cubicBezTo>
                      <a:pt x="3" y="1"/>
                      <a:pt x="11" y="6"/>
                      <a:pt x="18" y="18"/>
                    </a:cubicBezTo>
                    <a:cubicBezTo>
                      <a:pt x="26" y="30"/>
                      <a:pt x="34" y="49"/>
                      <a:pt x="34" y="70"/>
                    </a:cubicBezTo>
                    <a:cubicBezTo>
                      <a:pt x="34" y="81"/>
                      <a:pt x="31" y="91"/>
                      <a:pt x="28" y="100"/>
                    </a:cubicBezTo>
                    <a:cubicBezTo>
                      <a:pt x="25" y="109"/>
                      <a:pt x="21" y="116"/>
                      <a:pt x="16" y="122"/>
                    </a:cubicBezTo>
                    <a:cubicBezTo>
                      <a:pt x="12" y="127"/>
                      <a:pt x="8" y="131"/>
                      <a:pt x="5" y="133"/>
                    </a:cubicBezTo>
                    <a:cubicBezTo>
                      <a:pt x="2" y="136"/>
                      <a:pt x="0" y="137"/>
                      <a:pt x="0" y="137"/>
                    </a:cubicBezTo>
                    <a:close/>
                  </a:path>
                </a:pathLst>
              </a:custGeom>
              <a:solidFill>
                <a:srgbClr val="FFFFFF"/>
              </a:solidFill>
              <a:ln>
                <a:noFill/>
              </a:ln>
            </p:spPr>
            <p:txBody>
              <a:bodyPr anchorCtr="1" anchor="ctr" bIns="4300" lIns="90000" spcFirstLastPara="1" rIns="90000" wrap="square" tIns="43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75" name="Google Shape;2175;p48"/>
              <p:cNvSpPr/>
              <p:nvPr/>
            </p:nvSpPr>
            <p:spPr>
              <a:xfrm>
                <a:off x="7097450" y="3339463"/>
                <a:ext cx="35396" cy="12871"/>
              </a:xfrm>
              <a:custGeom>
                <a:rect b="b" l="l" r="r" t="t"/>
                <a:pathLst>
                  <a:path extrusionOk="0" h="12" w="33">
                    <a:moveTo>
                      <a:pt x="0" y="11"/>
                    </a:moveTo>
                    <a:cubicBezTo>
                      <a:pt x="0" y="12"/>
                      <a:pt x="8" y="12"/>
                      <a:pt x="18" y="9"/>
                    </a:cubicBezTo>
                    <a:cubicBezTo>
                      <a:pt x="27" y="7"/>
                      <a:pt x="34" y="1"/>
                      <a:pt x="33" y="0"/>
                    </a:cubicBezTo>
                    <a:cubicBezTo>
                      <a:pt x="33" y="0"/>
                      <a:pt x="26" y="3"/>
                      <a:pt x="17" y="6"/>
                    </a:cubicBezTo>
                    <a:cubicBezTo>
                      <a:pt x="7" y="9"/>
                      <a:pt x="0" y="10"/>
                      <a:pt x="0" y="11"/>
                    </a:cubicBez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76" name="Google Shape;2176;p48"/>
              <p:cNvSpPr/>
              <p:nvPr/>
            </p:nvSpPr>
            <p:spPr>
              <a:xfrm>
                <a:off x="6853968" y="3167845"/>
                <a:ext cx="95462" cy="69720"/>
              </a:xfrm>
              <a:custGeom>
                <a:rect b="b" l="l" r="r" t="t"/>
                <a:pathLst>
                  <a:path extrusionOk="0" h="65" w="89">
                    <a:moveTo>
                      <a:pt x="0" y="0"/>
                    </a:moveTo>
                    <a:cubicBezTo>
                      <a:pt x="0" y="0"/>
                      <a:pt x="7" y="1"/>
                      <a:pt x="17" y="3"/>
                    </a:cubicBezTo>
                    <a:cubicBezTo>
                      <a:pt x="27" y="5"/>
                      <a:pt x="41" y="10"/>
                      <a:pt x="54" y="19"/>
                    </a:cubicBezTo>
                    <a:cubicBezTo>
                      <a:pt x="67" y="29"/>
                      <a:pt x="76" y="40"/>
                      <a:pt x="81" y="49"/>
                    </a:cubicBezTo>
                    <a:cubicBezTo>
                      <a:pt x="86" y="59"/>
                      <a:pt x="88" y="65"/>
                      <a:pt x="89" y="65"/>
                    </a:cubicBezTo>
                    <a:cubicBezTo>
                      <a:pt x="89" y="65"/>
                      <a:pt x="89" y="63"/>
                      <a:pt x="88" y="60"/>
                    </a:cubicBezTo>
                    <a:cubicBezTo>
                      <a:pt x="87" y="57"/>
                      <a:pt x="85" y="53"/>
                      <a:pt x="83" y="48"/>
                    </a:cubicBezTo>
                    <a:cubicBezTo>
                      <a:pt x="78" y="39"/>
                      <a:pt x="69" y="27"/>
                      <a:pt x="56" y="17"/>
                    </a:cubicBezTo>
                    <a:cubicBezTo>
                      <a:pt x="43" y="7"/>
                      <a:pt x="28" y="2"/>
                      <a:pt x="18" y="1"/>
                    </a:cubicBezTo>
                    <a:cubicBezTo>
                      <a:pt x="12" y="0"/>
                      <a:pt x="8" y="0"/>
                      <a:pt x="5" y="0"/>
                    </a:cubicBezTo>
                    <a:cubicBezTo>
                      <a:pt x="2" y="0"/>
                      <a:pt x="1" y="0"/>
                      <a:pt x="1" y="0"/>
                    </a:cubicBez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77" name="Google Shape;2177;p48"/>
              <p:cNvSpPr/>
              <p:nvPr/>
            </p:nvSpPr>
            <p:spPr>
              <a:xfrm>
                <a:off x="6942994" y="3252581"/>
                <a:ext cx="7508" cy="33251"/>
              </a:xfrm>
              <a:custGeom>
                <a:rect b="b" l="l" r="r" t="t"/>
                <a:pathLst>
                  <a:path extrusionOk="0" h="31" w="7">
                    <a:moveTo>
                      <a:pt x="1" y="31"/>
                    </a:moveTo>
                    <a:cubicBezTo>
                      <a:pt x="1" y="32"/>
                      <a:pt x="5" y="25"/>
                      <a:pt x="7" y="16"/>
                    </a:cubicBezTo>
                    <a:cubicBezTo>
                      <a:pt x="9" y="7"/>
                      <a:pt x="7" y="0"/>
                      <a:pt x="6" y="0"/>
                    </a:cubicBezTo>
                    <a:cubicBezTo>
                      <a:pt x="5" y="0"/>
                      <a:pt x="6" y="7"/>
                      <a:pt x="4" y="16"/>
                    </a:cubicBezTo>
                    <a:cubicBezTo>
                      <a:pt x="2" y="24"/>
                      <a:pt x="0" y="31"/>
                      <a:pt x="0" y="31"/>
                    </a:cubicBezTo>
                    <a:lnTo>
                      <a:pt x="1" y="31"/>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78" name="Google Shape;2178;p48"/>
              <p:cNvSpPr/>
              <p:nvPr/>
            </p:nvSpPr>
            <p:spPr>
              <a:xfrm>
                <a:off x="7176823" y="3417764"/>
                <a:ext cx="126568" cy="612463"/>
              </a:xfrm>
              <a:custGeom>
                <a:rect b="b" l="l" r="r" t="t"/>
                <a:pathLst>
                  <a:path extrusionOk="0" h="571" w="118">
                    <a:moveTo>
                      <a:pt x="1" y="571"/>
                    </a:moveTo>
                    <a:cubicBezTo>
                      <a:pt x="2" y="572"/>
                      <a:pt x="9" y="566"/>
                      <a:pt x="17" y="553"/>
                    </a:cubicBezTo>
                    <a:cubicBezTo>
                      <a:pt x="26" y="541"/>
                      <a:pt x="37" y="521"/>
                      <a:pt x="46" y="495"/>
                    </a:cubicBezTo>
                    <a:cubicBezTo>
                      <a:pt x="55" y="469"/>
                      <a:pt x="63" y="438"/>
                      <a:pt x="67" y="402"/>
                    </a:cubicBezTo>
                    <a:cubicBezTo>
                      <a:pt x="72" y="367"/>
                      <a:pt x="74" y="327"/>
                      <a:pt x="75" y="286"/>
                    </a:cubicBezTo>
                    <a:cubicBezTo>
                      <a:pt x="76" y="246"/>
                      <a:pt x="77" y="207"/>
                      <a:pt x="80" y="173"/>
                    </a:cubicBezTo>
                    <a:cubicBezTo>
                      <a:pt x="83" y="138"/>
                      <a:pt x="88" y="107"/>
                      <a:pt x="94" y="82"/>
                    </a:cubicBezTo>
                    <a:cubicBezTo>
                      <a:pt x="105" y="32"/>
                      <a:pt x="121" y="2"/>
                      <a:pt x="117" y="0"/>
                    </a:cubicBezTo>
                    <a:cubicBezTo>
                      <a:pt x="115" y="-1"/>
                      <a:pt x="109" y="5"/>
                      <a:pt x="101" y="18"/>
                    </a:cubicBezTo>
                    <a:cubicBezTo>
                      <a:pt x="92" y="31"/>
                      <a:pt x="82" y="50"/>
                      <a:pt x="73" y="76"/>
                    </a:cubicBezTo>
                    <a:cubicBezTo>
                      <a:pt x="64" y="102"/>
                      <a:pt x="57" y="135"/>
                      <a:pt x="53" y="170"/>
                    </a:cubicBezTo>
                    <a:cubicBezTo>
                      <a:pt x="48" y="206"/>
                      <a:pt x="46" y="245"/>
                      <a:pt x="45" y="285"/>
                    </a:cubicBezTo>
                    <a:cubicBezTo>
                      <a:pt x="44" y="326"/>
                      <a:pt x="43" y="364"/>
                      <a:pt x="39" y="399"/>
                    </a:cubicBezTo>
                    <a:cubicBezTo>
                      <a:pt x="36" y="433"/>
                      <a:pt x="31" y="464"/>
                      <a:pt x="25" y="489"/>
                    </a:cubicBezTo>
                    <a:cubicBezTo>
                      <a:pt x="13" y="540"/>
                      <a:pt x="-3" y="568"/>
                      <a:pt x="1" y="571"/>
                    </a:cubicBez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79" name="Google Shape;2179;p48"/>
              <p:cNvSpPr/>
              <p:nvPr/>
            </p:nvSpPr>
            <p:spPr>
              <a:xfrm>
                <a:off x="7311972" y="3379150"/>
                <a:ext cx="74010" cy="70793"/>
              </a:xfrm>
              <a:custGeom>
                <a:rect b="b" l="l" r="r" t="t"/>
                <a:pathLst>
                  <a:path extrusionOk="0" h="66" w="69">
                    <a:moveTo>
                      <a:pt x="55" y="8"/>
                    </a:moveTo>
                    <a:cubicBezTo>
                      <a:pt x="55" y="8"/>
                      <a:pt x="57" y="10"/>
                      <a:pt x="59" y="13"/>
                    </a:cubicBezTo>
                    <a:cubicBezTo>
                      <a:pt x="62" y="16"/>
                      <a:pt x="65" y="22"/>
                      <a:pt x="66" y="29"/>
                    </a:cubicBezTo>
                    <a:cubicBezTo>
                      <a:pt x="67" y="37"/>
                      <a:pt x="64" y="46"/>
                      <a:pt x="57" y="53"/>
                    </a:cubicBezTo>
                    <a:cubicBezTo>
                      <a:pt x="50" y="60"/>
                      <a:pt x="39" y="64"/>
                      <a:pt x="28" y="61"/>
                    </a:cubicBezTo>
                    <a:cubicBezTo>
                      <a:pt x="17" y="59"/>
                      <a:pt x="8" y="50"/>
                      <a:pt x="5" y="41"/>
                    </a:cubicBezTo>
                    <a:cubicBezTo>
                      <a:pt x="1" y="32"/>
                      <a:pt x="2" y="22"/>
                      <a:pt x="5" y="15"/>
                    </a:cubicBezTo>
                    <a:cubicBezTo>
                      <a:pt x="7" y="8"/>
                      <a:pt x="12" y="4"/>
                      <a:pt x="15" y="2"/>
                    </a:cubicBezTo>
                    <a:cubicBezTo>
                      <a:pt x="19" y="0"/>
                      <a:pt x="22" y="0"/>
                      <a:pt x="22" y="0"/>
                    </a:cubicBezTo>
                    <a:cubicBezTo>
                      <a:pt x="22" y="0"/>
                      <a:pt x="21" y="0"/>
                      <a:pt x="20" y="0"/>
                    </a:cubicBezTo>
                    <a:cubicBezTo>
                      <a:pt x="19" y="0"/>
                      <a:pt x="17" y="0"/>
                      <a:pt x="15" y="1"/>
                    </a:cubicBezTo>
                    <a:cubicBezTo>
                      <a:pt x="11" y="2"/>
                      <a:pt x="6" y="7"/>
                      <a:pt x="3" y="15"/>
                    </a:cubicBezTo>
                    <a:cubicBezTo>
                      <a:pt x="0" y="22"/>
                      <a:pt x="-2" y="32"/>
                      <a:pt x="2" y="42"/>
                    </a:cubicBezTo>
                    <a:cubicBezTo>
                      <a:pt x="6" y="52"/>
                      <a:pt x="15" y="61"/>
                      <a:pt x="27" y="64"/>
                    </a:cubicBezTo>
                    <a:cubicBezTo>
                      <a:pt x="33" y="66"/>
                      <a:pt x="40" y="66"/>
                      <a:pt x="45" y="64"/>
                    </a:cubicBezTo>
                    <a:cubicBezTo>
                      <a:pt x="51" y="62"/>
                      <a:pt x="56" y="59"/>
                      <a:pt x="59" y="55"/>
                    </a:cubicBezTo>
                    <a:cubicBezTo>
                      <a:pt x="63" y="51"/>
                      <a:pt x="66" y="47"/>
                      <a:pt x="67" y="42"/>
                    </a:cubicBezTo>
                    <a:cubicBezTo>
                      <a:pt x="68" y="38"/>
                      <a:pt x="69" y="33"/>
                      <a:pt x="68" y="29"/>
                    </a:cubicBezTo>
                    <a:cubicBezTo>
                      <a:pt x="67" y="21"/>
                      <a:pt x="63" y="17"/>
                      <a:pt x="60" y="13"/>
                    </a:cubicBezTo>
                    <a:cubicBezTo>
                      <a:pt x="57" y="10"/>
                      <a:pt x="55" y="8"/>
                      <a:pt x="55" y="8"/>
                    </a:cubicBezTo>
                    <a:close/>
                  </a:path>
                </a:pathLst>
              </a:custGeom>
              <a:solidFill>
                <a:schemeClr val="lt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80" name="Google Shape;2180;p48"/>
              <p:cNvSpPr/>
              <p:nvPr/>
            </p:nvSpPr>
            <p:spPr>
              <a:xfrm>
                <a:off x="7605867" y="3220403"/>
                <a:ext cx="381849" cy="633915"/>
              </a:xfrm>
              <a:custGeom>
                <a:rect b="b" l="l" r="r" t="t"/>
                <a:pathLst>
                  <a:path extrusionOk="0" h="591" w="356">
                    <a:moveTo>
                      <a:pt x="293" y="378"/>
                    </a:moveTo>
                    <a:lnTo>
                      <a:pt x="286" y="280"/>
                    </a:lnTo>
                    <a:lnTo>
                      <a:pt x="266" y="157"/>
                    </a:lnTo>
                    <a:lnTo>
                      <a:pt x="235" y="56"/>
                    </a:lnTo>
                    <a:cubicBezTo>
                      <a:pt x="235" y="56"/>
                      <a:pt x="228" y="47"/>
                      <a:pt x="216" y="56"/>
                    </a:cubicBezTo>
                    <a:cubicBezTo>
                      <a:pt x="204" y="65"/>
                      <a:pt x="221" y="120"/>
                      <a:pt x="221" y="120"/>
                    </a:cubicBezTo>
                    <a:lnTo>
                      <a:pt x="228" y="162"/>
                    </a:lnTo>
                    <a:cubicBezTo>
                      <a:pt x="228" y="162"/>
                      <a:pt x="224" y="196"/>
                      <a:pt x="221" y="193"/>
                    </a:cubicBezTo>
                    <a:cubicBezTo>
                      <a:pt x="218" y="191"/>
                      <a:pt x="204" y="134"/>
                      <a:pt x="204" y="134"/>
                    </a:cubicBezTo>
                    <a:lnTo>
                      <a:pt x="167" y="14"/>
                    </a:lnTo>
                    <a:cubicBezTo>
                      <a:pt x="167" y="14"/>
                      <a:pt x="160" y="1"/>
                      <a:pt x="145" y="8"/>
                    </a:cubicBezTo>
                    <a:cubicBezTo>
                      <a:pt x="137" y="11"/>
                      <a:pt x="133" y="24"/>
                      <a:pt x="136" y="42"/>
                    </a:cubicBezTo>
                    <a:cubicBezTo>
                      <a:pt x="139" y="60"/>
                      <a:pt x="150" y="90"/>
                      <a:pt x="152" y="100"/>
                    </a:cubicBezTo>
                    <a:cubicBezTo>
                      <a:pt x="154" y="110"/>
                      <a:pt x="167" y="169"/>
                      <a:pt x="167" y="169"/>
                    </a:cubicBezTo>
                    <a:lnTo>
                      <a:pt x="111" y="37"/>
                    </a:lnTo>
                    <a:cubicBezTo>
                      <a:pt x="111" y="37"/>
                      <a:pt x="98" y="-7"/>
                      <a:pt x="80" y="1"/>
                    </a:cubicBezTo>
                    <a:cubicBezTo>
                      <a:pt x="62" y="10"/>
                      <a:pt x="78" y="40"/>
                      <a:pt x="81" y="54"/>
                    </a:cubicBezTo>
                    <a:cubicBezTo>
                      <a:pt x="83" y="68"/>
                      <a:pt x="121" y="159"/>
                      <a:pt x="121" y="185"/>
                    </a:cubicBezTo>
                    <a:cubicBezTo>
                      <a:pt x="122" y="212"/>
                      <a:pt x="116" y="198"/>
                      <a:pt x="116" y="198"/>
                    </a:cubicBezTo>
                    <a:cubicBezTo>
                      <a:pt x="116" y="198"/>
                      <a:pt x="100" y="156"/>
                      <a:pt x="88" y="123"/>
                    </a:cubicBezTo>
                    <a:cubicBezTo>
                      <a:pt x="76" y="91"/>
                      <a:pt x="61" y="72"/>
                      <a:pt x="46" y="71"/>
                    </a:cubicBezTo>
                    <a:cubicBezTo>
                      <a:pt x="31" y="71"/>
                      <a:pt x="59" y="147"/>
                      <a:pt x="59" y="147"/>
                    </a:cubicBezTo>
                    <a:lnTo>
                      <a:pt x="96" y="254"/>
                    </a:lnTo>
                    <a:lnTo>
                      <a:pt x="94" y="289"/>
                    </a:lnTo>
                    <a:lnTo>
                      <a:pt x="66" y="261"/>
                    </a:lnTo>
                    <a:cubicBezTo>
                      <a:pt x="66" y="261"/>
                      <a:pt x="61" y="219"/>
                      <a:pt x="33" y="205"/>
                    </a:cubicBezTo>
                    <a:cubicBezTo>
                      <a:pt x="5" y="190"/>
                      <a:pt x="0" y="211"/>
                      <a:pt x="0" y="211"/>
                    </a:cubicBezTo>
                    <a:lnTo>
                      <a:pt x="66" y="365"/>
                    </a:lnTo>
                    <a:cubicBezTo>
                      <a:pt x="80" y="390"/>
                      <a:pt x="159" y="432"/>
                      <a:pt x="159" y="432"/>
                    </a:cubicBezTo>
                    <a:lnTo>
                      <a:pt x="190" y="591"/>
                    </a:lnTo>
                    <a:lnTo>
                      <a:pt x="356" y="563"/>
                    </a:lnTo>
                    <a:lnTo>
                      <a:pt x="293" y="378"/>
                    </a:lnTo>
                    <a:close/>
                  </a:path>
                </a:pathLst>
              </a:custGeom>
              <a:solidFill>
                <a:srgbClr val="FFBE9D"/>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81" name="Google Shape;2181;p48"/>
              <p:cNvSpPr/>
              <p:nvPr/>
            </p:nvSpPr>
            <p:spPr>
              <a:xfrm>
                <a:off x="7675587" y="3500356"/>
                <a:ext cx="176981" cy="70793"/>
              </a:xfrm>
              <a:custGeom>
                <a:rect b="b" l="l" r="r" t="t"/>
                <a:pathLst>
                  <a:path extrusionOk="0" h="66" w="165">
                    <a:moveTo>
                      <a:pt x="165" y="66"/>
                    </a:moveTo>
                    <a:cubicBezTo>
                      <a:pt x="164" y="66"/>
                      <a:pt x="155" y="59"/>
                      <a:pt x="141" y="50"/>
                    </a:cubicBezTo>
                    <a:cubicBezTo>
                      <a:pt x="126" y="40"/>
                      <a:pt x="104" y="27"/>
                      <a:pt x="78" y="31"/>
                    </a:cubicBezTo>
                    <a:cubicBezTo>
                      <a:pt x="66" y="33"/>
                      <a:pt x="56" y="38"/>
                      <a:pt x="49" y="45"/>
                    </a:cubicBezTo>
                    <a:lnTo>
                      <a:pt x="47" y="48"/>
                    </a:lnTo>
                    <a:lnTo>
                      <a:pt x="44" y="45"/>
                    </a:lnTo>
                    <a:cubicBezTo>
                      <a:pt x="32" y="32"/>
                      <a:pt x="19" y="22"/>
                      <a:pt x="12" y="14"/>
                    </a:cubicBezTo>
                    <a:cubicBezTo>
                      <a:pt x="4" y="6"/>
                      <a:pt x="0" y="0"/>
                      <a:pt x="0" y="0"/>
                    </a:cubicBezTo>
                    <a:cubicBezTo>
                      <a:pt x="1" y="-1"/>
                      <a:pt x="6" y="3"/>
                      <a:pt x="15" y="10"/>
                    </a:cubicBezTo>
                    <a:cubicBezTo>
                      <a:pt x="23" y="18"/>
                      <a:pt x="36" y="27"/>
                      <a:pt x="50" y="41"/>
                    </a:cubicBezTo>
                    <a:lnTo>
                      <a:pt x="44" y="41"/>
                    </a:lnTo>
                    <a:cubicBezTo>
                      <a:pt x="52" y="32"/>
                      <a:pt x="64" y="26"/>
                      <a:pt x="77" y="24"/>
                    </a:cubicBezTo>
                    <a:cubicBezTo>
                      <a:pt x="91" y="22"/>
                      <a:pt x="105" y="25"/>
                      <a:pt x="116" y="29"/>
                    </a:cubicBezTo>
                    <a:cubicBezTo>
                      <a:pt x="127" y="34"/>
                      <a:pt x="136" y="40"/>
                      <a:pt x="144" y="45"/>
                    </a:cubicBezTo>
                    <a:cubicBezTo>
                      <a:pt x="158" y="56"/>
                      <a:pt x="165" y="65"/>
                      <a:pt x="165" y="65"/>
                    </a:cubicBezTo>
                    <a:lnTo>
                      <a:pt x="165" y="66"/>
                    </a:lnTo>
                    <a:close/>
                  </a:path>
                </a:pathLst>
              </a:custGeom>
              <a:solidFill>
                <a:srgbClr val="EB996E"/>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82" name="Google Shape;2182;p48"/>
              <p:cNvSpPr/>
              <p:nvPr/>
            </p:nvSpPr>
            <p:spPr>
              <a:xfrm>
                <a:off x="7782848" y="3641941"/>
                <a:ext cx="337872" cy="592083"/>
              </a:xfrm>
              <a:custGeom>
                <a:rect b="b" l="l" r="r" t="t"/>
                <a:pathLst>
                  <a:path extrusionOk="0" h="552" w="315">
                    <a:moveTo>
                      <a:pt x="88" y="552"/>
                    </a:moveTo>
                    <a:lnTo>
                      <a:pt x="0" y="59"/>
                    </a:lnTo>
                    <a:lnTo>
                      <a:pt x="134" y="0"/>
                    </a:lnTo>
                    <a:lnTo>
                      <a:pt x="315" y="544"/>
                    </a:lnTo>
                    <a:lnTo>
                      <a:pt x="88" y="552"/>
                    </a:lnTo>
                    <a:close/>
                  </a:path>
                </a:pathLst>
              </a:custGeom>
              <a:solidFill>
                <a:srgbClr val="FFBE9D"/>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83" name="Google Shape;2183;p48"/>
              <p:cNvSpPr/>
              <p:nvPr/>
            </p:nvSpPr>
            <p:spPr>
              <a:xfrm>
                <a:off x="7776412" y="3684846"/>
                <a:ext cx="114769" cy="553469"/>
              </a:xfrm>
              <a:custGeom>
                <a:rect b="b" l="l" r="r" t="t"/>
                <a:pathLst>
                  <a:path extrusionOk="0" h="516" w="107">
                    <a:moveTo>
                      <a:pt x="107" y="516"/>
                    </a:moveTo>
                    <a:cubicBezTo>
                      <a:pt x="107" y="516"/>
                      <a:pt x="105" y="509"/>
                      <a:pt x="101" y="496"/>
                    </a:cubicBezTo>
                    <a:cubicBezTo>
                      <a:pt x="98" y="483"/>
                      <a:pt x="93" y="465"/>
                      <a:pt x="88" y="441"/>
                    </a:cubicBezTo>
                    <a:cubicBezTo>
                      <a:pt x="77" y="395"/>
                      <a:pt x="63" y="331"/>
                      <a:pt x="48" y="259"/>
                    </a:cubicBezTo>
                    <a:cubicBezTo>
                      <a:pt x="34" y="188"/>
                      <a:pt x="21" y="123"/>
                      <a:pt x="13" y="76"/>
                    </a:cubicBezTo>
                    <a:cubicBezTo>
                      <a:pt x="9" y="53"/>
                      <a:pt x="6" y="34"/>
                      <a:pt x="3" y="20"/>
                    </a:cubicBezTo>
                    <a:cubicBezTo>
                      <a:pt x="1" y="7"/>
                      <a:pt x="0" y="0"/>
                      <a:pt x="0" y="0"/>
                    </a:cubicBezTo>
                    <a:cubicBezTo>
                      <a:pt x="1" y="0"/>
                      <a:pt x="3" y="7"/>
                      <a:pt x="5" y="20"/>
                    </a:cubicBezTo>
                    <a:cubicBezTo>
                      <a:pt x="8" y="34"/>
                      <a:pt x="12" y="53"/>
                      <a:pt x="17" y="75"/>
                    </a:cubicBezTo>
                    <a:cubicBezTo>
                      <a:pt x="27" y="123"/>
                      <a:pt x="40" y="187"/>
                      <a:pt x="54" y="258"/>
                    </a:cubicBezTo>
                    <a:cubicBezTo>
                      <a:pt x="69" y="329"/>
                      <a:pt x="82" y="393"/>
                      <a:pt x="92" y="441"/>
                    </a:cubicBezTo>
                    <a:cubicBezTo>
                      <a:pt x="97" y="463"/>
                      <a:pt x="100" y="482"/>
                      <a:pt x="103" y="496"/>
                    </a:cubicBezTo>
                    <a:cubicBezTo>
                      <a:pt x="106" y="509"/>
                      <a:pt x="107" y="516"/>
                      <a:pt x="107" y="516"/>
                    </a:cubicBezTo>
                    <a:close/>
                  </a:path>
                </a:pathLst>
              </a:custGeom>
              <a:solidFill>
                <a:srgbClr val="EB996E"/>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2184" name="Google Shape;2184;p48"/>
            <p:cNvGrpSpPr/>
            <p:nvPr/>
          </p:nvGrpSpPr>
          <p:grpSpPr>
            <a:xfrm>
              <a:off x="5428469" y="729788"/>
              <a:ext cx="2390848" cy="1904966"/>
              <a:chOff x="5428469" y="729788"/>
              <a:chExt cx="2390848" cy="1904966"/>
            </a:xfrm>
          </p:grpSpPr>
          <p:sp>
            <p:nvSpPr>
              <p:cNvPr id="2185" name="Google Shape;2185;p48"/>
              <p:cNvSpPr/>
              <p:nvPr/>
            </p:nvSpPr>
            <p:spPr>
              <a:xfrm>
                <a:off x="7265850" y="1084824"/>
                <a:ext cx="102971" cy="364689"/>
              </a:xfrm>
              <a:custGeom>
                <a:rect b="b" l="l" r="r" t="t"/>
                <a:pathLst>
                  <a:path extrusionOk="0" h="340" w="96">
                    <a:moveTo>
                      <a:pt x="5" y="340"/>
                    </a:moveTo>
                    <a:cubicBezTo>
                      <a:pt x="-26" y="151"/>
                      <a:pt x="79" y="0"/>
                      <a:pt x="79" y="0"/>
                    </a:cubicBezTo>
                    <a:cubicBezTo>
                      <a:pt x="143" y="145"/>
                      <a:pt x="5" y="340"/>
                      <a:pt x="5" y="340"/>
                    </a:cubicBezTo>
                    <a:close/>
                  </a:path>
                </a:pathLst>
              </a:custGeom>
              <a:solidFill>
                <a:srgbClr val="E0E0E0"/>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86" name="Google Shape;2186;p48"/>
              <p:cNvSpPr/>
              <p:nvPr/>
            </p:nvSpPr>
            <p:spPr>
              <a:xfrm>
                <a:off x="5430614" y="1017249"/>
                <a:ext cx="2388702" cy="1465192"/>
              </a:xfrm>
              <a:custGeom>
                <a:rect b="b" l="l" r="r" t="t"/>
                <a:pathLst>
                  <a:path extrusionOk="0" h="1366" w="2227">
                    <a:moveTo>
                      <a:pt x="2026" y="493"/>
                    </a:moveTo>
                    <a:cubicBezTo>
                      <a:pt x="1997" y="493"/>
                      <a:pt x="1970" y="499"/>
                      <a:pt x="1945" y="509"/>
                    </a:cubicBezTo>
                    <a:cubicBezTo>
                      <a:pt x="1932" y="515"/>
                      <a:pt x="1919" y="518"/>
                      <a:pt x="1905" y="518"/>
                    </a:cubicBezTo>
                    <a:lnTo>
                      <a:pt x="1852" y="515"/>
                    </a:lnTo>
                    <a:lnTo>
                      <a:pt x="1849" y="70"/>
                    </a:lnTo>
                    <a:cubicBezTo>
                      <a:pt x="1849" y="31"/>
                      <a:pt x="1816" y="0"/>
                      <a:pt x="1775" y="0"/>
                    </a:cubicBezTo>
                    <a:lnTo>
                      <a:pt x="1716" y="0"/>
                    </a:lnTo>
                    <a:lnTo>
                      <a:pt x="453" y="0"/>
                    </a:lnTo>
                    <a:cubicBezTo>
                      <a:pt x="414" y="0"/>
                      <a:pt x="382" y="31"/>
                      <a:pt x="382" y="70"/>
                    </a:cubicBezTo>
                    <a:lnTo>
                      <a:pt x="382" y="512"/>
                    </a:lnTo>
                    <a:lnTo>
                      <a:pt x="350" y="512"/>
                    </a:lnTo>
                    <a:cubicBezTo>
                      <a:pt x="335" y="512"/>
                      <a:pt x="321" y="508"/>
                      <a:pt x="308" y="502"/>
                    </a:cubicBezTo>
                    <a:cubicBezTo>
                      <a:pt x="274" y="486"/>
                      <a:pt x="212" y="465"/>
                      <a:pt x="170" y="472"/>
                    </a:cubicBezTo>
                    <a:cubicBezTo>
                      <a:pt x="85" y="486"/>
                      <a:pt x="0" y="571"/>
                      <a:pt x="0" y="654"/>
                    </a:cubicBezTo>
                    <a:cubicBezTo>
                      <a:pt x="0" y="795"/>
                      <a:pt x="110" y="882"/>
                      <a:pt x="224" y="882"/>
                    </a:cubicBezTo>
                    <a:cubicBezTo>
                      <a:pt x="252" y="882"/>
                      <a:pt x="278" y="877"/>
                      <a:pt x="302" y="866"/>
                    </a:cubicBezTo>
                    <a:cubicBezTo>
                      <a:pt x="314" y="861"/>
                      <a:pt x="323" y="858"/>
                      <a:pt x="337" y="858"/>
                    </a:cubicBezTo>
                    <a:lnTo>
                      <a:pt x="382" y="858"/>
                    </a:lnTo>
                    <a:lnTo>
                      <a:pt x="382" y="1295"/>
                    </a:lnTo>
                    <a:cubicBezTo>
                      <a:pt x="382" y="1334"/>
                      <a:pt x="414" y="1366"/>
                      <a:pt x="453" y="1366"/>
                    </a:cubicBezTo>
                    <a:lnTo>
                      <a:pt x="1772" y="1366"/>
                    </a:lnTo>
                    <a:cubicBezTo>
                      <a:pt x="1813" y="1366"/>
                      <a:pt x="1847" y="1334"/>
                      <a:pt x="1847" y="1295"/>
                    </a:cubicBezTo>
                    <a:lnTo>
                      <a:pt x="1849" y="840"/>
                    </a:lnTo>
                    <a:lnTo>
                      <a:pt x="1895" y="844"/>
                    </a:lnTo>
                    <a:cubicBezTo>
                      <a:pt x="1911" y="844"/>
                      <a:pt x="1925" y="847"/>
                      <a:pt x="1939" y="854"/>
                    </a:cubicBezTo>
                    <a:cubicBezTo>
                      <a:pt x="1975" y="870"/>
                      <a:pt x="2016" y="877"/>
                      <a:pt x="2060" y="870"/>
                    </a:cubicBezTo>
                    <a:cubicBezTo>
                      <a:pt x="2147" y="856"/>
                      <a:pt x="2215" y="787"/>
                      <a:pt x="2225" y="704"/>
                    </a:cubicBezTo>
                    <a:cubicBezTo>
                      <a:pt x="2238" y="590"/>
                      <a:pt x="2144" y="493"/>
                      <a:pt x="2026" y="493"/>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87" name="Google Shape;2187;p48"/>
              <p:cNvSpPr/>
              <p:nvPr/>
            </p:nvSpPr>
            <p:spPr>
              <a:xfrm>
                <a:off x="5428469" y="1016177"/>
                <a:ext cx="2390848" cy="1468410"/>
              </a:xfrm>
              <a:custGeom>
                <a:rect b="b" l="l" r="r" t="t"/>
                <a:pathLst>
                  <a:path extrusionOk="0" h="1369" w="2229">
                    <a:moveTo>
                      <a:pt x="2028" y="494"/>
                    </a:moveTo>
                    <a:cubicBezTo>
                      <a:pt x="2028" y="494"/>
                      <a:pt x="2032" y="494"/>
                      <a:pt x="2041" y="495"/>
                    </a:cubicBezTo>
                    <a:cubicBezTo>
                      <a:pt x="2044" y="495"/>
                      <a:pt x="2046" y="495"/>
                      <a:pt x="2049" y="495"/>
                    </a:cubicBezTo>
                    <a:cubicBezTo>
                      <a:pt x="2052" y="495"/>
                      <a:pt x="2055" y="496"/>
                      <a:pt x="2058" y="496"/>
                    </a:cubicBezTo>
                    <a:lnTo>
                      <a:pt x="2069" y="498"/>
                    </a:lnTo>
                    <a:cubicBezTo>
                      <a:pt x="2073" y="499"/>
                      <a:pt x="2077" y="500"/>
                      <a:pt x="2081" y="501"/>
                    </a:cubicBezTo>
                    <a:cubicBezTo>
                      <a:pt x="2098" y="505"/>
                      <a:pt x="2119" y="513"/>
                      <a:pt x="2141" y="527"/>
                    </a:cubicBezTo>
                    <a:cubicBezTo>
                      <a:pt x="2163" y="541"/>
                      <a:pt x="2186" y="562"/>
                      <a:pt x="2203" y="591"/>
                    </a:cubicBezTo>
                    <a:cubicBezTo>
                      <a:pt x="2207" y="599"/>
                      <a:pt x="2212" y="606"/>
                      <a:pt x="2215" y="615"/>
                    </a:cubicBezTo>
                    <a:cubicBezTo>
                      <a:pt x="2219" y="623"/>
                      <a:pt x="2222" y="632"/>
                      <a:pt x="2224" y="641"/>
                    </a:cubicBezTo>
                    <a:cubicBezTo>
                      <a:pt x="2226" y="646"/>
                      <a:pt x="2225" y="651"/>
                      <a:pt x="2226" y="655"/>
                    </a:cubicBezTo>
                    <a:lnTo>
                      <a:pt x="2228" y="663"/>
                    </a:lnTo>
                    <a:cubicBezTo>
                      <a:pt x="2228" y="665"/>
                      <a:pt x="2228" y="667"/>
                      <a:pt x="2228" y="670"/>
                    </a:cubicBezTo>
                    <a:cubicBezTo>
                      <a:pt x="2228" y="675"/>
                      <a:pt x="2229" y="680"/>
                      <a:pt x="2229" y="685"/>
                    </a:cubicBezTo>
                    <a:lnTo>
                      <a:pt x="2228" y="701"/>
                    </a:lnTo>
                    <a:cubicBezTo>
                      <a:pt x="2226" y="721"/>
                      <a:pt x="2221" y="743"/>
                      <a:pt x="2211" y="763"/>
                    </a:cubicBezTo>
                    <a:cubicBezTo>
                      <a:pt x="2201" y="784"/>
                      <a:pt x="2187" y="803"/>
                      <a:pt x="2169" y="820"/>
                    </a:cubicBezTo>
                    <a:cubicBezTo>
                      <a:pt x="2133" y="854"/>
                      <a:pt x="2081" y="875"/>
                      <a:pt x="2024" y="875"/>
                    </a:cubicBezTo>
                    <a:cubicBezTo>
                      <a:pt x="1996" y="874"/>
                      <a:pt x="1967" y="868"/>
                      <a:pt x="1940" y="856"/>
                    </a:cubicBezTo>
                    <a:cubicBezTo>
                      <a:pt x="1927" y="849"/>
                      <a:pt x="1912" y="846"/>
                      <a:pt x="1897" y="846"/>
                    </a:cubicBezTo>
                    <a:cubicBezTo>
                      <a:pt x="1882" y="845"/>
                      <a:pt x="1867" y="844"/>
                      <a:pt x="1851" y="843"/>
                    </a:cubicBezTo>
                    <a:lnTo>
                      <a:pt x="1852" y="842"/>
                    </a:lnTo>
                    <a:cubicBezTo>
                      <a:pt x="1852" y="914"/>
                      <a:pt x="1852" y="991"/>
                      <a:pt x="1851" y="1072"/>
                    </a:cubicBezTo>
                    <a:cubicBezTo>
                      <a:pt x="1851" y="1113"/>
                      <a:pt x="1851" y="1154"/>
                      <a:pt x="1851" y="1197"/>
                    </a:cubicBezTo>
                    <a:cubicBezTo>
                      <a:pt x="1851" y="1218"/>
                      <a:pt x="1850" y="1240"/>
                      <a:pt x="1850" y="1262"/>
                    </a:cubicBezTo>
                    <a:cubicBezTo>
                      <a:pt x="1850" y="1273"/>
                      <a:pt x="1850" y="1284"/>
                      <a:pt x="1850" y="1295"/>
                    </a:cubicBezTo>
                    <a:cubicBezTo>
                      <a:pt x="1850" y="1306"/>
                      <a:pt x="1848" y="1318"/>
                      <a:pt x="1843" y="1328"/>
                    </a:cubicBezTo>
                    <a:cubicBezTo>
                      <a:pt x="1833" y="1348"/>
                      <a:pt x="1812" y="1363"/>
                      <a:pt x="1789" y="1367"/>
                    </a:cubicBezTo>
                    <a:cubicBezTo>
                      <a:pt x="1777" y="1369"/>
                      <a:pt x="1766" y="1368"/>
                      <a:pt x="1754" y="1368"/>
                    </a:cubicBezTo>
                    <a:cubicBezTo>
                      <a:pt x="1743" y="1368"/>
                      <a:pt x="1731" y="1368"/>
                      <a:pt x="1719" y="1368"/>
                    </a:cubicBezTo>
                    <a:cubicBezTo>
                      <a:pt x="1674" y="1368"/>
                      <a:pt x="1626" y="1368"/>
                      <a:pt x="1578" y="1368"/>
                    </a:cubicBezTo>
                    <a:cubicBezTo>
                      <a:pt x="1481" y="1368"/>
                      <a:pt x="1381" y="1368"/>
                      <a:pt x="1277" y="1368"/>
                    </a:cubicBezTo>
                    <a:cubicBezTo>
                      <a:pt x="1071" y="1368"/>
                      <a:pt x="851" y="1368"/>
                      <a:pt x="622" y="1368"/>
                    </a:cubicBezTo>
                    <a:cubicBezTo>
                      <a:pt x="593" y="1368"/>
                      <a:pt x="564" y="1368"/>
                      <a:pt x="535" y="1368"/>
                    </a:cubicBezTo>
                    <a:cubicBezTo>
                      <a:pt x="521" y="1368"/>
                      <a:pt x="506" y="1368"/>
                      <a:pt x="491" y="1368"/>
                    </a:cubicBezTo>
                    <a:lnTo>
                      <a:pt x="470" y="1368"/>
                    </a:lnTo>
                    <a:cubicBezTo>
                      <a:pt x="462" y="1368"/>
                      <a:pt x="455" y="1369"/>
                      <a:pt x="448" y="1368"/>
                    </a:cubicBezTo>
                    <a:cubicBezTo>
                      <a:pt x="433" y="1366"/>
                      <a:pt x="418" y="1360"/>
                      <a:pt x="407" y="1350"/>
                    </a:cubicBezTo>
                    <a:cubicBezTo>
                      <a:pt x="395" y="1341"/>
                      <a:pt x="387" y="1327"/>
                      <a:pt x="384" y="1312"/>
                    </a:cubicBezTo>
                    <a:cubicBezTo>
                      <a:pt x="382" y="1305"/>
                      <a:pt x="382" y="1297"/>
                      <a:pt x="382" y="1290"/>
                    </a:cubicBezTo>
                    <a:lnTo>
                      <a:pt x="382" y="1267"/>
                    </a:lnTo>
                    <a:cubicBezTo>
                      <a:pt x="382" y="1253"/>
                      <a:pt x="382" y="1238"/>
                      <a:pt x="382" y="1223"/>
                    </a:cubicBezTo>
                    <a:cubicBezTo>
                      <a:pt x="382" y="1104"/>
                      <a:pt x="382" y="982"/>
                      <a:pt x="382" y="859"/>
                    </a:cubicBezTo>
                    <a:lnTo>
                      <a:pt x="384" y="861"/>
                    </a:lnTo>
                    <a:lnTo>
                      <a:pt x="337" y="861"/>
                    </a:lnTo>
                    <a:cubicBezTo>
                      <a:pt x="330" y="861"/>
                      <a:pt x="322" y="863"/>
                      <a:pt x="315" y="865"/>
                    </a:cubicBezTo>
                    <a:cubicBezTo>
                      <a:pt x="308" y="868"/>
                      <a:pt x="300" y="871"/>
                      <a:pt x="293" y="874"/>
                    </a:cubicBezTo>
                    <a:cubicBezTo>
                      <a:pt x="277" y="879"/>
                      <a:pt x="261" y="883"/>
                      <a:pt x="245" y="885"/>
                    </a:cubicBezTo>
                    <a:cubicBezTo>
                      <a:pt x="237" y="885"/>
                      <a:pt x="229" y="886"/>
                      <a:pt x="220" y="885"/>
                    </a:cubicBezTo>
                    <a:cubicBezTo>
                      <a:pt x="212" y="885"/>
                      <a:pt x="204" y="885"/>
                      <a:pt x="196" y="883"/>
                    </a:cubicBezTo>
                    <a:cubicBezTo>
                      <a:pt x="125" y="874"/>
                      <a:pt x="61" y="830"/>
                      <a:pt x="28" y="768"/>
                    </a:cubicBezTo>
                    <a:cubicBezTo>
                      <a:pt x="11" y="738"/>
                      <a:pt x="2" y="703"/>
                      <a:pt x="1" y="669"/>
                    </a:cubicBezTo>
                    <a:cubicBezTo>
                      <a:pt x="-1" y="652"/>
                      <a:pt x="1" y="634"/>
                      <a:pt x="6" y="618"/>
                    </a:cubicBezTo>
                    <a:cubicBezTo>
                      <a:pt x="8" y="609"/>
                      <a:pt x="11" y="601"/>
                      <a:pt x="15" y="593"/>
                    </a:cubicBezTo>
                    <a:cubicBezTo>
                      <a:pt x="19" y="586"/>
                      <a:pt x="22" y="578"/>
                      <a:pt x="27" y="571"/>
                    </a:cubicBezTo>
                    <a:cubicBezTo>
                      <a:pt x="32" y="564"/>
                      <a:pt x="37" y="557"/>
                      <a:pt x="42" y="550"/>
                    </a:cubicBezTo>
                    <a:cubicBezTo>
                      <a:pt x="48" y="544"/>
                      <a:pt x="53" y="537"/>
                      <a:pt x="60" y="532"/>
                    </a:cubicBezTo>
                    <a:cubicBezTo>
                      <a:pt x="72" y="520"/>
                      <a:pt x="85" y="509"/>
                      <a:pt x="99" y="500"/>
                    </a:cubicBezTo>
                    <a:cubicBezTo>
                      <a:pt x="114" y="491"/>
                      <a:pt x="129" y="484"/>
                      <a:pt x="145" y="478"/>
                    </a:cubicBezTo>
                    <a:cubicBezTo>
                      <a:pt x="161" y="473"/>
                      <a:pt x="178" y="470"/>
                      <a:pt x="194" y="470"/>
                    </a:cubicBezTo>
                    <a:cubicBezTo>
                      <a:pt x="228" y="471"/>
                      <a:pt x="260" y="481"/>
                      <a:pt x="291" y="493"/>
                    </a:cubicBezTo>
                    <a:cubicBezTo>
                      <a:pt x="298" y="496"/>
                      <a:pt x="306" y="499"/>
                      <a:pt x="313" y="503"/>
                    </a:cubicBezTo>
                    <a:cubicBezTo>
                      <a:pt x="320" y="506"/>
                      <a:pt x="328" y="508"/>
                      <a:pt x="336" y="510"/>
                    </a:cubicBezTo>
                    <a:cubicBezTo>
                      <a:pt x="344" y="511"/>
                      <a:pt x="351" y="511"/>
                      <a:pt x="360" y="511"/>
                    </a:cubicBezTo>
                    <a:cubicBezTo>
                      <a:pt x="368" y="511"/>
                      <a:pt x="376" y="511"/>
                      <a:pt x="384" y="511"/>
                    </a:cubicBezTo>
                    <a:lnTo>
                      <a:pt x="382" y="513"/>
                    </a:lnTo>
                    <a:cubicBezTo>
                      <a:pt x="382" y="368"/>
                      <a:pt x="382" y="227"/>
                      <a:pt x="382" y="89"/>
                    </a:cubicBezTo>
                    <a:cubicBezTo>
                      <a:pt x="382" y="81"/>
                      <a:pt x="382" y="72"/>
                      <a:pt x="382" y="64"/>
                    </a:cubicBezTo>
                    <a:cubicBezTo>
                      <a:pt x="383" y="55"/>
                      <a:pt x="386" y="46"/>
                      <a:pt x="390" y="39"/>
                    </a:cubicBezTo>
                    <a:cubicBezTo>
                      <a:pt x="398" y="23"/>
                      <a:pt x="412" y="11"/>
                      <a:pt x="428" y="5"/>
                    </a:cubicBezTo>
                    <a:cubicBezTo>
                      <a:pt x="436" y="2"/>
                      <a:pt x="445" y="0"/>
                      <a:pt x="453" y="0"/>
                    </a:cubicBezTo>
                    <a:cubicBezTo>
                      <a:pt x="462" y="-1"/>
                      <a:pt x="470" y="0"/>
                      <a:pt x="478" y="0"/>
                    </a:cubicBezTo>
                    <a:lnTo>
                      <a:pt x="528" y="0"/>
                    </a:lnTo>
                    <a:cubicBezTo>
                      <a:pt x="595" y="0"/>
                      <a:pt x="660" y="0"/>
                      <a:pt x="724" y="0"/>
                    </a:cubicBezTo>
                    <a:cubicBezTo>
                      <a:pt x="979" y="0"/>
                      <a:pt x="1214" y="0"/>
                      <a:pt x="1424" y="0"/>
                    </a:cubicBezTo>
                    <a:cubicBezTo>
                      <a:pt x="1529" y="0"/>
                      <a:pt x="1628" y="0"/>
                      <a:pt x="1718" y="0"/>
                    </a:cubicBezTo>
                    <a:cubicBezTo>
                      <a:pt x="1730" y="0"/>
                      <a:pt x="1741" y="0"/>
                      <a:pt x="1752" y="0"/>
                    </a:cubicBezTo>
                    <a:lnTo>
                      <a:pt x="1769" y="0"/>
                    </a:lnTo>
                    <a:cubicBezTo>
                      <a:pt x="1775" y="0"/>
                      <a:pt x="1780" y="0"/>
                      <a:pt x="1786" y="1"/>
                    </a:cubicBezTo>
                    <a:cubicBezTo>
                      <a:pt x="1808" y="3"/>
                      <a:pt x="1829" y="15"/>
                      <a:pt x="1840" y="33"/>
                    </a:cubicBezTo>
                    <a:cubicBezTo>
                      <a:pt x="1846" y="42"/>
                      <a:pt x="1850" y="52"/>
                      <a:pt x="1852" y="63"/>
                    </a:cubicBezTo>
                    <a:cubicBezTo>
                      <a:pt x="1853" y="73"/>
                      <a:pt x="1852" y="83"/>
                      <a:pt x="1852" y="94"/>
                    </a:cubicBezTo>
                    <a:cubicBezTo>
                      <a:pt x="1852" y="114"/>
                      <a:pt x="1853" y="133"/>
                      <a:pt x="1853" y="153"/>
                    </a:cubicBezTo>
                    <a:cubicBezTo>
                      <a:pt x="1853" y="306"/>
                      <a:pt x="1854" y="429"/>
                      <a:pt x="1854" y="516"/>
                    </a:cubicBezTo>
                    <a:lnTo>
                      <a:pt x="1854" y="516"/>
                    </a:lnTo>
                    <a:cubicBezTo>
                      <a:pt x="1869" y="517"/>
                      <a:pt x="1883" y="517"/>
                      <a:pt x="1896" y="518"/>
                    </a:cubicBezTo>
                    <a:cubicBezTo>
                      <a:pt x="1909" y="520"/>
                      <a:pt x="1921" y="518"/>
                      <a:pt x="1932" y="516"/>
                    </a:cubicBezTo>
                    <a:cubicBezTo>
                      <a:pt x="1943" y="513"/>
                      <a:pt x="1952" y="508"/>
                      <a:pt x="1961" y="505"/>
                    </a:cubicBezTo>
                    <a:cubicBezTo>
                      <a:pt x="1970" y="502"/>
                      <a:pt x="1978" y="500"/>
                      <a:pt x="1985" y="499"/>
                    </a:cubicBezTo>
                    <a:cubicBezTo>
                      <a:pt x="1999" y="496"/>
                      <a:pt x="2010" y="495"/>
                      <a:pt x="2017" y="495"/>
                    </a:cubicBezTo>
                    <a:cubicBezTo>
                      <a:pt x="2024" y="495"/>
                      <a:pt x="2028" y="495"/>
                      <a:pt x="2028" y="495"/>
                    </a:cubicBezTo>
                    <a:cubicBezTo>
                      <a:pt x="2027" y="495"/>
                      <a:pt x="2024" y="495"/>
                      <a:pt x="2017" y="495"/>
                    </a:cubicBezTo>
                    <a:cubicBezTo>
                      <a:pt x="2010" y="496"/>
                      <a:pt x="1999" y="497"/>
                      <a:pt x="1985" y="500"/>
                    </a:cubicBezTo>
                    <a:cubicBezTo>
                      <a:pt x="1978" y="501"/>
                      <a:pt x="1970" y="503"/>
                      <a:pt x="1961" y="506"/>
                    </a:cubicBezTo>
                    <a:cubicBezTo>
                      <a:pt x="1952" y="509"/>
                      <a:pt x="1943" y="514"/>
                      <a:pt x="1932" y="516"/>
                    </a:cubicBezTo>
                    <a:cubicBezTo>
                      <a:pt x="1922" y="519"/>
                      <a:pt x="1909" y="521"/>
                      <a:pt x="1896" y="519"/>
                    </a:cubicBezTo>
                    <a:cubicBezTo>
                      <a:pt x="1883" y="518"/>
                      <a:pt x="1869" y="518"/>
                      <a:pt x="1854" y="517"/>
                    </a:cubicBezTo>
                    <a:lnTo>
                      <a:pt x="1853" y="517"/>
                    </a:lnTo>
                    <a:lnTo>
                      <a:pt x="1853" y="516"/>
                    </a:lnTo>
                    <a:cubicBezTo>
                      <a:pt x="1853" y="429"/>
                      <a:pt x="1852" y="306"/>
                      <a:pt x="1851" y="153"/>
                    </a:cubicBezTo>
                    <a:cubicBezTo>
                      <a:pt x="1851" y="133"/>
                      <a:pt x="1851" y="114"/>
                      <a:pt x="1850" y="94"/>
                    </a:cubicBezTo>
                    <a:cubicBezTo>
                      <a:pt x="1850" y="84"/>
                      <a:pt x="1851" y="73"/>
                      <a:pt x="1850" y="63"/>
                    </a:cubicBezTo>
                    <a:cubicBezTo>
                      <a:pt x="1848" y="53"/>
                      <a:pt x="1845" y="43"/>
                      <a:pt x="1839" y="35"/>
                    </a:cubicBezTo>
                    <a:cubicBezTo>
                      <a:pt x="1827" y="17"/>
                      <a:pt x="1807" y="6"/>
                      <a:pt x="1786" y="3"/>
                    </a:cubicBezTo>
                    <a:cubicBezTo>
                      <a:pt x="1780" y="3"/>
                      <a:pt x="1775" y="3"/>
                      <a:pt x="1769" y="3"/>
                    </a:cubicBezTo>
                    <a:cubicBezTo>
                      <a:pt x="1764" y="3"/>
                      <a:pt x="1758" y="3"/>
                      <a:pt x="1753" y="3"/>
                    </a:cubicBezTo>
                    <a:cubicBezTo>
                      <a:pt x="1741" y="3"/>
                      <a:pt x="1730" y="3"/>
                      <a:pt x="1719" y="3"/>
                    </a:cubicBezTo>
                    <a:cubicBezTo>
                      <a:pt x="1628" y="3"/>
                      <a:pt x="1529" y="3"/>
                      <a:pt x="1425" y="3"/>
                    </a:cubicBezTo>
                    <a:cubicBezTo>
                      <a:pt x="1215" y="3"/>
                      <a:pt x="979" y="3"/>
                      <a:pt x="724" y="3"/>
                    </a:cubicBezTo>
                    <a:cubicBezTo>
                      <a:pt x="660" y="3"/>
                      <a:pt x="595" y="3"/>
                      <a:pt x="529" y="3"/>
                    </a:cubicBezTo>
                    <a:cubicBezTo>
                      <a:pt x="512" y="3"/>
                      <a:pt x="495" y="3"/>
                      <a:pt x="479" y="3"/>
                    </a:cubicBezTo>
                    <a:cubicBezTo>
                      <a:pt x="462" y="4"/>
                      <a:pt x="445" y="2"/>
                      <a:pt x="430" y="8"/>
                    </a:cubicBezTo>
                    <a:cubicBezTo>
                      <a:pt x="414" y="14"/>
                      <a:pt x="401" y="26"/>
                      <a:pt x="393" y="41"/>
                    </a:cubicBezTo>
                    <a:cubicBezTo>
                      <a:pt x="390" y="48"/>
                      <a:pt x="387" y="56"/>
                      <a:pt x="386" y="64"/>
                    </a:cubicBezTo>
                    <a:cubicBezTo>
                      <a:pt x="385" y="72"/>
                      <a:pt x="386" y="81"/>
                      <a:pt x="386" y="90"/>
                    </a:cubicBezTo>
                    <a:cubicBezTo>
                      <a:pt x="386" y="227"/>
                      <a:pt x="386" y="368"/>
                      <a:pt x="386" y="513"/>
                    </a:cubicBezTo>
                    <a:lnTo>
                      <a:pt x="386" y="515"/>
                    </a:lnTo>
                    <a:lnTo>
                      <a:pt x="384" y="515"/>
                    </a:lnTo>
                    <a:cubicBezTo>
                      <a:pt x="376" y="515"/>
                      <a:pt x="368" y="515"/>
                      <a:pt x="360" y="515"/>
                    </a:cubicBezTo>
                    <a:cubicBezTo>
                      <a:pt x="352" y="515"/>
                      <a:pt x="343" y="516"/>
                      <a:pt x="335" y="514"/>
                    </a:cubicBezTo>
                    <a:cubicBezTo>
                      <a:pt x="327" y="513"/>
                      <a:pt x="319" y="510"/>
                      <a:pt x="312" y="506"/>
                    </a:cubicBezTo>
                    <a:cubicBezTo>
                      <a:pt x="304" y="503"/>
                      <a:pt x="297" y="499"/>
                      <a:pt x="289" y="497"/>
                    </a:cubicBezTo>
                    <a:cubicBezTo>
                      <a:pt x="259" y="485"/>
                      <a:pt x="227" y="475"/>
                      <a:pt x="194" y="474"/>
                    </a:cubicBezTo>
                    <a:cubicBezTo>
                      <a:pt x="178" y="474"/>
                      <a:pt x="162" y="477"/>
                      <a:pt x="146" y="482"/>
                    </a:cubicBezTo>
                    <a:cubicBezTo>
                      <a:pt x="131" y="488"/>
                      <a:pt x="115" y="495"/>
                      <a:pt x="102" y="504"/>
                    </a:cubicBezTo>
                    <a:cubicBezTo>
                      <a:pt x="88" y="512"/>
                      <a:pt x="74" y="523"/>
                      <a:pt x="62" y="535"/>
                    </a:cubicBezTo>
                    <a:cubicBezTo>
                      <a:pt x="56" y="540"/>
                      <a:pt x="51" y="547"/>
                      <a:pt x="45" y="553"/>
                    </a:cubicBezTo>
                    <a:cubicBezTo>
                      <a:pt x="40" y="560"/>
                      <a:pt x="35" y="566"/>
                      <a:pt x="31" y="573"/>
                    </a:cubicBezTo>
                    <a:cubicBezTo>
                      <a:pt x="26" y="580"/>
                      <a:pt x="22" y="588"/>
                      <a:pt x="18" y="595"/>
                    </a:cubicBezTo>
                    <a:cubicBezTo>
                      <a:pt x="15" y="603"/>
                      <a:pt x="12" y="611"/>
                      <a:pt x="10" y="619"/>
                    </a:cubicBezTo>
                    <a:cubicBezTo>
                      <a:pt x="5" y="635"/>
                      <a:pt x="3" y="652"/>
                      <a:pt x="5" y="669"/>
                    </a:cubicBezTo>
                    <a:cubicBezTo>
                      <a:pt x="6" y="703"/>
                      <a:pt x="15" y="737"/>
                      <a:pt x="31" y="767"/>
                    </a:cubicBezTo>
                    <a:cubicBezTo>
                      <a:pt x="63" y="828"/>
                      <a:pt x="127" y="871"/>
                      <a:pt x="196" y="880"/>
                    </a:cubicBezTo>
                    <a:cubicBezTo>
                      <a:pt x="204" y="881"/>
                      <a:pt x="212" y="881"/>
                      <a:pt x="220" y="882"/>
                    </a:cubicBezTo>
                    <a:cubicBezTo>
                      <a:pt x="228" y="882"/>
                      <a:pt x="237" y="882"/>
                      <a:pt x="245" y="881"/>
                    </a:cubicBezTo>
                    <a:cubicBezTo>
                      <a:pt x="261" y="879"/>
                      <a:pt x="276" y="876"/>
                      <a:pt x="291" y="871"/>
                    </a:cubicBezTo>
                    <a:cubicBezTo>
                      <a:pt x="299" y="868"/>
                      <a:pt x="306" y="865"/>
                      <a:pt x="314" y="862"/>
                    </a:cubicBezTo>
                    <a:cubicBezTo>
                      <a:pt x="321" y="859"/>
                      <a:pt x="329" y="857"/>
                      <a:pt x="337" y="857"/>
                    </a:cubicBezTo>
                    <a:lnTo>
                      <a:pt x="386" y="857"/>
                    </a:lnTo>
                    <a:lnTo>
                      <a:pt x="386" y="859"/>
                    </a:lnTo>
                    <a:cubicBezTo>
                      <a:pt x="386" y="982"/>
                      <a:pt x="386" y="1104"/>
                      <a:pt x="386" y="1223"/>
                    </a:cubicBezTo>
                    <a:lnTo>
                      <a:pt x="386" y="1290"/>
                    </a:lnTo>
                    <a:cubicBezTo>
                      <a:pt x="386" y="1297"/>
                      <a:pt x="386" y="1304"/>
                      <a:pt x="387" y="1312"/>
                    </a:cubicBezTo>
                    <a:cubicBezTo>
                      <a:pt x="391" y="1326"/>
                      <a:pt x="398" y="1338"/>
                      <a:pt x="409" y="1348"/>
                    </a:cubicBezTo>
                    <a:cubicBezTo>
                      <a:pt x="420" y="1357"/>
                      <a:pt x="434" y="1363"/>
                      <a:pt x="448" y="1365"/>
                    </a:cubicBezTo>
                    <a:cubicBezTo>
                      <a:pt x="455" y="1365"/>
                      <a:pt x="462" y="1365"/>
                      <a:pt x="470" y="1365"/>
                    </a:cubicBezTo>
                    <a:lnTo>
                      <a:pt x="492" y="1365"/>
                    </a:lnTo>
                    <a:cubicBezTo>
                      <a:pt x="506" y="1365"/>
                      <a:pt x="521" y="1365"/>
                      <a:pt x="535" y="1365"/>
                    </a:cubicBezTo>
                    <a:cubicBezTo>
                      <a:pt x="564" y="1365"/>
                      <a:pt x="593" y="1365"/>
                      <a:pt x="622" y="1365"/>
                    </a:cubicBezTo>
                    <a:cubicBezTo>
                      <a:pt x="851" y="1365"/>
                      <a:pt x="1071" y="1365"/>
                      <a:pt x="1278" y="1365"/>
                    </a:cubicBezTo>
                    <a:cubicBezTo>
                      <a:pt x="1381" y="1365"/>
                      <a:pt x="1481" y="1365"/>
                      <a:pt x="1578" y="1365"/>
                    </a:cubicBezTo>
                    <a:cubicBezTo>
                      <a:pt x="1627" y="1365"/>
                      <a:pt x="1674" y="1365"/>
                      <a:pt x="1720" y="1365"/>
                    </a:cubicBezTo>
                    <a:cubicBezTo>
                      <a:pt x="1731" y="1365"/>
                      <a:pt x="1743" y="1365"/>
                      <a:pt x="1754" y="1365"/>
                    </a:cubicBezTo>
                    <a:cubicBezTo>
                      <a:pt x="1766" y="1365"/>
                      <a:pt x="1777" y="1366"/>
                      <a:pt x="1788" y="1364"/>
                    </a:cubicBezTo>
                    <a:cubicBezTo>
                      <a:pt x="1810" y="1360"/>
                      <a:pt x="1830" y="1346"/>
                      <a:pt x="1840" y="1326"/>
                    </a:cubicBezTo>
                    <a:cubicBezTo>
                      <a:pt x="1845" y="1317"/>
                      <a:pt x="1848" y="1306"/>
                      <a:pt x="1847" y="1295"/>
                    </a:cubicBezTo>
                    <a:cubicBezTo>
                      <a:pt x="1847" y="1284"/>
                      <a:pt x="1847" y="1273"/>
                      <a:pt x="1848" y="1262"/>
                    </a:cubicBezTo>
                    <a:cubicBezTo>
                      <a:pt x="1848" y="1240"/>
                      <a:pt x="1848" y="1218"/>
                      <a:pt x="1848" y="1197"/>
                    </a:cubicBezTo>
                    <a:cubicBezTo>
                      <a:pt x="1848" y="1154"/>
                      <a:pt x="1848" y="1113"/>
                      <a:pt x="1849" y="1072"/>
                    </a:cubicBezTo>
                    <a:cubicBezTo>
                      <a:pt x="1849" y="991"/>
                      <a:pt x="1850" y="914"/>
                      <a:pt x="1850" y="842"/>
                    </a:cubicBezTo>
                    <a:lnTo>
                      <a:pt x="1850" y="840"/>
                    </a:lnTo>
                    <a:lnTo>
                      <a:pt x="1851" y="840"/>
                    </a:lnTo>
                    <a:cubicBezTo>
                      <a:pt x="1867" y="841"/>
                      <a:pt x="1882" y="843"/>
                      <a:pt x="1897" y="844"/>
                    </a:cubicBezTo>
                    <a:cubicBezTo>
                      <a:pt x="1913" y="844"/>
                      <a:pt x="1928" y="847"/>
                      <a:pt x="1941" y="854"/>
                    </a:cubicBezTo>
                    <a:cubicBezTo>
                      <a:pt x="1968" y="866"/>
                      <a:pt x="1997" y="872"/>
                      <a:pt x="2025" y="872"/>
                    </a:cubicBezTo>
                    <a:cubicBezTo>
                      <a:pt x="2080" y="873"/>
                      <a:pt x="2132" y="852"/>
                      <a:pt x="2167" y="819"/>
                    </a:cubicBezTo>
                    <a:cubicBezTo>
                      <a:pt x="2185" y="802"/>
                      <a:pt x="2200" y="783"/>
                      <a:pt x="2209" y="763"/>
                    </a:cubicBezTo>
                    <a:cubicBezTo>
                      <a:pt x="2219" y="742"/>
                      <a:pt x="2225" y="721"/>
                      <a:pt x="2227" y="700"/>
                    </a:cubicBezTo>
                    <a:cubicBezTo>
                      <a:pt x="2227" y="695"/>
                      <a:pt x="2227" y="690"/>
                      <a:pt x="2227" y="685"/>
                    </a:cubicBezTo>
                    <a:cubicBezTo>
                      <a:pt x="2227" y="680"/>
                      <a:pt x="2227" y="675"/>
                      <a:pt x="2227" y="670"/>
                    </a:cubicBezTo>
                    <a:cubicBezTo>
                      <a:pt x="2227" y="668"/>
                      <a:pt x="2227" y="665"/>
                      <a:pt x="2226" y="663"/>
                    </a:cubicBezTo>
                    <a:lnTo>
                      <a:pt x="2225" y="656"/>
                    </a:lnTo>
                    <a:cubicBezTo>
                      <a:pt x="2224" y="651"/>
                      <a:pt x="2224" y="646"/>
                      <a:pt x="2222" y="641"/>
                    </a:cubicBezTo>
                    <a:cubicBezTo>
                      <a:pt x="2220" y="632"/>
                      <a:pt x="2218" y="623"/>
                      <a:pt x="2214" y="615"/>
                    </a:cubicBezTo>
                    <a:cubicBezTo>
                      <a:pt x="2211" y="607"/>
                      <a:pt x="2206" y="599"/>
                      <a:pt x="2202" y="592"/>
                    </a:cubicBezTo>
                    <a:cubicBezTo>
                      <a:pt x="2185" y="563"/>
                      <a:pt x="2162" y="542"/>
                      <a:pt x="2140" y="528"/>
                    </a:cubicBezTo>
                    <a:cubicBezTo>
                      <a:pt x="2119" y="514"/>
                      <a:pt x="2098" y="506"/>
                      <a:pt x="2081" y="502"/>
                    </a:cubicBezTo>
                    <a:cubicBezTo>
                      <a:pt x="2077" y="501"/>
                      <a:pt x="2073" y="499"/>
                      <a:pt x="2069" y="499"/>
                    </a:cubicBezTo>
                    <a:cubicBezTo>
                      <a:pt x="2065" y="498"/>
                      <a:pt x="2061" y="498"/>
                      <a:pt x="2058" y="497"/>
                    </a:cubicBezTo>
                    <a:cubicBezTo>
                      <a:pt x="2055" y="497"/>
                      <a:pt x="2052" y="496"/>
                      <a:pt x="2049" y="496"/>
                    </a:cubicBezTo>
                    <a:lnTo>
                      <a:pt x="2042" y="495"/>
                    </a:lnTo>
                    <a:cubicBezTo>
                      <a:pt x="2033" y="495"/>
                      <a:pt x="2028" y="494"/>
                      <a:pt x="2028" y="494"/>
                    </a:cubicBezTo>
                    <a:close/>
                  </a:path>
                </a:pathLst>
              </a:custGeom>
              <a:solidFill>
                <a:schemeClr val="dk1"/>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88" name="Google Shape;2188;p48"/>
              <p:cNvSpPr/>
              <p:nvPr/>
            </p:nvSpPr>
            <p:spPr>
              <a:xfrm>
                <a:off x="7124266" y="2193909"/>
                <a:ext cx="188779" cy="440845"/>
              </a:xfrm>
              <a:custGeom>
                <a:rect b="b" l="l" r="r" t="t"/>
                <a:pathLst>
                  <a:path extrusionOk="0" h="411" w="176">
                    <a:moveTo>
                      <a:pt x="165" y="144"/>
                    </a:moveTo>
                    <a:cubicBezTo>
                      <a:pt x="160" y="131"/>
                      <a:pt x="146" y="94"/>
                      <a:pt x="137" y="85"/>
                    </a:cubicBezTo>
                    <a:cubicBezTo>
                      <a:pt x="93" y="45"/>
                      <a:pt x="49" y="35"/>
                      <a:pt x="0" y="0"/>
                    </a:cubicBezTo>
                    <a:lnTo>
                      <a:pt x="10" y="395"/>
                    </a:lnTo>
                    <a:cubicBezTo>
                      <a:pt x="25" y="416"/>
                      <a:pt x="55" y="414"/>
                      <a:pt x="80" y="405"/>
                    </a:cubicBezTo>
                    <a:cubicBezTo>
                      <a:pt x="104" y="397"/>
                      <a:pt x="121" y="375"/>
                      <a:pt x="134" y="353"/>
                    </a:cubicBezTo>
                    <a:cubicBezTo>
                      <a:pt x="161" y="304"/>
                      <a:pt x="172" y="265"/>
                      <a:pt x="175" y="209"/>
                    </a:cubicBezTo>
                    <a:cubicBezTo>
                      <a:pt x="176" y="193"/>
                      <a:pt x="171" y="158"/>
                      <a:pt x="165" y="144"/>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89" name="Google Shape;2189;p48"/>
              <p:cNvSpPr/>
              <p:nvPr/>
            </p:nvSpPr>
            <p:spPr>
              <a:xfrm>
                <a:off x="5841424" y="1795969"/>
                <a:ext cx="1349343" cy="838785"/>
              </a:xfrm>
              <a:custGeom>
                <a:rect b="b" l="l" r="r" t="t"/>
                <a:pathLst>
                  <a:path extrusionOk="0" h="782" w="1258">
                    <a:moveTo>
                      <a:pt x="980" y="113"/>
                    </a:moveTo>
                    <a:cubicBezTo>
                      <a:pt x="933" y="85"/>
                      <a:pt x="780" y="57"/>
                      <a:pt x="745" y="54"/>
                    </a:cubicBezTo>
                    <a:lnTo>
                      <a:pt x="702" y="19"/>
                    </a:lnTo>
                    <a:lnTo>
                      <a:pt x="398" y="0"/>
                    </a:lnTo>
                    <a:lnTo>
                      <a:pt x="354" y="62"/>
                    </a:lnTo>
                    <a:lnTo>
                      <a:pt x="198" y="103"/>
                    </a:lnTo>
                    <a:cubicBezTo>
                      <a:pt x="157" y="114"/>
                      <a:pt x="121" y="137"/>
                      <a:pt x="93" y="169"/>
                    </a:cubicBezTo>
                    <a:lnTo>
                      <a:pt x="0" y="242"/>
                    </a:lnTo>
                    <a:lnTo>
                      <a:pt x="0" y="558"/>
                    </a:lnTo>
                    <a:cubicBezTo>
                      <a:pt x="1" y="606"/>
                      <a:pt x="25" y="639"/>
                      <a:pt x="74" y="639"/>
                    </a:cubicBezTo>
                    <a:lnTo>
                      <a:pt x="1007" y="636"/>
                    </a:lnTo>
                    <a:cubicBezTo>
                      <a:pt x="1064" y="737"/>
                      <a:pt x="1136" y="790"/>
                      <a:pt x="1258" y="781"/>
                    </a:cubicBezTo>
                    <a:lnTo>
                      <a:pt x="1240" y="374"/>
                    </a:lnTo>
                    <a:cubicBezTo>
                      <a:pt x="1240" y="374"/>
                      <a:pt x="1046" y="154"/>
                      <a:pt x="980" y="113"/>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90" name="Google Shape;2190;p48"/>
              <p:cNvSpPr/>
              <p:nvPr/>
            </p:nvSpPr>
            <p:spPr>
              <a:xfrm>
                <a:off x="6921542" y="2080212"/>
                <a:ext cx="9653" cy="397940"/>
              </a:xfrm>
              <a:custGeom>
                <a:rect b="b" l="l" r="r" t="t"/>
                <a:pathLst>
                  <a:path extrusionOk="0" h="371" w="9">
                    <a:moveTo>
                      <a:pt x="2" y="0"/>
                    </a:moveTo>
                    <a:cubicBezTo>
                      <a:pt x="2" y="0"/>
                      <a:pt x="2" y="1"/>
                      <a:pt x="3" y="4"/>
                    </a:cubicBezTo>
                    <a:cubicBezTo>
                      <a:pt x="3" y="7"/>
                      <a:pt x="3" y="10"/>
                      <a:pt x="4" y="14"/>
                    </a:cubicBezTo>
                    <a:cubicBezTo>
                      <a:pt x="5" y="24"/>
                      <a:pt x="6" y="37"/>
                      <a:pt x="7" y="54"/>
                    </a:cubicBezTo>
                    <a:cubicBezTo>
                      <a:pt x="9" y="88"/>
                      <a:pt x="10" y="134"/>
                      <a:pt x="9" y="186"/>
                    </a:cubicBezTo>
                    <a:cubicBezTo>
                      <a:pt x="9" y="237"/>
                      <a:pt x="6" y="283"/>
                      <a:pt x="4" y="317"/>
                    </a:cubicBezTo>
                    <a:cubicBezTo>
                      <a:pt x="3" y="333"/>
                      <a:pt x="2" y="347"/>
                      <a:pt x="1" y="357"/>
                    </a:cubicBezTo>
                    <a:lnTo>
                      <a:pt x="0" y="367"/>
                    </a:lnTo>
                    <a:cubicBezTo>
                      <a:pt x="0" y="370"/>
                      <a:pt x="0" y="371"/>
                      <a:pt x="0" y="371"/>
                    </a:cubicBezTo>
                    <a:cubicBezTo>
                      <a:pt x="0" y="371"/>
                      <a:pt x="0" y="370"/>
                      <a:pt x="0" y="367"/>
                    </a:cubicBezTo>
                    <a:cubicBezTo>
                      <a:pt x="0" y="364"/>
                      <a:pt x="0" y="361"/>
                      <a:pt x="0" y="357"/>
                    </a:cubicBezTo>
                    <a:cubicBezTo>
                      <a:pt x="0" y="347"/>
                      <a:pt x="1" y="333"/>
                      <a:pt x="1" y="317"/>
                    </a:cubicBezTo>
                    <a:cubicBezTo>
                      <a:pt x="3" y="283"/>
                      <a:pt x="5" y="237"/>
                      <a:pt x="6" y="185"/>
                    </a:cubicBezTo>
                    <a:cubicBezTo>
                      <a:pt x="6" y="134"/>
                      <a:pt x="5" y="88"/>
                      <a:pt x="4" y="54"/>
                    </a:cubicBezTo>
                    <a:cubicBezTo>
                      <a:pt x="3" y="38"/>
                      <a:pt x="3" y="25"/>
                      <a:pt x="2" y="14"/>
                    </a:cubicBezTo>
                    <a:cubicBezTo>
                      <a:pt x="2" y="10"/>
                      <a:pt x="2" y="7"/>
                      <a:pt x="2" y="4"/>
                    </a:cubicBezTo>
                    <a:cubicBezTo>
                      <a:pt x="2" y="1"/>
                      <a:pt x="2" y="0"/>
                      <a:pt x="2" y="0"/>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91" name="Google Shape;2191;p48"/>
              <p:cNvSpPr/>
              <p:nvPr/>
            </p:nvSpPr>
            <p:spPr>
              <a:xfrm>
                <a:off x="6002315" y="2050179"/>
                <a:ext cx="94390" cy="334656"/>
              </a:xfrm>
              <a:custGeom>
                <a:rect b="b" l="l" r="r" t="t"/>
                <a:pathLst>
                  <a:path extrusionOk="0" h="312" w="88">
                    <a:moveTo>
                      <a:pt x="88" y="312"/>
                    </a:moveTo>
                    <a:cubicBezTo>
                      <a:pt x="87" y="312"/>
                      <a:pt x="66" y="242"/>
                      <a:pt x="42" y="156"/>
                    </a:cubicBezTo>
                    <a:cubicBezTo>
                      <a:pt x="18" y="70"/>
                      <a:pt x="-1" y="0"/>
                      <a:pt x="0" y="0"/>
                    </a:cubicBezTo>
                    <a:cubicBezTo>
                      <a:pt x="1" y="0"/>
                      <a:pt x="22" y="69"/>
                      <a:pt x="46" y="155"/>
                    </a:cubicBezTo>
                    <a:cubicBezTo>
                      <a:pt x="70" y="241"/>
                      <a:pt x="89" y="311"/>
                      <a:pt x="88" y="312"/>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92" name="Google Shape;2192;p48"/>
              <p:cNvSpPr/>
              <p:nvPr/>
            </p:nvSpPr>
            <p:spPr>
              <a:xfrm>
                <a:off x="6221128" y="1857108"/>
                <a:ext cx="306766" cy="223104"/>
              </a:xfrm>
              <a:custGeom>
                <a:rect b="b" l="l" r="r" t="t"/>
                <a:pathLst>
                  <a:path extrusionOk="0" h="208" w="286">
                    <a:moveTo>
                      <a:pt x="286" y="183"/>
                    </a:moveTo>
                    <a:cubicBezTo>
                      <a:pt x="286" y="183"/>
                      <a:pt x="285" y="183"/>
                      <a:pt x="284" y="182"/>
                    </a:cubicBezTo>
                    <a:cubicBezTo>
                      <a:pt x="282" y="181"/>
                      <a:pt x="280" y="180"/>
                      <a:pt x="278" y="179"/>
                    </a:cubicBezTo>
                    <a:cubicBezTo>
                      <a:pt x="273" y="177"/>
                      <a:pt x="266" y="173"/>
                      <a:pt x="256" y="167"/>
                    </a:cubicBezTo>
                    <a:cubicBezTo>
                      <a:pt x="238" y="157"/>
                      <a:pt x="213" y="140"/>
                      <a:pt x="186" y="115"/>
                    </a:cubicBezTo>
                    <a:lnTo>
                      <a:pt x="189" y="114"/>
                    </a:lnTo>
                    <a:cubicBezTo>
                      <a:pt x="193" y="140"/>
                      <a:pt x="196" y="171"/>
                      <a:pt x="193" y="204"/>
                    </a:cubicBezTo>
                    <a:lnTo>
                      <a:pt x="193" y="208"/>
                    </a:lnTo>
                    <a:lnTo>
                      <a:pt x="190" y="206"/>
                    </a:lnTo>
                    <a:cubicBezTo>
                      <a:pt x="186" y="203"/>
                      <a:pt x="181" y="199"/>
                      <a:pt x="176" y="196"/>
                    </a:cubicBezTo>
                    <a:cubicBezTo>
                      <a:pt x="171" y="192"/>
                      <a:pt x="166" y="189"/>
                      <a:pt x="161" y="185"/>
                    </a:cubicBezTo>
                    <a:cubicBezTo>
                      <a:pt x="107" y="144"/>
                      <a:pt x="65" y="97"/>
                      <a:pt x="39" y="61"/>
                    </a:cubicBezTo>
                    <a:cubicBezTo>
                      <a:pt x="26" y="43"/>
                      <a:pt x="16" y="28"/>
                      <a:pt x="9" y="17"/>
                    </a:cubicBezTo>
                    <a:cubicBezTo>
                      <a:pt x="6" y="12"/>
                      <a:pt x="4" y="8"/>
                      <a:pt x="2" y="5"/>
                    </a:cubicBezTo>
                    <a:cubicBezTo>
                      <a:pt x="0" y="2"/>
                      <a:pt x="0" y="0"/>
                      <a:pt x="0" y="0"/>
                    </a:cubicBezTo>
                    <a:cubicBezTo>
                      <a:pt x="0" y="0"/>
                      <a:pt x="1" y="2"/>
                      <a:pt x="3" y="4"/>
                    </a:cubicBezTo>
                    <a:cubicBezTo>
                      <a:pt x="5" y="7"/>
                      <a:pt x="7" y="11"/>
                      <a:pt x="11" y="16"/>
                    </a:cubicBezTo>
                    <a:cubicBezTo>
                      <a:pt x="17" y="27"/>
                      <a:pt x="27" y="42"/>
                      <a:pt x="41" y="59"/>
                    </a:cubicBezTo>
                    <a:cubicBezTo>
                      <a:pt x="68" y="95"/>
                      <a:pt x="109" y="141"/>
                      <a:pt x="164" y="182"/>
                    </a:cubicBezTo>
                    <a:cubicBezTo>
                      <a:pt x="168" y="186"/>
                      <a:pt x="173" y="189"/>
                      <a:pt x="178" y="193"/>
                    </a:cubicBezTo>
                    <a:cubicBezTo>
                      <a:pt x="183" y="196"/>
                      <a:pt x="188" y="199"/>
                      <a:pt x="192" y="203"/>
                    </a:cubicBezTo>
                    <a:lnTo>
                      <a:pt x="189" y="204"/>
                    </a:lnTo>
                    <a:cubicBezTo>
                      <a:pt x="192" y="172"/>
                      <a:pt x="190" y="141"/>
                      <a:pt x="185" y="115"/>
                    </a:cubicBezTo>
                    <a:lnTo>
                      <a:pt x="185" y="110"/>
                    </a:lnTo>
                    <a:lnTo>
                      <a:pt x="188" y="113"/>
                    </a:lnTo>
                    <a:cubicBezTo>
                      <a:pt x="215" y="137"/>
                      <a:pt x="240" y="154"/>
                      <a:pt x="258" y="166"/>
                    </a:cubicBezTo>
                    <a:cubicBezTo>
                      <a:pt x="266" y="172"/>
                      <a:pt x="274" y="176"/>
                      <a:pt x="278" y="179"/>
                    </a:cubicBezTo>
                    <a:cubicBezTo>
                      <a:pt x="283" y="181"/>
                      <a:pt x="286" y="183"/>
                      <a:pt x="286" y="183"/>
                    </a:cubicBezTo>
                    <a:close/>
                  </a:path>
                </a:pathLst>
              </a:custGeom>
              <a:solidFill>
                <a:schemeClr val="lt1"/>
              </a:solidFill>
              <a:ln>
                <a:noFill/>
              </a:ln>
            </p:spPr>
            <p:txBody>
              <a:bodyPr anchorCtr="1" anchor="ctr" bIns="29875" lIns="90000" spcFirstLastPara="1" rIns="90000" wrap="square" tIns="2987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93" name="Google Shape;2193;p48"/>
              <p:cNvSpPr/>
              <p:nvPr/>
            </p:nvSpPr>
            <p:spPr>
              <a:xfrm>
                <a:off x="6551492" y="1853890"/>
                <a:ext cx="86881" cy="210233"/>
              </a:xfrm>
              <a:custGeom>
                <a:rect b="b" l="l" r="r" t="t"/>
                <a:pathLst>
                  <a:path extrusionOk="0" h="196" w="81">
                    <a:moveTo>
                      <a:pt x="79" y="0"/>
                    </a:moveTo>
                    <a:cubicBezTo>
                      <a:pt x="79" y="0"/>
                      <a:pt x="80" y="2"/>
                      <a:pt x="80" y="4"/>
                    </a:cubicBezTo>
                    <a:cubicBezTo>
                      <a:pt x="80" y="7"/>
                      <a:pt x="80" y="10"/>
                      <a:pt x="81" y="14"/>
                    </a:cubicBezTo>
                    <a:cubicBezTo>
                      <a:pt x="81" y="23"/>
                      <a:pt x="81" y="36"/>
                      <a:pt x="80" y="53"/>
                    </a:cubicBezTo>
                    <a:cubicBezTo>
                      <a:pt x="80" y="69"/>
                      <a:pt x="78" y="88"/>
                      <a:pt x="74" y="110"/>
                    </a:cubicBezTo>
                    <a:cubicBezTo>
                      <a:pt x="73" y="120"/>
                      <a:pt x="71" y="131"/>
                      <a:pt x="68" y="143"/>
                    </a:cubicBezTo>
                    <a:cubicBezTo>
                      <a:pt x="65" y="154"/>
                      <a:pt x="61" y="166"/>
                      <a:pt x="55" y="177"/>
                    </a:cubicBezTo>
                    <a:cubicBezTo>
                      <a:pt x="50" y="184"/>
                      <a:pt x="44" y="190"/>
                      <a:pt x="37" y="194"/>
                    </a:cubicBezTo>
                    <a:lnTo>
                      <a:pt x="34" y="196"/>
                    </a:lnTo>
                    <a:lnTo>
                      <a:pt x="34" y="192"/>
                    </a:lnTo>
                    <a:cubicBezTo>
                      <a:pt x="35" y="162"/>
                      <a:pt x="36" y="134"/>
                      <a:pt x="36" y="111"/>
                    </a:cubicBezTo>
                    <a:lnTo>
                      <a:pt x="39" y="112"/>
                    </a:lnTo>
                    <a:cubicBezTo>
                      <a:pt x="30" y="132"/>
                      <a:pt x="21" y="149"/>
                      <a:pt x="13" y="159"/>
                    </a:cubicBezTo>
                    <a:cubicBezTo>
                      <a:pt x="10" y="165"/>
                      <a:pt x="6" y="169"/>
                      <a:pt x="4" y="171"/>
                    </a:cubicBezTo>
                    <a:cubicBezTo>
                      <a:pt x="2" y="174"/>
                      <a:pt x="0" y="175"/>
                      <a:pt x="0" y="175"/>
                    </a:cubicBezTo>
                    <a:cubicBezTo>
                      <a:pt x="0" y="175"/>
                      <a:pt x="1" y="173"/>
                      <a:pt x="3" y="171"/>
                    </a:cubicBezTo>
                    <a:cubicBezTo>
                      <a:pt x="5" y="168"/>
                      <a:pt x="8" y="164"/>
                      <a:pt x="12" y="158"/>
                    </a:cubicBezTo>
                    <a:cubicBezTo>
                      <a:pt x="18" y="147"/>
                      <a:pt x="27" y="131"/>
                      <a:pt x="36" y="110"/>
                    </a:cubicBezTo>
                    <a:lnTo>
                      <a:pt x="40" y="103"/>
                    </a:lnTo>
                    <a:lnTo>
                      <a:pt x="40" y="111"/>
                    </a:lnTo>
                    <a:cubicBezTo>
                      <a:pt x="39" y="134"/>
                      <a:pt x="39" y="162"/>
                      <a:pt x="38" y="192"/>
                    </a:cubicBezTo>
                    <a:lnTo>
                      <a:pt x="35" y="191"/>
                    </a:lnTo>
                    <a:cubicBezTo>
                      <a:pt x="42" y="187"/>
                      <a:pt x="47" y="181"/>
                      <a:pt x="51" y="175"/>
                    </a:cubicBezTo>
                    <a:cubicBezTo>
                      <a:pt x="58" y="165"/>
                      <a:pt x="61" y="153"/>
                      <a:pt x="64" y="142"/>
                    </a:cubicBezTo>
                    <a:cubicBezTo>
                      <a:pt x="67" y="131"/>
                      <a:pt x="69" y="120"/>
                      <a:pt x="71" y="109"/>
                    </a:cubicBezTo>
                    <a:cubicBezTo>
                      <a:pt x="74" y="88"/>
                      <a:pt x="75" y="70"/>
                      <a:pt x="77" y="53"/>
                    </a:cubicBezTo>
                    <a:cubicBezTo>
                      <a:pt x="78" y="37"/>
                      <a:pt x="79" y="23"/>
                      <a:pt x="79" y="14"/>
                    </a:cubicBezTo>
                    <a:cubicBezTo>
                      <a:pt x="79" y="5"/>
                      <a:pt x="79" y="0"/>
                      <a:pt x="79" y="0"/>
                    </a:cubicBezTo>
                    <a:close/>
                  </a:path>
                </a:pathLst>
              </a:custGeom>
              <a:solidFill>
                <a:schemeClr val="lt1"/>
              </a:solidFill>
              <a:ln>
                <a:noFill/>
              </a:ln>
            </p:spPr>
            <p:txBody>
              <a:bodyPr anchorCtr="1" anchor="ctr" bIns="25550" lIns="90000" spcFirstLastPara="1" rIns="90000" wrap="square" tIns="2555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94" name="Google Shape;2194;p48"/>
              <p:cNvSpPr/>
              <p:nvPr/>
            </p:nvSpPr>
            <p:spPr>
              <a:xfrm>
                <a:off x="7003061" y="2377326"/>
                <a:ext cx="184489" cy="176981"/>
              </a:xfrm>
              <a:custGeom>
                <a:rect b="b" l="l" r="r" t="t"/>
                <a:pathLst>
                  <a:path extrusionOk="0" h="165" w="172">
                    <a:moveTo>
                      <a:pt x="172" y="156"/>
                    </a:moveTo>
                    <a:cubicBezTo>
                      <a:pt x="172" y="156"/>
                      <a:pt x="168" y="158"/>
                      <a:pt x="161" y="160"/>
                    </a:cubicBezTo>
                    <a:cubicBezTo>
                      <a:pt x="154" y="161"/>
                      <a:pt x="143" y="163"/>
                      <a:pt x="130" y="164"/>
                    </a:cubicBezTo>
                    <a:cubicBezTo>
                      <a:pt x="117" y="165"/>
                      <a:pt x="101" y="165"/>
                      <a:pt x="84" y="161"/>
                    </a:cubicBezTo>
                    <a:cubicBezTo>
                      <a:pt x="75" y="159"/>
                      <a:pt x="67" y="156"/>
                      <a:pt x="58" y="153"/>
                    </a:cubicBezTo>
                    <a:cubicBezTo>
                      <a:pt x="49" y="149"/>
                      <a:pt x="40" y="144"/>
                      <a:pt x="33" y="137"/>
                    </a:cubicBezTo>
                    <a:cubicBezTo>
                      <a:pt x="25" y="131"/>
                      <a:pt x="19" y="122"/>
                      <a:pt x="15" y="114"/>
                    </a:cubicBezTo>
                    <a:cubicBezTo>
                      <a:pt x="10" y="105"/>
                      <a:pt x="7" y="97"/>
                      <a:pt x="5" y="88"/>
                    </a:cubicBezTo>
                    <a:cubicBezTo>
                      <a:pt x="1" y="71"/>
                      <a:pt x="0" y="55"/>
                      <a:pt x="0" y="42"/>
                    </a:cubicBezTo>
                    <a:cubicBezTo>
                      <a:pt x="0" y="29"/>
                      <a:pt x="0" y="19"/>
                      <a:pt x="1" y="11"/>
                    </a:cubicBezTo>
                    <a:cubicBezTo>
                      <a:pt x="1" y="4"/>
                      <a:pt x="2" y="0"/>
                      <a:pt x="2" y="0"/>
                    </a:cubicBezTo>
                    <a:cubicBezTo>
                      <a:pt x="2" y="0"/>
                      <a:pt x="3" y="4"/>
                      <a:pt x="2" y="12"/>
                    </a:cubicBezTo>
                    <a:cubicBezTo>
                      <a:pt x="2" y="19"/>
                      <a:pt x="2" y="29"/>
                      <a:pt x="2" y="42"/>
                    </a:cubicBezTo>
                    <a:cubicBezTo>
                      <a:pt x="3" y="55"/>
                      <a:pt x="4" y="71"/>
                      <a:pt x="9" y="87"/>
                    </a:cubicBezTo>
                    <a:cubicBezTo>
                      <a:pt x="11" y="95"/>
                      <a:pt x="14" y="104"/>
                      <a:pt x="18" y="112"/>
                    </a:cubicBezTo>
                    <a:cubicBezTo>
                      <a:pt x="23" y="120"/>
                      <a:pt x="28" y="128"/>
                      <a:pt x="35" y="135"/>
                    </a:cubicBezTo>
                    <a:cubicBezTo>
                      <a:pt x="50" y="147"/>
                      <a:pt x="68" y="154"/>
                      <a:pt x="85" y="158"/>
                    </a:cubicBezTo>
                    <a:cubicBezTo>
                      <a:pt x="101" y="161"/>
                      <a:pt x="117" y="162"/>
                      <a:pt x="130" y="162"/>
                    </a:cubicBezTo>
                    <a:cubicBezTo>
                      <a:pt x="156" y="161"/>
                      <a:pt x="171" y="155"/>
                      <a:pt x="172" y="156"/>
                    </a:cubicBezTo>
                    <a:close/>
                  </a:path>
                </a:pathLst>
              </a:custGeom>
              <a:solidFill>
                <a:schemeClr val="lt1"/>
              </a:solidFill>
              <a:ln>
                <a:noFill/>
              </a:ln>
            </p:spPr>
            <p:txBody>
              <a:bodyPr anchorCtr="1" anchor="ctr" bIns="14400" lIns="90000" spcFirstLastPara="1" rIns="90000" wrap="square" tIns="144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95" name="Google Shape;2195;p48"/>
              <p:cNvSpPr/>
              <p:nvPr/>
            </p:nvSpPr>
            <p:spPr>
              <a:xfrm>
                <a:off x="6947285" y="2231451"/>
                <a:ext cx="100825" cy="196289"/>
              </a:xfrm>
              <a:custGeom>
                <a:rect b="b" l="l" r="r" t="t"/>
                <a:pathLst>
                  <a:path extrusionOk="0" h="183" w="94">
                    <a:moveTo>
                      <a:pt x="94" y="0"/>
                    </a:moveTo>
                    <a:cubicBezTo>
                      <a:pt x="94" y="1"/>
                      <a:pt x="84" y="7"/>
                      <a:pt x="70" y="20"/>
                    </a:cubicBezTo>
                    <a:cubicBezTo>
                      <a:pt x="63" y="27"/>
                      <a:pt x="55" y="35"/>
                      <a:pt x="48" y="45"/>
                    </a:cubicBezTo>
                    <a:cubicBezTo>
                      <a:pt x="40" y="55"/>
                      <a:pt x="32" y="67"/>
                      <a:pt x="25" y="80"/>
                    </a:cubicBezTo>
                    <a:cubicBezTo>
                      <a:pt x="19" y="93"/>
                      <a:pt x="14" y="107"/>
                      <a:pt x="10" y="119"/>
                    </a:cubicBezTo>
                    <a:cubicBezTo>
                      <a:pt x="7" y="131"/>
                      <a:pt x="4" y="142"/>
                      <a:pt x="3" y="152"/>
                    </a:cubicBezTo>
                    <a:cubicBezTo>
                      <a:pt x="1" y="171"/>
                      <a:pt x="2" y="183"/>
                      <a:pt x="1" y="183"/>
                    </a:cubicBezTo>
                    <a:cubicBezTo>
                      <a:pt x="1" y="183"/>
                      <a:pt x="0" y="180"/>
                      <a:pt x="0" y="175"/>
                    </a:cubicBezTo>
                    <a:cubicBezTo>
                      <a:pt x="0" y="172"/>
                      <a:pt x="0" y="169"/>
                      <a:pt x="0" y="165"/>
                    </a:cubicBezTo>
                    <a:cubicBezTo>
                      <a:pt x="0" y="161"/>
                      <a:pt x="0" y="156"/>
                      <a:pt x="1" y="152"/>
                    </a:cubicBezTo>
                    <a:cubicBezTo>
                      <a:pt x="1" y="142"/>
                      <a:pt x="3" y="130"/>
                      <a:pt x="7" y="118"/>
                    </a:cubicBezTo>
                    <a:cubicBezTo>
                      <a:pt x="10" y="105"/>
                      <a:pt x="15" y="92"/>
                      <a:pt x="22" y="79"/>
                    </a:cubicBezTo>
                    <a:cubicBezTo>
                      <a:pt x="29" y="65"/>
                      <a:pt x="37" y="54"/>
                      <a:pt x="45" y="43"/>
                    </a:cubicBezTo>
                    <a:cubicBezTo>
                      <a:pt x="53" y="33"/>
                      <a:pt x="61" y="25"/>
                      <a:pt x="68" y="18"/>
                    </a:cubicBezTo>
                    <a:cubicBezTo>
                      <a:pt x="72" y="15"/>
                      <a:pt x="76" y="12"/>
                      <a:pt x="79" y="10"/>
                    </a:cubicBezTo>
                    <a:cubicBezTo>
                      <a:pt x="82" y="8"/>
                      <a:pt x="84" y="6"/>
                      <a:pt x="87" y="4"/>
                    </a:cubicBezTo>
                    <a:cubicBezTo>
                      <a:pt x="91" y="1"/>
                      <a:pt x="94" y="0"/>
                      <a:pt x="94" y="0"/>
                    </a:cubicBezTo>
                    <a:close/>
                  </a:path>
                </a:pathLst>
              </a:custGeom>
              <a:solidFill>
                <a:schemeClr val="lt1"/>
              </a:solidFill>
              <a:ln>
                <a:noFill/>
              </a:ln>
            </p:spPr>
            <p:txBody>
              <a:bodyPr anchorCtr="1" anchor="ctr" bIns="20875" lIns="90000" spcFirstLastPara="1" rIns="90000" wrap="square" tIns="2087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196" name="Google Shape;2196;p48"/>
              <p:cNvSpPr/>
              <p:nvPr/>
            </p:nvSpPr>
            <p:spPr>
              <a:xfrm>
                <a:off x="7023440" y="1747701"/>
                <a:ext cx="257426" cy="752976"/>
              </a:xfrm>
              <a:custGeom>
                <a:rect b="b" l="l" r="r" t="t"/>
                <a:pathLst>
                  <a:path extrusionOk="0" h="702" w="240">
                    <a:moveTo>
                      <a:pt x="27" y="453"/>
                    </a:moveTo>
                    <a:lnTo>
                      <a:pt x="94" y="0"/>
                    </a:lnTo>
                    <a:lnTo>
                      <a:pt x="215" y="19"/>
                    </a:lnTo>
                    <a:cubicBezTo>
                      <a:pt x="215" y="19"/>
                      <a:pt x="244" y="399"/>
                      <a:pt x="239" y="515"/>
                    </a:cubicBezTo>
                    <a:cubicBezTo>
                      <a:pt x="237" y="552"/>
                      <a:pt x="240" y="612"/>
                      <a:pt x="215" y="652"/>
                    </a:cubicBezTo>
                    <a:cubicBezTo>
                      <a:pt x="174" y="719"/>
                      <a:pt x="51" y="719"/>
                      <a:pt x="13" y="650"/>
                    </a:cubicBezTo>
                    <a:lnTo>
                      <a:pt x="13" y="650"/>
                    </a:lnTo>
                    <a:cubicBezTo>
                      <a:pt x="-6" y="620"/>
                      <a:pt x="2" y="578"/>
                      <a:pt x="6" y="556"/>
                    </a:cubicBezTo>
                    <a:lnTo>
                      <a:pt x="27" y="453"/>
                    </a:lnTo>
                    <a:close/>
                  </a:path>
                </a:pathLst>
              </a:custGeom>
              <a:solidFill>
                <a:srgbClr val="AE746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97" name="Google Shape;2197;p48"/>
              <p:cNvSpPr/>
              <p:nvPr/>
            </p:nvSpPr>
            <p:spPr>
              <a:xfrm>
                <a:off x="7035239" y="1369067"/>
                <a:ext cx="270298" cy="625335"/>
              </a:xfrm>
              <a:custGeom>
                <a:rect b="b" l="l" r="r" t="t"/>
                <a:pathLst>
                  <a:path extrusionOk="0" h="583" w="252">
                    <a:moveTo>
                      <a:pt x="215" y="398"/>
                    </a:moveTo>
                    <a:lnTo>
                      <a:pt x="235" y="308"/>
                    </a:lnTo>
                    <a:lnTo>
                      <a:pt x="252" y="192"/>
                    </a:lnTo>
                    <a:lnTo>
                      <a:pt x="252" y="92"/>
                    </a:lnTo>
                    <a:cubicBezTo>
                      <a:pt x="252" y="92"/>
                      <a:pt x="251" y="83"/>
                      <a:pt x="236" y="87"/>
                    </a:cubicBezTo>
                    <a:cubicBezTo>
                      <a:pt x="222" y="92"/>
                      <a:pt x="223" y="146"/>
                      <a:pt x="223" y="146"/>
                    </a:cubicBezTo>
                    <a:lnTo>
                      <a:pt x="217" y="185"/>
                    </a:lnTo>
                    <a:cubicBezTo>
                      <a:pt x="217" y="185"/>
                      <a:pt x="204" y="214"/>
                      <a:pt x="202" y="211"/>
                    </a:cubicBezTo>
                    <a:cubicBezTo>
                      <a:pt x="200" y="208"/>
                      <a:pt x="203" y="154"/>
                      <a:pt x="203" y="154"/>
                    </a:cubicBezTo>
                    <a:lnTo>
                      <a:pt x="203" y="35"/>
                    </a:lnTo>
                    <a:cubicBezTo>
                      <a:pt x="203" y="35"/>
                      <a:pt x="201" y="22"/>
                      <a:pt x="187" y="24"/>
                    </a:cubicBezTo>
                    <a:cubicBezTo>
                      <a:pt x="178" y="25"/>
                      <a:pt x="171" y="35"/>
                      <a:pt x="169" y="52"/>
                    </a:cubicBezTo>
                    <a:cubicBezTo>
                      <a:pt x="166" y="69"/>
                      <a:pt x="168" y="99"/>
                      <a:pt x="167" y="109"/>
                    </a:cubicBezTo>
                    <a:cubicBezTo>
                      <a:pt x="166" y="119"/>
                      <a:pt x="161" y="175"/>
                      <a:pt x="161" y="175"/>
                    </a:cubicBezTo>
                    <a:lnTo>
                      <a:pt x="148" y="40"/>
                    </a:lnTo>
                    <a:cubicBezTo>
                      <a:pt x="148" y="40"/>
                      <a:pt x="149" y="-3"/>
                      <a:pt x="131" y="0"/>
                    </a:cubicBezTo>
                    <a:cubicBezTo>
                      <a:pt x="112" y="2"/>
                      <a:pt x="118" y="34"/>
                      <a:pt x="116" y="47"/>
                    </a:cubicBezTo>
                    <a:cubicBezTo>
                      <a:pt x="114" y="60"/>
                      <a:pt x="122" y="152"/>
                      <a:pt x="115" y="176"/>
                    </a:cubicBezTo>
                    <a:cubicBezTo>
                      <a:pt x="108" y="200"/>
                      <a:pt x="107" y="187"/>
                      <a:pt x="107" y="187"/>
                    </a:cubicBezTo>
                    <a:lnTo>
                      <a:pt x="103" y="112"/>
                    </a:lnTo>
                    <a:cubicBezTo>
                      <a:pt x="102" y="79"/>
                      <a:pt x="93" y="58"/>
                      <a:pt x="80" y="53"/>
                    </a:cubicBezTo>
                    <a:cubicBezTo>
                      <a:pt x="67" y="48"/>
                      <a:pt x="71" y="125"/>
                      <a:pt x="71" y="125"/>
                    </a:cubicBezTo>
                    <a:lnTo>
                      <a:pt x="74" y="231"/>
                    </a:lnTo>
                    <a:lnTo>
                      <a:pt x="62" y="263"/>
                    </a:lnTo>
                    <a:lnTo>
                      <a:pt x="45" y="229"/>
                    </a:lnTo>
                    <a:cubicBezTo>
                      <a:pt x="45" y="229"/>
                      <a:pt x="51" y="191"/>
                      <a:pt x="31" y="170"/>
                    </a:cubicBezTo>
                    <a:cubicBezTo>
                      <a:pt x="10" y="149"/>
                      <a:pt x="0" y="166"/>
                      <a:pt x="0" y="166"/>
                    </a:cubicBezTo>
                    <a:lnTo>
                      <a:pt x="15" y="323"/>
                    </a:lnTo>
                    <a:cubicBezTo>
                      <a:pt x="21" y="350"/>
                      <a:pt x="80" y="410"/>
                      <a:pt x="80" y="410"/>
                    </a:cubicBezTo>
                    <a:lnTo>
                      <a:pt x="63" y="561"/>
                    </a:lnTo>
                    <a:lnTo>
                      <a:pt x="218" y="583"/>
                    </a:lnTo>
                    <a:lnTo>
                      <a:pt x="215" y="398"/>
                    </a:lnTo>
                    <a:close/>
                  </a:path>
                </a:pathLst>
              </a:custGeom>
              <a:solidFill>
                <a:srgbClr val="AE746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98" name="Google Shape;2198;p48"/>
              <p:cNvSpPr/>
              <p:nvPr/>
            </p:nvSpPr>
            <p:spPr>
              <a:xfrm>
                <a:off x="7081361" y="1618987"/>
                <a:ext cx="138367" cy="112625"/>
              </a:xfrm>
              <a:custGeom>
                <a:rect b="b" l="l" r="r" t="t"/>
                <a:pathLst>
                  <a:path extrusionOk="0" h="105" w="129">
                    <a:moveTo>
                      <a:pt x="129" y="105"/>
                    </a:moveTo>
                    <a:cubicBezTo>
                      <a:pt x="128" y="105"/>
                      <a:pt x="122" y="97"/>
                      <a:pt x="112" y="84"/>
                    </a:cubicBezTo>
                    <a:cubicBezTo>
                      <a:pt x="102" y="71"/>
                      <a:pt x="85" y="54"/>
                      <a:pt x="61" y="50"/>
                    </a:cubicBezTo>
                    <a:cubicBezTo>
                      <a:pt x="50" y="48"/>
                      <a:pt x="40" y="50"/>
                      <a:pt x="32" y="54"/>
                    </a:cubicBezTo>
                    <a:lnTo>
                      <a:pt x="29" y="56"/>
                    </a:lnTo>
                    <a:lnTo>
                      <a:pt x="27" y="53"/>
                    </a:lnTo>
                    <a:cubicBezTo>
                      <a:pt x="20" y="38"/>
                      <a:pt x="12" y="25"/>
                      <a:pt x="7" y="15"/>
                    </a:cubicBezTo>
                    <a:cubicBezTo>
                      <a:pt x="2" y="6"/>
                      <a:pt x="0" y="0"/>
                      <a:pt x="0" y="0"/>
                    </a:cubicBezTo>
                    <a:cubicBezTo>
                      <a:pt x="1" y="-1"/>
                      <a:pt x="4" y="5"/>
                      <a:pt x="10" y="13"/>
                    </a:cubicBezTo>
                    <a:cubicBezTo>
                      <a:pt x="16" y="22"/>
                      <a:pt x="24" y="34"/>
                      <a:pt x="33" y="50"/>
                    </a:cubicBezTo>
                    <a:lnTo>
                      <a:pt x="28" y="49"/>
                    </a:lnTo>
                    <a:cubicBezTo>
                      <a:pt x="38" y="43"/>
                      <a:pt x="50" y="41"/>
                      <a:pt x="62" y="43"/>
                    </a:cubicBezTo>
                    <a:cubicBezTo>
                      <a:pt x="75" y="45"/>
                      <a:pt x="87" y="51"/>
                      <a:pt x="96" y="58"/>
                    </a:cubicBezTo>
                    <a:cubicBezTo>
                      <a:pt x="105" y="66"/>
                      <a:pt x="111" y="74"/>
                      <a:pt x="116" y="81"/>
                    </a:cubicBezTo>
                    <a:cubicBezTo>
                      <a:pt x="125" y="95"/>
                      <a:pt x="130" y="104"/>
                      <a:pt x="129" y="105"/>
                    </a:cubicBezTo>
                    <a:close/>
                  </a:path>
                </a:pathLst>
              </a:custGeom>
              <a:solidFill>
                <a:srgbClr val="6F4439"/>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99" name="Google Shape;2199;p48"/>
              <p:cNvSpPr/>
              <p:nvPr/>
            </p:nvSpPr>
            <p:spPr>
              <a:xfrm>
                <a:off x="5996952" y="2368746"/>
                <a:ext cx="276733" cy="252065"/>
              </a:xfrm>
              <a:custGeom>
                <a:rect b="b" l="l" r="r" t="t"/>
                <a:pathLst>
                  <a:path extrusionOk="0" h="235" w="258">
                    <a:moveTo>
                      <a:pt x="253" y="5"/>
                    </a:moveTo>
                    <a:cubicBezTo>
                      <a:pt x="231" y="-14"/>
                      <a:pt x="197" y="31"/>
                      <a:pt x="197" y="31"/>
                    </a:cubicBezTo>
                    <a:cubicBezTo>
                      <a:pt x="190" y="17"/>
                      <a:pt x="145" y="19"/>
                      <a:pt x="138" y="39"/>
                    </a:cubicBezTo>
                    <a:cubicBezTo>
                      <a:pt x="134" y="28"/>
                      <a:pt x="134" y="23"/>
                      <a:pt x="125" y="16"/>
                    </a:cubicBezTo>
                    <a:cubicBezTo>
                      <a:pt x="116" y="10"/>
                      <a:pt x="104" y="7"/>
                      <a:pt x="93" y="11"/>
                    </a:cubicBezTo>
                    <a:cubicBezTo>
                      <a:pt x="82" y="15"/>
                      <a:pt x="74" y="26"/>
                      <a:pt x="76" y="37"/>
                    </a:cubicBezTo>
                    <a:cubicBezTo>
                      <a:pt x="66" y="23"/>
                      <a:pt x="46" y="17"/>
                      <a:pt x="29" y="22"/>
                    </a:cubicBezTo>
                    <a:cubicBezTo>
                      <a:pt x="19" y="25"/>
                      <a:pt x="11" y="33"/>
                      <a:pt x="6" y="42"/>
                    </a:cubicBezTo>
                    <a:cubicBezTo>
                      <a:pt x="3" y="46"/>
                      <a:pt x="1" y="51"/>
                      <a:pt x="0" y="56"/>
                    </a:cubicBezTo>
                    <a:cubicBezTo>
                      <a:pt x="0" y="58"/>
                      <a:pt x="0" y="60"/>
                      <a:pt x="0" y="62"/>
                    </a:cubicBezTo>
                    <a:cubicBezTo>
                      <a:pt x="0" y="63"/>
                      <a:pt x="1" y="64"/>
                      <a:pt x="1" y="65"/>
                    </a:cubicBezTo>
                    <a:cubicBezTo>
                      <a:pt x="3" y="68"/>
                      <a:pt x="6" y="71"/>
                      <a:pt x="8" y="75"/>
                    </a:cubicBezTo>
                    <a:cubicBezTo>
                      <a:pt x="9" y="77"/>
                      <a:pt x="10" y="78"/>
                      <a:pt x="11" y="79"/>
                    </a:cubicBezTo>
                    <a:cubicBezTo>
                      <a:pt x="14" y="86"/>
                      <a:pt x="16" y="93"/>
                      <a:pt x="17" y="101"/>
                    </a:cubicBezTo>
                    <a:cubicBezTo>
                      <a:pt x="17" y="104"/>
                      <a:pt x="17" y="108"/>
                      <a:pt x="18" y="111"/>
                    </a:cubicBezTo>
                    <a:cubicBezTo>
                      <a:pt x="19" y="113"/>
                      <a:pt x="20" y="115"/>
                      <a:pt x="22" y="117"/>
                    </a:cubicBezTo>
                    <a:cubicBezTo>
                      <a:pt x="28" y="129"/>
                      <a:pt x="28" y="145"/>
                      <a:pt x="29" y="159"/>
                    </a:cubicBezTo>
                    <a:cubicBezTo>
                      <a:pt x="30" y="175"/>
                      <a:pt x="31" y="191"/>
                      <a:pt x="41" y="204"/>
                    </a:cubicBezTo>
                    <a:cubicBezTo>
                      <a:pt x="50" y="217"/>
                      <a:pt x="70" y="223"/>
                      <a:pt x="82" y="213"/>
                    </a:cubicBezTo>
                    <a:cubicBezTo>
                      <a:pt x="81" y="223"/>
                      <a:pt x="90" y="232"/>
                      <a:pt x="100" y="234"/>
                    </a:cubicBezTo>
                    <a:cubicBezTo>
                      <a:pt x="110" y="236"/>
                      <a:pt x="120" y="231"/>
                      <a:pt x="127" y="223"/>
                    </a:cubicBezTo>
                    <a:cubicBezTo>
                      <a:pt x="133" y="216"/>
                      <a:pt x="136" y="206"/>
                      <a:pt x="138" y="196"/>
                    </a:cubicBezTo>
                    <a:cubicBezTo>
                      <a:pt x="138" y="208"/>
                      <a:pt x="151" y="217"/>
                      <a:pt x="162" y="216"/>
                    </a:cubicBezTo>
                    <a:cubicBezTo>
                      <a:pt x="174" y="215"/>
                      <a:pt x="184" y="206"/>
                      <a:pt x="190" y="196"/>
                    </a:cubicBezTo>
                    <a:cubicBezTo>
                      <a:pt x="195" y="185"/>
                      <a:pt x="196" y="173"/>
                      <a:pt x="197" y="161"/>
                    </a:cubicBezTo>
                    <a:cubicBezTo>
                      <a:pt x="197" y="149"/>
                      <a:pt x="202" y="115"/>
                      <a:pt x="204" y="104"/>
                    </a:cubicBezTo>
                    <a:cubicBezTo>
                      <a:pt x="204" y="104"/>
                      <a:pt x="223" y="104"/>
                      <a:pt x="230" y="104"/>
                    </a:cubicBezTo>
                    <a:lnTo>
                      <a:pt x="235" y="91"/>
                    </a:lnTo>
                    <a:cubicBezTo>
                      <a:pt x="243" y="71"/>
                      <a:pt x="249" y="58"/>
                      <a:pt x="255" y="40"/>
                    </a:cubicBezTo>
                    <a:cubicBezTo>
                      <a:pt x="259" y="26"/>
                      <a:pt x="261" y="13"/>
                      <a:pt x="252" y="5"/>
                    </a:cubicBezTo>
                    <a:lnTo>
                      <a:pt x="253" y="5"/>
                    </a:lnTo>
                    <a:close/>
                  </a:path>
                </a:pathLst>
              </a:custGeom>
              <a:solidFill>
                <a:srgbClr val="AE7461"/>
              </a:solidFill>
              <a:ln>
                <a:noFill/>
              </a:ln>
            </p:spPr>
            <p:txBody>
              <a:bodyPr anchorCtr="1" anchor="ctr" bIns="39600" lIns="90000" spcFirstLastPara="1" rIns="90000" wrap="square" tIns="396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00" name="Google Shape;2200;p48"/>
              <p:cNvSpPr/>
              <p:nvPr/>
            </p:nvSpPr>
            <p:spPr>
              <a:xfrm>
                <a:off x="5917579" y="2423449"/>
                <a:ext cx="113697" cy="97608"/>
              </a:xfrm>
              <a:custGeom>
                <a:rect b="b" l="l" r="r" t="t"/>
                <a:pathLst>
                  <a:path extrusionOk="0" h="91" w="106">
                    <a:moveTo>
                      <a:pt x="33" y="0"/>
                    </a:moveTo>
                    <a:cubicBezTo>
                      <a:pt x="23" y="1"/>
                      <a:pt x="13" y="4"/>
                      <a:pt x="7" y="11"/>
                    </a:cubicBezTo>
                    <a:cubicBezTo>
                      <a:pt x="0" y="21"/>
                      <a:pt x="0" y="42"/>
                      <a:pt x="2" y="53"/>
                    </a:cubicBezTo>
                    <a:cubicBezTo>
                      <a:pt x="2" y="54"/>
                      <a:pt x="36" y="53"/>
                      <a:pt x="36" y="53"/>
                    </a:cubicBezTo>
                    <a:lnTo>
                      <a:pt x="44" y="53"/>
                    </a:lnTo>
                    <a:cubicBezTo>
                      <a:pt x="51" y="57"/>
                      <a:pt x="51" y="71"/>
                      <a:pt x="54" y="78"/>
                    </a:cubicBezTo>
                    <a:cubicBezTo>
                      <a:pt x="59" y="90"/>
                      <a:pt x="76" y="95"/>
                      <a:pt x="88" y="89"/>
                    </a:cubicBezTo>
                    <a:cubicBezTo>
                      <a:pt x="100" y="84"/>
                      <a:pt x="106" y="70"/>
                      <a:pt x="106" y="56"/>
                    </a:cubicBezTo>
                    <a:cubicBezTo>
                      <a:pt x="105" y="43"/>
                      <a:pt x="98" y="31"/>
                      <a:pt x="89" y="22"/>
                    </a:cubicBezTo>
                    <a:cubicBezTo>
                      <a:pt x="74" y="7"/>
                      <a:pt x="53" y="-1"/>
                      <a:pt x="33" y="0"/>
                    </a:cubicBezTo>
                    <a:close/>
                  </a:path>
                </a:pathLst>
              </a:custGeom>
              <a:solidFill>
                <a:srgbClr val="AE746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01" name="Google Shape;2201;p48"/>
              <p:cNvSpPr/>
              <p:nvPr/>
            </p:nvSpPr>
            <p:spPr>
              <a:xfrm>
                <a:off x="6075253" y="2404142"/>
                <a:ext cx="12871" cy="193071"/>
              </a:xfrm>
              <a:custGeom>
                <a:rect b="b" l="l" r="r" t="t"/>
                <a:pathLst>
                  <a:path extrusionOk="0" h="180" w="12">
                    <a:moveTo>
                      <a:pt x="3" y="0"/>
                    </a:moveTo>
                    <a:cubicBezTo>
                      <a:pt x="5" y="0"/>
                      <a:pt x="9" y="40"/>
                      <a:pt x="11" y="90"/>
                    </a:cubicBezTo>
                    <a:cubicBezTo>
                      <a:pt x="13" y="140"/>
                      <a:pt x="12" y="180"/>
                      <a:pt x="10" y="180"/>
                    </a:cubicBezTo>
                    <a:cubicBezTo>
                      <a:pt x="7" y="180"/>
                      <a:pt x="3" y="140"/>
                      <a:pt x="2" y="90"/>
                    </a:cubicBezTo>
                    <a:cubicBezTo>
                      <a:pt x="0" y="41"/>
                      <a:pt x="0" y="0"/>
                      <a:pt x="3" y="0"/>
                    </a:cubicBezTo>
                    <a:close/>
                  </a:path>
                </a:pathLst>
              </a:custGeom>
              <a:solidFill>
                <a:srgbClr val="6F4439"/>
              </a:solidFill>
              <a:ln>
                <a:noFill/>
              </a:ln>
            </p:spPr>
            <p:txBody>
              <a:bodyPr anchorCtr="1" anchor="ctr" bIns="19800" lIns="90000" spcFirstLastPara="1" rIns="90000" wrap="square" tIns="19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02" name="Google Shape;2202;p48"/>
              <p:cNvSpPr/>
              <p:nvPr/>
            </p:nvSpPr>
            <p:spPr>
              <a:xfrm>
                <a:off x="6143900" y="2407360"/>
                <a:ext cx="10726" cy="174836"/>
              </a:xfrm>
              <a:custGeom>
                <a:rect b="b" l="l" r="r" t="t"/>
                <a:pathLst>
                  <a:path extrusionOk="0" h="163" w="10">
                    <a:moveTo>
                      <a:pt x="1" y="0"/>
                    </a:moveTo>
                    <a:cubicBezTo>
                      <a:pt x="4" y="0"/>
                      <a:pt x="10" y="36"/>
                      <a:pt x="10" y="82"/>
                    </a:cubicBezTo>
                    <a:cubicBezTo>
                      <a:pt x="10" y="127"/>
                      <a:pt x="4" y="163"/>
                      <a:pt x="2" y="163"/>
                    </a:cubicBezTo>
                    <a:cubicBezTo>
                      <a:pt x="-1" y="163"/>
                      <a:pt x="1" y="126"/>
                      <a:pt x="1" y="82"/>
                    </a:cubicBezTo>
                    <a:cubicBezTo>
                      <a:pt x="1" y="37"/>
                      <a:pt x="-1" y="0"/>
                      <a:pt x="1" y="0"/>
                    </a:cubicBezTo>
                    <a:close/>
                  </a:path>
                </a:pathLst>
              </a:custGeom>
              <a:solidFill>
                <a:srgbClr val="6F4439"/>
              </a:solidFill>
              <a:ln>
                <a:noFill/>
              </a:ln>
            </p:spPr>
            <p:txBody>
              <a:bodyPr anchorCtr="1" anchor="ctr" bIns="13675" lIns="90000" spcFirstLastPara="1" rIns="90000" wrap="square" tIns="136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03" name="Google Shape;2203;p48"/>
              <p:cNvSpPr/>
              <p:nvPr/>
            </p:nvSpPr>
            <p:spPr>
              <a:xfrm>
                <a:off x="6205039" y="2410578"/>
                <a:ext cx="10726" cy="144803"/>
              </a:xfrm>
              <a:custGeom>
                <a:rect b="b" l="l" r="r" t="t"/>
                <a:pathLst>
                  <a:path extrusionOk="0" h="135" w="10">
                    <a:moveTo>
                      <a:pt x="5" y="0"/>
                    </a:moveTo>
                    <a:cubicBezTo>
                      <a:pt x="8" y="0"/>
                      <a:pt x="11" y="31"/>
                      <a:pt x="10" y="68"/>
                    </a:cubicBezTo>
                    <a:cubicBezTo>
                      <a:pt x="8" y="106"/>
                      <a:pt x="6" y="135"/>
                      <a:pt x="3" y="135"/>
                    </a:cubicBezTo>
                    <a:cubicBezTo>
                      <a:pt x="1" y="135"/>
                      <a:pt x="-1" y="104"/>
                      <a:pt x="1" y="67"/>
                    </a:cubicBezTo>
                    <a:cubicBezTo>
                      <a:pt x="2" y="30"/>
                      <a:pt x="3" y="0"/>
                      <a:pt x="5" y="0"/>
                    </a:cubicBezTo>
                    <a:close/>
                  </a:path>
                </a:pathLst>
              </a:custGeom>
              <a:solidFill>
                <a:srgbClr val="6F4439"/>
              </a:solidFill>
              <a:ln>
                <a:noFill/>
              </a:ln>
            </p:spPr>
            <p:txBody>
              <a:bodyPr anchorCtr="1" anchor="ctr" bIns="3600" lIns="90000" spcFirstLastPara="1" rIns="90000" wrap="square" tIns="36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04" name="Google Shape;2204;p48"/>
              <p:cNvSpPr/>
              <p:nvPr/>
            </p:nvSpPr>
            <p:spPr>
              <a:xfrm>
                <a:off x="5974428" y="2427739"/>
                <a:ext cx="55776" cy="83664"/>
              </a:xfrm>
              <a:custGeom>
                <a:rect b="b" l="l" r="r" t="t"/>
                <a:pathLst>
                  <a:path extrusionOk="0" h="78" w="52">
                    <a:moveTo>
                      <a:pt x="0" y="1"/>
                    </a:moveTo>
                    <a:cubicBezTo>
                      <a:pt x="0" y="0"/>
                      <a:pt x="6" y="-2"/>
                      <a:pt x="16" y="1"/>
                    </a:cubicBezTo>
                    <a:cubicBezTo>
                      <a:pt x="25" y="4"/>
                      <a:pt x="37" y="14"/>
                      <a:pt x="43" y="28"/>
                    </a:cubicBezTo>
                    <a:cubicBezTo>
                      <a:pt x="49" y="41"/>
                      <a:pt x="52" y="54"/>
                      <a:pt x="52" y="64"/>
                    </a:cubicBezTo>
                    <a:cubicBezTo>
                      <a:pt x="52" y="75"/>
                      <a:pt x="45" y="79"/>
                      <a:pt x="44" y="78"/>
                    </a:cubicBezTo>
                    <a:cubicBezTo>
                      <a:pt x="43" y="77"/>
                      <a:pt x="47" y="73"/>
                      <a:pt x="46" y="64"/>
                    </a:cubicBezTo>
                    <a:cubicBezTo>
                      <a:pt x="44" y="56"/>
                      <a:pt x="40" y="44"/>
                      <a:pt x="35" y="32"/>
                    </a:cubicBezTo>
                    <a:cubicBezTo>
                      <a:pt x="29" y="20"/>
                      <a:pt x="20" y="11"/>
                      <a:pt x="13" y="7"/>
                    </a:cubicBezTo>
                    <a:cubicBezTo>
                      <a:pt x="6" y="3"/>
                      <a:pt x="0" y="2"/>
                      <a:pt x="0" y="1"/>
                    </a:cubicBezTo>
                    <a:close/>
                  </a:path>
                </a:pathLst>
              </a:custGeom>
              <a:solidFill>
                <a:srgbClr val="6F4439"/>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05" name="Google Shape;2205;p48"/>
              <p:cNvSpPr/>
              <p:nvPr/>
            </p:nvSpPr>
            <p:spPr>
              <a:xfrm>
                <a:off x="6169643" y="775911"/>
                <a:ext cx="318565" cy="218813"/>
              </a:xfrm>
              <a:custGeom>
                <a:rect b="b" l="l" r="r" t="t"/>
                <a:pathLst>
                  <a:path extrusionOk="0" h="204" w="297">
                    <a:moveTo>
                      <a:pt x="297" y="90"/>
                    </a:moveTo>
                    <a:cubicBezTo>
                      <a:pt x="295" y="58"/>
                      <a:pt x="261" y="33"/>
                      <a:pt x="229" y="39"/>
                    </a:cubicBezTo>
                    <a:cubicBezTo>
                      <a:pt x="211" y="4"/>
                      <a:pt x="163" y="-11"/>
                      <a:pt x="128" y="8"/>
                    </a:cubicBezTo>
                    <a:cubicBezTo>
                      <a:pt x="112" y="17"/>
                      <a:pt x="100" y="32"/>
                      <a:pt x="84" y="42"/>
                    </a:cubicBezTo>
                    <a:cubicBezTo>
                      <a:pt x="68" y="51"/>
                      <a:pt x="50" y="55"/>
                      <a:pt x="34" y="63"/>
                    </a:cubicBezTo>
                    <a:cubicBezTo>
                      <a:pt x="17" y="71"/>
                      <a:pt x="3" y="84"/>
                      <a:pt x="1" y="102"/>
                    </a:cubicBezTo>
                    <a:cubicBezTo>
                      <a:pt x="-2" y="122"/>
                      <a:pt x="14" y="140"/>
                      <a:pt x="33" y="148"/>
                    </a:cubicBezTo>
                    <a:cubicBezTo>
                      <a:pt x="51" y="155"/>
                      <a:pt x="72" y="154"/>
                      <a:pt x="92" y="153"/>
                    </a:cubicBezTo>
                    <a:cubicBezTo>
                      <a:pt x="83" y="158"/>
                      <a:pt x="81" y="171"/>
                      <a:pt x="86" y="180"/>
                    </a:cubicBezTo>
                    <a:cubicBezTo>
                      <a:pt x="90" y="189"/>
                      <a:pt x="99" y="194"/>
                      <a:pt x="109" y="198"/>
                    </a:cubicBezTo>
                    <a:cubicBezTo>
                      <a:pt x="140" y="210"/>
                      <a:pt x="177" y="203"/>
                      <a:pt x="202" y="181"/>
                    </a:cubicBezTo>
                    <a:lnTo>
                      <a:pt x="239" y="152"/>
                    </a:lnTo>
                    <a:cubicBezTo>
                      <a:pt x="271" y="153"/>
                      <a:pt x="300" y="122"/>
                      <a:pt x="297" y="90"/>
                    </a:cubicBezTo>
                    <a:close/>
                  </a:path>
                </a:pathLst>
              </a:custGeom>
              <a:solidFill>
                <a:srgbClr val="263238"/>
              </a:solidFill>
              <a:ln>
                <a:noFill/>
              </a:ln>
            </p:spPr>
            <p:txBody>
              <a:bodyPr anchorCtr="1" anchor="ctr" bIns="28425" lIns="90000" spcFirstLastPara="1" rIns="90000" wrap="square" tIns="284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206" name="Google Shape;2206;p48"/>
              <p:cNvSpPr/>
              <p:nvPr/>
            </p:nvSpPr>
            <p:spPr>
              <a:xfrm>
                <a:off x="6351986" y="932512"/>
                <a:ext cx="123350" cy="79374"/>
              </a:xfrm>
              <a:custGeom>
                <a:rect b="b" l="l" r="r" t="t"/>
                <a:pathLst>
                  <a:path extrusionOk="0" h="74" w="115">
                    <a:moveTo>
                      <a:pt x="34" y="69"/>
                    </a:moveTo>
                    <a:cubicBezTo>
                      <a:pt x="27" y="75"/>
                      <a:pt x="15" y="75"/>
                      <a:pt x="8" y="68"/>
                    </a:cubicBezTo>
                    <a:cubicBezTo>
                      <a:pt x="1" y="62"/>
                      <a:pt x="-1" y="51"/>
                      <a:pt x="2" y="41"/>
                    </a:cubicBezTo>
                    <a:cubicBezTo>
                      <a:pt x="4" y="32"/>
                      <a:pt x="11" y="25"/>
                      <a:pt x="19" y="19"/>
                    </a:cubicBezTo>
                    <a:cubicBezTo>
                      <a:pt x="27" y="14"/>
                      <a:pt x="37" y="11"/>
                      <a:pt x="46" y="8"/>
                    </a:cubicBezTo>
                    <a:cubicBezTo>
                      <a:pt x="60" y="4"/>
                      <a:pt x="75" y="0"/>
                      <a:pt x="90" y="0"/>
                    </a:cubicBezTo>
                    <a:cubicBezTo>
                      <a:pt x="95" y="-1"/>
                      <a:pt x="101" y="0"/>
                      <a:pt x="106" y="1"/>
                    </a:cubicBezTo>
                    <a:cubicBezTo>
                      <a:pt x="111" y="4"/>
                      <a:pt x="115" y="8"/>
                      <a:pt x="115" y="13"/>
                    </a:cubicBezTo>
                    <a:cubicBezTo>
                      <a:pt x="116" y="21"/>
                      <a:pt x="109" y="27"/>
                      <a:pt x="103" y="31"/>
                    </a:cubicBezTo>
                    <a:cubicBezTo>
                      <a:pt x="81" y="47"/>
                      <a:pt x="57" y="62"/>
                      <a:pt x="32" y="74"/>
                    </a:cubicBezTo>
                    <a:lnTo>
                      <a:pt x="34" y="69"/>
                    </a:lnTo>
                    <a:close/>
                  </a:path>
                </a:pathLst>
              </a:custGeom>
              <a:solidFill>
                <a:srgbClr val="FF725E"/>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07" name="Google Shape;2207;p48"/>
              <p:cNvSpPr/>
              <p:nvPr/>
            </p:nvSpPr>
            <p:spPr>
              <a:xfrm>
                <a:off x="5866094" y="909988"/>
                <a:ext cx="1160564" cy="897779"/>
              </a:xfrm>
              <a:custGeom>
                <a:rect b="b" l="l" r="r" t="t"/>
                <a:pathLst>
                  <a:path extrusionOk="0" h="837" w="1082">
                    <a:moveTo>
                      <a:pt x="465" y="86"/>
                    </a:moveTo>
                    <a:cubicBezTo>
                      <a:pt x="430" y="46"/>
                      <a:pt x="342" y="52"/>
                      <a:pt x="321" y="77"/>
                    </a:cubicBezTo>
                    <a:cubicBezTo>
                      <a:pt x="291" y="61"/>
                      <a:pt x="248" y="75"/>
                      <a:pt x="233" y="106"/>
                    </a:cubicBezTo>
                    <a:cubicBezTo>
                      <a:pt x="202" y="112"/>
                      <a:pt x="171" y="119"/>
                      <a:pt x="140" y="126"/>
                    </a:cubicBezTo>
                    <a:cubicBezTo>
                      <a:pt x="124" y="129"/>
                      <a:pt x="107" y="133"/>
                      <a:pt x="95" y="143"/>
                    </a:cubicBezTo>
                    <a:cubicBezTo>
                      <a:pt x="82" y="154"/>
                      <a:pt x="76" y="174"/>
                      <a:pt x="86" y="187"/>
                    </a:cubicBezTo>
                    <a:cubicBezTo>
                      <a:pt x="53" y="195"/>
                      <a:pt x="40" y="244"/>
                      <a:pt x="64" y="268"/>
                    </a:cubicBezTo>
                    <a:cubicBezTo>
                      <a:pt x="51" y="282"/>
                      <a:pt x="53" y="308"/>
                      <a:pt x="69" y="319"/>
                    </a:cubicBezTo>
                    <a:cubicBezTo>
                      <a:pt x="43" y="350"/>
                      <a:pt x="23" y="386"/>
                      <a:pt x="8" y="423"/>
                    </a:cubicBezTo>
                    <a:cubicBezTo>
                      <a:pt x="2" y="439"/>
                      <a:pt x="-2" y="456"/>
                      <a:pt x="3" y="472"/>
                    </a:cubicBezTo>
                    <a:cubicBezTo>
                      <a:pt x="9" y="488"/>
                      <a:pt x="30" y="499"/>
                      <a:pt x="44" y="489"/>
                    </a:cubicBezTo>
                    <a:cubicBezTo>
                      <a:pt x="34" y="502"/>
                      <a:pt x="33" y="521"/>
                      <a:pt x="41" y="534"/>
                    </a:cubicBezTo>
                    <a:cubicBezTo>
                      <a:pt x="25" y="535"/>
                      <a:pt x="21" y="559"/>
                      <a:pt x="31" y="570"/>
                    </a:cubicBezTo>
                    <a:cubicBezTo>
                      <a:pt x="42" y="582"/>
                      <a:pt x="60" y="583"/>
                      <a:pt x="76" y="583"/>
                    </a:cubicBezTo>
                    <a:cubicBezTo>
                      <a:pt x="91" y="583"/>
                      <a:pt x="108" y="582"/>
                      <a:pt x="121" y="591"/>
                    </a:cubicBezTo>
                    <a:cubicBezTo>
                      <a:pt x="121" y="596"/>
                      <a:pt x="119" y="599"/>
                      <a:pt x="116" y="601"/>
                    </a:cubicBezTo>
                    <a:cubicBezTo>
                      <a:pt x="89" y="623"/>
                      <a:pt x="81" y="661"/>
                      <a:pt x="101" y="690"/>
                    </a:cubicBezTo>
                    <a:cubicBezTo>
                      <a:pt x="103" y="692"/>
                      <a:pt x="105" y="695"/>
                      <a:pt x="106" y="697"/>
                    </a:cubicBezTo>
                    <a:cubicBezTo>
                      <a:pt x="115" y="710"/>
                      <a:pt x="138" y="722"/>
                      <a:pt x="152" y="730"/>
                    </a:cubicBezTo>
                    <a:cubicBezTo>
                      <a:pt x="188" y="749"/>
                      <a:pt x="209" y="745"/>
                      <a:pt x="249" y="751"/>
                    </a:cubicBezTo>
                    <a:cubicBezTo>
                      <a:pt x="238" y="777"/>
                      <a:pt x="302" y="834"/>
                      <a:pt x="377" y="779"/>
                    </a:cubicBezTo>
                    <a:cubicBezTo>
                      <a:pt x="525" y="820"/>
                      <a:pt x="631" y="835"/>
                      <a:pt x="784" y="837"/>
                    </a:cubicBezTo>
                    <a:cubicBezTo>
                      <a:pt x="806" y="837"/>
                      <a:pt x="833" y="834"/>
                      <a:pt x="842" y="815"/>
                    </a:cubicBezTo>
                    <a:cubicBezTo>
                      <a:pt x="860" y="820"/>
                      <a:pt x="879" y="812"/>
                      <a:pt x="892" y="799"/>
                    </a:cubicBezTo>
                    <a:cubicBezTo>
                      <a:pt x="906" y="786"/>
                      <a:pt x="914" y="769"/>
                      <a:pt x="922" y="753"/>
                    </a:cubicBezTo>
                    <a:cubicBezTo>
                      <a:pt x="960" y="743"/>
                      <a:pt x="989" y="707"/>
                      <a:pt x="991" y="667"/>
                    </a:cubicBezTo>
                    <a:cubicBezTo>
                      <a:pt x="1017" y="648"/>
                      <a:pt x="1034" y="617"/>
                      <a:pt x="1036" y="584"/>
                    </a:cubicBezTo>
                    <a:cubicBezTo>
                      <a:pt x="1073" y="573"/>
                      <a:pt x="1094" y="525"/>
                      <a:pt x="1077" y="491"/>
                    </a:cubicBezTo>
                    <a:cubicBezTo>
                      <a:pt x="1069" y="446"/>
                      <a:pt x="1054" y="402"/>
                      <a:pt x="1032" y="362"/>
                    </a:cubicBezTo>
                    <a:cubicBezTo>
                      <a:pt x="1057" y="356"/>
                      <a:pt x="1067" y="323"/>
                      <a:pt x="1057" y="299"/>
                    </a:cubicBezTo>
                    <a:cubicBezTo>
                      <a:pt x="1046" y="276"/>
                      <a:pt x="1024" y="260"/>
                      <a:pt x="1002" y="246"/>
                    </a:cubicBezTo>
                    <a:cubicBezTo>
                      <a:pt x="1021" y="251"/>
                      <a:pt x="1037" y="228"/>
                      <a:pt x="1033" y="209"/>
                    </a:cubicBezTo>
                    <a:cubicBezTo>
                      <a:pt x="1029" y="190"/>
                      <a:pt x="1012" y="177"/>
                      <a:pt x="995" y="167"/>
                    </a:cubicBezTo>
                    <a:cubicBezTo>
                      <a:pt x="971" y="152"/>
                      <a:pt x="945" y="140"/>
                      <a:pt x="918" y="132"/>
                    </a:cubicBezTo>
                    <a:cubicBezTo>
                      <a:pt x="909" y="99"/>
                      <a:pt x="867" y="61"/>
                      <a:pt x="836" y="46"/>
                    </a:cubicBezTo>
                    <a:cubicBezTo>
                      <a:pt x="712" y="-14"/>
                      <a:pt x="625" y="-29"/>
                      <a:pt x="465" y="86"/>
                    </a:cubicBez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208" name="Google Shape;2208;p48"/>
              <p:cNvSpPr/>
              <p:nvPr/>
            </p:nvSpPr>
            <p:spPr>
              <a:xfrm>
                <a:off x="6260815" y="1069807"/>
                <a:ext cx="490183" cy="968571"/>
              </a:xfrm>
              <a:custGeom>
                <a:rect b="b" l="l" r="r" t="t"/>
                <a:pathLst>
                  <a:path extrusionOk="0" h="903" w="457">
                    <a:moveTo>
                      <a:pt x="1" y="137"/>
                    </a:moveTo>
                    <a:cubicBezTo>
                      <a:pt x="0" y="111"/>
                      <a:pt x="-5" y="85"/>
                      <a:pt x="21" y="81"/>
                    </a:cubicBezTo>
                    <a:lnTo>
                      <a:pt x="286" y="1"/>
                    </a:lnTo>
                    <a:cubicBezTo>
                      <a:pt x="372" y="-12"/>
                      <a:pt x="433" y="91"/>
                      <a:pt x="443" y="177"/>
                    </a:cubicBezTo>
                    <a:cubicBezTo>
                      <a:pt x="453" y="272"/>
                      <a:pt x="462" y="389"/>
                      <a:pt x="454" y="461"/>
                    </a:cubicBezTo>
                    <a:cubicBezTo>
                      <a:pt x="438" y="606"/>
                      <a:pt x="310" y="644"/>
                      <a:pt x="310" y="644"/>
                    </a:cubicBezTo>
                    <a:lnTo>
                      <a:pt x="313" y="732"/>
                    </a:lnTo>
                    <a:cubicBezTo>
                      <a:pt x="302" y="800"/>
                      <a:pt x="285" y="876"/>
                      <a:pt x="258" y="903"/>
                    </a:cubicBezTo>
                    <a:cubicBezTo>
                      <a:pt x="164" y="885"/>
                      <a:pt x="11" y="679"/>
                      <a:pt x="11" y="679"/>
                    </a:cubicBezTo>
                    <a:lnTo>
                      <a:pt x="1" y="137"/>
                    </a:lnTo>
                    <a:close/>
                  </a:path>
                </a:pathLst>
              </a:custGeom>
              <a:solidFill>
                <a:srgbClr val="AE746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09" name="Google Shape;2209;p48"/>
              <p:cNvSpPr/>
              <p:nvPr/>
            </p:nvSpPr>
            <p:spPr>
              <a:xfrm>
                <a:off x="6568654" y="1316509"/>
                <a:ext cx="70792" cy="178054"/>
              </a:xfrm>
              <a:custGeom>
                <a:rect b="b" l="l" r="r" t="t"/>
                <a:pathLst>
                  <a:path extrusionOk="0" h="166" w="66">
                    <a:moveTo>
                      <a:pt x="17" y="165"/>
                    </a:moveTo>
                    <a:cubicBezTo>
                      <a:pt x="17" y="164"/>
                      <a:pt x="29" y="161"/>
                      <a:pt x="49" y="158"/>
                    </a:cubicBezTo>
                    <a:cubicBezTo>
                      <a:pt x="54" y="157"/>
                      <a:pt x="59" y="156"/>
                      <a:pt x="59" y="152"/>
                    </a:cubicBezTo>
                    <a:cubicBezTo>
                      <a:pt x="60" y="149"/>
                      <a:pt x="58" y="143"/>
                      <a:pt x="55" y="137"/>
                    </a:cubicBezTo>
                    <a:cubicBezTo>
                      <a:pt x="50" y="125"/>
                      <a:pt x="45" y="113"/>
                      <a:pt x="39" y="100"/>
                    </a:cubicBezTo>
                    <a:cubicBezTo>
                      <a:pt x="15" y="46"/>
                      <a:pt x="-2" y="1"/>
                      <a:pt x="1" y="0"/>
                    </a:cubicBezTo>
                    <a:cubicBezTo>
                      <a:pt x="3" y="0"/>
                      <a:pt x="23" y="42"/>
                      <a:pt x="47" y="96"/>
                    </a:cubicBezTo>
                    <a:cubicBezTo>
                      <a:pt x="52" y="110"/>
                      <a:pt x="58" y="122"/>
                      <a:pt x="63" y="135"/>
                    </a:cubicBezTo>
                    <a:cubicBezTo>
                      <a:pt x="65" y="140"/>
                      <a:pt x="68" y="147"/>
                      <a:pt x="66" y="154"/>
                    </a:cubicBezTo>
                    <a:cubicBezTo>
                      <a:pt x="65" y="158"/>
                      <a:pt x="61" y="161"/>
                      <a:pt x="58" y="162"/>
                    </a:cubicBezTo>
                    <a:cubicBezTo>
                      <a:pt x="55" y="163"/>
                      <a:pt x="52" y="163"/>
                      <a:pt x="50" y="164"/>
                    </a:cubicBezTo>
                    <a:cubicBezTo>
                      <a:pt x="30" y="166"/>
                      <a:pt x="17" y="166"/>
                      <a:pt x="17" y="165"/>
                    </a:cubicBezTo>
                    <a:close/>
                  </a:path>
                </a:pathLst>
              </a:custGeom>
              <a:solidFill>
                <a:srgbClr val="263238"/>
              </a:solidFill>
              <a:ln>
                <a:noFill/>
              </a:ln>
            </p:spPr>
            <p:txBody>
              <a:bodyPr anchorCtr="1" anchor="ctr" bIns="14750" lIns="90000" spcFirstLastPara="1" rIns="90000" wrap="square" tIns="1475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210" name="Google Shape;2210;p48"/>
              <p:cNvSpPr/>
              <p:nvPr/>
            </p:nvSpPr>
            <p:spPr>
              <a:xfrm>
                <a:off x="6404544" y="1698360"/>
                <a:ext cx="189852" cy="109407"/>
              </a:xfrm>
              <a:custGeom>
                <a:rect b="b" l="l" r="r" t="t"/>
                <a:pathLst>
                  <a:path extrusionOk="0" h="102" w="177">
                    <a:moveTo>
                      <a:pt x="176" y="58"/>
                    </a:moveTo>
                    <a:cubicBezTo>
                      <a:pt x="176" y="58"/>
                      <a:pt x="98" y="53"/>
                      <a:pt x="0" y="0"/>
                    </a:cubicBezTo>
                    <a:cubicBezTo>
                      <a:pt x="0" y="0"/>
                      <a:pt x="33" y="91"/>
                      <a:pt x="177" y="102"/>
                    </a:cubicBezTo>
                    <a:lnTo>
                      <a:pt x="176" y="58"/>
                    </a:lnTo>
                    <a:close/>
                  </a:path>
                </a:pathLst>
              </a:custGeom>
              <a:solidFill>
                <a:srgbClr val="6F4439"/>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11" name="Google Shape;2211;p48"/>
              <p:cNvSpPr/>
              <p:nvPr/>
            </p:nvSpPr>
            <p:spPr>
              <a:xfrm>
                <a:off x="6399181" y="1242499"/>
                <a:ext cx="96535" cy="31106"/>
              </a:xfrm>
              <a:custGeom>
                <a:rect b="b" l="l" r="r" t="t"/>
                <a:pathLst>
                  <a:path extrusionOk="0" h="29" w="90">
                    <a:moveTo>
                      <a:pt x="90" y="13"/>
                    </a:moveTo>
                    <a:cubicBezTo>
                      <a:pt x="89" y="19"/>
                      <a:pt x="69" y="17"/>
                      <a:pt x="46" y="21"/>
                    </a:cubicBezTo>
                    <a:cubicBezTo>
                      <a:pt x="23" y="24"/>
                      <a:pt x="4" y="32"/>
                      <a:pt x="1" y="27"/>
                    </a:cubicBezTo>
                    <a:cubicBezTo>
                      <a:pt x="-1" y="25"/>
                      <a:pt x="2" y="20"/>
                      <a:pt x="10" y="14"/>
                    </a:cubicBezTo>
                    <a:cubicBezTo>
                      <a:pt x="17" y="9"/>
                      <a:pt x="29" y="3"/>
                      <a:pt x="43" y="1"/>
                    </a:cubicBezTo>
                    <a:cubicBezTo>
                      <a:pt x="56" y="-1"/>
                      <a:pt x="69" y="1"/>
                      <a:pt x="78" y="4"/>
                    </a:cubicBezTo>
                    <a:cubicBezTo>
                      <a:pt x="87" y="7"/>
                      <a:pt x="91" y="11"/>
                      <a:pt x="90" y="13"/>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212" name="Google Shape;2212;p48"/>
              <p:cNvSpPr/>
              <p:nvPr/>
            </p:nvSpPr>
            <p:spPr>
              <a:xfrm>
                <a:off x="6627647" y="1232845"/>
                <a:ext cx="72937" cy="23598"/>
              </a:xfrm>
              <a:custGeom>
                <a:rect b="b" l="l" r="r" t="t"/>
                <a:pathLst>
                  <a:path extrusionOk="0" h="22" w="68">
                    <a:moveTo>
                      <a:pt x="68" y="19"/>
                    </a:moveTo>
                    <a:cubicBezTo>
                      <a:pt x="65" y="24"/>
                      <a:pt x="51" y="20"/>
                      <a:pt x="34" y="20"/>
                    </a:cubicBezTo>
                    <a:cubicBezTo>
                      <a:pt x="18" y="20"/>
                      <a:pt x="4" y="25"/>
                      <a:pt x="1" y="20"/>
                    </a:cubicBezTo>
                    <a:cubicBezTo>
                      <a:pt x="-1" y="18"/>
                      <a:pt x="1" y="13"/>
                      <a:pt x="7" y="9"/>
                    </a:cubicBezTo>
                    <a:cubicBezTo>
                      <a:pt x="13" y="4"/>
                      <a:pt x="23" y="0"/>
                      <a:pt x="34" y="0"/>
                    </a:cubicBezTo>
                    <a:cubicBezTo>
                      <a:pt x="45" y="0"/>
                      <a:pt x="55" y="4"/>
                      <a:pt x="61" y="8"/>
                    </a:cubicBezTo>
                    <a:cubicBezTo>
                      <a:pt x="67" y="13"/>
                      <a:pt x="69" y="17"/>
                      <a:pt x="68" y="19"/>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213" name="Google Shape;2213;p48"/>
              <p:cNvSpPr/>
              <p:nvPr/>
            </p:nvSpPr>
            <p:spPr>
              <a:xfrm>
                <a:off x="6385237" y="1010813"/>
                <a:ext cx="419391" cy="394722"/>
              </a:xfrm>
              <a:custGeom>
                <a:rect b="b" l="l" r="r" t="t"/>
                <a:pathLst>
                  <a:path extrusionOk="0" h="368" w="391">
                    <a:moveTo>
                      <a:pt x="391" y="301"/>
                    </a:moveTo>
                    <a:cubicBezTo>
                      <a:pt x="390" y="278"/>
                      <a:pt x="383" y="255"/>
                      <a:pt x="367" y="239"/>
                    </a:cubicBezTo>
                    <a:cubicBezTo>
                      <a:pt x="359" y="230"/>
                      <a:pt x="348" y="223"/>
                      <a:pt x="341" y="213"/>
                    </a:cubicBezTo>
                    <a:cubicBezTo>
                      <a:pt x="325" y="192"/>
                      <a:pt x="327" y="163"/>
                      <a:pt x="320" y="137"/>
                    </a:cubicBezTo>
                    <a:cubicBezTo>
                      <a:pt x="311" y="103"/>
                      <a:pt x="285" y="75"/>
                      <a:pt x="253" y="64"/>
                    </a:cubicBezTo>
                    <a:cubicBezTo>
                      <a:pt x="226" y="54"/>
                      <a:pt x="195" y="56"/>
                      <a:pt x="170" y="42"/>
                    </a:cubicBezTo>
                    <a:cubicBezTo>
                      <a:pt x="151" y="32"/>
                      <a:pt x="137" y="15"/>
                      <a:pt x="118" y="6"/>
                    </a:cubicBezTo>
                    <a:cubicBezTo>
                      <a:pt x="80" y="-11"/>
                      <a:pt x="37" y="8"/>
                      <a:pt x="2" y="30"/>
                    </a:cubicBezTo>
                    <a:cubicBezTo>
                      <a:pt x="-5" y="58"/>
                      <a:pt x="12" y="82"/>
                      <a:pt x="30" y="105"/>
                    </a:cubicBezTo>
                    <a:cubicBezTo>
                      <a:pt x="47" y="129"/>
                      <a:pt x="75" y="144"/>
                      <a:pt x="103" y="146"/>
                    </a:cubicBezTo>
                    <a:cubicBezTo>
                      <a:pt x="126" y="147"/>
                      <a:pt x="152" y="142"/>
                      <a:pt x="168" y="158"/>
                    </a:cubicBezTo>
                    <a:cubicBezTo>
                      <a:pt x="184" y="175"/>
                      <a:pt x="178" y="204"/>
                      <a:pt x="192" y="224"/>
                    </a:cubicBezTo>
                    <a:cubicBezTo>
                      <a:pt x="211" y="251"/>
                      <a:pt x="256" y="241"/>
                      <a:pt x="285" y="258"/>
                    </a:cubicBezTo>
                    <a:cubicBezTo>
                      <a:pt x="307" y="271"/>
                      <a:pt x="317" y="298"/>
                      <a:pt x="328" y="321"/>
                    </a:cubicBezTo>
                    <a:cubicBezTo>
                      <a:pt x="339" y="345"/>
                      <a:pt x="359" y="369"/>
                      <a:pt x="385" y="368"/>
                    </a:cubicBezTo>
                    <a:cubicBezTo>
                      <a:pt x="389" y="346"/>
                      <a:pt x="393" y="323"/>
                      <a:pt x="391" y="301"/>
                    </a:cubicBez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214" name="Google Shape;2214;p48"/>
              <p:cNvSpPr/>
              <p:nvPr/>
            </p:nvSpPr>
            <p:spPr>
              <a:xfrm>
                <a:off x="6179296" y="1097695"/>
                <a:ext cx="268153" cy="350745"/>
              </a:xfrm>
              <a:custGeom>
                <a:rect b="b" l="l" r="r" t="t"/>
                <a:pathLst>
                  <a:path extrusionOk="0" h="327" w="250">
                    <a:moveTo>
                      <a:pt x="250" y="0"/>
                    </a:moveTo>
                    <a:cubicBezTo>
                      <a:pt x="184" y="-1"/>
                      <a:pt x="118" y="11"/>
                      <a:pt x="57" y="35"/>
                    </a:cubicBezTo>
                    <a:cubicBezTo>
                      <a:pt x="39" y="42"/>
                      <a:pt x="20" y="51"/>
                      <a:pt x="10" y="67"/>
                    </a:cubicBezTo>
                    <a:cubicBezTo>
                      <a:pt x="1" y="82"/>
                      <a:pt x="0" y="100"/>
                      <a:pt x="0" y="117"/>
                    </a:cubicBezTo>
                    <a:cubicBezTo>
                      <a:pt x="1" y="171"/>
                      <a:pt x="22" y="237"/>
                      <a:pt x="43" y="286"/>
                    </a:cubicBezTo>
                    <a:lnTo>
                      <a:pt x="110" y="327"/>
                    </a:lnTo>
                    <a:cubicBezTo>
                      <a:pt x="162" y="314"/>
                      <a:pt x="138" y="225"/>
                      <a:pt x="136" y="180"/>
                    </a:cubicBezTo>
                    <a:cubicBezTo>
                      <a:pt x="172" y="164"/>
                      <a:pt x="197" y="126"/>
                      <a:pt x="197" y="87"/>
                    </a:cubicBezTo>
                    <a:cubicBezTo>
                      <a:pt x="227" y="68"/>
                      <a:pt x="247" y="35"/>
                      <a:pt x="250" y="0"/>
                    </a:cubicBezTo>
                    <a:close/>
                  </a:path>
                </a:pathLst>
              </a:custGeom>
              <a:solidFill>
                <a:srgbClr val="26323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215" name="Google Shape;2215;p48"/>
              <p:cNvSpPr/>
              <p:nvPr/>
            </p:nvSpPr>
            <p:spPr>
              <a:xfrm>
                <a:off x="6198603" y="1395883"/>
                <a:ext cx="99753" cy="142658"/>
              </a:xfrm>
              <a:custGeom>
                <a:rect b="b" l="l" r="r" t="t"/>
                <a:pathLst>
                  <a:path extrusionOk="0" h="133" w="93">
                    <a:moveTo>
                      <a:pt x="91" y="29"/>
                    </a:moveTo>
                    <a:cubicBezTo>
                      <a:pt x="89" y="-1"/>
                      <a:pt x="51" y="-7"/>
                      <a:pt x="25" y="8"/>
                    </a:cubicBezTo>
                    <a:cubicBezTo>
                      <a:pt x="10" y="17"/>
                      <a:pt x="-1" y="34"/>
                      <a:pt x="1" y="67"/>
                    </a:cubicBezTo>
                    <a:cubicBezTo>
                      <a:pt x="6" y="154"/>
                      <a:pt x="93" y="131"/>
                      <a:pt x="93" y="129"/>
                    </a:cubicBezTo>
                    <a:cubicBezTo>
                      <a:pt x="93" y="127"/>
                      <a:pt x="94" y="65"/>
                      <a:pt x="91" y="29"/>
                    </a:cubicBezTo>
                    <a:close/>
                  </a:path>
                </a:pathLst>
              </a:custGeom>
              <a:solidFill>
                <a:srgbClr val="AE7461"/>
              </a:solidFill>
              <a:ln>
                <a:noFill/>
              </a:ln>
            </p:spPr>
            <p:txBody>
              <a:bodyPr anchorCtr="1" anchor="ctr" bIns="2875" lIns="90000" spcFirstLastPara="1" rIns="90000" wrap="square" tIns="28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16" name="Google Shape;2216;p48"/>
              <p:cNvSpPr/>
              <p:nvPr/>
            </p:nvSpPr>
            <p:spPr>
              <a:xfrm>
                <a:off x="6223273" y="1426989"/>
                <a:ext cx="43977" cy="81519"/>
              </a:xfrm>
              <a:custGeom>
                <a:rect b="b" l="l" r="r" t="t"/>
                <a:pathLst>
                  <a:path extrusionOk="0" h="76" w="41">
                    <a:moveTo>
                      <a:pt x="41" y="68"/>
                    </a:moveTo>
                    <a:cubicBezTo>
                      <a:pt x="41" y="68"/>
                      <a:pt x="40" y="69"/>
                      <a:pt x="37" y="71"/>
                    </a:cubicBezTo>
                    <a:cubicBezTo>
                      <a:pt x="35" y="72"/>
                      <a:pt x="31" y="73"/>
                      <a:pt x="26" y="71"/>
                    </a:cubicBezTo>
                    <a:cubicBezTo>
                      <a:pt x="17" y="69"/>
                      <a:pt x="8" y="54"/>
                      <a:pt x="7" y="39"/>
                    </a:cubicBezTo>
                    <a:cubicBezTo>
                      <a:pt x="6" y="31"/>
                      <a:pt x="7" y="23"/>
                      <a:pt x="10" y="17"/>
                    </a:cubicBezTo>
                    <a:cubicBezTo>
                      <a:pt x="12" y="10"/>
                      <a:pt x="16" y="6"/>
                      <a:pt x="20" y="4"/>
                    </a:cubicBezTo>
                    <a:cubicBezTo>
                      <a:pt x="25" y="3"/>
                      <a:pt x="28" y="6"/>
                      <a:pt x="30" y="8"/>
                    </a:cubicBezTo>
                    <a:cubicBezTo>
                      <a:pt x="31" y="10"/>
                      <a:pt x="30" y="12"/>
                      <a:pt x="31" y="12"/>
                    </a:cubicBezTo>
                    <a:cubicBezTo>
                      <a:pt x="31" y="13"/>
                      <a:pt x="33" y="11"/>
                      <a:pt x="32" y="7"/>
                    </a:cubicBezTo>
                    <a:cubicBezTo>
                      <a:pt x="31" y="5"/>
                      <a:pt x="30" y="3"/>
                      <a:pt x="28" y="2"/>
                    </a:cubicBezTo>
                    <a:cubicBezTo>
                      <a:pt x="26" y="0"/>
                      <a:pt x="23" y="0"/>
                      <a:pt x="19" y="0"/>
                    </a:cubicBezTo>
                    <a:cubicBezTo>
                      <a:pt x="13" y="1"/>
                      <a:pt x="7" y="8"/>
                      <a:pt x="4" y="15"/>
                    </a:cubicBezTo>
                    <a:cubicBezTo>
                      <a:pt x="1" y="22"/>
                      <a:pt x="0" y="30"/>
                      <a:pt x="1" y="39"/>
                    </a:cubicBezTo>
                    <a:cubicBezTo>
                      <a:pt x="2" y="57"/>
                      <a:pt x="12" y="73"/>
                      <a:pt x="25" y="75"/>
                    </a:cubicBezTo>
                    <a:cubicBezTo>
                      <a:pt x="31" y="77"/>
                      <a:pt x="36" y="75"/>
                      <a:pt x="39" y="72"/>
                    </a:cubicBezTo>
                    <a:cubicBezTo>
                      <a:pt x="41" y="70"/>
                      <a:pt x="42" y="68"/>
                      <a:pt x="41" y="68"/>
                    </a:cubicBezTo>
                    <a:close/>
                  </a:path>
                </a:pathLst>
              </a:custGeom>
              <a:solidFill>
                <a:srgbClr val="6F4439"/>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17" name="Google Shape;2217;p48"/>
              <p:cNvSpPr/>
              <p:nvPr/>
            </p:nvSpPr>
            <p:spPr>
              <a:xfrm>
                <a:off x="6074180" y="1090187"/>
                <a:ext cx="365760" cy="500911"/>
              </a:xfrm>
              <a:custGeom>
                <a:rect b="b" l="l" r="r" t="t"/>
                <a:pathLst>
                  <a:path extrusionOk="0" h="467" w="341">
                    <a:moveTo>
                      <a:pt x="171" y="419"/>
                    </a:moveTo>
                    <a:lnTo>
                      <a:pt x="170" y="420"/>
                    </a:lnTo>
                    <a:cubicBezTo>
                      <a:pt x="170" y="421"/>
                      <a:pt x="170" y="422"/>
                      <a:pt x="169" y="423"/>
                    </a:cubicBezTo>
                    <a:cubicBezTo>
                      <a:pt x="168" y="426"/>
                      <a:pt x="164" y="430"/>
                      <a:pt x="159" y="432"/>
                    </a:cubicBezTo>
                    <a:cubicBezTo>
                      <a:pt x="154" y="435"/>
                      <a:pt x="146" y="436"/>
                      <a:pt x="138" y="437"/>
                    </a:cubicBezTo>
                    <a:cubicBezTo>
                      <a:pt x="133" y="437"/>
                      <a:pt x="129" y="437"/>
                      <a:pt x="124" y="436"/>
                    </a:cubicBezTo>
                    <a:cubicBezTo>
                      <a:pt x="119" y="435"/>
                      <a:pt x="113" y="434"/>
                      <a:pt x="108" y="431"/>
                    </a:cubicBezTo>
                    <a:lnTo>
                      <a:pt x="109" y="431"/>
                    </a:lnTo>
                    <a:cubicBezTo>
                      <a:pt x="108" y="443"/>
                      <a:pt x="100" y="455"/>
                      <a:pt x="86" y="462"/>
                    </a:cubicBezTo>
                    <a:cubicBezTo>
                      <a:pt x="73" y="469"/>
                      <a:pt x="55" y="469"/>
                      <a:pt x="40" y="458"/>
                    </a:cubicBezTo>
                    <a:lnTo>
                      <a:pt x="42" y="458"/>
                    </a:lnTo>
                    <a:cubicBezTo>
                      <a:pt x="39" y="462"/>
                      <a:pt x="35" y="465"/>
                      <a:pt x="31" y="466"/>
                    </a:cubicBezTo>
                    <a:cubicBezTo>
                      <a:pt x="26" y="467"/>
                      <a:pt x="21" y="466"/>
                      <a:pt x="16" y="464"/>
                    </a:cubicBezTo>
                    <a:cubicBezTo>
                      <a:pt x="12" y="463"/>
                      <a:pt x="8" y="460"/>
                      <a:pt x="5" y="455"/>
                    </a:cubicBezTo>
                    <a:cubicBezTo>
                      <a:pt x="2" y="451"/>
                      <a:pt x="1" y="446"/>
                      <a:pt x="1" y="441"/>
                    </a:cubicBezTo>
                    <a:cubicBezTo>
                      <a:pt x="0" y="431"/>
                      <a:pt x="4" y="420"/>
                      <a:pt x="10" y="412"/>
                    </a:cubicBezTo>
                    <a:cubicBezTo>
                      <a:pt x="16" y="403"/>
                      <a:pt x="25" y="396"/>
                      <a:pt x="33" y="389"/>
                    </a:cubicBezTo>
                    <a:lnTo>
                      <a:pt x="33" y="391"/>
                    </a:lnTo>
                    <a:cubicBezTo>
                      <a:pt x="26" y="387"/>
                      <a:pt x="21" y="379"/>
                      <a:pt x="19" y="371"/>
                    </a:cubicBezTo>
                    <a:cubicBezTo>
                      <a:pt x="18" y="362"/>
                      <a:pt x="19" y="353"/>
                      <a:pt x="22" y="345"/>
                    </a:cubicBezTo>
                    <a:cubicBezTo>
                      <a:pt x="25" y="337"/>
                      <a:pt x="31" y="330"/>
                      <a:pt x="37" y="323"/>
                    </a:cubicBezTo>
                    <a:cubicBezTo>
                      <a:pt x="43" y="317"/>
                      <a:pt x="51" y="311"/>
                      <a:pt x="58" y="306"/>
                    </a:cubicBezTo>
                    <a:lnTo>
                      <a:pt x="58" y="308"/>
                    </a:lnTo>
                    <a:cubicBezTo>
                      <a:pt x="51" y="301"/>
                      <a:pt x="48" y="292"/>
                      <a:pt x="49" y="283"/>
                    </a:cubicBezTo>
                    <a:cubicBezTo>
                      <a:pt x="49" y="273"/>
                      <a:pt x="53" y="264"/>
                      <a:pt x="59" y="257"/>
                    </a:cubicBezTo>
                    <a:cubicBezTo>
                      <a:pt x="70" y="242"/>
                      <a:pt x="86" y="234"/>
                      <a:pt x="101" y="227"/>
                    </a:cubicBezTo>
                    <a:lnTo>
                      <a:pt x="101" y="228"/>
                    </a:lnTo>
                    <a:cubicBezTo>
                      <a:pt x="96" y="209"/>
                      <a:pt x="102" y="189"/>
                      <a:pt x="114" y="175"/>
                    </a:cubicBezTo>
                    <a:cubicBezTo>
                      <a:pt x="127" y="161"/>
                      <a:pt x="146" y="155"/>
                      <a:pt x="163" y="157"/>
                    </a:cubicBezTo>
                    <a:lnTo>
                      <a:pt x="162" y="158"/>
                    </a:lnTo>
                    <a:cubicBezTo>
                      <a:pt x="158" y="143"/>
                      <a:pt x="164" y="127"/>
                      <a:pt x="174" y="116"/>
                    </a:cubicBezTo>
                    <a:cubicBezTo>
                      <a:pt x="183" y="105"/>
                      <a:pt x="197" y="98"/>
                      <a:pt x="210" y="98"/>
                    </a:cubicBezTo>
                    <a:lnTo>
                      <a:pt x="209" y="99"/>
                    </a:lnTo>
                    <a:cubicBezTo>
                      <a:pt x="209" y="83"/>
                      <a:pt x="218" y="69"/>
                      <a:pt x="229" y="61"/>
                    </a:cubicBezTo>
                    <a:cubicBezTo>
                      <a:pt x="240" y="52"/>
                      <a:pt x="254" y="49"/>
                      <a:pt x="265" y="51"/>
                    </a:cubicBezTo>
                    <a:lnTo>
                      <a:pt x="264" y="52"/>
                    </a:lnTo>
                    <a:cubicBezTo>
                      <a:pt x="265" y="43"/>
                      <a:pt x="268" y="36"/>
                      <a:pt x="272" y="29"/>
                    </a:cubicBezTo>
                    <a:cubicBezTo>
                      <a:pt x="275" y="23"/>
                      <a:pt x="280" y="18"/>
                      <a:pt x="285" y="14"/>
                    </a:cubicBezTo>
                    <a:cubicBezTo>
                      <a:pt x="295" y="5"/>
                      <a:pt x="306" y="1"/>
                      <a:pt x="315" y="1"/>
                    </a:cubicBezTo>
                    <a:cubicBezTo>
                      <a:pt x="316" y="1"/>
                      <a:pt x="317" y="1"/>
                      <a:pt x="318" y="0"/>
                    </a:cubicBezTo>
                    <a:cubicBezTo>
                      <a:pt x="319" y="0"/>
                      <a:pt x="320" y="1"/>
                      <a:pt x="321" y="1"/>
                    </a:cubicBezTo>
                    <a:cubicBezTo>
                      <a:pt x="323" y="1"/>
                      <a:pt x="325" y="1"/>
                      <a:pt x="326" y="1"/>
                    </a:cubicBezTo>
                    <a:cubicBezTo>
                      <a:pt x="330" y="2"/>
                      <a:pt x="333" y="3"/>
                      <a:pt x="335" y="4"/>
                    </a:cubicBezTo>
                    <a:cubicBezTo>
                      <a:pt x="337" y="4"/>
                      <a:pt x="338" y="5"/>
                      <a:pt x="339" y="6"/>
                    </a:cubicBezTo>
                    <a:cubicBezTo>
                      <a:pt x="341" y="6"/>
                      <a:pt x="341" y="6"/>
                      <a:pt x="341" y="6"/>
                    </a:cubicBezTo>
                    <a:cubicBezTo>
                      <a:pt x="341" y="6"/>
                      <a:pt x="340" y="7"/>
                      <a:pt x="339" y="6"/>
                    </a:cubicBezTo>
                    <a:cubicBezTo>
                      <a:pt x="337" y="6"/>
                      <a:pt x="337" y="5"/>
                      <a:pt x="334" y="4"/>
                    </a:cubicBezTo>
                    <a:cubicBezTo>
                      <a:pt x="332" y="3"/>
                      <a:pt x="329" y="3"/>
                      <a:pt x="326" y="2"/>
                    </a:cubicBezTo>
                    <a:cubicBezTo>
                      <a:pt x="325" y="2"/>
                      <a:pt x="323" y="2"/>
                      <a:pt x="321" y="1"/>
                    </a:cubicBezTo>
                    <a:cubicBezTo>
                      <a:pt x="320" y="1"/>
                      <a:pt x="319" y="1"/>
                      <a:pt x="318" y="1"/>
                    </a:cubicBezTo>
                    <a:cubicBezTo>
                      <a:pt x="317" y="1"/>
                      <a:pt x="316" y="1"/>
                      <a:pt x="314" y="2"/>
                    </a:cubicBezTo>
                    <a:cubicBezTo>
                      <a:pt x="306" y="2"/>
                      <a:pt x="295" y="6"/>
                      <a:pt x="285" y="15"/>
                    </a:cubicBezTo>
                    <a:cubicBezTo>
                      <a:pt x="281" y="19"/>
                      <a:pt x="276" y="24"/>
                      <a:pt x="273" y="30"/>
                    </a:cubicBezTo>
                    <a:cubicBezTo>
                      <a:pt x="269" y="36"/>
                      <a:pt x="266" y="44"/>
                      <a:pt x="266" y="52"/>
                    </a:cubicBezTo>
                    <a:lnTo>
                      <a:pt x="266" y="53"/>
                    </a:lnTo>
                    <a:lnTo>
                      <a:pt x="265" y="53"/>
                    </a:lnTo>
                    <a:cubicBezTo>
                      <a:pt x="254" y="51"/>
                      <a:pt x="241" y="54"/>
                      <a:pt x="230" y="63"/>
                    </a:cubicBezTo>
                    <a:cubicBezTo>
                      <a:pt x="220" y="71"/>
                      <a:pt x="211" y="84"/>
                      <a:pt x="211" y="99"/>
                    </a:cubicBezTo>
                    <a:lnTo>
                      <a:pt x="211" y="100"/>
                    </a:lnTo>
                    <a:lnTo>
                      <a:pt x="210" y="100"/>
                    </a:lnTo>
                    <a:cubicBezTo>
                      <a:pt x="197" y="100"/>
                      <a:pt x="184" y="107"/>
                      <a:pt x="175" y="118"/>
                    </a:cubicBezTo>
                    <a:cubicBezTo>
                      <a:pt x="166" y="128"/>
                      <a:pt x="161" y="143"/>
                      <a:pt x="164" y="158"/>
                    </a:cubicBezTo>
                    <a:lnTo>
                      <a:pt x="164" y="160"/>
                    </a:lnTo>
                    <a:lnTo>
                      <a:pt x="163" y="159"/>
                    </a:lnTo>
                    <a:cubicBezTo>
                      <a:pt x="146" y="158"/>
                      <a:pt x="128" y="164"/>
                      <a:pt x="116" y="177"/>
                    </a:cubicBezTo>
                    <a:cubicBezTo>
                      <a:pt x="104" y="190"/>
                      <a:pt x="98" y="210"/>
                      <a:pt x="103" y="228"/>
                    </a:cubicBezTo>
                    <a:lnTo>
                      <a:pt x="103" y="229"/>
                    </a:lnTo>
                    <a:lnTo>
                      <a:pt x="102" y="229"/>
                    </a:lnTo>
                    <a:cubicBezTo>
                      <a:pt x="87" y="237"/>
                      <a:pt x="71" y="245"/>
                      <a:pt x="61" y="258"/>
                    </a:cubicBezTo>
                    <a:cubicBezTo>
                      <a:pt x="55" y="265"/>
                      <a:pt x="52" y="274"/>
                      <a:pt x="51" y="283"/>
                    </a:cubicBezTo>
                    <a:cubicBezTo>
                      <a:pt x="51" y="291"/>
                      <a:pt x="53" y="300"/>
                      <a:pt x="59" y="306"/>
                    </a:cubicBezTo>
                    <a:lnTo>
                      <a:pt x="60" y="307"/>
                    </a:lnTo>
                    <a:lnTo>
                      <a:pt x="59" y="308"/>
                    </a:lnTo>
                    <a:cubicBezTo>
                      <a:pt x="45" y="319"/>
                      <a:pt x="31" y="330"/>
                      <a:pt x="24" y="346"/>
                    </a:cubicBezTo>
                    <a:cubicBezTo>
                      <a:pt x="21" y="354"/>
                      <a:pt x="19" y="362"/>
                      <a:pt x="21" y="370"/>
                    </a:cubicBezTo>
                    <a:cubicBezTo>
                      <a:pt x="22" y="378"/>
                      <a:pt x="28" y="385"/>
                      <a:pt x="34" y="389"/>
                    </a:cubicBezTo>
                    <a:lnTo>
                      <a:pt x="36" y="390"/>
                    </a:lnTo>
                    <a:lnTo>
                      <a:pt x="34" y="391"/>
                    </a:lnTo>
                    <a:cubicBezTo>
                      <a:pt x="26" y="398"/>
                      <a:pt x="18" y="405"/>
                      <a:pt x="12" y="413"/>
                    </a:cubicBezTo>
                    <a:cubicBezTo>
                      <a:pt x="6" y="421"/>
                      <a:pt x="2" y="431"/>
                      <a:pt x="3" y="441"/>
                    </a:cubicBezTo>
                    <a:cubicBezTo>
                      <a:pt x="3" y="450"/>
                      <a:pt x="8" y="459"/>
                      <a:pt x="17" y="462"/>
                    </a:cubicBezTo>
                    <a:cubicBezTo>
                      <a:pt x="25" y="465"/>
                      <a:pt x="35" y="464"/>
                      <a:pt x="40" y="457"/>
                    </a:cubicBezTo>
                    <a:lnTo>
                      <a:pt x="41" y="456"/>
                    </a:lnTo>
                    <a:lnTo>
                      <a:pt x="41" y="456"/>
                    </a:lnTo>
                    <a:cubicBezTo>
                      <a:pt x="55" y="466"/>
                      <a:pt x="73" y="467"/>
                      <a:pt x="85" y="460"/>
                    </a:cubicBezTo>
                    <a:cubicBezTo>
                      <a:pt x="98" y="454"/>
                      <a:pt x="106" y="442"/>
                      <a:pt x="108" y="430"/>
                    </a:cubicBezTo>
                    <a:lnTo>
                      <a:pt x="108" y="429"/>
                    </a:lnTo>
                    <a:lnTo>
                      <a:pt x="109" y="430"/>
                    </a:lnTo>
                    <a:cubicBezTo>
                      <a:pt x="114" y="432"/>
                      <a:pt x="119" y="433"/>
                      <a:pt x="123" y="434"/>
                    </a:cubicBezTo>
                    <a:cubicBezTo>
                      <a:pt x="128" y="435"/>
                      <a:pt x="133" y="435"/>
                      <a:pt x="137" y="435"/>
                    </a:cubicBezTo>
                    <a:cubicBezTo>
                      <a:pt x="146" y="435"/>
                      <a:pt x="153" y="434"/>
                      <a:pt x="158" y="431"/>
                    </a:cubicBezTo>
                    <a:cubicBezTo>
                      <a:pt x="164" y="429"/>
                      <a:pt x="167" y="425"/>
                      <a:pt x="169" y="423"/>
                    </a:cubicBezTo>
                    <a:cubicBezTo>
                      <a:pt x="170" y="420"/>
                      <a:pt x="170" y="418"/>
                      <a:pt x="170" y="418"/>
                    </a:cubicBezTo>
                    <a:lnTo>
                      <a:pt x="171" y="419"/>
                    </a:lnTo>
                    <a:close/>
                  </a:path>
                </a:pathLst>
              </a:custGeom>
              <a:solidFill>
                <a:srgbClr val="455A64"/>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18" name="Google Shape;2218;p48"/>
              <p:cNvSpPr/>
              <p:nvPr/>
            </p:nvSpPr>
            <p:spPr>
              <a:xfrm>
                <a:off x="5891837" y="1039774"/>
                <a:ext cx="526652" cy="400085"/>
              </a:xfrm>
              <a:custGeom>
                <a:rect b="b" l="l" r="r" t="t"/>
                <a:pathLst>
                  <a:path extrusionOk="0" h="373" w="491">
                    <a:moveTo>
                      <a:pt x="9" y="373"/>
                    </a:moveTo>
                    <a:cubicBezTo>
                      <a:pt x="9" y="373"/>
                      <a:pt x="6" y="371"/>
                      <a:pt x="5" y="367"/>
                    </a:cubicBezTo>
                    <a:cubicBezTo>
                      <a:pt x="3" y="364"/>
                      <a:pt x="1" y="358"/>
                      <a:pt x="1" y="350"/>
                    </a:cubicBezTo>
                    <a:cubicBezTo>
                      <a:pt x="0" y="342"/>
                      <a:pt x="2" y="332"/>
                      <a:pt x="8" y="323"/>
                    </a:cubicBezTo>
                    <a:cubicBezTo>
                      <a:pt x="14" y="313"/>
                      <a:pt x="25" y="305"/>
                      <a:pt x="40" y="303"/>
                    </a:cubicBezTo>
                    <a:lnTo>
                      <a:pt x="39" y="304"/>
                    </a:lnTo>
                    <a:cubicBezTo>
                      <a:pt x="36" y="290"/>
                      <a:pt x="38" y="275"/>
                      <a:pt x="47" y="261"/>
                    </a:cubicBezTo>
                    <a:cubicBezTo>
                      <a:pt x="51" y="254"/>
                      <a:pt x="56" y="248"/>
                      <a:pt x="64" y="243"/>
                    </a:cubicBezTo>
                    <a:cubicBezTo>
                      <a:pt x="71" y="238"/>
                      <a:pt x="79" y="235"/>
                      <a:pt x="88" y="231"/>
                    </a:cubicBezTo>
                    <a:cubicBezTo>
                      <a:pt x="92" y="230"/>
                      <a:pt x="96" y="228"/>
                      <a:pt x="99" y="225"/>
                    </a:cubicBezTo>
                    <a:cubicBezTo>
                      <a:pt x="102" y="223"/>
                      <a:pt x="105" y="218"/>
                      <a:pt x="107" y="214"/>
                    </a:cubicBezTo>
                    <a:cubicBezTo>
                      <a:pt x="111" y="206"/>
                      <a:pt x="112" y="196"/>
                      <a:pt x="117" y="187"/>
                    </a:cubicBezTo>
                    <a:cubicBezTo>
                      <a:pt x="127" y="169"/>
                      <a:pt x="148" y="157"/>
                      <a:pt x="170" y="160"/>
                    </a:cubicBezTo>
                    <a:lnTo>
                      <a:pt x="168" y="162"/>
                    </a:lnTo>
                    <a:cubicBezTo>
                      <a:pt x="165" y="142"/>
                      <a:pt x="172" y="120"/>
                      <a:pt x="187" y="104"/>
                    </a:cubicBezTo>
                    <a:cubicBezTo>
                      <a:pt x="202" y="88"/>
                      <a:pt x="225" y="80"/>
                      <a:pt x="246" y="83"/>
                    </a:cubicBezTo>
                    <a:lnTo>
                      <a:pt x="244" y="84"/>
                    </a:lnTo>
                    <a:cubicBezTo>
                      <a:pt x="242" y="58"/>
                      <a:pt x="256" y="34"/>
                      <a:pt x="277" y="23"/>
                    </a:cubicBezTo>
                    <a:cubicBezTo>
                      <a:pt x="298" y="12"/>
                      <a:pt x="322" y="15"/>
                      <a:pt x="339" y="27"/>
                    </a:cubicBezTo>
                    <a:lnTo>
                      <a:pt x="338" y="27"/>
                    </a:lnTo>
                    <a:cubicBezTo>
                      <a:pt x="347" y="18"/>
                      <a:pt x="358" y="12"/>
                      <a:pt x="368" y="8"/>
                    </a:cubicBezTo>
                    <a:cubicBezTo>
                      <a:pt x="379" y="4"/>
                      <a:pt x="390" y="2"/>
                      <a:pt x="400" y="1"/>
                    </a:cubicBezTo>
                    <a:cubicBezTo>
                      <a:pt x="420" y="-1"/>
                      <a:pt x="437" y="1"/>
                      <a:pt x="451" y="4"/>
                    </a:cubicBezTo>
                    <a:cubicBezTo>
                      <a:pt x="465" y="8"/>
                      <a:pt x="475" y="13"/>
                      <a:pt x="482" y="17"/>
                    </a:cubicBezTo>
                    <a:cubicBezTo>
                      <a:pt x="485" y="19"/>
                      <a:pt x="487" y="21"/>
                      <a:pt x="489" y="22"/>
                    </a:cubicBezTo>
                    <a:cubicBezTo>
                      <a:pt x="491" y="23"/>
                      <a:pt x="491" y="24"/>
                      <a:pt x="491" y="24"/>
                    </a:cubicBezTo>
                    <a:cubicBezTo>
                      <a:pt x="491" y="24"/>
                      <a:pt x="488" y="22"/>
                      <a:pt x="482" y="18"/>
                    </a:cubicBezTo>
                    <a:cubicBezTo>
                      <a:pt x="475" y="14"/>
                      <a:pt x="465" y="9"/>
                      <a:pt x="451" y="6"/>
                    </a:cubicBezTo>
                    <a:cubicBezTo>
                      <a:pt x="437" y="3"/>
                      <a:pt x="420" y="0"/>
                      <a:pt x="400" y="3"/>
                    </a:cubicBezTo>
                    <a:cubicBezTo>
                      <a:pt x="390" y="4"/>
                      <a:pt x="380" y="6"/>
                      <a:pt x="369" y="10"/>
                    </a:cubicBezTo>
                    <a:cubicBezTo>
                      <a:pt x="359" y="14"/>
                      <a:pt x="348" y="20"/>
                      <a:pt x="340" y="28"/>
                    </a:cubicBezTo>
                    <a:lnTo>
                      <a:pt x="339" y="29"/>
                    </a:lnTo>
                    <a:lnTo>
                      <a:pt x="338" y="29"/>
                    </a:lnTo>
                    <a:cubicBezTo>
                      <a:pt x="322" y="17"/>
                      <a:pt x="298" y="15"/>
                      <a:pt x="278" y="25"/>
                    </a:cubicBezTo>
                    <a:cubicBezTo>
                      <a:pt x="258" y="36"/>
                      <a:pt x="244" y="59"/>
                      <a:pt x="247" y="84"/>
                    </a:cubicBezTo>
                    <a:lnTo>
                      <a:pt x="247" y="85"/>
                    </a:lnTo>
                    <a:lnTo>
                      <a:pt x="245" y="85"/>
                    </a:lnTo>
                    <a:cubicBezTo>
                      <a:pt x="225" y="83"/>
                      <a:pt x="203" y="90"/>
                      <a:pt x="189" y="106"/>
                    </a:cubicBezTo>
                    <a:cubicBezTo>
                      <a:pt x="174" y="121"/>
                      <a:pt x="168" y="142"/>
                      <a:pt x="171" y="161"/>
                    </a:cubicBezTo>
                    <a:lnTo>
                      <a:pt x="171" y="163"/>
                    </a:lnTo>
                    <a:lnTo>
                      <a:pt x="169" y="163"/>
                    </a:lnTo>
                    <a:cubicBezTo>
                      <a:pt x="149" y="160"/>
                      <a:pt x="128" y="171"/>
                      <a:pt x="119" y="188"/>
                    </a:cubicBezTo>
                    <a:cubicBezTo>
                      <a:pt x="114" y="196"/>
                      <a:pt x="113" y="206"/>
                      <a:pt x="109" y="215"/>
                    </a:cubicBezTo>
                    <a:cubicBezTo>
                      <a:pt x="107" y="219"/>
                      <a:pt x="104" y="223"/>
                      <a:pt x="100" y="226"/>
                    </a:cubicBezTo>
                    <a:cubicBezTo>
                      <a:pt x="97" y="229"/>
                      <a:pt x="93" y="232"/>
                      <a:pt x="88" y="233"/>
                    </a:cubicBezTo>
                    <a:cubicBezTo>
                      <a:pt x="80" y="237"/>
                      <a:pt x="72" y="239"/>
                      <a:pt x="65" y="244"/>
                    </a:cubicBezTo>
                    <a:cubicBezTo>
                      <a:pt x="58" y="249"/>
                      <a:pt x="52" y="255"/>
                      <a:pt x="48" y="262"/>
                    </a:cubicBezTo>
                    <a:cubicBezTo>
                      <a:pt x="40" y="275"/>
                      <a:pt x="38" y="290"/>
                      <a:pt x="41" y="303"/>
                    </a:cubicBezTo>
                    <a:lnTo>
                      <a:pt x="41" y="304"/>
                    </a:lnTo>
                    <a:lnTo>
                      <a:pt x="40" y="304"/>
                    </a:lnTo>
                    <a:cubicBezTo>
                      <a:pt x="26" y="306"/>
                      <a:pt x="15" y="314"/>
                      <a:pt x="9" y="323"/>
                    </a:cubicBezTo>
                    <a:cubicBezTo>
                      <a:pt x="3" y="332"/>
                      <a:pt x="2" y="342"/>
                      <a:pt x="2" y="350"/>
                    </a:cubicBezTo>
                    <a:cubicBezTo>
                      <a:pt x="2" y="358"/>
                      <a:pt x="4" y="363"/>
                      <a:pt x="6" y="367"/>
                    </a:cubicBezTo>
                    <a:cubicBezTo>
                      <a:pt x="8" y="371"/>
                      <a:pt x="9" y="372"/>
                      <a:pt x="9" y="372"/>
                    </a:cubicBezTo>
                    <a:lnTo>
                      <a:pt x="9" y="373"/>
                    </a:lnTo>
                    <a:close/>
                  </a:path>
                </a:pathLst>
              </a:custGeom>
              <a:solidFill>
                <a:srgbClr val="455A64"/>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19" name="Google Shape;2219;p48"/>
              <p:cNvSpPr/>
              <p:nvPr/>
            </p:nvSpPr>
            <p:spPr>
              <a:xfrm>
                <a:off x="6443158" y="1045137"/>
                <a:ext cx="410810" cy="419392"/>
              </a:xfrm>
              <a:custGeom>
                <a:rect b="b" l="l" r="r" t="t"/>
                <a:pathLst>
                  <a:path extrusionOk="0" h="391" w="383">
                    <a:moveTo>
                      <a:pt x="328" y="391"/>
                    </a:moveTo>
                    <a:cubicBezTo>
                      <a:pt x="328" y="391"/>
                      <a:pt x="326" y="389"/>
                      <a:pt x="327" y="384"/>
                    </a:cubicBezTo>
                    <a:cubicBezTo>
                      <a:pt x="328" y="382"/>
                      <a:pt x="330" y="379"/>
                      <a:pt x="333" y="377"/>
                    </a:cubicBezTo>
                    <a:cubicBezTo>
                      <a:pt x="335" y="374"/>
                      <a:pt x="338" y="373"/>
                      <a:pt x="343" y="371"/>
                    </a:cubicBezTo>
                    <a:cubicBezTo>
                      <a:pt x="347" y="370"/>
                      <a:pt x="352" y="369"/>
                      <a:pt x="357" y="366"/>
                    </a:cubicBezTo>
                    <a:cubicBezTo>
                      <a:pt x="361" y="363"/>
                      <a:pt x="365" y="358"/>
                      <a:pt x="367" y="352"/>
                    </a:cubicBezTo>
                    <a:cubicBezTo>
                      <a:pt x="369" y="346"/>
                      <a:pt x="369" y="339"/>
                      <a:pt x="369" y="332"/>
                    </a:cubicBezTo>
                    <a:cubicBezTo>
                      <a:pt x="369" y="325"/>
                      <a:pt x="367" y="317"/>
                      <a:pt x="367" y="309"/>
                    </a:cubicBezTo>
                    <a:cubicBezTo>
                      <a:pt x="367" y="292"/>
                      <a:pt x="374" y="275"/>
                      <a:pt x="379" y="257"/>
                    </a:cubicBezTo>
                    <a:cubicBezTo>
                      <a:pt x="381" y="248"/>
                      <a:pt x="381" y="238"/>
                      <a:pt x="380" y="229"/>
                    </a:cubicBezTo>
                    <a:cubicBezTo>
                      <a:pt x="378" y="219"/>
                      <a:pt x="373" y="209"/>
                      <a:pt x="364" y="204"/>
                    </a:cubicBezTo>
                    <a:cubicBezTo>
                      <a:pt x="355" y="199"/>
                      <a:pt x="344" y="197"/>
                      <a:pt x="333" y="194"/>
                    </a:cubicBezTo>
                    <a:cubicBezTo>
                      <a:pt x="328" y="192"/>
                      <a:pt x="323" y="190"/>
                      <a:pt x="318" y="187"/>
                    </a:cubicBezTo>
                    <a:cubicBezTo>
                      <a:pt x="313" y="183"/>
                      <a:pt x="309" y="178"/>
                      <a:pt x="307" y="173"/>
                    </a:cubicBezTo>
                    <a:cubicBezTo>
                      <a:pt x="302" y="162"/>
                      <a:pt x="300" y="150"/>
                      <a:pt x="298" y="139"/>
                    </a:cubicBezTo>
                    <a:cubicBezTo>
                      <a:pt x="296" y="133"/>
                      <a:pt x="294" y="127"/>
                      <a:pt x="291" y="122"/>
                    </a:cubicBezTo>
                    <a:cubicBezTo>
                      <a:pt x="289" y="117"/>
                      <a:pt x="284" y="113"/>
                      <a:pt x="279" y="111"/>
                    </a:cubicBezTo>
                    <a:cubicBezTo>
                      <a:pt x="271" y="108"/>
                      <a:pt x="263" y="108"/>
                      <a:pt x="255" y="107"/>
                    </a:cubicBezTo>
                    <a:cubicBezTo>
                      <a:pt x="250" y="107"/>
                      <a:pt x="246" y="106"/>
                      <a:pt x="242" y="104"/>
                    </a:cubicBezTo>
                    <a:cubicBezTo>
                      <a:pt x="239" y="103"/>
                      <a:pt x="235" y="100"/>
                      <a:pt x="233" y="96"/>
                    </a:cubicBezTo>
                    <a:cubicBezTo>
                      <a:pt x="228" y="89"/>
                      <a:pt x="226" y="81"/>
                      <a:pt x="224" y="74"/>
                    </a:cubicBezTo>
                    <a:cubicBezTo>
                      <a:pt x="221" y="67"/>
                      <a:pt x="218" y="60"/>
                      <a:pt x="213" y="54"/>
                    </a:cubicBezTo>
                    <a:cubicBezTo>
                      <a:pt x="203" y="43"/>
                      <a:pt x="189" y="36"/>
                      <a:pt x="175" y="36"/>
                    </a:cubicBezTo>
                    <a:cubicBezTo>
                      <a:pt x="161" y="36"/>
                      <a:pt x="147" y="41"/>
                      <a:pt x="138" y="50"/>
                    </a:cubicBezTo>
                    <a:lnTo>
                      <a:pt x="137" y="51"/>
                    </a:lnTo>
                    <a:lnTo>
                      <a:pt x="136" y="49"/>
                    </a:lnTo>
                    <a:cubicBezTo>
                      <a:pt x="125" y="25"/>
                      <a:pt x="104" y="10"/>
                      <a:pt x="84" y="4"/>
                    </a:cubicBezTo>
                    <a:cubicBezTo>
                      <a:pt x="74" y="2"/>
                      <a:pt x="64" y="1"/>
                      <a:pt x="55" y="2"/>
                    </a:cubicBezTo>
                    <a:cubicBezTo>
                      <a:pt x="46" y="3"/>
                      <a:pt x="38" y="5"/>
                      <a:pt x="31" y="9"/>
                    </a:cubicBezTo>
                    <a:cubicBezTo>
                      <a:pt x="18" y="15"/>
                      <a:pt x="10" y="25"/>
                      <a:pt x="6" y="32"/>
                    </a:cubicBezTo>
                    <a:cubicBezTo>
                      <a:pt x="4" y="35"/>
                      <a:pt x="2" y="38"/>
                      <a:pt x="1" y="40"/>
                    </a:cubicBezTo>
                    <a:cubicBezTo>
                      <a:pt x="1" y="41"/>
                      <a:pt x="1" y="42"/>
                      <a:pt x="1" y="42"/>
                    </a:cubicBezTo>
                    <a:cubicBezTo>
                      <a:pt x="0" y="43"/>
                      <a:pt x="0" y="43"/>
                      <a:pt x="0" y="43"/>
                    </a:cubicBezTo>
                    <a:lnTo>
                      <a:pt x="0" y="42"/>
                    </a:lnTo>
                    <a:lnTo>
                      <a:pt x="1" y="40"/>
                    </a:lnTo>
                    <a:cubicBezTo>
                      <a:pt x="2" y="38"/>
                      <a:pt x="3" y="35"/>
                      <a:pt x="5" y="32"/>
                    </a:cubicBezTo>
                    <a:cubicBezTo>
                      <a:pt x="9" y="25"/>
                      <a:pt x="17" y="15"/>
                      <a:pt x="31" y="7"/>
                    </a:cubicBezTo>
                    <a:cubicBezTo>
                      <a:pt x="38" y="4"/>
                      <a:pt x="46" y="1"/>
                      <a:pt x="55" y="0"/>
                    </a:cubicBezTo>
                    <a:cubicBezTo>
                      <a:pt x="64" y="-1"/>
                      <a:pt x="75" y="0"/>
                      <a:pt x="85" y="3"/>
                    </a:cubicBezTo>
                    <a:cubicBezTo>
                      <a:pt x="105" y="8"/>
                      <a:pt x="127" y="24"/>
                      <a:pt x="138" y="48"/>
                    </a:cubicBezTo>
                    <a:lnTo>
                      <a:pt x="136" y="48"/>
                    </a:lnTo>
                    <a:cubicBezTo>
                      <a:pt x="146" y="39"/>
                      <a:pt x="160" y="33"/>
                      <a:pt x="175" y="34"/>
                    </a:cubicBezTo>
                    <a:cubicBezTo>
                      <a:pt x="190" y="34"/>
                      <a:pt x="205" y="41"/>
                      <a:pt x="215" y="53"/>
                    </a:cubicBezTo>
                    <a:cubicBezTo>
                      <a:pt x="220" y="58"/>
                      <a:pt x="224" y="66"/>
                      <a:pt x="226" y="73"/>
                    </a:cubicBezTo>
                    <a:cubicBezTo>
                      <a:pt x="229" y="81"/>
                      <a:pt x="231" y="88"/>
                      <a:pt x="235" y="95"/>
                    </a:cubicBezTo>
                    <a:cubicBezTo>
                      <a:pt x="239" y="101"/>
                      <a:pt x="247" y="104"/>
                      <a:pt x="255" y="105"/>
                    </a:cubicBezTo>
                    <a:cubicBezTo>
                      <a:pt x="263" y="106"/>
                      <a:pt x="272" y="105"/>
                      <a:pt x="280" y="108"/>
                    </a:cubicBezTo>
                    <a:cubicBezTo>
                      <a:pt x="286" y="111"/>
                      <a:pt x="291" y="116"/>
                      <a:pt x="294" y="121"/>
                    </a:cubicBezTo>
                    <a:cubicBezTo>
                      <a:pt x="297" y="127"/>
                      <a:pt x="299" y="132"/>
                      <a:pt x="301" y="138"/>
                    </a:cubicBezTo>
                    <a:cubicBezTo>
                      <a:pt x="303" y="150"/>
                      <a:pt x="305" y="161"/>
                      <a:pt x="310" y="172"/>
                    </a:cubicBezTo>
                    <a:cubicBezTo>
                      <a:pt x="312" y="177"/>
                      <a:pt x="315" y="181"/>
                      <a:pt x="320" y="184"/>
                    </a:cubicBezTo>
                    <a:cubicBezTo>
                      <a:pt x="324" y="188"/>
                      <a:pt x="329" y="190"/>
                      <a:pt x="335" y="191"/>
                    </a:cubicBezTo>
                    <a:cubicBezTo>
                      <a:pt x="345" y="195"/>
                      <a:pt x="356" y="196"/>
                      <a:pt x="366" y="202"/>
                    </a:cubicBezTo>
                    <a:cubicBezTo>
                      <a:pt x="370" y="205"/>
                      <a:pt x="374" y="209"/>
                      <a:pt x="377" y="213"/>
                    </a:cubicBezTo>
                    <a:cubicBezTo>
                      <a:pt x="380" y="218"/>
                      <a:pt x="381" y="223"/>
                      <a:pt x="382" y="228"/>
                    </a:cubicBezTo>
                    <a:cubicBezTo>
                      <a:pt x="384" y="238"/>
                      <a:pt x="383" y="248"/>
                      <a:pt x="381" y="258"/>
                    </a:cubicBezTo>
                    <a:cubicBezTo>
                      <a:pt x="377" y="276"/>
                      <a:pt x="370" y="293"/>
                      <a:pt x="370" y="309"/>
                    </a:cubicBezTo>
                    <a:cubicBezTo>
                      <a:pt x="370" y="317"/>
                      <a:pt x="371" y="324"/>
                      <a:pt x="371" y="332"/>
                    </a:cubicBezTo>
                    <a:cubicBezTo>
                      <a:pt x="371" y="339"/>
                      <a:pt x="371" y="346"/>
                      <a:pt x="368" y="352"/>
                    </a:cubicBezTo>
                    <a:cubicBezTo>
                      <a:pt x="366" y="358"/>
                      <a:pt x="363" y="363"/>
                      <a:pt x="358" y="367"/>
                    </a:cubicBezTo>
                    <a:cubicBezTo>
                      <a:pt x="353" y="370"/>
                      <a:pt x="348" y="371"/>
                      <a:pt x="344" y="372"/>
                    </a:cubicBezTo>
                    <a:cubicBezTo>
                      <a:pt x="340" y="374"/>
                      <a:pt x="335" y="375"/>
                      <a:pt x="333" y="377"/>
                    </a:cubicBezTo>
                    <a:cubicBezTo>
                      <a:pt x="330" y="379"/>
                      <a:pt x="329" y="382"/>
                      <a:pt x="328" y="384"/>
                    </a:cubicBezTo>
                    <a:cubicBezTo>
                      <a:pt x="326" y="389"/>
                      <a:pt x="328" y="391"/>
                      <a:pt x="328" y="391"/>
                    </a:cubicBezTo>
                    <a:close/>
                  </a:path>
                </a:pathLst>
              </a:custGeom>
              <a:solidFill>
                <a:srgbClr val="455A64"/>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20" name="Google Shape;2220;p48"/>
              <p:cNvSpPr/>
              <p:nvPr/>
            </p:nvSpPr>
            <p:spPr>
              <a:xfrm>
                <a:off x="6424924" y="977562"/>
                <a:ext cx="551322" cy="342164"/>
              </a:xfrm>
              <a:custGeom>
                <a:rect b="b" l="l" r="r" t="t"/>
                <a:pathLst>
                  <a:path extrusionOk="0" h="319" w="514">
                    <a:moveTo>
                      <a:pt x="514" y="319"/>
                    </a:moveTo>
                    <a:lnTo>
                      <a:pt x="513" y="317"/>
                    </a:lnTo>
                    <a:cubicBezTo>
                      <a:pt x="512" y="316"/>
                      <a:pt x="512" y="315"/>
                      <a:pt x="511" y="313"/>
                    </a:cubicBezTo>
                    <a:cubicBezTo>
                      <a:pt x="509" y="308"/>
                      <a:pt x="505" y="302"/>
                      <a:pt x="502" y="294"/>
                    </a:cubicBezTo>
                    <a:cubicBezTo>
                      <a:pt x="498" y="285"/>
                      <a:pt x="493" y="275"/>
                      <a:pt x="487" y="264"/>
                    </a:cubicBezTo>
                    <a:cubicBezTo>
                      <a:pt x="481" y="253"/>
                      <a:pt x="472" y="241"/>
                      <a:pt x="458" y="233"/>
                    </a:cubicBezTo>
                    <a:cubicBezTo>
                      <a:pt x="451" y="229"/>
                      <a:pt x="443" y="226"/>
                      <a:pt x="434" y="223"/>
                    </a:cubicBezTo>
                    <a:cubicBezTo>
                      <a:pt x="430" y="221"/>
                      <a:pt x="426" y="219"/>
                      <a:pt x="423" y="216"/>
                    </a:cubicBezTo>
                    <a:cubicBezTo>
                      <a:pt x="419" y="213"/>
                      <a:pt x="416" y="209"/>
                      <a:pt x="414" y="204"/>
                    </a:cubicBezTo>
                    <a:cubicBezTo>
                      <a:pt x="409" y="195"/>
                      <a:pt x="409" y="185"/>
                      <a:pt x="406" y="176"/>
                    </a:cubicBezTo>
                    <a:cubicBezTo>
                      <a:pt x="404" y="171"/>
                      <a:pt x="402" y="167"/>
                      <a:pt x="398" y="164"/>
                    </a:cubicBezTo>
                    <a:cubicBezTo>
                      <a:pt x="394" y="161"/>
                      <a:pt x="389" y="159"/>
                      <a:pt x="384" y="157"/>
                    </a:cubicBezTo>
                    <a:cubicBezTo>
                      <a:pt x="379" y="156"/>
                      <a:pt x="373" y="154"/>
                      <a:pt x="368" y="152"/>
                    </a:cubicBezTo>
                    <a:cubicBezTo>
                      <a:pt x="363" y="149"/>
                      <a:pt x="359" y="144"/>
                      <a:pt x="356" y="139"/>
                    </a:cubicBezTo>
                    <a:cubicBezTo>
                      <a:pt x="351" y="129"/>
                      <a:pt x="351" y="117"/>
                      <a:pt x="349" y="105"/>
                    </a:cubicBezTo>
                    <a:cubicBezTo>
                      <a:pt x="348" y="100"/>
                      <a:pt x="346" y="94"/>
                      <a:pt x="343" y="89"/>
                    </a:cubicBezTo>
                    <a:cubicBezTo>
                      <a:pt x="340" y="85"/>
                      <a:pt x="335" y="82"/>
                      <a:pt x="329" y="80"/>
                    </a:cubicBezTo>
                    <a:cubicBezTo>
                      <a:pt x="318" y="78"/>
                      <a:pt x="306" y="82"/>
                      <a:pt x="293" y="80"/>
                    </a:cubicBezTo>
                    <a:cubicBezTo>
                      <a:pt x="287" y="79"/>
                      <a:pt x="281" y="76"/>
                      <a:pt x="276" y="71"/>
                    </a:cubicBezTo>
                    <a:cubicBezTo>
                      <a:pt x="272" y="67"/>
                      <a:pt x="268" y="61"/>
                      <a:pt x="265" y="56"/>
                    </a:cubicBezTo>
                    <a:cubicBezTo>
                      <a:pt x="262" y="51"/>
                      <a:pt x="259" y="46"/>
                      <a:pt x="256" y="41"/>
                    </a:cubicBezTo>
                    <a:cubicBezTo>
                      <a:pt x="252" y="36"/>
                      <a:pt x="248" y="33"/>
                      <a:pt x="243" y="30"/>
                    </a:cubicBezTo>
                    <a:cubicBezTo>
                      <a:pt x="233" y="25"/>
                      <a:pt x="221" y="28"/>
                      <a:pt x="210" y="31"/>
                    </a:cubicBezTo>
                    <a:cubicBezTo>
                      <a:pt x="199" y="33"/>
                      <a:pt x="188" y="36"/>
                      <a:pt x="177" y="33"/>
                    </a:cubicBezTo>
                    <a:cubicBezTo>
                      <a:pt x="166" y="31"/>
                      <a:pt x="157" y="26"/>
                      <a:pt x="148" y="20"/>
                    </a:cubicBezTo>
                    <a:cubicBezTo>
                      <a:pt x="139" y="15"/>
                      <a:pt x="131" y="9"/>
                      <a:pt x="122" y="6"/>
                    </a:cubicBezTo>
                    <a:cubicBezTo>
                      <a:pt x="105" y="0"/>
                      <a:pt x="86" y="1"/>
                      <a:pt x="71" y="4"/>
                    </a:cubicBezTo>
                    <a:cubicBezTo>
                      <a:pt x="55" y="8"/>
                      <a:pt x="42" y="16"/>
                      <a:pt x="32" y="24"/>
                    </a:cubicBezTo>
                    <a:cubicBezTo>
                      <a:pt x="23" y="32"/>
                      <a:pt x="16" y="42"/>
                      <a:pt x="11" y="49"/>
                    </a:cubicBezTo>
                    <a:cubicBezTo>
                      <a:pt x="7" y="57"/>
                      <a:pt x="4" y="63"/>
                      <a:pt x="2" y="68"/>
                    </a:cubicBezTo>
                    <a:cubicBezTo>
                      <a:pt x="1" y="70"/>
                      <a:pt x="1" y="72"/>
                      <a:pt x="0" y="73"/>
                    </a:cubicBezTo>
                    <a:cubicBezTo>
                      <a:pt x="0" y="74"/>
                      <a:pt x="0" y="75"/>
                      <a:pt x="0" y="75"/>
                    </a:cubicBezTo>
                    <a:cubicBezTo>
                      <a:pt x="0" y="75"/>
                      <a:pt x="0" y="74"/>
                      <a:pt x="0" y="73"/>
                    </a:cubicBezTo>
                    <a:cubicBezTo>
                      <a:pt x="1" y="72"/>
                      <a:pt x="1" y="70"/>
                      <a:pt x="2" y="68"/>
                    </a:cubicBezTo>
                    <a:cubicBezTo>
                      <a:pt x="3" y="63"/>
                      <a:pt x="6" y="57"/>
                      <a:pt x="11" y="49"/>
                    </a:cubicBezTo>
                    <a:cubicBezTo>
                      <a:pt x="15" y="41"/>
                      <a:pt x="22" y="32"/>
                      <a:pt x="32" y="23"/>
                    </a:cubicBezTo>
                    <a:cubicBezTo>
                      <a:pt x="41" y="15"/>
                      <a:pt x="54" y="7"/>
                      <a:pt x="70" y="3"/>
                    </a:cubicBezTo>
                    <a:cubicBezTo>
                      <a:pt x="86" y="-1"/>
                      <a:pt x="105" y="-2"/>
                      <a:pt x="123" y="4"/>
                    </a:cubicBezTo>
                    <a:cubicBezTo>
                      <a:pt x="132" y="7"/>
                      <a:pt x="140" y="13"/>
                      <a:pt x="149" y="18"/>
                    </a:cubicBezTo>
                    <a:cubicBezTo>
                      <a:pt x="157" y="24"/>
                      <a:pt x="167" y="29"/>
                      <a:pt x="177" y="31"/>
                    </a:cubicBezTo>
                    <a:cubicBezTo>
                      <a:pt x="188" y="33"/>
                      <a:pt x="199" y="31"/>
                      <a:pt x="209" y="28"/>
                    </a:cubicBezTo>
                    <a:cubicBezTo>
                      <a:pt x="215" y="27"/>
                      <a:pt x="220" y="26"/>
                      <a:pt x="226" y="25"/>
                    </a:cubicBezTo>
                    <a:cubicBezTo>
                      <a:pt x="232" y="25"/>
                      <a:pt x="238" y="26"/>
                      <a:pt x="244" y="28"/>
                    </a:cubicBezTo>
                    <a:cubicBezTo>
                      <a:pt x="250" y="31"/>
                      <a:pt x="254" y="35"/>
                      <a:pt x="258" y="40"/>
                    </a:cubicBezTo>
                    <a:cubicBezTo>
                      <a:pt x="261" y="44"/>
                      <a:pt x="264" y="50"/>
                      <a:pt x="267" y="55"/>
                    </a:cubicBezTo>
                    <a:cubicBezTo>
                      <a:pt x="271" y="60"/>
                      <a:pt x="274" y="65"/>
                      <a:pt x="278" y="69"/>
                    </a:cubicBezTo>
                    <a:cubicBezTo>
                      <a:pt x="282" y="74"/>
                      <a:pt x="288" y="76"/>
                      <a:pt x="293" y="77"/>
                    </a:cubicBezTo>
                    <a:cubicBezTo>
                      <a:pt x="305" y="79"/>
                      <a:pt x="317" y="75"/>
                      <a:pt x="330" y="78"/>
                    </a:cubicBezTo>
                    <a:cubicBezTo>
                      <a:pt x="336" y="79"/>
                      <a:pt x="342" y="83"/>
                      <a:pt x="345" y="88"/>
                    </a:cubicBezTo>
                    <a:cubicBezTo>
                      <a:pt x="349" y="93"/>
                      <a:pt x="350" y="99"/>
                      <a:pt x="352" y="105"/>
                    </a:cubicBezTo>
                    <a:cubicBezTo>
                      <a:pt x="354" y="117"/>
                      <a:pt x="354" y="128"/>
                      <a:pt x="359" y="138"/>
                    </a:cubicBezTo>
                    <a:cubicBezTo>
                      <a:pt x="361" y="143"/>
                      <a:pt x="365" y="147"/>
                      <a:pt x="369" y="149"/>
                    </a:cubicBezTo>
                    <a:cubicBezTo>
                      <a:pt x="374" y="152"/>
                      <a:pt x="379" y="153"/>
                      <a:pt x="384" y="155"/>
                    </a:cubicBezTo>
                    <a:cubicBezTo>
                      <a:pt x="390" y="157"/>
                      <a:pt x="395" y="159"/>
                      <a:pt x="399" y="162"/>
                    </a:cubicBezTo>
                    <a:cubicBezTo>
                      <a:pt x="404" y="165"/>
                      <a:pt x="407" y="170"/>
                      <a:pt x="408" y="175"/>
                    </a:cubicBezTo>
                    <a:cubicBezTo>
                      <a:pt x="412" y="185"/>
                      <a:pt x="412" y="195"/>
                      <a:pt x="416" y="204"/>
                    </a:cubicBezTo>
                    <a:cubicBezTo>
                      <a:pt x="419" y="212"/>
                      <a:pt x="427" y="217"/>
                      <a:pt x="435" y="221"/>
                    </a:cubicBezTo>
                    <a:cubicBezTo>
                      <a:pt x="443" y="225"/>
                      <a:pt x="451" y="227"/>
                      <a:pt x="459" y="231"/>
                    </a:cubicBezTo>
                    <a:cubicBezTo>
                      <a:pt x="473" y="239"/>
                      <a:pt x="482" y="252"/>
                      <a:pt x="488" y="263"/>
                    </a:cubicBezTo>
                    <a:cubicBezTo>
                      <a:pt x="495" y="275"/>
                      <a:pt x="499" y="285"/>
                      <a:pt x="503" y="293"/>
                    </a:cubicBezTo>
                    <a:cubicBezTo>
                      <a:pt x="506" y="301"/>
                      <a:pt x="509" y="308"/>
                      <a:pt x="511" y="312"/>
                    </a:cubicBezTo>
                    <a:cubicBezTo>
                      <a:pt x="512" y="314"/>
                      <a:pt x="513" y="316"/>
                      <a:pt x="513" y="317"/>
                    </a:cubicBezTo>
                    <a:cubicBezTo>
                      <a:pt x="514" y="318"/>
                      <a:pt x="514" y="319"/>
                      <a:pt x="514" y="319"/>
                    </a:cubicBezTo>
                    <a:close/>
                  </a:path>
                </a:pathLst>
              </a:custGeom>
              <a:solidFill>
                <a:srgbClr val="455A64"/>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21" name="Google Shape;2221;p48"/>
              <p:cNvSpPr/>
              <p:nvPr/>
            </p:nvSpPr>
            <p:spPr>
              <a:xfrm>
                <a:off x="6686641" y="1222119"/>
                <a:ext cx="228466" cy="512710"/>
              </a:xfrm>
              <a:custGeom>
                <a:rect b="b" l="l" r="r" t="t"/>
                <a:pathLst>
                  <a:path extrusionOk="0" h="478" w="213">
                    <a:moveTo>
                      <a:pt x="177" y="0"/>
                    </a:moveTo>
                    <a:cubicBezTo>
                      <a:pt x="177" y="0"/>
                      <a:pt x="178" y="0"/>
                      <a:pt x="179" y="0"/>
                    </a:cubicBezTo>
                    <a:cubicBezTo>
                      <a:pt x="180" y="0"/>
                      <a:pt x="182" y="0"/>
                      <a:pt x="183" y="1"/>
                    </a:cubicBezTo>
                    <a:cubicBezTo>
                      <a:pt x="187" y="3"/>
                      <a:pt x="192" y="8"/>
                      <a:pt x="192" y="16"/>
                    </a:cubicBezTo>
                    <a:cubicBezTo>
                      <a:pt x="192" y="20"/>
                      <a:pt x="191" y="25"/>
                      <a:pt x="190" y="29"/>
                    </a:cubicBezTo>
                    <a:cubicBezTo>
                      <a:pt x="189" y="34"/>
                      <a:pt x="188" y="39"/>
                      <a:pt x="188" y="44"/>
                    </a:cubicBezTo>
                    <a:cubicBezTo>
                      <a:pt x="188" y="50"/>
                      <a:pt x="191" y="55"/>
                      <a:pt x="194" y="60"/>
                    </a:cubicBezTo>
                    <a:cubicBezTo>
                      <a:pt x="197" y="66"/>
                      <a:pt x="202" y="71"/>
                      <a:pt x="205" y="77"/>
                    </a:cubicBezTo>
                    <a:cubicBezTo>
                      <a:pt x="209" y="83"/>
                      <a:pt x="211" y="91"/>
                      <a:pt x="207" y="99"/>
                    </a:cubicBezTo>
                    <a:cubicBezTo>
                      <a:pt x="205" y="106"/>
                      <a:pt x="199" y="113"/>
                      <a:pt x="197" y="120"/>
                    </a:cubicBezTo>
                    <a:cubicBezTo>
                      <a:pt x="194" y="128"/>
                      <a:pt x="195" y="136"/>
                      <a:pt x="199" y="144"/>
                    </a:cubicBezTo>
                    <a:cubicBezTo>
                      <a:pt x="202" y="152"/>
                      <a:pt x="207" y="160"/>
                      <a:pt x="211" y="169"/>
                    </a:cubicBezTo>
                    <a:cubicBezTo>
                      <a:pt x="212" y="173"/>
                      <a:pt x="213" y="178"/>
                      <a:pt x="213" y="183"/>
                    </a:cubicBezTo>
                    <a:cubicBezTo>
                      <a:pt x="213" y="188"/>
                      <a:pt x="212" y="192"/>
                      <a:pt x="210" y="197"/>
                    </a:cubicBezTo>
                    <a:cubicBezTo>
                      <a:pt x="206" y="206"/>
                      <a:pt x="199" y="214"/>
                      <a:pt x="194" y="222"/>
                    </a:cubicBezTo>
                    <a:cubicBezTo>
                      <a:pt x="188" y="230"/>
                      <a:pt x="183" y="239"/>
                      <a:pt x="184" y="249"/>
                    </a:cubicBezTo>
                    <a:cubicBezTo>
                      <a:pt x="185" y="259"/>
                      <a:pt x="191" y="269"/>
                      <a:pt x="195" y="279"/>
                    </a:cubicBezTo>
                    <a:cubicBezTo>
                      <a:pt x="197" y="284"/>
                      <a:pt x="198" y="290"/>
                      <a:pt x="198" y="295"/>
                    </a:cubicBezTo>
                    <a:cubicBezTo>
                      <a:pt x="198" y="301"/>
                      <a:pt x="197" y="306"/>
                      <a:pt x="194" y="310"/>
                    </a:cubicBezTo>
                    <a:cubicBezTo>
                      <a:pt x="189" y="320"/>
                      <a:pt x="182" y="327"/>
                      <a:pt x="175" y="335"/>
                    </a:cubicBezTo>
                    <a:cubicBezTo>
                      <a:pt x="169" y="343"/>
                      <a:pt x="163" y="351"/>
                      <a:pt x="160" y="360"/>
                    </a:cubicBezTo>
                    <a:cubicBezTo>
                      <a:pt x="157" y="369"/>
                      <a:pt x="155" y="378"/>
                      <a:pt x="151" y="387"/>
                    </a:cubicBezTo>
                    <a:cubicBezTo>
                      <a:pt x="149" y="391"/>
                      <a:pt x="146" y="395"/>
                      <a:pt x="142" y="398"/>
                    </a:cubicBezTo>
                    <a:cubicBezTo>
                      <a:pt x="138" y="401"/>
                      <a:pt x="134" y="402"/>
                      <a:pt x="130" y="404"/>
                    </a:cubicBezTo>
                    <a:cubicBezTo>
                      <a:pt x="126" y="405"/>
                      <a:pt x="122" y="406"/>
                      <a:pt x="118" y="408"/>
                    </a:cubicBezTo>
                    <a:cubicBezTo>
                      <a:pt x="114" y="410"/>
                      <a:pt x="111" y="412"/>
                      <a:pt x="108" y="415"/>
                    </a:cubicBezTo>
                    <a:cubicBezTo>
                      <a:pt x="102" y="421"/>
                      <a:pt x="98" y="427"/>
                      <a:pt x="93" y="434"/>
                    </a:cubicBezTo>
                    <a:cubicBezTo>
                      <a:pt x="89" y="440"/>
                      <a:pt x="86" y="447"/>
                      <a:pt x="82" y="452"/>
                    </a:cubicBezTo>
                    <a:cubicBezTo>
                      <a:pt x="73" y="464"/>
                      <a:pt x="62" y="471"/>
                      <a:pt x="51" y="475"/>
                    </a:cubicBezTo>
                    <a:cubicBezTo>
                      <a:pt x="40" y="478"/>
                      <a:pt x="30" y="478"/>
                      <a:pt x="23" y="477"/>
                    </a:cubicBezTo>
                    <a:cubicBezTo>
                      <a:pt x="15" y="476"/>
                      <a:pt x="9" y="474"/>
                      <a:pt x="5" y="472"/>
                    </a:cubicBezTo>
                    <a:cubicBezTo>
                      <a:pt x="2" y="470"/>
                      <a:pt x="0" y="469"/>
                      <a:pt x="0" y="469"/>
                    </a:cubicBezTo>
                    <a:cubicBezTo>
                      <a:pt x="0" y="468"/>
                      <a:pt x="7" y="474"/>
                      <a:pt x="23" y="476"/>
                    </a:cubicBezTo>
                    <a:cubicBezTo>
                      <a:pt x="30" y="477"/>
                      <a:pt x="40" y="477"/>
                      <a:pt x="51" y="473"/>
                    </a:cubicBezTo>
                    <a:cubicBezTo>
                      <a:pt x="61" y="470"/>
                      <a:pt x="72" y="463"/>
                      <a:pt x="80" y="451"/>
                    </a:cubicBezTo>
                    <a:cubicBezTo>
                      <a:pt x="84" y="445"/>
                      <a:pt x="88" y="439"/>
                      <a:pt x="92" y="433"/>
                    </a:cubicBezTo>
                    <a:cubicBezTo>
                      <a:pt x="96" y="426"/>
                      <a:pt x="100" y="419"/>
                      <a:pt x="106" y="413"/>
                    </a:cubicBezTo>
                    <a:cubicBezTo>
                      <a:pt x="109" y="411"/>
                      <a:pt x="113" y="408"/>
                      <a:pt x="117" y="406"/>
                    </a:cubicBezTo>
                    <a:cubicBezTo>
                      <a:pt x="121" y="404"/>
                      <a:pt x="125" y="404"/>
                      <a:pt x="129" y="402"/>
                    </a:cubicBezTo>
                    <a:cubicBezTo>
                      <a:pt x="133" y="401"/>
                      <a:pt x="137" y="399"/>
                      <a:pt x="141" y="396"/>
                    </a:cubicBezTo>
                    <a:cubicBezTo>
                      <a:pt x="144" y="393"/>
                      <a:pt x="147" y="390"/>
                      <a:pt x="149" y="386"/>
                    </a:cubicBezTo>
                    <a:cubicBezTo>
                      <a:pt x="153" y="378"/>
                      <a:pt x="155" y="368"/>
                      <a:pt x="158" y="359"/>
                    </a:cubicBezTo>
                    <a:cubicBezTo>
                      <a:pt x="161" y="349"/>
                      <a:pt x="167" y="341"/>
                      <a:pt x="173" y="333"/>
                    </a:cubicBezTo>
                    <a:cubicBezTo>
                      <a:pt x="180" y="326"/>
                      <a:pt x="187" y="318"/>
                      <a:pt x="192" y="309"/>
                    </a:cubicBezTo>
                    <a:cubicBezTo>
                      <a:pt x="194" y="305"/>
                      <a:pt x="195" y="300"/>
                      <a:pt x="196" y="295"/>
                    </a:cubicBezTo>
                    <a:cubicBezTo>
                      <a:pt x="196" y="290"/>
                      <a:pt x="194" y="285"/>
                      <a:pt x="192" y="280"/>
                    </a:cubicBezTo>
                    <a:cubicBezTo>
                      <a:pt x="189" y="270"/>
                      <a:pt x="183" y="260"/>
                      <a:pt x="182" y="250"/>
                    </a:cubicBezTo>
                    <a:cubicBezTo>
                      <a:pt x="181" y="244"/>
                      <a:pt x="182" y="239"/>
                      <a:pt x="184" y="234"/>
                    </a:cubicBezTo>
                    <a:cubicBezTo>
                      <a:pt x="186" y="229"/>
                      <a:pt x="189" y="224"/>
                      <a:pt x="192" y="220"/>
                    </a:cubicBezTo>
                    <a:cubicBezTo>
                      <a:pt x="197" y="212"/>
                      <a:pt x="204" y="204"/>
                      <a:pt x="208" y="196"/>
                    </a:cubicBezTo>
                    <a:cubicBezTo>
                      <a:pt x="210" y="191"/>
                      <a:pt x="211" y="187"/>
                      <a:pt x="211" y="182"/>
                    </a:cubicBezTo>
                    <a:cubicBezTo>
                      <a:pt x="211" y="178"/>
                      <a:pt x="210" y="173"/>
                      <a:pt x="208" y="169"/>
                    </a:cubicBezTo>
                    <a:cubicBezTo>
                      <a:pt x="205" y="161"/>
                      <a:pt x="200" y="153"/>
                      <a:pt x="197" y="145"/>
                    </a:cubicBezTo>
                    <a:cubicBezTo>
                      <a:pt x="193" y="137"/>
                      <a:pt x="192" y="127"/>
                      <a:pt x="195" y="119"/>
                    </a:cubicBezTo>
                    <a:cubicBezTo>
                      <a:pt x="198" y="111"/>
                      <a:pt x="203" y="105"/>
                      <a:pt x="206" y="98"/>
                    </a:cubicBezTo>
                    <a:cubicBezTo>
                      <a:pt x="208" y="91"/>
                      <a:pt x="207" y="83"/>
                      <a:pt x="204" y="77"/>
                    </a:cubicBezTo>
                    <a:cubicBezTo>
                      <a:pt x="200" y="71"/>
                      <a:pt x="196" y="67"/>
                      <a:pt x="193" y="61"/>
                    </a:cubicBezTo>
                    <a:cubicBezTo>
                      <a:pt x="189" y="56"/>
                      <a:pt x="187" y="50"/>
                      <a:pt x="186" y="44"/>
                    </a:cubicBezTo>
                    <a:cubicBezTo>
                      <a:pt x="186" y="38"/>
                      <a:pt x="188" y="33"/>
                      <a:pt x="189" y="28"/>
                    </a:cubicBezTo>
                    <a:cubicBezTo>
                      <a:pt x="190" y="24"/>
                      <a:pt x="191" y="20"/>
                      <a:pt x="191" y="16"/>
                    </a:cubicBezTo>
                    <a:cubicBezTo>
                      <a:pt x="191" y="8"/>
                      <a:pt x="187" y="3"/>
                      <a:pt x="183" y="1"/>
                    </a:cubicBezTo>
                    <a:cubicBezTo>
                      <a:pt x="179" y="-1"/>
                      <a:pt x="177" y="0"/>
                      <a:pt x="177" y="0"/>
                    </a:cubicBezTo>
                    <a:close/>
                  </a:path>
                </a:pathLst>
              </a:custGeom>
              <a:solidFill>
                <a:srgbClr val="455A64"/>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22" name="Google Shape;2222;p48"/>
              <p:cNvSpPr/>
              <p:nvPr/>
            </p:nvSpPr>
            <p:spPr>
              <a:xfrm>
                <a:off x="6510733" y="1518161"/>
                <a:ext cx="90099" cy="76156"/>
              </a:xfrm>
              <a:custGeom>
                <a:rect b="b" l="l" r="r" t="t"/>
                <a:pathLst>
                  <a:path extrusionOk="0" h="71" w="84">
                    <a:moveTo>
                      <a:pt x="9" y="6"/>
                    </a:moveTo>
                    <a:cubicBezTo>
                      <a:pt x="11" y="1"/>
                      <a:pt x="18" y="-2"/>
                      <a:pt x="24" y="0"/>
                    </a:cubicBezTo>
                    <a:cubicBezTo>
                      <a:pt x="42" y="7"/>
                      <a:pt x="60" y="13"/>
                      <a:pt x="78" y="20"/>
                    </a:cubicBezTo>
                    <a:lnTo>
                      <a:pt x="84" y="22"/>
                    </a:lnTo>
                    <a:cubicBezTo>
                      <a:pt x="82" y="32"/>
                      <a:pt x="77" y="46"/>
                      <a:pt x="72" y="54"/>
                    </a:cubicBezTo>
                    <a:cubicBezTo>
                      <a:pt x="67" y="62"/>
                      <a:pt x="58" y="70"/>
                      <a:pt x="49" y="71"/>
                    </a:cubicBezTo>
                    <a:cubicBezTo>
                      <a:pt x="41" y="72"/>
                      <a:pt x="32" y="69"/>
                      <a:pt x="26" y="65"/>
                    </a:cubicBezTo>
                    <a:cubicBezTo>
                      <a:pt x="14" y="58"/>
                      <a:pt x="4" y="50"/>
                      <a:pt x="1" y="37"/>
                    </a:cubicBezTo>
                    <a:cubicBezTo>
                      <a:pt x="0" y="28"/>
                      <a:pt x="5" y="15"/>
                      <a:pt x="9" y="6"/>
                    </a:cubicBezTo>
                    <a:close/>
                  </a:path>
                </a:pathLst>
              </a:custGeom>
              <a:solidFill>
                <a:srgbClr val="6F4439"/>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23" name="Google Shape;2223;p48"/>
              <p:cNvSpPr/>
              <p:nvPr/>
            </p:nvSpPr>
            <p:spPr>
              <a:xfrm>
                <a:off x="6163207" y="1516016"/>
                <a:ext cx="146948" cy="139440"/>
              </a:xfrm>
              <a:custGeom>
                <a:rect b="b" l="l" r="r" t="t"/>
                <a:pathLst>
                  <a:path extrusionOk="0" h="130" w="137">
                    <a:moveTo>
                      <a:pt x="36" y="7"/>
                    </a:moveTo>
                    <a:cubicBezTo>
                      <a:pt x="36" y="7"/>
                      <a:pt x="31" y="9"/>
                      <a:pt x="23" y="15"/>
                    </a:cubicBezTo>
                    <a:cubicBezTo>
                      <a:pt x="16" y="21"/>
                      <a:pt x="5" y="32"/>
                      <a:pt x="2" y="50"/>
                    </a:cubicBezTo>
                    <a:cubicBezTo>
                      <a:pt x="0" y="58"/>
                      <a:pt x="0" y="68"/>
                      <a:pt x="3" y="78"/>
                    </a:cubicBezTo>
                    <a:cubicBezTo>
                      <a:pt x="5" y="88"/>
                      <a:pt x="11" y="98"/>
                      <a:pt x="19" y="107"/>
                    </a:cubicBezTo>
                    <a:cubicBezTo>
                      <a:pt x="26" y="116"/>
                      <a:pt x="37" y="123"/>
                      <a:pt x="49" y="127"/>
                    </a:cubicBezTo>
                    <a:cubicBezTo>
                      <a:pt x="61" y="131"/>
                      <a:pt x="75" y="131"/>
                      <a:pt x="88" y="128"/>
                    </a:cubicBezTo>
                    <a:cubicBezTo>
                      <a:pt x="101" y="124"/>
                      <a:pt x="112" y="117"/>
                      <a:pt x="121" y="107"/>
                    </a:cubicBezTo>
                    <a:cubicBezTo>
                      <a:pt x="130" y="98"/>
                      <a:pt x="135" y="86"/>
                      <a:pt x="137" y="75"/>
                    </a:cubicBezTo>
                    <a:cubicBezTo>
                      <a:pt x="140" y="52"/>
                      <a:pt x="132" y="30"/>
                      <a:pt x="120" y="18"/>
                    </a:cubicBezTo>
                    <a:cubicBezTo>
                      <a:pt x="113" y="11"/>
                      <a:pt x="106" y="8"/>
                      <a:pt x="100" y="5"/>
                    </a:cubicBezTo>
                    <a:cubicBezTo>
                      <a:pt x="93" y="2"/>
                      <a:pt x="87" y="1"/>
                      <a:pt x="83" y="0"/>
                    </a:cubicBezTo>
                    <a:cubicBezTo>
                      <a:pt x="78" y="0"/>
                      <a:pt x="73" y="1"/>
                      <a:pt x="71" y="1"/>
                    </a:cubicBezTo>
                    <a:cubicBezTo>
                      <a:pt x="68" y="2"/>
                      <a:pt x="68" y="2"/>
                      <a:pt x="68" y="2"/>
                    </a:cubicBezTo>
                    <a:cubicBezTo>
                      <a:pt x="68" y="2"/>
                      <a:pt x="73" y="0"/>
                      <a:pt x="82" y="2"/>
                    </a:cubicBezTo>
                    <a:cubicBezTo>
                      <a:pt x="87" y="2"/>
                      <a:pt x="93" y="4"/>
                      <a:pt x="99" y="7"/>
                    </a:cubicBezTo>
                    <a:cubicBezTo>
                      <a:pt x="105" y="9"/>
                      <a:pt x="112" y="13"/>
                      <a:pt x="118" y="19"/>
                    </a:cubicBezTo>
                    <a:cubicBezTo>
                      <a:pt x="129" y="31"/>
                      <a:pt x="137" y="52"/>
                      <a:pt x="134" y="74"/>
                    </a:cubicBezTo>
                    <a:cubicBezTo>
                      <a:pt x="132" y="85"/>
                      <a:pt x="127" y="96"/>
                      <a:pt x="119" y="105"/>
                    </a:cubicBezTo>
                    <a:cubicBezTo>
                      <a:pt x="110" y="114"/>
                      <a:pt x="99" y="122"/>
                      <a:pt x="87" y="125"/>
                    </a:cubicBezTo>
                    <a:cubicBezTo>
                      <a:pt x="74" y="129"/>
                      <a:pt x="61" y="128"/>
                      <a:pt x="50" y="124"/>
                    </a:cubicBezTo>
                    <a:cubicBezTo>
                      <a:pt x="38" y="120"/>
                      <a:pt x="28" y="113"/>
                      <a:pt x="21" y="105"/>
                    </a:cubicBezTo>
                    <a:cubicBezTo>
                      <a:pt x="13" y="97"/>
                      <a:pt x="8" y="87"/>
                      <a:pt x="5" y="78"/>
                    </a:cubicBezTo>
                    <a:cubicBezTo>
                      <a:pt x="3" y="68"/>
                      <a:pt x="3" y="58"/>
                      <a:pt x="4" y="50"/>
                    </a:cubicBezTo>
                    <a:cubicBezTo>
                      <a:pt x="7" y="33"/>
                      <a:pt x="17" y="22"/>
                      <a:pt x="24" y="16"/>
                    </a:cubicBezTo>
                    <a:cubicBezTo>
                      <a:pt x="31" y="10"/>
                      <a:pt x="36" y="8"/>
                      <a:pt x="36" y="7"/>
                    </a:cubicBezTo>
                    <a:close/>
                  </a:path>
                </a:pathLst>
              </a:custGeom>
              <a:solidFill>
                <a:srgbClr val="E0E0E0"/>
              </a:solidFill>
              <a:ln>
                <a:noFill/>
              </a:ln>
            </p:spPr>
            <p:txBody>
              <a:bodyPr anchorCtr="1" anchor="ctr" bIns="1800" lIns="90000" spcFirstLastPara="1" rIns="90000" wrap="square" tIns="1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24" name="Google Shape;2224;p48"/>
              <p:cNvSpPr/>
              <p:nvPr/>
            </p:nvSpPr>
            <p:spPr>
              <a:xfrm>
                <a:off x="6454957" y="1386229"/>
                <a:ext cx="40759" cy="38614"/>
              </a:xfrm>
              <a:custGeom>
                <a:rect b="b" l="l" r="r" t="t"/>
                <a:pathLst>
                  <a:path extrusionOk="0" h="36" w="38">
                    <a:moveTo>
                      <a:pt x="38" y="16"/>
                    </a:moveTo>
                    <a:cubicBezTo>
                      <a:pt x="39" y="26"/>
                      <a:pt x="31" y="35"/>
                      <a:pt x="21" y="36"/>
                    </a:cubicBezTo>
                    <a:cubicBezTo>
                      <a:pt x="11" y="37"/>
                      <a:pt x="2" y="30"/>
                      <a:pt x="1" y="20"/>
                    </a:cubicBezTo>
                    <a:cubicBezTo>
                      <a:pt x="0" y="10"/>
                      <a:pt x="8" y="1"/>
                      <a:pt x="18" y="0"/>
                    </a:cubicBezTo>
                    <a:cubicBezTo>
                      <a:pt x="29" y="-1"/>
                      <a:pt x="38" y="6"/>
                      <a:pt x="38" y="16"/>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225" name="Google Shape;2225;p48"/>
              <p:cNvSpPr/>
              <p:nvPr/>
            </p:nvSpPr>
            <p:spPr>
              <a:xfrm>
                <a:off x="6644809" y="1386229"/>
                <a:ext cx="39687" cy="38614"/>
              </a:xfrm>
              <a:custGeom>
                <a:rect b="b" l="l" r="r" t="t"/>
                <a:pathLst>
                  <a:path extrusionOk="0" h="36" w="37">
                    <a:moveTo>
                      <a:pt x="37" y="16"/>
                    </a:moveTo>
                    <a:cubicBezTo>
                      <a:pt x="38" y="26"/>
                      <a:pt x="30" y="35"/>
                      <a:pt x="20" y="36"/>
                    </a:cubicBezTo>
                    <a:cubicBezTo>
                      <a:pt x="9" y="37"/>
                      <a:pt x="0" y="30"/>
                      <a:pt x="0" y="20"/>
                    </a:cubicBezTo>
                    <a:cubicBezTo>
                      <a:pt x="-1" y="10"/>
                      <a:pt x="7" y="1"/>
                      <a:pt x="17" y="0"/>
                    </a:cubicBezTo>
                    <a:cubicBezTo>
                      <a:pt x="27" y="-1"/>
                      <a:pt x="36" y="6"/>
                      <a:pt x="37" y="16"/>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226" name="Google Shape;2226;p48"/>
              <p:cNvSpPr/>
              <p:nvPr/>
            </p:nvSpPr>
            <p:spPr>
              <a:xfrm>
                <a:off x="6624429" y="1304710"/>
                <a:ext cx="74010" cy="26815"/>
              </a:xfrm>
              <a:custGeom>
                <a:rect b="b" l="l" r="r" t="t"/>
                <a:pathLst>
                  <a:path extrusionOk="0" h="25" w="69">
                    <a:moveTo>
                      <a:pt x="69" y="18"/>
                    </a:moveTo>
                    <a:cubicBezTo>
                      <a:pt x="67" y="21"/>
                      <a:pt x="53" y="11"/>
                      <a:pt x="34" y="13"/>
                    </a:cubicBezTo>
                    <a:cubicBezTo>
                      <a:pt x="16" y="15"/>
                      <a:pt x="3" y="27"/>
                      <a:pt x="1" y="25"/>
                    </a:cubicBezTo>
                    <a:cubicBezTo>
                      <a:pt x="0" y="24"/>
                      <a:pt x="1" y="19"/>
                      <a:pt x="7" y="13"/>
                    </a:cubicBezTo>
                    <a:cubicBezTo>
                      <a:pt x="12" y="7"/>
                      <a:pt x="21" y="2"/>
                      <a:pt x="33" y="0"/>
                    </a:cubicBezTo>
                    <a:cubicBezTo>
                      <a:pt x="45" y="-1"/>
                      <a:pt x="55" y="3"/>
                      <a:pt x="61" y="8"/>
                    </a:cubicBezTo>
                    <a:cubicBezTo>
                      <a:pt x="67" y="12"/>
                      <a:pt x="70" y="17"/>
                      <a:pt x="69" y="18"/>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227" name="Google Shape;2227;p48"/>
              <p:cNvSpPr/>
              <p:nvPr/>
            </p:nvSpPr>
            <p:spPr>
              <a:xfrm>
                <a:off x="6419561" y="1315436"/>
                <a:ext cx="89027" cy="25743"/>
              </a:xfrm>
              <a:custGeom>
                <a:rect b="b" l="l" r="r" t="t"/>
                <a:pathLst>
                  <a:path extrusionOk="0" h="24" w="83">
                    <a:moveTo>
                      <a:pt x="83" y="23"/>
                    </a:moveTo>
                    <a:cubicBezTo>
                      <a:pt x="80" y="26"/>
                      <a:pt x="64" y="14"/>
                      <a:pt x="42" y="14"/>
                    </a:cubicBezTo>
                    <a:cubicBezTo>
                      <a:pt x="20" y="14"/>
                      <a:pt x="3" y="26"/>
                      <a:pt x="1" y="23"/>
                    </a:cubicBezTo>
                    <a:cubicBezTo>
                      <a:pt x="0" y="22"/>
                      <a:pt x="2" y="17"/>
                      <a:pt x="9" y="11"/>
                    </a:cubicBezTo>
                    <a:cubicBezTo>
                      <a:pt x="16" y="6"/>
                      <a:pt x="28" y="0"/>
                      <a:pt x="42" y="0"/>
                    </a:cubicBezTo>
                    <a:cubicBezTo>
                      <a:pt x="56" y="0"/>
                      <a:pt x="68" y="6"/>
                      <a:pt x="75" y="11"/>
                    </a:cubicBezTo>
                    <a:cubicBezTo>
                      <a:pt x="81" y="17"/>
                      <a:pt x="84" y="22"/>
                      <a:pt x="83" y="23"/>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228" name="Google Shape;2228;p48"/>
              <p:cNvSpPr/>
              <p:nvPr/>
            </p:nvSpPr>
            <p:spPr>
              <a:xfrm>
                <a:off x="6507515" y="1512798"/>
                <a:ext cx="84736" cy="81519"/>
              </a:xfrm>
              <a:custGeom>
                <a:rect b="b" l="l" r="r" t="t"/>
                <a:pathLst>
                  <a:path extrusionOk="0" h="76" w="79">
                    <a:moveTo>
                      <a:pt x="64" y="69"/>
                    </a:moveTo>
                    <a:cubicBezTo>
                      <a:pt x="64" y="69"/>
                      <a:pt x="62" y="71"/>
                      <a:pt x="58" y="73"/>
                    </a:cubicBezTo>
                    <a:cubicBezTo>
                      <a:pt x="54" y="75"/>
                      <a:pt x="46" y="77"/>
                      <a:pt x="38" y="75"/>
                    </a:cubicBezTo>
                    <a:cubicBezTo>
                      <a:pt x="29" y="73"/>
                      <a:pt x="19" y="69"/>
                      <a:pt x="11" y="61"/>
                    </a:cubicBezTo>
                    <a:cubicBezTo>
                      <a:pt x="7" y="57"/>
                      <a:pt x="3" y="51"/>
                      <a:pt x="2" y="45"/>
                    </a:cubicBezTo>
                    <a:cubicBezTo>
                      <a:pt x="0" y="38"/>
                      <a:pt x="0" y="31"/>
                      <a:pt x="2" y="25"/>
                    </a:cubicBezTo>
                    <a:cubicBezTo>
                      <a:pt x="3" y="19"/>
                      <a:pt x="7" y="13"/>
                      <a:pt x="9" y="7"/>
                    </a:cubicBezTo>
                    <a:cubicBezTo>
                      <a:pt x="11" y="4"/>
                      <a:pt x="13" y="1"/>
                      <a:pt x="17" y="0"/>
                    </a:cubicBezTo>
                    <a:cubicBezTo>
                      <a:pt x="22" y="-1"/>
                      <a:pt x="25" y="0"/>
                      <a:pt x="27" y="1"/>
                    </a:cubicBezTo>
                    <a:cubicBezTo>
                      <a:pt x="37" y="5"/>
                      <a:pt x="46" y="9"/>
                      <a:pt x="54" y="12"/>
                    </a:cubicBezTo>
                    <a:cubicBezTo>
                      <a:pt x="70" y="19"/>
                      <a:pt x="79" y="24"/>
                      <a:pt x="79" y="24"/>
                    </a:cubicBezTo>
                    <a:cubicBezTo>
                      <a:pt x="78" y="25"/>
                      <a:pt x="68" y="21"/>
                      <a:pt x="53" y="16"/>
                    </a:cubicBezTo>
                    <a:cubicBezTo>
                      <a:pt x="44" y="13"/>
                      <a:pt x="35" y="10"/>
                      <a:pt x="25" y="6"/>
                    </a:cubicBezTo>
                    <a:cubicBezTo>
                      <a:pt x="20" y="4"/>
                      <a:pt x="17" y="4"/>
                      <a:pt x="14" y="10"/>
                    </a:cubicBezTo>
                    <a:cubicBezTo>
                      <a:pt x="12" y="15"/>
                      <a:pt x="9" y="21"/>
                      <a:pt x="8" y="26"/>
                    </a:cubicBezTo>
                    <a:cubicBezTo>
                      <a:pt x="5" y="38"/>
                      <a:pt x="8" y="50"/>
                      <a:pt x="15" y="57"/>
                    </a:cubicBezTo>
                    <a:cubicBezTo>
                      <a:pt x="22" y="64"/>
                      <a:pt x="31" y="69"/>
                      <a:pt x="39" y="71"/>
                    </a:cubicBezTo>
                    <a:cubicBezTo>
                      <a:pt x="46" y="73"/>
                      <a:pt x="53" y="72"/>
                      <a:pt x="57" y="71"/>
                    </a:cubicBezTo>
                    <a:cubicBezTo>
                      <a:pt x="62" y="70"/>
                      <a:pt x="64" y="68"/>
                      <a:pt x="64" y="69"/>
                    </a:cubicBezTo>
                    <a:close/>
                  </a:path>
                </a:pathLst>
              </a:custGeom>
              <a:solidFill>
                <a:srgbClr val="26323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229" name="Google Shape;2229;p48"/>
              <p:cNvSpPr/>
              <p:nvPr/>
            </p:nvSpPr>
            <p:spPr>
              <a:xfrm>
                <a:off x="6378802" y="844558"/>
                <a:ext cx="587790" cy="158747"/>
              </a:xfrm>
              <a:custGeom>
                <a:rect b="b" l="l" r="r" t="t"/>
                <a:pathLst>
                  <a:path extrusionOk="0" h="148" w="548">
                    <a:moveTo>
                      <a:pt x="548" y="84"/>
                    </a:moveTo>
                    <a:cubicBezTo>
                      <a:pt x="547" y="84"/>
                      <a:pt x="540" y="76"/>
                      <a:pt x="524" y="70"/>
                    </a:cubicBezTo>
                    <a:cubicBezTo>
                      <a:pt x="516" y="67"/>
                      <a:pt x="505" y="64"/>
                      <a:pt x="493" y="64"/>
                    </a:cubicBezTo>
                    <a:cubicBezTo>
                      <a:pt x="480" y="64"/>
                      <a:pt x="466" y="68"/>
                      <a:pt x="453" y="76"/>
                    </a:cubicBezTo>
                    <a:lnTo>
                      <a:pt x="451" y="77"/>
                    </a:lnTo>
                    <a:lnTo>
                      <a:pt x="450" y="75"/>
                    </a:lnTo>
                    <a:cubicBezTo>
                      <a:pt x="441" y="60"/>
                      <a:pt x="426" y="48"/>
                      <a:pt x="406" y="43"/>
                    </a:cubicBezTo>
                    <a:cubicBezTo>
                      <a:pt x="387" y="38"/>
                      <a:pt x="363" y="39"/>
                      <a:pt x="345" y="53"/>
                    </a:cubicBezTo>
                    <a:lnTo>
                      <a:pt x="343" y="54"/>
                    </a:lnTo>
                    <a:lnTo>
                      <a:pt x="341" y="52"/>
                    </a:lnTo>
                    <a:cubicBezTo>
                      <a:pt x="325" y="30"/>
                      <a:pt x="297" y="12"/>
                      <a:pt x="267" y="7"/>
                    </a:cubicBezTo>
                    <a:cubicBezTo>
                      <a:pt x="243" y="3"/>
                      <a:pt x="219" y="7"/>
                      <a:pt x="199" y="17"/>
                    </a:cubicBezTo>
                    <a:cubicBezTo>
                      <a:pt x="179" y="27"/>
                      <a:pt x="162" y="42"/>
                      <a:pt x="151" y="59"/>
                    </a:cubicBezTo>
                    <a:lnTo>
                      <a:pt x="151" y="60"/>
                    </a:lnTo>
                    <a:lnTo>
                      <a:pt x="149" y="60"/>
                    </a:lnTo>
                    <a:cubicBezTo>
                      <a:pt x="123" y="61"/>
                      <a:pt x="99" y="68"/>
                      <a:pt x="79" y="78"/>
                    </a:cubicBezTo>
                    <a:cubicBezTo>
                      <a:pt x="59" y="87"/>
                      <a:pt x="44" y="99"/>
                      <a:pt x="32" y="110"/>
                    </a:cubicBezTo>
                    <a:cubicBezTo>
                      <a:pt x="9" y="132"/>
                      <a:pt x="1" y="149"/>
                      <a:pt x="0" y="148"/>
                    </a:cubicBezTo>
                    <a:cubicBezTo>
                      <a:pt x="0" y="148"/>
                      <a:pt x="0" y="147"/>
                      <a:pt x="2" y="145"/>
                    </a:cubicBezTo>
                    <a:cubicBezTo>
                      <a:pt x="3" y="143"/>
                      <a:pt x="4" y="140"/>
                      <a:pt x="7" y="136"/>
                    </a:cubicBezTo>
                    <a:cubicBezTo>
                      <a:pt x="11" y="129"/>
                      <a:pt x="19" y="119"/>
                      <a:pt x="30" y="107"/>
                    </a:cubicBezTo>
                    <a:cubicBezTo>
                      <a:pt x="41" y="96"/>
                      <a:pt x="57" y="83"/>
                      <a:pt x="77" y="74"/>
                    </a:cubicBezTo>
                    <a:cubicBezTo>
                      <a:pt x="97" y="63"/>
                      <a:pt x="122" y="56"/>
                      <a:pt x="149" y="55"/>
                    </a:cubicBezTo>
                    <a:lnTo>
                      <a:pt x="147" y="56"/>
                    </a:lnTo>
                    <a:cubicBezTo>
                      <a:pt x="158" y="38"/>
                      <a:pt x="175" y="22"/>
                      <a:pt x="196" y="12"/>
                    </a:cubicBezTo>
                    <a:cubicBezTo>
                      <a:pt x="217" y="1"/>
                      <a:pt x="243" y="-3"/>
                      <a:pt x="268" y="1"/>
                    </a:cubicBezTo>
                    <a:cubicBezTo>
                      <a:pt x="300" y="6"/>
                      <a:pt x="328" y="25"/>
                      <a:pt x="346" y="49"/>
                    </a:cubicBezTo>
                    <a:lnTo>
                      <a:pt x="342" y="48"/>
                    </a:lnTo>
                    <a:cubicBezTo>
                      <a:pt x="362" y="34"/>
                      <a:pt x="387" y="32"/>
                      <a:pt x="408" y="38"/>
                    </a:cubicBezTo>
                    <a:cubicBezTo>
                      <a:pt x="428" y="44"/>
                      <a:pt x="445" y="57"/>
                      <a:pt x="454" y="73"/>
                    </a:cubicBezTo>
                    <a:lnTo>
                      <a:pt x="451" y="72"/>
                    </a:lnTo>
                    <a:cubicBezTo>
                      <a:pt x="465" y="63"/>
                      <a:pt x="480" y="61"/>
                      <a:pt x="493" y="61"/>
                    </a:cubicBezTo>
                    <a:cubicBezTo>
                      <a:pt x="506" y="61"/>
                      <a:pt x="517" y="64"/>
                      <a:pt x="525" y="68"/>
                    </a:cubicBezTo>
                    <a:cubicBezTo>
                      <a:pt x="533" y="71"/>
                      <a:pt x="539" y="75"/>
                      <a:pt x="543" y="78"/>
                    </a:cubicBezTo>
                    <a:cubicBezTo>
                      <a:pt x="546" y="82"/>
                      <a:pt x="548" y="83"/>
                      <a:pt x="548" y="83"/>
                    </a:cubicBezTo>
                    <a:lnTo>
                      <a:pt x="548" y="84"/>
                    </a:lnTo>
                    <a:close/>
                  </a:path>
                </a:pathLst>
              </a:custGeom>
              <a:solidFill>
                <a:srgbClr val="263238"/>
              </a:solidFill>
              <a:ln>
                <a:noFill/>
              </a:ln>
            </p:spPr>
            <p:txBody>
              <a:bodyPr anchorCtr="1" anchor="ctr" bIns="8275" lIns="90000" spcFirstLastPara="1" rIns="90000" wrap="square" tIns="827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230" name="Google Shape;2230;p48"/>
              <p:cNvSpPr/>
              <p:nvPr/>
            </p:nvSpPr>
            <p:spPr>
              <a:xfrm>
                <a:off x="6223273" y="729788"/>
                <a:ext cx="285314" cy="204869"/>
              </a:xfrm>
              <a:custGeom>
                <a:rect b="b" l="l" r="r" t="t"/>
                <a:pathLst>
                  <a:path extrusionOk="0" h="191" w="266">
                    <a:moveTo>
                      <a:pt x="102" y="160"/>
                    </a:moveTo>
                    <a:cubicBezTo>
                      <a:pt x="102" y="160"/>
                      <a:pt x="95" y="164"/>
                      <a:pt x="81" y="165"/>
                    </a:cubicBezTo>
                    <a:cubicBezTo>
                      <a:pt x="66" y="166"/>
                      <a:pt x="43" y="163"/>
                      <a:pt x="23" y="145"/>
                    </a:cubicBezTo>
                    <a:cubicBezTo>
                      <a:pt x="14" y="136"/>
                      <a:pt x="5" y="123"/>
                      <a:pt x="2" y="107"/>
                    </a:cubicBezTo>
                    <a:cubicBezTo>
                      <a:pt x="-1" y="92"/>
                      <a:pt x="0" y="74"/>
                      <a:pt x="7" y="58"/>
                    </a:cubicBezTo>
                    <a:cubicBezTo>
                      <a:pt x="14" y="41"/>
                      <a:pt x="29" y="27"/>
                      <a:pt x="47" y="19"/>
                    </a:cubicBezTo>
                    <a:cubicBezTo>
                      <a:pt x="65" y="12"/>
                      <a:pt x="87" y="11"/>
                      <a:pt x="107" y="19"/>
                    </a:cubicBezTo>
                    <a:lnTo>
                      <a:pt x="104" y="20"/>
                    </a:lnTo>
                    <a:cubicBezTo>
                      <a:pt x="111" y="10"/>
                      <a:pt x="123" y="3"/>
                      <a:pt x="136" y="1"/>
                    </a:cubicBezTo>
                    <a:cubicBezTo>
                      <a:pt x="147" y="-1"/>
                      <a:pt x="158" y="0"/>
                      <a:pt x="168" y="4"/>
                    </a:cubicBezTo>
                    <a:cubicBezTo>
                      <a:pt x="178" y="8"/>
                      <a:pt x="186" y="15"/>
                      <a:pt x="192" y="23"/>
                    </a:cubicBezTo>
                    <a:cubicBezTo>
                      <a:pt x="204" y="40"/>
                      <a:pt x="206" y="63"/>
                      <a:pt x="197" y="80"/>
                    </a:cubicBezTo>
                    <a:lnTo>
                      <a:pt x="193" y="76"/>
                    </a:lnTo>
                    <a:cubicBezTo>
                      <a:pt x="207" y="68"/>
                      <a:pt x="225" y="69"/>
                      <a:pt x="238" y="75"/>
                    </a:cubicBezTo>
                    <a:cubicBezTo>
                      <a:pt x="251" y="82"/>
                      <a:pt x="261" y="94"/>
                      <a:pt x="264" y="107"/>
                    </a:cubicBezTo>
                    <a:cubicBezTo>
                      <a:pt x="272" y="133"/>
                      <a:pt x="261" y="157"/>
                      <a:pt x="247" y="169"/>
                    </a:cubicBezTo>
                    <a:cubicBezTo>
                      <a:pt x="233" y="182"/>
                      <a:pt x="218" y="187"/>
                      <a:pt x="209" y="189"/>
                    </a:cubicBezTo>
                    <a:cubicBezTo>
                      <a:pt x="204" y="190"/>
                      <a:pt x="200" y="191"/>
                      <a:pt x="197" y="191"/>
                    </a:cubicBezTo>
                    <a:cubicBezTo>
                      <a:pt x="194" y="191"/>
                      <a:pt x="193" y="191"/>
                      <a:pt x="193" y="191"/>
                    </a:cubicBezTo>
                    <a:cubicBezTo>
                      <a:pt x="193" y="190"/>
                      <a:pt x="199" y="190"/>
                      <a:pt x="208" y="187"/>
                    </a:cubicBezTo>
                    <a:cubicBezTo>
                      <a:pt x="218" y="185"/>
                      <a:pt x="232" y="180"/>
                      <a:pt x="245" y="167"/>
                    </a:cubicBezTo>
                    <a:cubicBezTo>
                      <a:pt x="257" y="155"/>
                      <a:pt x="267" y="132"/>
                      <a:pt x="260" y="108"/>
                    </a:cubicBezTo>
                    <a:cubicBezTo>
                      <a:pt x="257" y="96"/>
                      <a:pt x="248" y="86"/>
                      <a:pt x="236" y="80"/>
                    </a:cubicBezTo>
                    <a:cubicBezTo>
                      <a:pt x="224" y="74"/>
                      <a:pt x="208" y="74"/>
                      <a:pt x="196" y="81"/>
                    </a:cubicBezTo>
                    <a:lnTo>
                      <a:pt x="188" y="86"/>
                    </a:lnTo>
                    <a:lnTo>
                      <a:pt x="192" y="77"/>
                    </a:lnTo>
                    <a:cubicBezTo>
                      <a:pt x="199" y="62"/>
                      <a:pt x="198" y="42"/>
                      <a:pt x="187" y="27"/>
                    </a:cubicBezTo>
                    <a:cubicBezTo>
                      <a:pt x="182" y="19"/>
                      <a:pt x="174" y="13"/>
                      <a:pt x="166" y="9"/>
                    </a:cubicBezTo>
                    <a:cubicBezTo>
                      <a:pt x="157" y="6"/>
                      <a:pt x="147" y="5"/>
                      <a:pt x="137" y="7"/>
                    </a:cubicBezTo>
                    <a:cubicBezTo>
                      <a:pt x="125" y="9"/>
                      <a:pt x="115" y="15"/>
                      <a:pt x="108" y="23"/>
                    </a:cubicBezTo>
                    <a:lnTo>
                      <a:pt x="106" y="25"/>
                    </a:lnTo>
                    <a:lnTo>
                      <a:pt x="104" y="24"/>
                    </a:lnTo>
                    <a:cubicBezTo>
                      <a:pt x="86" y="17"/>
                      <a:pt x="66" y="18"/>
                      <a:pt x="49" y="24"/>
                    </a:cubicBezTo>
                    <a:cubicBezTo>
                      <a:pt x="32" y="31"/>
                      <a:pt x="18" y="44"/>
                      <a:pt x="11" y="60"/>
                    </a:cubicBezTo>
                    <a:cubicBezTo>
                      <a:pt x="4" y="75"/>
                      <a:pt x="3" y="92"/>
                      <a:pt x="6" y="106"/>
                    </a:cubicBezTo>
                    <a:cubicBezTo>
                      <a:pt x="9" y="121"/>
                      <a:pt x="17" y="133"/>
                      <a:pt x="26" y="142"/>
                    </a:cubicBezTo>
                    <a:cubicBezTo>
                      <a:pt x="44" y="160"/>
                      <a:pt x="67" y="163"/>
                      <a:pt x="80" y="163"/>
                    </a:cubicBezTo>
                    <a:cubicBezTo>
                      <a:pt x="95" y="163"/>
                      <a:pt x="102" y="159"/>
                      <a:pt x="102" y="160"/>
                    </a:cubicBezTo>
                    <a:close/>
                  </a:path>
                </a:pathLst>
              </a:custGeom>
              <a:solidFill>
                <a:srgbClr val="263238"/>
              </a:solidFill>
              <a:ln>
                <a:noFill/>
              </a:ln>
            </p:spPr>
            <p:txBody>
              <a:bodyPr anchorCtr="1" anchor="ctr" bIns="23750" lIns="90000" spcFirstLastPara="1" rIns="90000" wrap="square" tIns="2375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231" name="Google Shape;2231;p48"/>
              <p:cNvSpPr/>
              <p:nvPr/>
            </p:nvSpPr>
            <p:spPr>
              <a:xfrm>
                <a:off x="5880038" y="940021"/>
                <a:ext cx="448351" cy="204869"/>
              </a:xfrm>
              <a:custGeom>
                <a:rect b="b" l="l" r="r" t="t"/>
                <a:pathLst>
                  <a:path extrusionOk="0" h="191" w="418">
                    <a:moveTo>
                      <a:pt x="8" y="191"/>
                    </a:moveTo>
                    <a:cubicBezTo>
                      <a:pt x="8" y="191"/>
                      <a:pt x="8" y="190"/>
                      <a:pt x="7" y="187"/>
                    </a:cubicBezTo>
                    <a:cubicBezTo>
                      <a:pt x="6" y="185"/>
                      <a:pt x="4" y="182"/>
                      <a:pt x="3" y="177"/>
                    </a:cubicBezTo>
                    <a:cubicBezTo>
                      <a:pt x="1" y="168"/>
                      <a:pt x="-1" y="154"/>
                      <a:pt x="2" y="137"/>
                    </a:cubicBezTo>
                    <a:cubicBezTo>
                      <a:pt x="5" y="120"/>
                      <a:pt x="14" y="100"/>
                      <a:pt x="33" y="85"/>
                    </a:cubicBezTo>
                    <a:cubicBezTo>
                      <a:pt x="51" y="69"/>
                      <a:pt x="77" y="59"/>
                      <a:pt x="106" y="62"/>
                    </a:cubicBezTo>
                    <a:lnTo>
                      <a:pt x="103" y="64"/>
                    </a:lnTo>
                    <a:cubicBezTo>
                      <a:pt x="114" y="41"/>
                      <a:pt x="135" y="20"/>
                      <a:pt x="162" y="8"/>
                    </a:cubicBezTo>
                    <a:cubicBezTo>
                      <a:pt x="182" y="0"/>
                      <a:pt x="203" y="-2"/>
                      <a:pt x="223" y="1"/>
                    </a:cubicBezTo>
                    <a:cubicBezTo>
                      <a:pt x="243" y="5"/>
                      <a:pt x="261" y="13"/>
                      <a:pt x="275" y="24"/>
                    </a:cubicBezTo>
                    <a:lnTo>
                      <a:pt x="272" y="23"/>
                    </a:lnTo>
                    <a:cubicBezTo>
                      <a:pt x="293" y="12"/>
                      <a:pt x="315" y="8"/>
                      <a:pt x="334" y="9"/>
                    </a:cubicBezTo>
                    <a:cubicBezTo>
                      <a:pt x="353" y="9"/>
                      <a:pt x="370" y="13"/>
                      <a:pt x="382" y="19"/>
                    </a:cubicBezTo>
                    <a:cubicBezTo>
                      <a:pt x="395" y="24"/>
                      <a:pt x="404" y="30"/>
                      <a:pt x="410" y="35"/>
                    </a:cubicBezTo>
                    <a:cubicBezTo>
                      <a:pt x="416" y="39"/>
                      <a:pt x="419" y="42"/>
                      <a:pt x="418" y="42"/>
                    </a:cubicBezTo>
                    <a:cubicBezTo>
                      <a:pt x="418" y="43"/>
                      <a:pt x="406" y="31"/>
                      <a:pt x="381" y="21"/>
                    </a:cubicBezTo>
                    <a:cubicBezTo>
                      <a:pt x="369" y="17"/>
                      <a:pt x="352" y="13"/>
                      <a:pt x="334" y="13"/>
                    </a:cubicBezTo>
                    <a:cubicBezTo>
                      <a:pt x="315" y="13"/>
                      <a:pt x="294" y="17"/>
                      <a:pt x="274" y="28"/>
                    </a:cubicBezTo>
                    <a:lnTo>
                      <a:pt x="273" y="29"/>
                    </a:lnTo>
                    <a:lnTo>
                      <a:pt x="271" y="28"/>
                    </a:lnTo>
                    <a:cubicBezTo>
                      <a:pt x="258" y="18"/>
                      <a:pt x="241" y="10"/>
                      <a:pt x="222" y="7"/>
                    </a:cubicBezTo>
                    <a:cubicBezTo>
                      <a:pt x="203" y="4"/>
                      <a:pt x="183" y="6"/>
                      <a:pt x="164" y="14"/>
                    </a:cubicBezTo>
                    <a:cubicBezTo>
                      <a:pt x="139" y="24"/>
                      <a:pt x="119" y="44"/>
                      <a:pt x="108" y="66"/>
                    </a:cubicBezTo>
                    <a:lnTo>
                      <a:pt x="107" y="68"/>
                    </a:lnTo>
                    <a:lnTo>
                      <a:pt x="105" y="68"/>
                    </a:lnTo>
                    <a:cubicBezTo>
                      <a:pt x="78" y="64"/>
                      <a:pt x="53" y="74"/>
                      <a:pt x="36" y="88"/>
                    </a:cubicBezTo>
                    <a:cubicBezTo>
                      <a:pt x="18" y="103"/>
                      <a:pt x="9" y="122"/>
                      <a:pt x="6" y="138"/>
                    </a:cubicBezTo>
                    <a:cubicBezTo>
                      <a:pt x="2" y="154"/>
                      <a:pt x="3" y="168"/>
                      <a:pt x="5" y="177"/>
                    </a:cubicBezTo>
                    <a:cubicBezTo>
                      <a:pt x="7" y="186"/>
                      <a:pt x="9" y="190"/>
                      <a:pt x="8" y="191"/>
                    </a:cubicBezTo>
                    <a:close/>
                  </a:path>
                </a:pathLst>
              </a:custGeom>
              <a:solidFill>
                <a:srgbClr val="263238"/>
              </a:solidFill>
              <a:ln>
                <a:noFill/>
              </a:ln>
            </p:spPr>
            <p:txBody>
              <a:bodyPr anchorCtr="1" anchor="ctr" bIns="23750" lIns="90000" spcFirstLastPara="1" rIns="90000" wrap="square" tIns="2375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2232" name="Google Shape;2232;p48"/>
            <p:cNvGrpSpPr/>
            <p:nvPr/>
          </p:nvGrpSpPr>
          <p:grpSpPr>
            <a:xfrm>
              <a:off x="7532930" y="2380544"/>
              <a:ext cx="718649" cy="691837"/>
              <a:chOff x="7532930" y="2380544"/>
              <a:chExt cx="718649" cy="691837"/>
            </a:xfrm>
          </p:grpSpPr>
          <p:sp>
            <p:nvSpPr>
              <p:cNvPr id="2233" name="Google Shape;2233;p48"/>
              <p:cNvSpPr/>
              <p:nvPr/>
            </p:nvSpPr>
            <p:spPr>
              <a:xfrm>
                <a:off x="7532930" y="2381617"/>
                <a:ext cx="716503" cy="690764"/>
              </a:xfrm>
              <a:custGeom>
                <a:rect b="b" l="l" r="r" t="t"/>
                <a:pathLst>
                  <a:path extrusionOk="0" h="644" w="668">
                    <a:moveTo>
                      <a:pt x="0" y="517"/>
                    </a:moveTo>
                    <a:lnTo>
                      <a:pt x="106" y="535"/>
                    </a:lnTo>
                    <a:cubicBezTo>
                      <a:pt x="144" y="578"/>
                      <a:pt x="195" y="612"/>
                      <a:pt x="254" y="630"/>
                    </a:cubicBezTo>
                    <a:cubicBezTo>
                      <a:pt x="423" y="681"/>
                      <a:pt x="603" y="585"/>
                      <a:pt x="654" y="415"/>
                    </a:cubicBezTo>
                    <a:cubicBezTo>
                      <a:pt x="705" y="245"/>
                      <a:pt x="610" y="65"/>
                      <a:pt x="440" y="14"/>
                    </a:cubicBezTo>
                    <a:cubicBezTo>
                      <a:pt x="271" y="-37"/>
                      <a:pt x="91" y="59"/>
                      <a:pt x="39" y="229"/>
                    </a:cubicBezTo>
                    <a:cubicBezTo>
                      <a:pt x="18" y="300"/>
                      <a:pt x="22" y="373"/>
                      <a:pt x="47" y="437"/>
                    </a:cubicBezTo>
                    <a:lnTo>
                      <a:pt x="47" y="437"/>
                    </a:lnTo>
                    <a:lnTo>
                      <a:pt x="0" y="517"/>
                    </a:ln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34" name="Google Shape;2234;p48"/>
              <p:cNvSpPr/>
              <p:nvPr/>
            </p:nvSpPr>
            <p:spPr>
              <a:xfrm>
                <a:off x="7532930" y="2380544"/>
                <a:ext cx="718649" cy="691837"/>
              </a:xfrm>
              <a:custGeom>
                <a:rect b="b" l="l" r="r" t="t"/>
                <a:pathLst>
                  <a:path extrusionOk="0" h="645" w="670">
                    <a:moveTo>
                      <a:pt x="0" y="518"/>
                    </a:moveTo>
                    <a:cubicBezTo>
                      <a:pt x="0" y="518"/>
                      <a:pt x="1" y="516"/>
                      <a:pt x="3" y="512"/>
                    </a:cubicBezTo>
                    <a:cubicBezTo>
                      <a:pt x="5" y="509"/>
                      <a:pt x="8" y="504"/>
                      <a:pt x="12" y="497"/>
                    </a:cubicBezTo>
                    <a:cubicBezTo>
                      <a:pt x="20" y="483"/>
                      <a:pt x="31" y="463"/>
                      <a:pt x="46" y="437"/>
                    </a:cubicBezTo>
                    <a:lnTo>
                      <a:pt x="47" y="437"/>
                    </a:lnTo>
                    <a:lnTo>
                      <a:pt x="47" y="437"/>
                    </a:lnTo>
                    <a:lnTo>
                      <a:pt x="47" y="437"/>
                    </a:lnTo>
                    <a:lnTo>
                      <a:pt x="46" y="438"/>
                    </a:lnTo>
                    <a:cubicBezTo>
                      <a:pt x="31" y="400"/>
                      <a:pt x="19" y="346"/>
                      <a:pt x="27" y="282"/>
                    </a:cubicBezTo>
                    <a:cubicBezTo>
                      <a:pt x="29" y="266"/>
                      <a:pt x="32" y="250"/>
                      <a:pt x="37" y="233"/>
                    </a:cubicBezTo>
                    <a:cubicBezTo>
                      <a:pt x="39" y="225"/>
                      <a:pt x="43" y="216"/>
                      <a:pt x="46" y="208"/>
                    </a:cubicBezTo>
                    <a:cubicBezTo>
                      <a:pt x="48" y="199"/>
                      <a:pt x="52" y="191"/>
                      <a:pt x="56" y="183"/>
                    </a:cubicBezTo>
                    <a:cubicBezTo>
                      <a:pt x="72" y="149"/>
                      <a:pt x="95" y="116"/>
                      <a:pt x="126" y="88"/>
                    </a:cubicBezTo>
                    <a:cubicBezTo>
                      <a:pt x="156" y="59"/>
                      <a:pt x="194" y="35"/>
                      <a:pt x="236" y="19"/>
                    </a:cubicBezTo>
                    <a:cubicBezTo>
                      <a:pt x="279" y="4"/>
                      <a:pt x="327" y="-3"/>
                      <a:pt x="376" y="1"/>
                    </a:cubicBezTo>
                    <a:cubicBezTo>
                      <a:pt x="425" y="5"/>
                      <a:pt x="474" y="21"/>
                      <a:pt x="518" y="49"/>
                    </a:cubicBezTo>
                    <a:cubicBezTo>
                      <a:pt x="529" y="55"/>
                      <a:pt x="539" y="64"/>
                      <a:pt x="549" y="71"/>
                    </a:cubicBezTo>
                    <a:cubicBezTo>
                      <a:pt x="555" y="75"/>
                      <a:pt x="559" y="80"/>
                      <a:pt x="564" y="84"/>
                    </a:cubicBezTo>
                    <a:cubicBezTo>
                      <a:pt x="569" y="89"/>
                      <a:pt x="574" y="93"/>
                      <a:pt x="578" y="98"/>
                    </a:cubicBezTo>
                    <a:cubicBezTo>
                      <a:pt x="587" y="108"/>
                      <a:pt x="597" y="117"/>
                      <a:pt x="604" y="128"/>
                    </a:cubicBezTo>
                    <a:cubicBezTo>
                      <a:pt x="608" y="133"/>
                      <a:pt x="612" y="139"/>
                      <a:pt x="616" y="144"/>
                    </a:cubicBezTo>
                    <a:cubicBezTo>
                      <a:pt x="619" y="150"/>
                      <a:pt x="623" y="156"/>
                      <a:pt x="626" y="161"/>
                    </a:cubicBezTo>
                    <a:cubicBezTo>
                      <a:pt x="653" y="207"/>
                      <a:pt x="667" y="258"/>
                      <a:pt x="669" y="308"/>
                    </a:cubicBezTo>
                    <a:cubicBezTo>
                      <a:pt x="671" y="358"/>
                      <a:pt x="662" y="408"/>
                      <a:pt x="642" y="452"/>
                    </a:cubicBezTo>
                    <a:cubicBezTo>
                      <a:pt x="623" y="496"/>
                      <a:pt x="595" y="533"/>
                      <a:pt x="562" y="563"/>
                    </a:cubicBezTo>
                    <a:cubicBezTo>
                      <a:pt x="529" y="593"/>
                      <a:pt x="490" y="614"/>
                      <a:pt x="452" y="628"/>
                    </a:cubicBezTo>
                    <a:cubicBezTo>
                      <a:pt x="413" y="641"/>
                      <a:pt x="374" y="646"/>
                      <a:pt x="337" y="645"/>
                    </a:cubicBezTo>
                    <a:cubicBezTo>
                      <a:pt x="319" y="645"/>
                      <a:pt x="301" y="642"/>
                      <a:pt x="284" y="640"/>
                    </a:cubicBezTo>
                    <a:cubicBezTo>
                      <a:pt x="268" y="635"/>
                      <a:pt x="251" y="632"/>
                      <a:pt x="236" y="626"/>
                    </a:cubicBezTo>
                    <a:cubicBezTo>
                      <a:pt x="176" y="604"/>
                      <a:pt x="133" y="568"/>
                      <a:pt x="106" y="537"/>
                    </a:cubicBezTo>
                    <a:lnTo>
                      <a:pt x="106" y="537"/>
                    </a:lnTo>
                    <a:cubicBezTo>
                      <a:pt x="72" y="531"/>
                      <a:pt x="45" y="526"/>
                      <a:pt x="27" y="522"/>
                    </a:cubicBezTo>
                    <a:cubicBezTo>
                      <a:pt x="18" y="521"/>
                      <a:pt x="11" y="519"/>
                      <a:pt x="7" y="519"/>
                    </a:cubicBezTo>
                    <a:cubicBezTo>
                      <a:pt x="2" y="518"/>
                      <a:pt x="0" y="517"/>
                      <a:pt x="0" y="517"/>
                    </a:cubicBezTo>
                    <a:cubicBezTo>
                      <a:pt x="0" y="517"/>
                      <a:pt x="3" y="518"/>
                      <a:pt x="7" y="518"/>
                    </a:cubicBezTo>
                    <a:cubicBezTo>
                      <a:pt x="12" y="519"/>
                      <a:pt x="19" y="520"/>
                      <a:pt x="28" y="522"/>
                    </a:cubicBezTo>
                    <a:cubicBezTo>
                      <a:pt x="46" y="525"/>
                      <a:pt x="72" y="529"/>
                      <a:pt x="106" y="535"/>
                    </a:cubicBezTo>
                    <a:cubicBezTo>
                      <a:pt x="107" y="535"/>
                      <a:pt x="107" y="535"/>
                      <a:pt x="107" y="536"/>
                    </a:cubicBezTo>
                    <a:cubicBezTo>
                      <a:pt x="134" y="566"/>
                      <a:pt x="177" y="602"/>
                      <a:pt x="237" y="623"/>
                    </a:cubicBezTo>
                    <a:cubicBezTo>
                      <a:pt x="252" y="629"/>
                      <a:pt x="268" y="632"/>
                      <a:pt x="285" y="637"/>
                    </a:cubicBezTo>
                    <a:cubicBezTo>
                      <a:pt x="301" y="639"/>
                      <a:pt x="319" y="642"/>
                      <a:pt x="337" y="642"/>
                    </a:cubicBezTo>
                    <a:cubicBezTo>
                      <a:pt x="373" y="643"/>
                      <a:pt x="412" y="638"/>
                      <a:pt x="451" y="624"/>
                    </a:cubicBezTo>
                    <a:cubicBezTo>
                      <a:pt x="489" y="611"/>
                      <a:pt x="526" y="590"/>
                      <a:pt x="559" y="560"/>
                    </a:cubicBezTo>
                    <a:cubicBezTo>
                      <a:pt x="592" y="531"/>
                      <a:pt x="620" y="493"/>
                      <a:pt x="639" y="450"/>
                    </a:cubicBezTo>
                    <a:cubicBezTo>
                      <a:pt x="658" y="407"/>
                      <a:pt x="667" y="358"/>
                      <a:pt x="665" y="308"/>
                    </a:cubicBezTo>
                    <a:cubicBezTo>
                      <a:pt x="663" y="259"/>
                      <a:pt x="649" y="208"/>
                      <a:pt x="623" y="163"/>
                    </a:cubicBezTo>
                    <a:cubicBezTo>
                      <a:pt x="619" y="158"/>
                      <a:pt x="616" y="152"/>
                      <a:pt x="613" y="146"/>
                    </a:cubicBezTo>
                    <a:cubicBezTo>
                      <a:pt x="609" y="141"/>
                      <a:pt x="605" y="135"/>
                      <a:pt x="601" y="130"/>
                    </a:cubicBezTo>
                    <a:cubicBezTo>
                      <a:pt x="594" y="119"/>
                      <a:pt x="584" y="110"/>
                      <a:pt x="576" y="100"/>
                    </a:cubicBezTo>
                    <a:cubicBezTo>
                      <a:pt x="571" y="95"/>
                      <a:pt x="566" y="91"/>
                      <a:pt x="561" y="87"/>
                    </a:cubicBezTo>
                    <a:cubicBezTo>
                      <a:pt x="556" y="82"/>
                      <a:pt x="552" y="78"/>
                      <a:pt x="547" y="74"/>
                    </a:cubicBezTo>
                    <a:cubicBezTo>
                      <a:pt x="536" y="66"/>
                      <a:pt x="527" y="58"/>
                      <a:pt x="515" y="52"/>
                    </a:cubicBezTo>
                    <a:cubicBezTo>
                      <a:pt x="472" y="25"/>
                      <a:pt x="424" y="9"/>
                      <a:pt x="375" y="4"/>
                    </a:cubicBezTo>
                    <a:cubicBezTo>
                      <a:pt x="327" y="0"/>
                      <a:pt x="280" y="7"/>
                      <a:pt x="238" y="22"/>
                    </a:cubicBezTo>
                    <a:cubicBezTo>
                      <a:pt x="195" y="38"/>
                      <a:pt x="158" y="62"/>
                      <a:pt x="128" y="90"/>
                    </a:cubicBezTo>
                    <a:cubicBezTo>
                      <a:pt x="98" y="118"/>
                      <a:pt x="75" y="151"/>
                      <a:pt x="59" y="184"/>
                    </a:cubicBezTo>
                    <a:cubicBezTo>
                      <a:pt x="55" y="192"/>
                      <a:pt x="51" y="200"/>
                      <a:pt x="48" y="209"/>
                    </a:cubicBezTo>
                    <a:cubicBezTo>
                      <a:pt x="45" y="217"/>
                      <a:pt x="42" y="225"/>
                      <a:pt x="39" y="234"/>
                    </a:cubicBezTo>
                    <a:cubicBezTo>
                      <a:pt x="35" y="250"/>
                      <a:pt x="31" y="266"/>
                      <a:pt x="29" y="282"/>
                    </a:cubicBezTo>
                    <a:cubicBezTo>
                      <a:pt x="21" y="346"/>
                      <a:pt x="33" y="399"/>
                      <a:pt x="47" y="437"/>
                    </a:cubicBezTo>
                    <a:cubicBezTo>
                      <a:pt x="47" y="438"/>
                      <a:pt x="47" y="438"/>
                      <a:pt x="47" y="438"/>
                    </a:cubicBezTo>
                    <a:cubicBezTo>
                      <a:pt x="46" y="438"/>
                      <a:pt x="46" y="438"/>
                      <a:pt x="46" y="438"/>
                    </a:cubicBezTo>
                    <a:lnTo>
                      <a:pt x="46" y="438"/>
                    </a:lnTo>
                    <a:lnTo>
                      <a:pt x="47" y="438"/>
                    </a:lnTo>
                    <a:cubicBezTo>
                      <a:pt x="32" y="463"/>
                      <a:pt x="20" y="483"/>
                      <a:pt x="12" y="497"/>
                    </a:cubicBezTo>
                    <a:cubicBezTo>
                      <a:pt x="9" y="503"/>
                      <a:pt x="5" y="508"/>
                      <a:pt x="3" y="512"/>
                    </a:cubicBezTo>
                    <a:cubicBezTo>
                      <a:pt x="1" y="515"/>
                      <a:pt x="0" y="517"/>
                      <a:pt x="0" y="517"/>
                    </a:cubicBezTo>
                    <a:lnTo>
                      <a:pt x="0" y="518"/>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235" name="Google Shape;2235;p48"/>
              <p:cNvSpPr/>
              <p:nvPr/>
            </p:nvSpPr>
            <p:spPr>
              <a:xfrm>
                <a:off x="8010241" y="2701257"/>
                <a:ext cx="70792" cy="70793"/>
              </a:xfrm>
              <a:custGeom>
                <a:rect b="b" l="l" r="r" t="t"/>
                <a:pathLst>
                  <a:path extrusionOk="0" h="66" w="66">
                    <a:moveTo>
                      <a:pt x="0" y="33"/>
                    </a:moveTo>
                    <a:cubicBezTo>
                      <a:pt x="0" y="15"/>
                      <a:pt x="15" y="0"/>
                      <a:pt x="33" y="0"/>
                    </a:cubicBezTo>
                    <a:cubicBezTo>
                      <a:pt x="51" y="0"/>
                      <a:pt x="66" y="15"/>
                      <a:pt x="66" y="33"/>
                    </a:cubicBezTo>
                    <a:cubicBezTo>
                      <a:pt x="66" y="51"/>
                      <a:pt x="51" y="66"/>
                      <a:pt x="33" y="66"/>
                    </a:cubicBezTo>
                    <a:cubicBezTo>
                      <a:pt x="15" y="66"/>
                      <a:pt x="0" y="51"/>
                      <a:pt x="0" y="33"/>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236" name="Google Shape;2236;p48"/>
              <p:cNvSpPr/>
              <p:nvPr/>
            </p:nvSpPr>
            <p:spPr>
              <a:xfrm>
                <a:off x="7870802" y="2701257"/>
                <a:ext cx="69720" cy="70793"/>
              </a:xfrm>
              <a:custGeom>
                <a:rect b="b" l="l" r="r" t="t"/>
                <a:pathLst>
                  <a:path extrusionOk="0" h="66" w="65">
                    <a:moveTo>
                      <a:pt x="0" y="33"/>
                    </a:moveTo>
                    <a:cubicBezTo>
                      <a:pt x="0" y="15"/>
                      <a:pt x="14" y="0"/>
                      <a:pt x="32" y="0"/>
                    </a:cubicBezTo>
                    <a:cubicBezTo>
                      <a:pt x="50" y="0"/>
                      <a:pt x="65" y="15"/>
                      <a:pt x="65" y="33"/>
                    </a:cubicBezTo>
                    <a:cubicBezTo>
                      <a:pt x="65" y="51"/>
                      <a:pt x="50" y="66"/>
                      <a:pt x="32" y="66"/>
                    </a:cubicBezTo>
                    <a:cubicBezTo>
                      <a:pt x="14" y="66"/>
                      <a:pt x="0" y="51"/>
                      <a:pt x="0" y="33"/>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237" name="Google Shape;2237;p48"/>
              <p:cNvSpPr/>
              <p:nvPr/>
            </p:nvSpPr>
            <p:spPr>
              <a:xfrm>
                <a:off x="7726000" y="2702329"/>
                <a:ext cx="70792" cy="69720"/>
              </a:xfrm>
              <a:custGeom>
                <a:rect b="b" l="l" r="r" t="t"/>
                <a:pathLst>
                  <a:path extrusionOk="0" h="65" w="66">
                    <a:moveTo>
                      <a:pt x="4" y="48"/>
                    </a:moveTo>
                    <a:cubicBezTo>
                      <a:pt x="-5" y="33"/>
                      <a:pt x="0" y="13"/>
                      <a:pt x="16" y="4"/>
                    </a:cubicBezTo>
                    <a:cubicBezTo>
                      <a:pt x="32" y="-5"/>
                      <a:pt x="52" y="0"/>
                      <a:pt x="61" y="16"/>
                    </a:cubicBezTo>
                    <a:cubicBezTo>
                      <a:pt x="70" y="31"/>
                      <a:pt x="64" y="51"/>
                      <a:pt x="49" y="60"/>
                    </a:cubicBezTo>
                    <a:cubicBezTo>
                      <a:pt x="33" y="69"/>
                      <a:pt x="13" y="64"/>
                      <a:pt x="4" y="48"/>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2238" name="Google Shape;2238;p48"/>
            <p:cNvGrpSpPr/>
            <p:nvPr/>
          </p:nvGrpSpPr>
          <p:grpSpPr>
            <a:xfrm>
              <a:off x="5188205" y="269636"/>
              <a:ext cx="718649" cy="691837"/>
              <a:chOff x="5188205" y="269636"/>
              <a:chExt cx="718649" cy="691837"/>
            </a:xfrm>
          </p:grpSpPr>
          <p:sp>
            <p:nvSpPr>
              <p:cNvPr id="2239" name="Google Shape;2239;p48"/>
              <p:cNvSpPr/>
              <p:nvPr/>
            </p:nvSpPr>
            <p:spPr>
              <a:xfrm>
                <a:off x="5188205" y="269636"/>
                <a:ext cx="718649" cy="691837"/>
              </a:xfrm>
              <a:custGeom>
                <a:rect b="b" l="l" r="r" t="t"/>
                <a:pathLst>
                  <a:path extrusionOk="0" h="645" w="670">
                    <a:moveTo>
                      <a:pt x="670" y="517"/>
                    </a:moveTo>
                    <a:cubicBezTo>
                      <a:pt x="670" y="517"/>
                      <a:pt x="669" y="515"/>
                      <a:pt x="667" y="512"/>
                    </a:cubicBezTo>
                    <a:cubicBezTo>
                      <a:pt x="665" y="509"/>
                      <a:pt x="662" y="503"/>
                      <a:pt x="658" y="497"/>
                    </a:cubicBezTo>
                    <a:cubicBezTo>
                      <a:pt x="650" y="483"/>
                      <a:pt x="638" y="463"/>
                      <a:pt x="623" y="438"/>
                    </a:cubicBezTo>
                    <a:lnTo>
                      <a:pt x="624" y="438"/>
                    </a:lnTo>
                    <a:lnTo>
                      <a:pt x="624" y="438"/>
                    </a:lnTo>
                    <a:lnTo>
                      <a:pt x="623" y="438"/>
                    </a:lnTo>
                    <a:lnTo>
                      <a:pt x="623" y="437"/>
                    </a:lnTo>
                    <a:cubicBezTo>
                      <a:pt x="637" y="400"/>
                      <a:pt x="649" y="346"/>
                      <a:pt x="641" y="282"/>
                    </a:cubicBezTo>
                    <a:cubicBezTo>
                      <a:pt x="639" y="266"/>
                      <a:pt x="636" y="250"/>
                      <a:pt x="631" y="234"/>
                    </a:cubicBezTo>
                    <a:cubicBezTo>
                      <a:pt x="628" y="225"/>
                      <a:pt x="625" y="217"/>
                      <a:pt x="622" y="209"/>
                    </a:cubicBezTo>
                    <a:cubicBezTo>
                      <a:pt x="619" y="200"/>
                      <a:pt x="615" y="192"/>
                      <a:pt x="611" y="184"/>
                    </a:cubicBezTo>
                    <a:cubicBezTo>
                      <a:pt x="595" y="151"/>
                      <a:pt x="572" y="118"/>
                      <a:pt x="542" y="90"/>
                    </a:cubicBezTo>
                    <a:cubicBezTo>
                      <a:pt x="512" y="62"/>
                      <a:pt x="475" y="38"/>
                      <a:pt x="433" y="23"/>
                    </a:cubicBezTo>
                    <a:cubicBezTo>
                      <a:pt x="390" y="7"/>
                      <a:pt x="343" y="0"/>
                      <a:pt x="295" y="4"/>
                    </a:cubicBezTo>
                    <a:cubicBezTo>
                      <a:pt x="246" y="9"/>
                      <a:pt x="198" y="25"/>
                      <a:pt x="155" y="52"/>
                    </a:cubicBezTo>
                    <a:cubicBezTo>
                      <a:pt x="143" y="58"/>
                      <a:pt x="134" y="66"/>
                      <a:pt x="123" y="74"/>
                    </a:cubicBezTo>
                    <a:cubicBezTo>
                      <a:pt x="118" y="78"/>
                      <a:pt x="114" y="83"/>
                      <a:pt x="109" y="87"/>
                    </a:cubicBezTo>
                    <a:cubicBezTo>
                      <a:pt x="104" y="91"/>
                      <a:pt x="99" y="95"/>
                      <a:pt x="95" y="100"/>
                    </a:cubicBezTo>
                    <a:cubicBezTo>
                      <a:pt x="86" y="110"/>
                      <a:pt x="77" y="119"/>
                      <a:pt x="69" y="130"/>
                    </a:cubicBezTo>
                    <a:cubicBezTo>
                      <a:pt x="65" y="136"/>
                      <a:pt x="61" y="141"/>
                      <a:pt x="58" y="146"/>
                    </a:cubicBezTo>
                    <a:cubicBezTo>
                      <a:pt x="54" y="152"/>
                      <a:pt x="51" y="158"/>
                      <a:pt x="47" y="163"/>
                    </a:cubicBezTo>
                    <a:cubicBezTo>
                      <a:pt x="21" y="208"/>
                      <a:pt x="8" y="259"/>
                      <a:pt x="5" y="308"/>
                    </a:cubicBezTo>
                    <a:cubicBezTo>
                      <a:pt x="3" y="358"/>
                      <a:pt x="12" y="407"/>
                      <a:pt x="31" y="450"/>
                    </a:cubicBezTo>
                    <a:cubicBezTo>
                      <a:pt x="50" y="493"/>
                      <a:pt x="78" y="531"/>
                      <a:pt x="111" y="560"/>
                    </a:cubicBezTo>
                    <a:cubicBezTo>
                      <a:pt x="144" y="590"/>
                      <a:pt x="181" y="611"/>
                      <a:pt x="219" y="625"/>
                    </a:cubicBezTo>
                    <a:cubicBezTo>
                      <a:pt x="258" y="638"/>
                      <a:pt x="297" y="643"/>
                      <a:pt x="333" y="642"/>
                    </a:cubicBezTo>
                    <a:cubicBezTo>
                      <a:pt x="351" y="642"/>
                      <a:pt x="369" y="639"/>
                      <a:pt x="386" y="637"/>
                    </a:cubicBezTo>
                    <a:cubicBezTo>
                      <a:pt x="402" y="632"/>
                      <a:pt x="418" y="629"/>
                      <a:pt x="433" y="624"/>
                    </a:cubicBezTo>
                    <a:cubicBezTo>
                      <a:pt x="493" y="602"/>
                      <a:pt x="536" y="566"/>
                      <a:pt x="563" y="536"/>
                    </a:cubicBezTo>
                    <a:lnTo>
                      <a:pt x="564" y="535"/>
                    </a:lnTo>
                    <a:cubicBezTo>
                      <a:pt x="598" y="530"/>
                      <a:pt x="624" y="525"/>
                      <a:pt x="642" y="522"/>
                    </a:cubicBezTo>
                    <a:cubicBezTo>
                      <a:pt x="651" y="520"/>
                      <a:pt x="658" y="519"/>
                      <a:pt x="663" y="519"/>
                    </a:cubicBezTo>
                    <a:cubicBezTo>
                      <a:pt x="667" y="518"/>
                      <a:pt x="670" y="517"/>
                      <a:pt x="670" y="517"/>
                    </a:cubicBezTo>
                    <a:cubicBezTo>
                      <a:pt x="670" y="517"/>
                      <a:pt x="668" y="518"/>
                      <a:pt x="663" y="519"/>
                    </a:cubicBezTo>
                    <a:cubicBezTo>
                      <a:pt x="659" y="520"/>
                      <a:pt x="652" y="521"/>
                      <a:pt x="643" y="523"/>
                    </a:cubicBezTo>
                    <a:cubicBezTo>
                      <a:pt x="625" y="526"/>
                      <a:pt x="598" y="531"/>
                      <a:pt x="564" y="537"/>
                    </a:cubicBezTo>
                    <a:lnTo>
                      <a:pt x="564" y="537"/>
                    </a:lnTo>
                    <a:cubicBezTo>
                      <a:pt x="537" y="568"/>
                      <a:pt x="494" y="604"/>
                      <a:pt x="434" y="626"/>
                    </a:cubicBezTo>
                    <a:cubicBezTo>
                      <a:pt x="419" y="632"/>
                      <a:pt x="403" y="635"/>
                      <a:pt x="386" y="640"/>
                    </a:cubicBezTo>
                    <a:cubicBezTo>
                      <a:pt x="369" y="642"/>
                      <a:pt x="351" y="645"/>
                      <a:pt x="333" y="645"/>
                    </a:cubicBezTo>
                    <a:cubicBezTo>
                      <a:pt x="296" y="646"/>
                      <a:pt x="257" y="641"/>
                      <a:pt x="218" y="628"/>
                    </a:cubicBezTo>
                    <a:cubicBezTo>
                      <a:pt x="180" y="615"/>
                      <a:pt x="142" y="593"/>
                      <a:pt x="108" y="563"/>
                    </a:cubicBezTo>
                    <a:cubicBezTo>
                      <a:pt x="75" y="533"/>
                      <a:pt x="47" y="496"/>
                      <a:pt x="28" y="452"/>
                    </a:cubicBezTo>
                    <a:cubicBezTo>
                      <a:pt x="8" y="408"/>
                      <a:pt x="-1" y="359"/>
                      <a:pt x="1" y="308"/>
                    </a:cubicBezTo>
                    <a:cubicBezTo>
                      <a:pt x="4" y="258"/>
                      <a:pt x="17" y="207"/>
                      <a:pt x="44" y="162"/>
                    </a:cubicBezTo>
                    <a:cubicBezTo>
                      <a:pt x="47" y="156"/>
                      <a:pt x="51" y="150"/>
                      <a:pt x="54" y="144"/>
                    </a:cubicBezTo>
                    <a:cubicBezTo>
                      <a:pt x="58" y="139"/>
                      <a:pt x="62" y="133"/>
                      <a:pt x="66" y="128"/>
                    </a:cubicBezTo>
                    <a:cubicBezTo>
                      <a:pt x="73" y="117"/>
                      <a:pt x="83" y="108"/>
                      <a:pt x="92" y="98"/>
                    </a:cubicBezTo>
                    <a:cubicBezTo>
                      <a:pt x="96" y="93"/>
                      <a:pt x="101" y="89"/>
                      <a:pt x="106" y="84"/>
                    </a:cubicBezTo>
                    <a:cubicBezTo>
                      <a:pt x="111" y="80"/>
                      <a:pt x="115" y="75"/>
                      <a:pt x="121" y="71"/>
                    </a:cubicBezTo>
                    <a:cubicBezTo>
                      <a:pt x="131" y="64"/>
                      <a:pt x="141" y="55"/>
                      <a:pt x="152" y="49"/>
                    </a:cubicBezTo>
                    <a:cubicBezTo>
                      <a:pt x="196" y="22"/>
                      <a:pt x="246" y="6"/>
                      <a:pt x="294" y="1"/>
                    </a:cubicBezTo>
                    <a:cubicBezTo>
                      <a:pt x="343" y="-3"/>
                      <a:pt x="391" y="4"/>
                      <a:pt x="434" y="20"/>
                    </a:cubicBezTo>
                    <a:cubicBezTo>
                      <a:pt x="476" y="35"/>
                      <a:pt x="514" y="59"/>
                      <a:pt x="544" y="88"/>
                    </a:cubicBezTo>
                    <a:cubicBezTo>
                      <a:pt x="575" y="116"/>
                      <a:pt x="598" y="149"/>
                      <a:pt x="614" y="183"/>
                    </a:cubicBezTo>
                    <a:cubicBezTo>
                      <a:pt x="618" y="191"/>
                      <a:pt x="622" y="199"/>
                      <a:pt x="624" y="208"/>
                    </a:cubicBezTo>
                    <a:cubicBezTo>
                      <a:pt x="627" y="217"/>
                      <a:pt x="631" y="225"/>
                      <a:pt x="633" y="233"/>
                    </a:cubicBezTo>
                    <a:cubicBezTo>
                      <a:pt x="638" y="250"/>
                      <a:pt x="641" y="266"/>
                      <a:pt x="643" y="282"/>
                    </a:cubicBezTo>
                    <a:cubicBezTo>
                      <a:pt x="651" y="346"/>
                      <a:pt x="639" y="400"/>
                      <a:pt x="624" y="438"/>
                    </a:cubicBezTo>
                    <a:lnTo>
                      <a:pt x="623" y="437"/>
                    </a:lnTo>
                    <a:lnTo>
                      <a:pt x="623" y="437"/>
                    </a:lnTo>
                    <a:lnTo>
                      <a:pt x="624" y="437"/>
                    </a:lnTo>
                    <a:lnTo>
                      <a:pt x="624" y="437"/>
                    </a:lnTo>
                    <a:cubicBezTo>
                      <a:pt x="639" y="463"/>
                      <a:pt x="650" y="483"/>
                      <a:pt x="658" y="497"/>
                    </a:cubicBezTo>
                    <a:cubicBezTo>
                      <a:pt x="662" y="504"/>
                      <a:pt x="665" y="509"/>
                      <a:pt x="667" y="512"/>
                    </a:cubicBezTo>
                    <a:cubicBezTo>
                      <a:pt x="669" y="516"/>
                      <a:pt x="670" y="517"/>
                      <a:pt x="670" y="517"/>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240" name="Google Shape;2240;p48"/>
              <p:cNvSpPr/>
              <p:nvPr/>
            </p:nvSpPr>
            <p:spPr>
              <a:xfrm>
                <a:off x="5359822" y="590348"/>
                <a:ext cx="69720" cy="70793"/>
              </a:xfrm>
              <a:custGeom>
                <a:rect b="b" l="l" r="r" t="t"/>
                <a:pathLst>
                  <a:path extrusionOk="0" h="66" w="65">
                    <a:moveTo>
                      <a:pt x="65" y="33"/>
                    </a:moveTo>
                    <a:cubicBezTo>
                      <a:pt x="65" y="15"/>
                      <a:pt x="51" y="0"/>
                      <a:pt x="33" y="0"/>
                    </a:cubicBezTo>
                    <a:cubicBezTo>
                      <a:pt x="14" y="0"/>
                      <a:pt x="0" y="15"/>
                      <a:pt x="0" y="33"/>
                    </a:cubicBezTo>
                    <a:cubicBezTo>
                      <a:pt x="0" y="51"/>
                      <a:pt x="14" y="66"/>
                      <a:pt x="33" y="66"/>
                    </a:cubicBezTo>
                    <a:cubicBezTo>
                      <a:pt x="51" y="66"/>
                      <a:pt x="65" y="51"/>
                      <a:pt x="65" y="33"/>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241" name="Google Shape;2241;p48"/>
              <p:cNvSpPr/>
              <p:nvPr/>
            </p:nvSpPr>
            <p:spPr>
              <a:xfrm>
                <a:off x="5500334" y="590348"/>
                <a:ext cx="69720" cy="70793"/>
              </a:xfrm>
              <a:custGeom>
                <a:rect b="b" l="l" r="r" t="t"/>
                <a:pathLst>
                  <a:path extrusionOk="0" h="66" w="65">
                    <a:moveTo>
                      <a:pt x="65" y="33"/>
                    </a:moveTo>
                    <a:cubicBezTo>
                      <a:pt x="65" y="15"/>
                      <a:pt x="50" y="0"/>
                      <a:pt x="32" y="0"/>
                    </a:cubicBezTo>
                    <a:cubicBezTo>
                      <a:pt x="14" y="0"/>
                      <a:pt x="0" y="15"/>
                      <a:pt x="0" y="33"/>
                    </a:cubicBezTo>
                    <a:cubicBezTo>
                      <a:pt x="0" y="51"/>
                      <a:pt x="14" y="66"/>
                      <a:pt x="32" y="66"/>
                    </a:cubicBezTo>
                    <a:cubicBezTo>
                      <a:pt x="50" y="66"/>
                      <a:pt x="65" y="51"/>
                      <a:pt x="65" y="33"/>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2242" name="Google Shape;2242;p48"/>
              <p:cNvSpPr/>
              <p:nvPr/>
            </p:nvSpPr>
            <p:spPr>
              <a:xfrm>
                <a:off x="5644064" y="591421"/>
                <a:ext cx="69720" cy="69720"/>
              </a:xfrm>
              <a:custGeom>
                <a:rect b="b" l="l" r="r" t="t"/>
                <a:pathLst>
                  <a:path extrusionOk="0" h="65" w="65">
                    <a:moveTo>
                      <a:pt x="61" y="48"/>
                    </a:moveTo>
                    <a:cubicBezTo>
                      <a:pt x="70" y="33"/>
                      <a:pt x="65" y="13"/>
                      <a:pt x="49" y="4"/>
                    </a:cubicBezTo>
                    <a:cubicBezTo>
                      <a:pt x="34" y="-5"/>
                      <a:pt x="14" y="0"/>
                      <a:pt x="5" y="15"/>
                    </a:cubicBezTo>
                    <a:cubicBezTo>
                      <a:pt x="-4" y="31"/>
                      <a:pt x="1" y="51"/>
                      <a:pt x="17" y="60"/>
                    </a:cubicBezTo>
                    <a:cubicBezTo>
                      <a:pt x="32" y="69"/>
                      <a:pt x="52" y="64"/>
                      <a:pt x="61" y="48"/>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sp>
        <p:nvSpPr>
          <p:cNvPr id="2243" name="Google Shape;2243;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44" name="Google Shape;2244;p48"/>
          <p:cNvSpPr/>
          <p:nvPr/>
        </p:nvSpPr>
        <p:spPr>
          <a:xfrm>
            <a:off x="783375" y="3319050"/>
            <a:ext cx="4448100" cy="1175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2245" name="Google Shape;2245;p48"/>
          <p:cNvSpPr txBox="1"/>
          <p:nvPr>
            <p:ph type="title"/>
          </p:nvPr>
        </p:nvSpPr>
        <p:spPr>
          <a:xfrm>
            <a:off x="865275" y="1431450"/>
            <a:ext cx="4448100" cy="2585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7700"/>
              <a:t>Thank You!</a:t>
            </a:r>
            <a:endParaRPr sz="77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am Collaboration App Pitck Deck by Slidesgo">
  <a:themeElements>
    <a:clrScheme name="Simple Light">
      <a:dk1>
        <a:srgbClr val="263238"/>
      </a:dk1>
      <a:lt1>
        <a:srgbClr val="FFFFFF"/>
      </a:lt1>
      <a:dk2>
        <a:srgbClr val="EC442C"/>
      </a:dk2>
      <a:lt2>
        <a:srgbClr val="455A64"/>
      </a:lt2>
      <a:accent1>
        <a:srgbClr val="BBBBBB"/>
      </a:accent1>
      <a:accent2>
        <a:srgbClr val="EBEBEB"/>
      </a:accent2>
      <a:accent3>
        <a:srgbClr val="FFFFFF"/>
      </a:accent3>
      <a:accent4>
        <a:srgbClr val="FFFFFF"/>
      </a:accent4>
      <a:accent5>
        <a:srgbClr val="FFFFFF"/>
      </a:accent5>
      <a:accent6>
        <a:srgbClr val="FFFFFF"/>
      </a:accent6>
      <a:hlink>
        <a:srgbClr val="2632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